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8" r:id="rId2"/>
    <p:sldId id="259" r:id="rId3"/>
    <p:sldId id="260" r:id="rId4"/>
    <p:sldId id="256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8" r:id="rId52"/>
    <p:sldId id="309" r:id="rId53"/>
    <p:sldId id="310" r:id="rId54"/>
    <p:sldId id="311" r:id="rId55"/>
    <p:sldId id="312" r:id="rId56"/>
    <p:sldId id="313" r:id="rId57"/>
    <p:sldId id="314" r:id="rId58"/>
    <p:sldId id="315" r:id="rId59"/>
    <p:sldId id="320" r:id="rId60"/>
    <p:sldId id="321" r:id="rId61"/>
    <p:sldId id="322" r:id="rId62"/>
    <p:sldId id="323" r:id="rId63"/>
    <p:sldId id="324" r:id="rId64"/>
    <p:sldId id="325" r:id="rId65"/>
    <p:sldId id="326" r:id="rId66"/>
    <p:sldId id="327" r:id="rId67"/>
    <p:sldId id="328" r:id="rId68"/>
    <p:sldId id="329" r:id="rId69"/>
    <p:sldId id="330" r:id="rId70"/>
    <p:sldId id="378" r:id="rId71"/>
    <p:sldId id="379" r:id="rId72"/>
    <p:sldId id="380" r:id="rId73"/>
    <p:sldId id="381" r:id="rId74"/>
    <p:sldId id="382" r:id="rId75"/>
    <p:sldId id="383" r:id="rId76"/>
    <p:sldId id="384" r:id="rId77"/>
    <p:sldId id="385" r:id="rId78"/>
    <p:sldId id="316" r:id="rId79"/>
    <p:sldId id="331" r:id="rId80"/>
    <p:sldId id="332" r:id="rId81"/>
    <p:sldId id="333" r:id="rId82"/>
    <p:sldId id="334" r:id="rId83"/>
    <p:sldId id="335" r:id="rId84"/>
    <p:sldId id="336" r:id="rId85"/>
    <p:sldId id="337" r:id="rId86"/>
    <p:sldId id="338" r:id="rId87"/>
    <p:sldId id="339" r:id="rId88"/>
    <p:sldId id="340" r:id="rId89"/>
    <p:sldId id="341" r:id="rId90"/>
    <p:sldId id="342" r:id="rId91"/>
    <p:sldId id="386" r:id="rId92"/>
    <p:sldId id="387" r:id="rId93"/>
    <p:sldId id="388" r:id="rId94"/>
    <p:sldId id="389" r:id="rId95"/>
    <p:sldId id="390" r:id="rId96"/>
    <p:sldId id="391" r:id="rId97"/>
    <p:sldId id="392" r:id="rId98"/>
    <p:sldId id="317" r:id="rId99"/>
    <p:sldId id="343" r:id="rId100"/>
    <p:sldId id="344" r:id="rId101"/>
    <p:sldId id="345" r:id="rId102"/>
    <p:sldId id="346" r:id="rId103"/>
    <p:sldId id="347" r:id="rId104"/>
    <p:sldId id="348" r:id="rId105"/>
    <p:sldId id="349" r:id="rId106"/>
    <p:sldId id="350" r:id="rId107"/>
    <p:sldId id="351" r:id="rId108"/>
    <p:sldId id="352" r:id="rId109"/>
    <p:sldId id="353" r:id="rId110"/>
    <p:sldId id="354" r:id="rId111"/>
    <p:sldId id="393" r:id="rId112"/>
    <p:sldId id="394" r:id="rId113"/>
    <p:sldId id="395" r:id="rId114"/>
    <p:sldId id="396" r:id="rId115"/>
    <p:sldId id="397" r:id="rId116"/>
    <p:sldId id="398" r:id="rId117"/>
    <p:sldId id="399" r:id="rId118"/>
    <p:sldId id="318" r:id="rId119"/>
    <p:sldId id="355" r:id="rId120"/>
    <p:sldId id="356" r:id="rId121"/>
    <p:sldId id="357" r:id="rId122"/>
    <p:sldId id="358" r:id="rId123"/>
    <p:sldId id="359" r:id="rId124"/>
    <p:sldId id="360" r:id="rId125"/>
    <p:sldId id="361" r:id="rId126"/>
    <p:sldId id="362" r:id="rId127"/>
    <p:sldId id="363" r:id="rId128"/>
    <p:sldId id="364" r:id="rId129"/>
    <p:sldId id="365" r:id="rId130"/>
    <p:sldId id="366" r:id="rId131"/>
    <p:sldId id="400" r:id="rId132"/>
    <p:sldId id="401" r:id="rId133"/>
    <p:sldId id="402" r:id="rId134"/>
    <p:sldId id="403" r:id="rId135"/>
    <p:sldId id="404" r:id="rId136"/>
    <p:sldId id="405" r:id="rId137"/>
    <p:sldId id="406" r:id="rId138"/>
    <p:sldId id="319" r:id="rId139"/>
    <p:sldId id="367" r:id="rId140"/>
    <p:sldId id="368" r:id="rId141"/>
    <p:sldId id="369" r:id="rId142"/>
    <p:sldId id="370" r:id="rId143"/>
    <p:sldId id="371" r:id="rId144"/>
    <p:sldId id="372" r:id="rId145"/>
    <p:sldId id="373" r:id="rId146"/>
    <p:sldId id="374" r:id="rId147"/>
    <p:sldId id="375" r:id="rId148"/>
    <p:sldId id="376" r:id="rId149"/>
    <p:sldId id="377" r:id="rId150"/>
    <p:sldId id="407" r:id="rId151"/>
    <p:sldId id="408" r:id="rId152"/>
    <p:sldId id="409" r:id="rId153"/>
    <p:sldId id="410" r:id="rId154"/>
    <p:sldId id="411" r:id="rId155"/>
    <p:sldId id="412" r:id="rId156"/>
    <p:sldId id="413" r:id="rId157"/>
    <p:sldId id="414" r:id="rId158"/>
    <p:sldId id="415" r:id="rId159"/>
    <p:sldId id="417" r:id="rId160"/>
    <p:sldId id="418" r:id="rId161"/>
    <p:sldId id="420" r:id="rId162"/>
    <p:sldId id="421" r:id="rId163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F51B425B-DA46-484E-9A52-F90F5826B7FC}">
          <p14:sldIdLst>
            <p14:sldId id="258"/>
            <p14:sldId id="259"/>
            <p14:sldId id="260"/>
            <p14:sldId id="256"/>
            <p14:sldId id="261"/>
            <p14:sldId id="262"/>
            <p14:sldId id="263"/>
            <p14:sldId id="264"/>
            <p14:sldId id="265"/>
            <p14:sldId id="266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8"/>
            <p14:sldId id="309"/>
            <p14:sldId id="310"/>
            <p14:sldId id="311"/>
            <p14:sldId id="312"/>
            <p14:sldId id="313"/>
            <p14:sldId id="314"/>
          </p14:sldIdLst>
        </p14:section>
        <p14:section name="Note I" id="{401966D6-A4B2-49A7-A42B-9F57BBB5832A}">
          <p14:sldIdLst>
            <p14:sldId id="315"/>
            <p14:sldId id="320"/>
            <p14:sldId id="321"/>
            <p14:sldId id="322"/>
            <p14:sldId id="323"/>
            <p14:sldId id="324"/>
            <p14:sldId id="325"/>
            <p14:sldId id="326"/>
            <p14:sldId id="327"/>
            <p14:sldId id="328"/>
            <p14:sldId id="329"/>
            <p14:sldId id="330"/>
            <p14:sldId id="378"/>
            <p14:sldId id="379"/>
            <p14:sldId id="380"/>
            <p14:sldId id="381"/>
            <p14:sldId id="382"/>
            <p14:sldId id="383"/>
            <p14:sldId id="384"/>
            <p14:sldId id="385"/>
          </p14:sldIdLst>
        </p14:section>
        <p14:section name="Note II" id="{2CAB4EEA-3F8A-4F45-A5B1-B00A4783BB0B}">
          <p14:sldIdLst>
            <p14:sldId id="316"/>
            <p14:sldId id="331"/>
            <p14:sldId id="332"/>
            <p14:sldId id="333"/>
            <p14:sldId id="334"/>
            <p14:sldId id="335"/>
            <p14:sldId id="336"/>
            <p14:sldId id="337"/>
            <p14:sldId id="338"/>
            <p14:sldId id="339"/>
            <p14:sldId id="340"/>
            <p14:sldId id="341"/>
            <p14:sldId id="342"/>
            <p14:sldId id="386"/>
            <p14:sldId id="387"/>
            <p14:sldId id="388"/>
            <p14:sldId id="389"/>
            <p14:sldId id="390"/>
            <p14:sldId id="391"/>
            <p14:sldId id="392"/>
          </p14:sldIdLst>
        </p14:section>
        <p14:section name="Note III" id="{E90D02C9-D5EF-4AA1-BB6C-DBB452AFD81A}">
          <p14:sldIdLst>
            <p14:sldId id="317"/>
            <p14:sldId id="343"/>
            <p14:sldId id="344"/>
            <p14:sldId id="345"/>
            <p14:sldId id="346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  <p14:sldId id="393"/>
            <p14:sldId id="394"/>
            <p14:sldId id="395"/>
            <p14:sldId id="396"/>
            <p14:sldId id="397"/>
            <p14:sldId id="398"/>
            <p14:sldId id="399"/>
          </p14:sldIdLst>
        </p14:section>
        <p14:section name="Note IV" id="{80F767E8-5BE6-437E-BB1B-7BFB2172199F}">
          <p14:sldIdLst>
            <p14:sldId id="318"/>
            <p14:sldId id="355"/>
            <p14:sldId id="356"/>
            <p14:sldId id="357"/>
            <p14:sldId id="358"/>
            <p14:sldId id="359"/>
            <p14:sldId id="360"/>
            <p14:sldId id="361"/>
            <p14:sldId id="362"/>
            <p14:sldId id="363"/>
            <p14:sldId id="364"/>
            <p14:sldId id="365"/>
            <p14:sldId id="366"/>
            <p14:sldId id="400"/>
            <p14:sldId id="401"/>
            <p14:sldId id="402"/>
            <p14:sldId id="403"/>
            <p14:sldId id="404"/>
            <p14:sldId id="405"/>
            <p14:sldId id="406"/>
          </p14:sldIdLst>
        </p14:section>
        <p14:section name="Note V" id="{1569D87E-CD64-4DD1-B696-4A44B801998C}">
          <p14:sldIdLst>
            <p14:sldId id="319"/>
            <p14:sldId id="367"/>
            <p14:sldId id="368"/>
            <p14:sldId id="369"/>
            <p14:sldId id="370"/>
            <p14:sldId id="371"/>
            <p14:sldId id="372"/>
            <p14:sldId id="373"/>
            <p14:sldId id="374"/>
            <p14:sldId id="375"/>
            <p14:sldId id="376"/>
            <p14:sldId id="377"/>
            <p14:sldId id="407"/>
            <p14:sldId id="408"/>
            <p14:sldId id="409"/>
            <p14:sldId id="410"/>
            <p14:sldId id="411"/>
            <p14:sldId id="412"/>
            <p14:sldId id="413"/>
            <p14:sldId id="414"/>
            <p14:sldId id="415"/>
            <p14:sldId id="417"/>
            <p14:sldId id="418"/>
            <p14:sldId id="420"/>
            <p14:sldId id="421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186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B8B8B"/>
    <a:srgbClr val="A5ABA9"/>
    <a:srgbClr val="BAC3B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025" autoAdjust="0"/>
    <p:restoredTop sz="94660"/>
  </p:normalViewPr>
  <p:slideViewPr>
    <p:cSldViewPr showGuides="1">
      <p:cViewPr>
        <p:scale>
          <a:sx n="100" d="100"/>
          <a:sy n="100" d="100"/>
        </p:scale>
        <p:origin x="738" y="234"/>
      </p:cViewPr>
      <p:guideLst>
        <p:guide orient="horz" pos="186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tableStyles" Target="tableStyle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viewProps" Target="viewProp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C56F90A-716A-97C4-B23F-795F72A5FB5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D63E1E24-6E24-6EE5-F76C-AE0D398C73F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0318881C-5E15-87D2-7ECF-2A8C128E18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81034862-1A25-890F-01C8-C60A07FC25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6B74CF24-8255-3C4D-4098-1251B137E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098321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87CB075-55D4-70FE-3783-42F21918AB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D091491-4A5A-A024-6038-B45EEB89B36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AE8BFB2-DC74-B72F-7B4E-0CA72FE9EF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6C3EFB0-2CB2-AF00-8E65-ED4E63FC30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1517335-AD7C-8101-0899-DAB6E6AE33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82479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121F584-1C9E-5644-AF64-089B7CA37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CFADAA8-D539-1CDD-917F-ACDE83AE3F9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C9E1CB8-6CFE-DBF9-998F-D3E880AF25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1654C3F3-DEC0-B083-9090-E616CB5652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B609C678-A6DB-D5EB-695E-CFE9DAD4FD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945639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CDB84FE-4759-29F7-1564-385858EB8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13046C9-7756-5E65-4ABE-487260C4E3A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B7FB1E3A-AF09-5DA6-4075-1BE78B9F0A9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531A85B1-C614-9656-056E-E877FCFACBB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269D1E1C-E2AA-B697-4FFB-5E0CCBEE3C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CA12212D-402C-CFCF-D1DB-106A1DEC71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8932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318A5A8-D68E-18A4-2F08-54D4C0B3F2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C5CBE2DC-6B39-4A57-6B57-8773CDB7325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C8DC708E-ADCC-E450-8D92-DE4A686BE17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E8FF7B99-519F-509A-57B1-A076AFAF11E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67204FD4-815F-2C28-79A7-64514FAC694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11FE2F01-90DF-5535-873C-868A3BB1DC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A1261C96-4304-65CC-0F6B-B58926988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8FDBDDF5-69EF-2DC0-A19B-DD0A01F032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69003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00F7C2A-9D51-3703-4148-E9FD6A437B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048E33CC-3E6D-051B-15F2-CCC93D84A4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668C08F4-AB4D-1BB5-FA14-C807F793C1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093C22C7-BF63-7E13-7A27-3F84A44587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807869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B7418BEC-0039-9866-102C-1521444EA6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89CFBD76-E1DB-18F6-1B0B-4611B2E0AB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35BB9D3-0B90-DB88-8984-B1FA7F074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70138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5130AFC-3D44-349D-635E-0EC7E10261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FB1FECD-744D-035E-E0E6-A6B9CAA2853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275B0456-EF34-DCA5-2A29-95D974442BC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AB51083B-6683-39E7-96F9-320DCCE6F3B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6170F899-2838-62C2-0F96-5F9F4175184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E58ED8BF-154C-A97D-649A-FB3DC32421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8768925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CD32C52-6A97-DE3A-04CE-EAFBE64F9B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FD5B5DE1-BA31-B546-3715-C8200C3DA0B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D0D0232B-20FC-C043-31FE-92EE85488AA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4AF96268-66EF-1F9E-C71F-1199D6E4C9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1DAEE1C8-6F77-1A1C-0D2A-15EC960120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45E1C2C4-5151-A6F4-56DC-C9F6BF27ED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000954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6BB67C9-286B-B350-5528-93B61B09B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14EB87A5-73CE-186B-9EB7-4B7AB06408D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F53BFA63-7CA4-EECD-8FC9-8209CF7030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2497E6B-F1AA-4FCD-60E9-D29F0BD5B0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7DA5F0F5-06A9-891C-A909-3C62EE35AE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786345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85496C2E-3EAE-AE4E-3057-D8E9C1661FF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48462510-5743-7200-6EE9-62811941C4E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22046952-DA27-3DB7-354F-76D9D98F48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A23BE1A6-2D5E-B4F4-3A2C-E4E017809A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145EB127-941C-D1DF-F84D-5127F773A7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793904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367CE20D-ADF5-B684-CCCF-10F09C8364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E0910DA-623D-5279-74B7-FC5DF8DC0BB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D6B107FE-D9B1-CC3E-A85E-4EA642B1F8C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88805C3-C4DA-4E40-A5FD-6C3895EA7982}" type="datetimeFigureOut">
              <a:rPr lang="ko-KR" altLang="en-US" smtClean="0"/>
              <a:t>2025-10-20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74E67ABE-B5A2-ABF2-2E1E-83289D5D7F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2F3E5DDA-C562-1CC2-C887-5F4AD95726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0DF9F8-8388-4957-B2F0-88D9E0F2E28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543095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tenone.biz/" TargetMode="Externa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slide" Target="slide14.xml"/><Relationship Id="rId18" Type="http://schemas.openxmlformats.org/officeDocument/2006/relationships/slide" Target="slide19.xml"/><Relationship Id="rId26" Type="http://schemas.openxmlformats.org/officeDocument/2006/relationships/slide" Target="slide27.xml"/><Relationship Id="rId39" Type="http://schemas.openxmlformats.org/officeDocument/2006/relationships/slide" Target="slide40.xml"/><Relationship Id="rId21" Type="http://schemas.openxmlformats.org/officeDocument/2006/relationships/slide" Target="slide22.xml"/><Relationship Id="rId34" Type="http://schemas.openxmlformats.org/officeDocument/2006/relationships/slide" Target="slide35.xml"/><Relationship Id="rId42" Type="http://schemas.openxmlformats.org/officeDocument/2006/relationships/slide" Target="slide43.xml"/><Relationship Id="rId47" Type="http://schemas.openxmlformats.org/officeDocument/2006/relationships/slide" Target="slide49.xml"/><Relationship Id="rId50" Type="http://schemas.openxmlformats.org/officeDocument/2006/relationships/slide" Target="slide53.xml"/><Relationship Id="rId55" Type="http://schemas.openxmlformats.org/officeDocument/2006/relationships/slide" Target="slide118.xml"/><Relationship Id="rId63" Type="http://schemas.openxmlformats.org/officeDocument/2006/relationships/hyperlink" Target="https://www.badak.biz/" TargetMode="External"/><Relationship Id="rId7" Type="http://schemas.openxmlformats.org/officeDocument/2006/relationships/slide" Target="slide8.xml"/><Relationship Id="rId2" Type="http://schemas.openxmlformats.org/officeDocument/2006/relationships/slide" Target="slide52.xml"/><Relationship Id="rId16" Type="http://schemas.openxmlformats.org/officeDocument/2006/relationships/slide" Target="slide17.xml"/><Relationship Id="rId29" Type="http://schemas.openxmlformats.org/officeDocument/2006/relationships/slide" Target="slide30.xml"/><Relationship Id="rId11" Type="http://schemas.openxmlformats.org/officeDocument/2006/relationships/slide" Target="slide12.xml"/><Relationship Id="rId24" Type="http://schemas.openxmlformats.org/officeDocument/2006/relationships/slide" Target="slide25.xml"/><Relationship Id="rId32" Type="http://schemas.openxmlformats.org/officeDocument/2006/relationships/slide" Target="slide33.xml"/><Relationship Id="rId37" Type="http://schemas.openxmlformats.org/officeDocument/2006/relationships/slide" Target="slide38.xml"/><Relationship Id="rId40" Type="http://schemas.openxmlformats.org/officeDocument/2006/relationships/slide" Target="slide41.xml"/><Relationship Id="rId45" Type="http://schemas.openxmlformats.org/officeDocument/2006/relationships/slide" Target="slide47.xml"/><Relationship Id="rId53" Type="http://schemas.openxmlformats.org/officeDocument/2006/relationships/slide" Target="slide56.xml"/><Relationship Id="rId58" Type="http://schemas.openxmlformats.org/officeDocument/2006/relationships/slide" Target="slide45.xml"/><Relationship Id="rId5" Type="http://schemas.openxmlformats.org/officeDocument/2006/relationships/slide" Target="slide5.xml"/><Relationship Id="rId61" Type="http://schemas.openxmlformats.org/officeDocument/2006/relationships/hyperlink" Target="https://www.tenone.biz/" TargetMode="External"/><Relationship Id="rId19" Type="http://schemas.openxmlformats.org/officeDocument/2006/relationships/slide" Target="slide20.xml"/><Relationship Id="rId14" Type="http://schemas.openxmlformats.org/officeDocument/2006/relationships/slide" Target="slide15.xml"/><Relationship Id="rId22" Type="http://schemas.openxmlformats.org/officeDocument/2006/relationships/slide" Target="slide23.xml"/><Relationship Id="rId27" Type="http://schemas.openxmlformats.org/officeDocument/2006/relationships/slide" Target="slide28.xml"/><Relationship Id="rId30" Type="http://schemas.openxmlformats.org/officeDocument/2006/relationships/slide" Target="slide31.xml"/><Relationship Id="rId35" Type="http://schemas.openxmlformats.org/officeDocument/2006/relationships/slide" Target="slide36.xml"/><Relationship Id="rId43" Type="http://schemas.openxmlformats.org/officeDocument/2006/relationships/slide" Target="slide44.xml"/><Relationship Id="rId48" Type="http://schemas.openxmlformats.org/officeDocument/2006/relationships/slide" Target="slide50.xml"/><Relationship Id="rId56" Type="http://schemas.openxmlformats.org/officeDocument/2006/relationships/slide" Target="slide98.xml"/><Relationship Id="rId64" Type="http://schemas.openxmlformats.org/officeDocument/2006/relationships/hyperlink" Target="https://planners.tenone.biz/planners-planner" TargetMode="External"/><Relationship Id="rId8" Type="http://schemas.openxmlformats.org/officeDocument/2006/relationships/slide" Target="slide9.xml"/><Relationship Id="rId51" Type="http://schemas.openxmlformats.org/officeDocument/2006/relationships/slide" Target="slide54.xml"/><Relationship Id="rId3" Type="http://schemas.openxmlformats.org/officeDocument/2006/relationships/slide" Target="slide7.xml"/><Relationship Id="rId12" Type="http://schemas.openxmlformats.org/officeDocument/2006/relationships/slide" Target="slide13.xml"/><Relationship Id="rId17" Type="http://schemas.openxmlformats.org/officeDocument/2006/relationships/slide" Target="slide18.xml"/><Relationship Id="rId25" Type="http://schemas.openxmlformats.org/officeDocument/2006/relationships/slide" Target="slide26.xml"/><Relationship Id="rId33" Type="http://schemas.openxmlformats.org/officeDocument/2006/relationships/slide" Target="slide34.xml"/><Relationship Id="rId38" Type="http://schemas.openxmlformats.org/officeDocument/2006/relationships/slide" Target="slide39.xml"/><Relationship Id="rId46" Type="http://schemas.openxmlformats.org/officeDocument/2006/relationships/slide" Target="slide48.xml"/><Relationship Id="rId59" Type="http://schemas.openxmlformats.org/officeDocument/2006/relationships/slide" Target="slide58.xml"/><Relationship Id="rId20" Type="http://schemas.openxmlformats.org/officeDocument/2006/relationships/slide" Target="slide21.xml"/><Relationship Id="rId41" Type="http://schemas.openxmlformats.org/officeDocument/2006/relationships/slide" Target="slide42.xml"/><Relationship Id="rId54" Type="http://schemas.openxmlformats.org/officeDocument/2006/relationships/slide" Target="slide138.xml"/><Relationship Id="rId62" Type="http://schemas.openxmlformats.org/officeDocument/2006/relationships/hyperlink" Target="https://planners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15" Type="http://schemas.openxmlformats.org/officeDocument/2006/relationships/slide" Target="slide16.xml"/><Relationship Id="rId23" Type="http://schemas.openxmlformats.org/officeDocument/2006/relationships/slide" Target="slide24.xml"/><Relationship Id="rId28" Type="http://schemas.openxmlformats.org/officeDocument/2006/relationships/slide" Target="slide29.xml"/><Relationship Id="rId36" Type="http://schemas.openxmlformats.org/officeDocument/2006/relationships/slide" Target="slide37.xml"/><Relationship Id="rId49" Type="http://schemas.openxmlformats.org/officeDocument/2006/relationships/slide" Target="slide51.xml"/><Relationship Id="rId57" Type="http://schemas.openxmlformats.org/officeDocument/2006/relationships/slide" Target="slide78.xml"/><Relationship Id="rId10" Type="http://schemas.openxmlformats.org/officeDocument/2006/relationships/slide" Target="slide11.xml"/><Relationship Id="rId31" Type="http://schemas.openxmlformats.org/officeDocument/2006/relationships/slide" Target="slide32.xml"/><Relationship Id="rId44" Type="http://schemas.openxmlformats.org/officeDocument/2006/relationships/slide" Target="slide46.xml"/><Relationship Id="rId52" Type="http://schemas.openxmlformats.org/officeDocument/2006/relationships/slide" Target="slide55.xml"/><Relationship Id="rId60" Type="http://schemas.openxmlformats.org/officeDocument/2006/relationships/slide" Target="slide3.xml"/><Relationship Id="rId4" Type="http://schemas.openxmlformats.org/officeDocument/2006/relationships/slide" Target="slide4.xml"/><Relationship Id="rId9" Type="http://schemas.openxmlformats.org/officeDocument/2006/relationships/slide" Target="slide10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98.xml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hyperlink" Target="https://planners.tenone.biz/planners-planner" TargetMode="External"/><Relationship Id="rId5" Type="http://schemas.openxmlformats.org/officeDocument/2006/relationships/slide" Target="slide138.xml"/><Relationship Id="rId10" Type="http://schemas.openxmlformats.org/officeDocument/2006/relationships/slide" Target="slide3.xml"/><Relationship Id="rId4" Type="http://schemas.openxmlformats.org/officeDocument/2006/relationships/hyperlink" Target="https://www.badak.biz/" TargetMode="External"/><Relationship Id="rId9" Type="http://schemas.openxmlformats.org/officeDocument/2006/relationships/slide" Target="slide58.xml"/></Relationships>
</file>

<file path=ppt/slides/_rels/slide1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badak.biz/" TargetMode="External"/><Relationship Id="rId5" Type="http://schemas.openxmlformats.org/officeDocument/2006/relationships/hyperlink" Target="https://planners.tenone.biz/" TargetMode="External"/><Relationship Id="rId4" Type="http://schemas.openxmlformats.org/officeDocument/2006/relationships/hyperlink" Target="https://www.tenone.biz/" TargetMode="Externa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tenone.biz/" TargetMode="External"/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s://www.tenone.biz/" TargetMode="External"/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tenone.biz/" TargetMode="Externa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tenone.biz/" TargetMode="External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 descr="육상식물, 잎, 그린, 채소이(가) 표시된 사진&#10;&#10;자동 생성된 설명">
            <a:extLst>
              <a:ext uri="{FF2B5EF4-FFF2-40B4-BE49-F238E27FC236}">
                <a16:creationId xmlns:a16="http://schemas.microsoft.com/office/drawing/2014/main" id="{829CE81C-38B8-B2DD-3DDB-6581A71F521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3623"/>
          <a:stretch/>
        </p:blipFill>
        <p:spPr>
          <a:xfrm>
            <a:off x="0" y="0"/>
            <a:ext cx="12192000" cy="6873428"/>
          </a:xfrm>
          <a:prstGeom prst="rect">
            <a:avLst/>
          </a:prstGeom>
        </p:spPr>
      </p:pic>
      <p:sp>
        <p:nvSpPr>
          <p:cNvPr id="420" name="TextBox 419">
            <a:hlinkClick r:id="rId3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 rot="5400000">
            <a:off x="11754825" y="6368653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b="1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7AF519C-5A43-640E-4768-F71061CA45C9}"/>
              </a:ext>
            </a:extLst>
          </p:cNvPr>
          <p:cNvSpPr/>
          <p:nvPr/>
        </p:nvSpPr>
        <p:spPr>
          <a:xfrm>
            <a:off x="-15611" y="1916832"/>
            <a:ext cx="12207611" cy="1188392"/>
          </a:xfrm>
          <a:prstGeom prst="rect">
            <a:avLst/>
          </a:prstGeom>
          <a:solidFill>
            <a:schemeClr val="bg1">
              <a:lumMod val="95000"/>
              <a:alpha val="80000"/>
            </a:schemeClr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3251C31-32C1-E2F9-EE72-09C3FFE58848}"/>
              </a:ext>
            </a:extLst>
          </p:cNvPr>
          <p:cNvSpPr txBox="1"/>
          <p:nvPr/>
        </p:nvSpPr>
        <p:spPr>
          <a:xfrm>
            <a:off x="479376" y="1916832"/>
            <a:ext cx="26148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2026 Planner’s</a:t>
            </a:r>
            <a:r>
              <a:rPr lang="ko-KR" altLang="en-US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 </a:t>
            </a:r>
            <a:r>
              <a:rPr lang="en-US" altLang="ko-KR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</a:t>
            </a:r>
            <a:endParaRPr lang="ko-KR" altLang="en-US" dirty="0">
              <a:latin typeface="NanumGothicExtraBold" panose="020D0904000000000000" pitchFamily="34" charset="-127"/>
              <a:ea typeface="NanumGothicExtraBold" panose="020D09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02138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 descr="꽃, 식물이(가) 표시된 사진&#10;&#10;자동 생성된 설명">
            <a:extLst>
              <a:ext uri="{FF2B5EF4-FFF2-40B4-BE49-F238E27FC236}">
                <a16:creationId xmlns:a16="http://schemas.microsoft.com/office/drawing/2014/main" id="{1F2E51FD-06D8-EA59-7D84-108951B931D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2156" y="1482132"/>
            <a:ext cx="4787688" cy="38937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591484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hlinkClick r:id="rId2" action="ppaction://hlinksldjump"/>
            <a:extLst>
              <a:ext uri="{FF2B5EF4-FFF2-40B4-BE49-F238E27FC236}">
                <a16:creationId xmlns:a16="http://schemas.microsoft.com/office/drawing/2014/main" id="{035C28F8-3D5D-DDDE-5628-A4C5B2C82535}"/>
              </a:ext>
            </a:extLst>
          </p:cNvPr>
          <p:cNvSpPr/>
          <p:nvPr/>
        </p:nvSpPr>
        <p:spPr>
          <a:xfrm>
            <a:off x="6055941" y="595824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>
            <a:hlinkClick r:id="rId3" action="ppaction://hlinksldjump"/>
            <a:extLst>
              <a:ext uri="{FF2B5EF4-FFF2-40B4-BE49-F238E27FC236}">
                <a16:creationId xmlns:a16="http://schemas.microsoft.com/office/drawing/2014/main" id="{71933F2A-6E56-F760-27AA-CCB8F023F45D}"/>
              </a:ext>
            </a:extLst>
          </p:cNvPr>
          <p:cNvSpPr/>
          <p:nvPr/>
        </p:nvSpPr>
        <p:spPr>
          <a:xfrm>
            <a:off x="359199" y="1779482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4" name="직사각형 1503">
            <a:hlinkClick r:id="rId4" action="ppaction://hlinksldjump"/>
            <a:extLst>
              <a:ext uri="{FF2B5EF4-FFF2-40B4-BE49-F238E27FC236}">
                <a16:creationId xmlns:a16="http://schemas.microsoft.com/office/drawing/2014/main" id="{8AF5BA22-EBF6-C3F7-9290-7DE7051277C9}"/>
              </a:ext>
            </a:extLst>
          </p:cNvPr>
          <p:cNvSpPr/>
          <p:nvPr/>
        </p:nvSpPr>
        <p:spPr>
          <a:xfrm>
            <a:off x="359199" y="126029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5" name="직사각형 1504">
            <a:hlinkClick r:id="rId5" action="ppaction://hlinksldjump"/>
            <a:extLst>
              <a:ext uri="{FF2B5EF4-FFF2-40B4-BE49-F238E27FC236}">
                <a16:creationId xmlns:a16="http://schemas.microsoft.com/office/drawing/2014/main" id="{C347BC5C-4409-C58B-1233-A634EFB8F50B}"/>
              </a:ext>
            </a:extLst>
          </p:cNvPr>
          <p:cNvSpPr/>
          <p:nvPr/>
        </p:nvSpPr>
        <p:spPr>
          <a:xfrm>
            <a:off x="359199" y="143335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\</a:t>
            </a:r>
            <a:endParaRPr lang="ko-KR" altLang="en-US" dirty="0"/>
          </a:p>
        </p:txBody>
      </p:sp>
      <p:sp>
        <p:nvSpPr>
          <p:cNvPr id="1506" name="직사각형 1505">
            <a:hlinkClick r:id="rId6" action="ppaction://hlinksldjump"/>
            <a:extLst>
              <a:ext uri="{FF2B5EF4-FFF2-40B4-BE49-F238E27FC236}">
                <a16:creationId xmlns:a16="http://schemas.microsoft.com/office/drawing/2014/main" id="{792BB222-FF29-7A6D-F735-69DEE135467B}"/>
              </a:ext>
            </a:extLst>
          </p:cNvPr>
          <p:cNvSpPr/>
          <p:nvPr/>
        </p:nvSpPr>
        <p:spPr>
          <a:xfrm>
            <a:off x="359199" y="160641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8" name="직사각형 1507">
            <a:hlinkClick r:id="rId7" action="ppaction://hlinksldjump"/>
            <a:extLst>
              <a:ext uri="{FF2B5EF4-FFF2-40B4-BE49-F238E27FC236}">
                <a16:creationId xmlns:a16="http://schemas.microsoft.com/office/drawing/2014/main" id="{514A3834-1DE7-EEB4-08F8-E6D9269DF69C}"/>
              </a:ext>
            </a:extLst>
          </p:cNvPr>
          <p:cNvSpPr/>
          <p:nvPr/>
        </p:nvSpPr>
        <p:spPr>
          <a:xfrm>
            <a:off x="359199" y="195254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9" name="직사각형 1508">
            <a:extLst>
              <a:ext uri="{FF2B5EF4-FFF2-40B4-BE49-F238E27FC236}">
                <a16:creationId xmlns:a16="http://schemas.microsoft.com/office/drawing/2014/main" id="{F3296D93-418A-91C5-34AA-CBC58949B66B}"/>
              </a:ext>
            </a:extLst>
          </p:cNvPr>
          <p:cNvSpPr/>
          <p:nvPr/>
        </p:nvSpPr>
        <p:spPr>
          <a:xfrm>
            <a:off x="359199" y="212561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5" name="직사각형 1514">
            <a:hlinkClick r:id="rId7" action="ppaction://hlinksldjump"/>
            <a:extLst>
              <a:ext uri="{FF2B5EF4-FFF2-40B4-BE49-F238E27FC236}">
                <a16:creationId xmlns:a16="http://schemas.microsoft.com/office/drawing/2014/main" id="{BA2647A7-1BA2-DAD0-58D8-F7ABDDE2C7F0}"/>
              </a:ext>
            </a:extLst>
          </p:cNvPr>
          <p:cNvSpPr/>
          <p:nvPr/>
        </p:nvSpPr>
        <p:spPr>
          <a:xfrm>
            <a:off x="3207570" y="126029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6" name="직사각형 1515">
            <a:hlinkClick r:id="rId8" action="ppaction://hlinksldjump"/>
            <a:extLst>
              <a:ext uri="{FF2B5EF4-FFF2-40B4-BE49-F238E27FC236}">
                <a16:creationId xmlns:a16="http://schemas.microsoft.com/office/drawing/2014/main" id="{FF7EF33F-9C5E-DC9B-77F7-107CB8B8CE76}"/>
              </a:ext>
            </a:extLst>
          </p:cNvPr>
          <p:cNvSpPr/>
          <p:nvPr/>
        </p:nvSpPr>
        <p:spPr>
          <a:xfrm>
            <a:off x="3207570" y="143335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7" name="직사각형 1516">
            <a:hlinkClick r:id="rId9" action="ppaction://hlinksldjump"/>
            <a:extLst>
              <a:ext uri="{FF2B5EF4-FFF2-40B4-BE49-F238E27FC236}">
                <a16:creationId xmlns:a16="http://schemas.microsoft.com/office/drawing/2014/main" id="{7BA0BFE1-E964-B223-BA85-DDB7686B9594}"/>
              </a:ext>
            </a:extLst>
          </p:cNvPr>
          <p:cNvSpPr/>
          <p:nvPr/>
        </p:nvSpPr>
        <p:spPr>
          <a:xfrm>
            <a:off x="3207570" y="160641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8" name="직사각형 1517">
            <a:hlinkClick r:id="rId10" action="ppaction://hlinksldjump"/>
            <a:extLst>
              <a:ext uri="{FF2B5EF4-FFF2-40B4-BE49-F238E27FC236}">
                <a16:creationId xmlns:a16="http://schemas.microsoft.com/office/drawing/2014/main" id="{ED45A641-4ABA-01DF-4CA7-CED97BAED0C9}"/>
              </a:ext>
            </a:extLst>
          </p:cNvPr>
          <p:cNvSpPr/>
          <p:nvPr/>
        </p:nvSpPr>
        <p:spPr>
          <a:xfrm>
            <a:off x="3207570" y="1779482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9" name="직사각형 1518">
            <a:hlinkClick r:id="rId11" action="ppaction://hlinksldjump"/>
            <a:extLst>
              <a:ext uri="{FF2B5EF4-FFF2-40B4-BE49-F238E27FC236}">
                <a16:creationId xmlns:a16="http://schemas.microsoft.com/office/drawing/2014/main" id="{35DD8D31-3781-38C6-5390-3331780DB86A}"/>
              </a:ext>
            </a:extLst>
          </p:cNvPr>
          <p:cNvSpPr/>
          <p:nvPr/>
        </p:nvSpPr>
        <p:spPr>
          <a:xfrm>
            <a:off x="3207570" y="195254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0" name="직사각형 1519">
            <a:extLst>
              <a:ext uri="{FF2B5EF4-FFF2-40B4-BE49-F238E27FC236}">
                <a16:creationId xmlns:a16="http://schemas.microsoft.com/office/drawing/2014/main" id="{B3672E7E-F6E7-FF08-B662-7F3747113997}"/>
              </a:ext>
            </a:extLst>
          </p:cNvPr>
          <p:cNvSpPr/>
          <p:nvPr/>
        </p:nvSpPr>
        <p:spPr>
          <a:xfrm>
            <a:off x="3207570" y="212561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1" name="직사각형 1520">
            <a:hlinkClick r:id="rId11" action="ppaction://hlinksldjump"/>
            <a:extLst>
              <a:ext uri="{FF2B5EF4-FFF2-40B4-BE49-F238E27FC236}">
                <a16:creationId xmlns:a16="http://schemas.microsoft.com/office/drawing/2014/main" id="{4545F92D-1727-3EA5-BDC5-695BEE1BF7B6}"/>
              </a:ext>
            </a:extLst>
          </p:cNvPr>
          <p:cNvSpPr/>
          <p:nvPr/>
        </p:nvSpPr>
        <p:spPr>
          <a:xfrm>
            <a:off x="6055941" y="126029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2" name="직사각형 1521">
            <a:hlinkClick r:id="rId12" action="ppaction://hlinksldjump"/>
            <a:extLst>
              <a:ext uri="{FF2B5EF4-FFF2-40B4-BE49-F238E27FC236}">
                <a16:creationId xmlns:a16="http://schemas.microsoft.com/office/drawing/2014/main" id="{BD6CED61-DB0E-A664-BABA-69DC05D3D78A}"/>
              </a:ext>
            </a:extLst>
          </p:cNvPr>
          <p:cNvSpPr/>
          <p:nvPr/>
        </p:nvSpPr>
        <p:spPr>
          <a:xfrm>
            <a:off x="6055941" y="143335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3" name="직사각형 1522">
            <a:hlinkClick r:id="rId13" action="ppaction://hlinksldjump"/>
            <a:extLst>
              <a:ext uri="{FF2B5EF4-FFF2-40B4-BE49-F238E27FC236}">
                <a16:creationId xmlns:a16="http://schemas.microsoft.com/office/drawing/2014/main" id="{E37FCB4E-04E6-B6BC-E300-629A7DAEA61C}"/>
              </a:ext>
            </a:extLst>
          </p:cNvPr>
          <p:cNvSpPr/>
          <p:nvPr/>
        </p:nvSpPr>
        <p:spPr>
          <a:xfrm>
            <a:off x="6055941" y="160641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4" name="직사각형 1523">
            <a:hlinkClick r:id="rId14" action="ppaction://hlinksldjump"/>
            <a:extLst>
              <a:ext uri="{FF2B5EF4-FFF2-40B4-BE49-F238E27FC236}">
                <a16:creationId xmlns:a16="http://schemas.microsoft.com/office/drawing/2014/main" id="{2D85BC76-72FC-8D7A-3E77-88F76722C39B}"/>
              </a:ext>
            </a:extLst>
          </p:cNvPr>
          <p:cNvSpPr/>
          <p:nvPr/>
        </p:nvSpPr>
        <p:spPr>
          <a:xfrm>
            <a:off x="6055941" y="1779482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5" name="직사각형 1524">
            <a:hlinkClick r:id="rId15" action="ppaction://hlinksldjump"/>
            <a:extLst>
              <a:ext uri="{FF2B5EF4-FFF2-40B4-BE49-F238E27FC236}">
                <a16:creationId xmlns:a16="http://schemas.microsoft.com/office/drawing/2014/main" id="{0D5EF5E5-94E8-F87B-C9A0-8A6D2A272E4D}"/>
              </a:ext>
            </a:extLst>
          </p:cNvPr>
          <p:cNvSpPr/>
          <p:nvPr/>
        </p:nvSpPr>
        <p:spPr>
          <a:xfrm>
            <a:off x="6055941" y="195254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6" name="직사각형 1525">
            <a:hlinkClick r:id="rId16" action="ppaction://hlinksldjump"/>
            <a:extLst>
              <a:ext uri="{FF2B5EF4-FFF2-40B4-BE49-F238E27FC236}">
                <a16:creationId xmlns:a16="http://schemas.microsoft.com/office/drawing/2014/main" id="{B763900B-5371-EEC1-AAFC-6E071E05B0B8}"/>
              </a:ext>
            </a:extLst>
          </p:cNvPr>
          <p:cNvSpPr/>
          <p:nvPr/>
        </p:nvSpPr>
        <p:spPr>
          <a:xfrm>
            <a:off x="6055941" y="212561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7" name="직사각형 1526">
            <a:hlinkClick r:id="rId16" action="ppaction://hlinksldjump"/>
            <a:extLst>
              <a:ext uri="{FF2B5EF4-FFF2-40B4-BE49-F238E27FC236}">
                <a16:creationId xmlns:a16="http://schemas.microsoft.com/office/drawing/2014/main" id="{9DB06577-D330-9D5A-F6BA-ABDDEBE61104}"/>
              </a:ext>
            </a:extLst>
          </p:cNvPr>
          <p:cNvSpPr/>
          <p:nvPr/>
        </p:nvSpPr>
        <p:spPr>
          <a:xfrm>
            <a:off x="8904312" y="126029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8" name="직사각형 1527">
            <a:hlinkClick r:id="rId17" action="ppaction://hlinksldjump"/>
            <a:extLst>
              <a:ext uri="{FF2B5EF4-FFF2-40B4-BE49-F238E27FC236}">
                <a16:creationId xmlns:a16="http://schemas.microsoft.com/office/drawing/2014/main" id="{A73AA0A0-E724-F8C7-AA91-0D0747EBB807}"/>
              </a:ext>
            </a:extLst>
          </p:cNvPr>
          <p:cNvSpPr/>
          <p:nvPr/>
        </p:nvSpPr>
        <p:spPr>
          <a:xfrm>
            <a:off x="8904312" y="143335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9" name="직사각형 1528">
            <a:hlinkClick r:id="rId18" action="ppaction://hlinksldjump"/>
            <a:extLst>
              <a:ext uri="{FF2B5EF4-FFF2-40B4-BE49-F238E27FC236}">
                <a16:creationId xmlns:a16="http://schemas.microsoft.com/office/drawing/2014/main" id="{BB308321-8013-B3DF-0718-3D9B5722B08C}"/>
              </a:ext>
            </a:extLst>
          </p:cNvPr>
          <p:cNvSpPr/>
          <p:nvPr/>
        </p:nvSpPr>
        <p:spPr>
          <a:xfrm>
            <a:off x="8904312" y="160641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0" name="직사각형 1529">
            <a:hlinkClick r:id="rId19" action="ppaction://hlinksldjump"/>
            <a:extLst>
              <a:ext uri="{FF2B5EF4-FFF2-40B4-BE49-F238E27FC236}">
                <a16:creationId xmlns:a16="http://schemas.microsoft.com/office/drawing/2014/main" id="{EB39049E-9037-6FE6-8763-3EBB0749AC87}"/>
              </a:ext>
            </a:extLst>
          </p:cNvPr>
          <p:cNvSpPr/>
          <p:nvPr/>
        </p:nvSpPr>
        <p:spPr>
          <a:xfrm>
            <a:off x="8904312" y="1779482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1" name="직사각형 1530">
            <a:hlinkClick r:id="rId20" action="ppaction://hlinksldjump"/>
            <a:extLst>
              <a:ext uri="{FF2B5EF4-FFF2-40B4-BE49-F238E27FC236}">
                <a16:creationId xmlns:a16="http://schemas.microsoft.com/office/drawing/2014/main" id="{9CFF2F20-FBAF-442B-1D04-1EB204487450}"/>
              </a:ext>
            </a:extLst>
          </p:cNvPr>
          <p:cNvSpPr/>
          <p:nvPr/>
        </p:nvSpPr>
        <p:spPr>
          <a:xfrm>
            <a:off x="8904312" y="195254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2" name="직사각형 1531">
            <a:extLst>
              <a:ext uri="{FF2B5EF4-FFF2-40B4-BE49-F238E27FC236}">
                <a16:creationId xmlns:a16="http://schemas.microsoft.com/office/drawing/2014/main" id="{655C5FCB-E8E8-48AE-337E-F24A042D1BB4}"/>
              </a:ext>
            </a:extLst>
          </p:cNvPr>
          <p:cNvSpPr/>
          <p:nvPr/>
        </p:nvSpPr>
        <p:spPr>
          <a:xfrm>
            <a:off x="8904312" y="212561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3" name="직사각형 1532">
            <a:hlinkClick r:id="rId20" action="ppaction://hlinksldjump"/>
            <a:extLst>
              <a:ext uri="{FF2B5EF4-FFF2-40B4-BE49-F238E27FC236}">
                <a16:creationId xmlns:a16="http://schemas.microsoft.com/office/drawing/2014/main" id="{1C5FC9ED-CCE7-5620-91B6-C3C88DE0D184}"/>
              </a:ext>
            </a:extLst>
          </p:cNvPr>
          <p:cNvSpPr/>
          <p:nvPr/>
        </p:nvSpPr>
        <p:spPr>
          <a:xfrm>
            <a:off x="359199" y="3186354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4" name="직사각형 1533">
            <a:hlinkClick r:id="rId21" action="ppaction://hlinksldjump"/>
            <a:extLst>
              <a:ext uri="{FF2B5EF4-FFF2-40B4-BE49-F238E27FC236}">
                <a16:creationId xmlns:a16="http://schemas.microsoft.com/office/drawing/2014/main" id="{8F2BF39F-A308-DB3E-FBA0-2AC227D9BE2A}"/>
              </a:ext>
            </a:extLst>
          </p:cNvPr>
          <p:cNvSpPr/>
          <p:nvPr/>
        </p:nvSpPr>
        <p:spPr>
          <a:xfrm>
            <a:off x="359199" y="3359417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5" name="직사각형 1534">
            <a:hlinkClick r:id="rId22" action="ppaction://hlinksldjump"/>
            <a:extLst>
              <a:ext uri="{FF2B5EF4-FFF2-40B4-BE49-F238E27FC236}">
                <a16:creationId xmlns:a16="http://schemas.microsoft.com/office/drawing/2014/main" id="{2EACF35B-8982-F53D-6983-590882454A39}"/>
              </a:ext>
            </a:extLst>
          </p:cNvPr>
          <p:cNvSpPr/>
          <p:nvPr/>
        </p:nvSpPr>
        <p:spPr>
          <a:xfrm>
            <a:off x="359199" y="353248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6" name="직사각형 1535">
            <a:hlinkClick r:id="rId23" action="ppaction://hlinksldjump"/>
            <a:extLst>
              <a:ext uri="{FF2B5EF4-FFF2-40B4-BE49-F238E27FC236}">
                <a16:creationId xmlns:a16="http://schemas.microsoft.com/office/drawing/2014/main" id="{5AE4D4F0-8668-91F8-EEFB-88DF15B41326}"/>
              </a:ext>
            </a:extLst>
          </p:cNvPr>
          <p:cNvSpPr/>
          <p:nvPr/>
        </p:nvSpPr>
        <p:spPr>
          <a:xfrm>
            <a:off x="359199" y="370554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1537" name="직사각형 1536">
            <a:hlinkClick r:id="rId24" action="ppaction://hlinksldjump"/>
            <a:extLst>
              <a:ext uri="{FF2B5EF4-FFF2-40B4-BE49-F238E27FC236}">
                <a16:creationId xmlns:a16="http://schemas.microsoft.com/office/drawing/2014/main" id="{88392FAC-D764-31D7-2740-B652359BDF5C}"/>
              </a:ext>
            </a:extLst>
          </p:cNvPr>
          <p:cNvSpPr/>
          <p:nvPr/>
        </p:nvSpPr>
        <p:spPr>
          <a:xfrm>
            <a:off x="359199" y="387860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8" name="직사각형 1537">
            <a:extLst>
              <a:ext uri="{FF2B5EF4-FFF2-40B4-BE49-F238E27FC236}">
                <a16:creationId xmlns:a16="http://schemas.microsoft.com/office/drawing/2014/main" id="{0DB18EB3-180D-A543-9053-64145D90D5D3}"/>
              </a:ext>
            </a:extLst>
          </p:cNvPr>
          <p:cNvSpPr/>
          <p:nvPr/>
        </p:nvSpPr>
        <p:spPr>
          <a:xfrm>
            <a:off x="359199" y="4051671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0" name="직사각형 1539">
            <a:hlinkClick r:id="rId25" action="ppaction://hlinksldjump"/>
            <a:extLst>
              <a:ext uri="{FF2B5EF4-FFF2-40B4-BE49-F238E27FC236}">
                <a16:creationId xmlns:a16="http://schemas.microsoft.com/office/drawing/2014/main" id="{CDEA7A84-F65B-C6D1-89B5-713B3DFB72A1}"/>
              </a:ext>
            </a:extLst>
          </p:cNvPr>
          <p:cNvSpPr/>
          <p:nvPr/>
        </p:nvSpPr>
        <p:spPr>
          <a:xfrm>
            <a:off x="3207570" y="318354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1" name="직사각형 1540">
            <a:hlinkClick r:id="rId26" action="ppaction://hlinksldjump"/>
            <a:extLst>
              <a:ext uri="{FF2B5EF4-FFF2-40B4-BE49-F238E27FC236}">
                <a16:creationId xmlns:a16="http://schemas.microsoft.com/office/drawing/2014/main" id="{81B4E656-4E1A-499F-B78A-2FEDD8ABE215}"/>
              </a:ext>
            </a:extLst>
          </p:cNvPr>
          <p:cNvSpPr/>
          <p:nvPr/>
        </p:nvSpPr>
        <p:spPr>
          <a:xfrm>
            <a:off x="3207570" y="335660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2" name="직사각형 1541">
            <a:hlinkClick r:id="rId27" action="ppaction://hlinksldjump"/>
            <a:extLst>
              <a:ext uri="{FF2B5EF4-FFF2-40B4-BE49-F238E27FC236}">
                <a16:creationId xmlns:a16="http://schemas.microsoft.com/office/drawing/2014/main" id="{E5A43F0E-B6DA-CC22-413E-D4EC5414DE43}"/>
              </a:ext>
            </a:extLst>
          </p:cNvPr>
          <p:cNvSpPr/>
          <p:nvPr/>
        </p:nvSpPr>
        <p:spPr>
          <a:xfrm>
            <a:off x="3207570" y="352966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3" name="직사각형 1542">
            <a:hlinkClick r:id="rId28" action="ppaction://hlinksldjump"/>
            <a:extLst>
              <a:ext uri="{FF2B5EF4-FFF2-40B4-BE49-F238E27FC236}">
                <a16:creationId xmlns:a16="http://schemas.microsoft.com/office/drawing/2014/main" id="{A714C4D5-BB29-38F2-CF00-D281D55A8A2D}"/>
              </a:ext>
            </a:extLst>
          </p:cNvPr>
          <p:cNvSpPr/>
          <p:nvPr/>
        </p:nvSpPr>
        <p:spPr>
          <a:xfrm>
            <a:off x="3207570" y="370272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4" name="직사각형 1543">
            <a:hlinkClick r:id="rId29" action="ppaction://hlinksldjump"/>
            <a:extLst>
              <a:ext uri="{FF2B5EF4-FFF2-40B4-BE49-F238E27FC236}">
                <a16:creationId xmlns:a16="http://schemas.microsoft.com/office/drawing/2014/main" id="{46CDDB46-1165-F2E0-FCE1-DDA0AE65CC35}"/>
              </a:ext>
            </a:extLst>
          </p:cNvPr>
          <p:cNvSpPr/>
          <p:nvPr/>
        </p:nvSpPr>
        <p:spPr>
          <a:xfrm>
            <a:off x="3207570" y="3875794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5" name="직사각형 1544">
            <a:hlinkClick r:id="rId29" action="ppaction://hlinksldjump"/>
            <a:extLst>
              <a:ext uri="{FF2B5EF4-FFF2-40B4-BE49-F238E27FC236}">
                <a16:creationId xmlns:a16="http://schemas.microsoft.com/office/drawing/2014/main" id="{3549BB2C-698A-4242-8843-B0DB88F9BBAB}"/>
              </a:ext>
            </a:extLst>
          </p:cNvPr>
          <p:cNvSpPr/>
          <p:nvPr/>
        </p:nvSpPr>
        <p:spPr>
          <a:xfrm>
            <a:off x="6055941" y="3186354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6" name="직사각형 1545">
            <a:hlinkClick r:id="rId30" action="ppaction://hlinksldjump"/>
            <a:extLst>
              <a:ext uri="{FF2B5EF4-FFF2-40B4-BE49-F238E27FC236}">
                <a16:creationId xmlns:a16="http://schemas.microsoft.com/office/drawing/2014/main" id="{C203C89E-1449-A120-6E36-7B506DD5462E}"/>
              </a:ext>
            </a:extLst>
          </p:cNvPr>
          <p:cNvSpPr/>
          <p:nvPr/>
        </p:nvSpPr>
        <p:spPr>
          <a:xfrm>
            <a:off x="6055941" y="3359417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7" name="직사각형 1546">
            <a:hlinkClick r:id="rId31" action="ppaction://hlinksldjump"/>
            <a:extLst>
              <a:ext uri="{FF2B5EF4-FFF2-40B4-BE49-F238E27FC236}">
                <a16:creationId xmlns:a16="http://schemas.microsoft.com/office/drawing/2014/main" id="{45707D1E-F6FA-D03C-90AB-50C9D949B94C}"/>
              </a:ext>
            </a:extLst>
          </p:cNvPr>
          <p:cNvSpPr/>
          <p:nvPr/>
        </p:nvSpPr>
        <p:spPr>
          <a:xfrm>
            <a:off x="6055941" y="353248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8" name="직사각형 1547">
            <a:hlinkClick r:id="rId32" action="ppaction://hlinksldjump"/>
            <a:extLst>
              <a:ext uri="{FF2B5EF4-FFF2-40B4-BE49-F238E27FC236}">
                <a16:creationId xmlns:a16="http://schemas.microsoft.com/office/drawing/2014/main" id="{3EED5447-7B5B-C52D-20A7-3A6F107E08F1}"/>
              </a:ext>
            </a:extLst>
          </p:cNvPr>
          <p:cNvSpPr/>
          <p:nvPr/>
        </p:nvSpPr>
        <p:spPr>
          <a:xfrm>
            <a:off x="6055941" y="370554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9" name="직사각형 1548">
            <a:hlinkClick r:id="rId33" action="ppaction://hlinksldjump"/>
            <a:extLst>
              <a:ext uri="{FF2B5EF4-FFF2-40B4-BE49-F238E27FC236}">
                <a16:creationId xmlns:a16="http://schemas.microsoft.com/office/drawing/2014/main" id="{131AB5F1-E17B-BB35-4AE4-810BB5D4472D}"/>
              </a:ext>
            </a:extLst>
          </p:cNvPr>
          <p:cNvSpPr/>
          <p:nvPr/>
        </p:nvSpPr>
        <p:spPr>
          <a:xfrm>
            <a:off x="6055941" y="387860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0" name="직사각형 1549">
            <a:extLst>
              <a:ext uri="{FF2B5EF4-FFF2-40B4-BE49-F238E27FC236}">
                <a16:creationId xmlns:a16="http://schemas.microsoft.com/office/drawing/2014/main" id="{C0634637-3665-2318-5570-F9905E3FCC01}"/>
              </a:ext>
            </a:extLst>
          </p:cNvPr>
          <p:cNvSpPr/>
          <p:nvPr/>
        </p:nvSpPr>
        <p:spPr>
          <a:xfrm>
            <a:off x="6055941" y="4051671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1" name="직사각형 1550">
            <a:hlinkClick r:id="rId33" action="ppaction://hlinksldjump"/>
            <a:extLst>
              <a:ext uri="{FF2B5EF4-FFF2-40B4-BE49-F238E27FC236}">
                <a16:creationId xmlns:a16="http://schemas.microsoft.com/office/drawing/2014/main" id="{E4D2567B-0E31-8C44-459D-85892407C3CF}"/>
              </a:ext>
            </a:extLst>
          </p:cNvPr>
          <p:cNvSpPr/>
          <p:nvPr/>
        </p:nvSpPr>
        <p:spPr>
          <a:xfrm>
            <a:off x="8904312" y="3186354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2" name="직사각형 1551">
            <a:hlinkClick r:id="rId34" action="ppaction://hlinksldjump"/>
            <a:extLst>
              <a:ext uri="{FF2B5EF4-FFF2-40B4-BE49-F238E27FC236}">
                <a16:creationId xmlns:a16="http://schemas.microsoft.com/office/drawing/2014/main" id="{360BA20E-27D0-6868-0439-0C189BC7BB1D}"/>
              </a:ext>
            </a:extLst>
          </p:cNvPr>
          <p:cNvSpPr/>
          <p:nvPr/>
        </p:nvSpPr>
        <p:spPr>
          <a:xfrm>
            <a:off x="8904312" y="3359417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3" name="직사각형 1552">
            <a:hlinkClick r:id="rId35" action="ppaction://hlinksldjump"/>
            <a:extLst>
              <a:ext uri="{FF2B5EF4-FFF2-40B4-BE49-F238E27FC236}">
                <a16:creationId xmlns:a16="http://schemas.microsoft.com/office/drawing/2014/main" id="{0EAB1463-BE16-2DC9-BD71-BB11ACB7721E}"/>
              </a:ext>
            </a:extLst>
          </p:cNvPr>
          <p:cNvSpPr/>
          <p:nvPr/>
        </p:nvSpPr>
        <p:spPr>
          <a:xfrm>
            <a:off x="8904312" y="353248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4" name="직사각형 1553">
            <a:hlinkClick r:id="rId36" action="ppaction://hlinksldjump"/>
            <a:extLst>
              <a:ext uri="{FF2B5EF4-FFF2-40B4-BE49-F238E27FC236}">
                <a16:creationId xmlns:a16="http://schemas.microsoft.com/office/drawing/2014/main" id="{6C062422-19B3-4B16-ACBC-37936843D4A8}"/>
              </a:ext>
            </a:extLst>
          </p:cNvPr>
          <p:cNvSpPr/>
          <p:nvPr/>
        </p:nvSpPr>
        <p:spPr>
          <a:xfrm>
            <a:off x="8904312" y="370554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5" name="직사각형 1554">
            <a:hlinkClick r:id="rId37" action="ppaction://hlinksldjump"/>
            <a:extLst>
              <a:ext uri="{FF2B5EF4-FFF2-40B4-BE49-F238E27FC236}">
                <a16:creationId xmlns:a16="http://schemas.microsoft.com/office/drawing/2014/main" id="{A9BD1EB4-29B2-15BE-6122-C9207CE82A6B}"/>
              </a:ext>
            </a:extLst>
          </p:cNvPr>
          <p:cNvSpPr/>
          <p:nvPr/>
        </p:nvSpPr>
        <p:spPr>
          <a:xfrm>
            <a:off x="8904312" y="387860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6" name="직사각형 1555">
            <a:hlinkClick r:id="rId38" action="ppaction://hlinksldjump"/>
            <a:extLst>
              <a:ext uri="{FF2B5EF4-FFF2-40B4-BE49-F238E27FC236}">
                <a16:creationId xmlns:a16="http://schemas.microsoft.com/office/drawing/2014/main" id="{F2832B40-19E6-46E8-5916-2ADE1C3050CC}"/>
              </a:ext>
            </a:extLst>
          </p:cNvPr>
          <p:cNvSpPr/>
          <p:nvPr/>
        </p:nvSpPr>
        <p:spPr>
          <a:xfrm>
            <a:off x="8904312" y="4051671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7" name="직사각형 1556">
            <a:hlinkClick r:id="rId38" action="ppaction://hlinksldjump"/>
            <a:extLst>
              <a:ext uri="{FF2B5EF4-FFF2-40B4-BE49-F238E27FC236}">
                <a16:creationId xmlns:a16="http://schemas.microsoft.com/office/drawing/2014/main" id="{494E5000-F5F6-F946-C712-87AD5D5F2725}"/>
              </a:ext>
            </a:extLst>
          </p:cNvPr>
          <p:cNvSpPr/>
          <p:nvPr/>
        </p:nvSpPr>
        <p:spPr>
          <a:xfrm>
            <a:off x="359199" y="509792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8" name="직사각형 1557">
            <a:hlinkClick r:id="rId39" action="ppaction://hlinksldjump"/>
            <a:extLst>
              <a:ext uri="{FF2B5EF4-FFF2-40B4-BE49-F238E27FC236}">
                <a16:creationId xmlns:a16="http://schemas.microsoft.com/office/drawing/2014/main" id="{E8467A1C-E127-609D-1C51-29F2647AAABA}"/>
              </a:ext>
            </a:extLst>
          </p:cNvPr>
          <p:cNvSpPr/>
          <p:nvPr/>
        </p:nvSpPr>
        <p:spPr>
          <a:xfrm>
            <a:off x="359199" y="527098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59" name="직사각형 1558">
            <a:hlinkClick r:id="rId40" action="ppaction://hlinksldjump"/>
            <a:extLst>
              <a:ext uri="{FF2B5EF4-FFF2-40B4-BE49-F238E27FC236}">
                <a16:creationId xmlns:a16="http://schemas.microsoft.com/office/drawing/2014/main" id="{C20B893F-8B21-17B6-FEB7-9E1B5C11763A}"/>
              </a:ext>
            </a:extLst>
          </p:cNvPr>
          <p:cNvSpPr/>
          <p:nvPr/>
        </p:nvSpPr>
        <p:spPr>
          <a:xfrm>
            <a:off x="359199" y="544404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60" name="직사각형 1559">
            <a:hlinkClick r:id="rId41" action="ppaction://hlinksldjump"/>
            <a:extLst>
              <a:ext uri="{FF2B5EF4-FFF2-40B4-BE49-F238E27FC236}">
                <a16:creationId xmlns:a16="http://schemas.microsoft.com/office/drawing/2014/main" id="{5A38FF22-4101-2CC4-BE5A-0E25AB0D9174}"/>
              </a:ext>
            </a:extLst>
          </p:cNvPr>
          <p:cNvSpPr/>
          <p:nvPr/>
        </p:nvSpPr>
        <p:spPr>
          <a:xfrm>
            <a:off x="359199" y="5617112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1" name="직사각형 1560">
            <a:hlinkClick r:id="rId42" action="ppaction://hlinksldjump"/>
            <a:extLst>
              <a:ext uri="{FF2B5EF4-FFF2-40B4-BE49-F238E27FC236}">
                <a16:creationId xmlns:a16="http://schemas.microsoft.com/office/drawing/2014/main" id="{0D5A493F-2C9A-C55B-9B4A-C7CAC11833D8}"/>
              </a:ext>
            </a:extLst>
          </p:cNvPr>
          <p:cNvSpPr/>
          <p:nvPr/>
        </p:nvSpPr>
        <p:spPr>
          <a:xfrm>
            <a:off x="359199" y="579017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2" name="직사각형 1561">
            <a:extLst>
              <a:ext uri="{FF2B5EF4-FFF2-40B4-BE49-F238E27FC236}">
                <a16:creationId xmlns:a16="http://schemas.microsoft.com/office/drawing/2014/main" id="{22A7035C-88B7-A05F-B6CA-59C45B211C1E}"/>
              </a:ext>
            </a:extLst>
          </p:cNvPr>
          <p:cNvSpPr/>
          <p:nvPr/>
        </p:nvSpPr>
        <p:spPr>
          <a:xfrm>
            <a:off x="359199" y="596324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3" name="직사각형 1562">
            <a:hlinkClick r:id="rId42" action="ppaction://hlinksldjump"/>
            <a:extLst>
              <a:ext uri="{FF2B5EF4-FFF2-40B4-BE49-F238E27FC236}">
                <a16:creationId xmlns:a16="http://schemas.microsoft.com/office/drawing/2014/main" id="{22B635CC-412A-CF09-66A0-BF7955D5ECEA}"/>
              </a:ext>
            </a:extLst>
          </p:cNvPr>
          <p:cNvSpPr/>
          <p:nvPr/>
        </p:nvSpPr>
        <p:spPr>
          <a:xfrm>
            <a:off x="3207570" y="509792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4" name="직사각형 1563">
            <a:hlinkClick r:id="rId43" action="ppaction://hlinksldjump"/>
            <a:extLst>
              <a:ext uri="{FF2B5EF4-FFF2-40B4-BE49-F238E27FC236}">
                <a16:creationId xmlns:a16="http://schemas.microsoft.com/office/drawing/2014/main" id="{1309BB16-A308-CCCC-733C-22AAA14E4F01}"/>
              </a:ext>
            </a:extLst>
          </p:cNvPr>
          <p:cNvSpPr/>
          <p:nvPr/>
        </p:nvSpPr>
        <p:spPr>
          <a:xfrm>
            <a:off x="3207570" y="527098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6" name="직사각형 1565">
            <a:hlinkClick r:id="rId44" action="ppaction://hlinksldjump"/>
            <a:extLst>
              <a:ext uri="{FF2B5EF4-FFF2-40B4-BE49-F238E27FC236}">
                <a16:creationId xmlns:a16="http://schemas.microsoft.com/office/drawing/2014/main" id="{A22FCF1A-D5E2-A00A-2AA6-37DBD4DC7E98}"/>
              </a:ext>
            </a:extLst>
          </p:cNvPr>
          <p:cNvSpPr/>
          <p:nvPr/>
        </p:nvSpPr>
        <p:spPr>
          <a:xfrm>
            <a:off x="3207570" y="5617112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7" name="직사각형 1566">
            <a:hlinkClick r:id="rId45" action="ppaction://hlinksldjump"/>
            <a:extLst>
              <a:ext uri="{FF2B5EF4-FFF2-40B4-BE49-F238E27FC236}">
                <a16:creationId xmlns:a16="http://schemas.microsoft.com/office/drawing/2014/main" id="{8B230259-917A-2706-99D5-7AA9C84461B7}"/>
              </a:ext>
            </a:extLst>
          </p:cNvPr>
          <p:cNvSpPr/>
          <p:nvPr/>
        </p:nvSpPr>
        <p:spPr>
          <a:xfrm>
            <a:off x="3207570" y="579017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8" name="직사각형 1567">
            <a:extLst>
              <a:ext uri="{FF2B5EF4-FFF2-40B4-BE49-F238E27FC236}">
                <a16:creationId xmlns:a16="http://schemas.microsoft.com/office/drawing/2014/main" id="{E0008A96-0FF9-2BD3-9E6B-C9CB47EADA14}"/>
              </a:ext>
            </a:extLst>
          </p:cNvPr>
          <p:cNvSpPr/>
          <p:nvPr/>
        </p:nvSpPr>
        <p:spPr>
          <a:xfrm>
            <a:off x="3207570" y="596324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9" name="직사각형 1568">
            <a:hlinkClick r:id="rId45" action="ppaction://hlinksldjump"/>
            <a:extLst>
              <a:ext uri="{FF2B5EF4-FFF2-40B4-BE49-F238E27FC236}">
                <a16:creationId xmlns:a16="http://schemas.microsoft.com/office/drawing/2014/main" id="{8161518B-F41B-5EEF-1461-F046C2B15554}"/>
              </a:ext>
            </a:extLst>
          </p:cNvPr>
          <p:cNvSpPr/>
          <p:nvPr/>
        </p:nvSpPr>
        <p:spPr>
          <a:xfrm>
            <a:off x="6055941" y="509792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0" name="직사각형 1569">
            <a:hlinkClick r:id="rId46" action="ppaction://hlinksldjump"/>
            <a:extLst>
              <a:ext uri="{FF2B5EF4-FFF2-40B4-BE49-F238E27FC236}">
                <a16:creationId xmlns:a16="http://schemas.microsoft.com/office/drawing/2014/main" id="{1000313A-C2EC-CFFF-EDF0-C5949B1199B9}"/>
              </a:ext>
            </a:extLst>
          </p:cNvPr>
          <p:cNvSpPr/>
          <p:nvPr/>
        </p:nvSpPr>
        <p:spPr>
          <a:xfrm>
            <a:off x="6055941" y="527098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1" name="직사각형 1570">
            <a:hlinkClick r:id="rId47" action="ppaction://hlinksldjump"/>
            <a:extLst>
              <a:ext uri="{FF2B5EF4-FFF2-40B4-BE49-F238E27FC236}">
                <a16:creationId xmlns:a16="http://schemas.microsoft.com/office/drawing/2014/main" id="{2357C3C6-C791-3254-DD3B-D4E45F1E8511}"/>
              </a:ext>
            </a:extLst>
          </p:cNvPr>
          <p:cNvSpPr/>
          <p:nvPr/>
        </p:nvSpPr>
        <p:spPr>
          <a:xfrm>
            <a:off x="6055941" y="544404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2" name="직사각형 1571">
            <a:hlinkClick r:id="rId48" action="ppaction://hlinksldjump"/>
            <a:extLst>
              <a:ext uri="{FF2B5EF4-FFF2-40B4-BE49-F238E27FC236}">
                <a16:creationId xmlns:a16="http://schemas.microsoft.com/office/drawing/2014/main" id="{E4954115-A84E-CA0D-C430-01A4EA2968C0}"/>
              </a:ext>
            </a:extLst>
          </p:cNvPr>
          <p:cNvSpPr/>
          <p:nvPr/>
        </p:nvSpPr>
        <p:spPr>
          <a:xfrm>
            <a:off x="6055941" y="5617112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3" name="직사각형 1572">
            <a:hlinkClick r:id="rId49" action="ppaction://hlinksldjump"/>
            <a:extLst>
              <a:ext uri="{FF2B5EF4-FFF2-40B4-BE49-F238E27FC236}">
                <a16:creationId xmlns:a16="http://schemas.microsoft.com/office/drawing/2014/main" id="{20998505-1858-8D21-BB18-12B3253D9550}"/>
              </a:ext>
            </a:extLst>
          </p:cNvPr>
          <p:cNvSpPr/>
          <p:nvPr/>
        </p:nvSpPr>
        <p:spPr>
          <a:xfrm>
            <a:off x="6055941" y="579017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4" name="직사각형 1573">
            <a:hlinkClick r:id="rId2" action="ppaction://hlinksldjump"/>
            <a:extLst>
              <a:ext uri="{FF2B5EF4-FFF2-40B4-BE49-F238E27FC236}">
                <a16:creationId xmlns:a16="http://schemas.microsoft.com/office/drawing/2014/main" id="{6B2396B6-D9F4-7749-4D0E-B53416101613}"/>
              </a:ext>
            </a:extLst>
          </p:cNvPr>
          <p:cNvSpPr/>
          <p:nvPr/>
        </p:nvSpPr>
        <p:spPr>
          <a:xfrm>
            <a:off x="6055941" y="596324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5" name="직사각형 1574">
            <a:hlinkClick r:id="rId2" action="ppaction://hlinksldjump"/>
            <a:extLst>
              <a:ext uri="{FF2B5EF4-FFF2-40B4-BE49-F238E27FC236}">
                <a16:creationId xmlns:a16="http://schemas.microsoft.com/office/drawing/2014/main" id="{B3FDF84F-68F7-C25F-2D5F-9900AACFD7E2}"/>
              </a:ext>
            </a:extLst>
          </p:cNvPr>
          <p:cNvSpPr/>
          <p:nvPr/>
        </p:nvSpPr>
        <p:spPr>
          <a:xfrm>
            <a:off x="8904312" y="5097923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6" name="직사각형 1575">
            <a:hlinkClick r:id="rId50" action="ppaction://hlinksldjump"/>
            <a:extLst>
              <a:ext uri="{FF2B5EF4-FFF2-40B4-BE49-F238E27FC236}">
                <a16:creationId xmlns:a16="http://schemas.microsoft.com/office/drawing/2014/main" id="{129091E9-82A8-5F2E-0396-E83052EA02E1}"/>
              </a:ext>
            </a:extLst>
          </p:cNvPr>
          <p:cNvSpPr/>
          <p:nvPr/>
        </p:nvSpPr>
        <p:spPr>
          <a:xfrm>
            <a:off x="8904312" y="5270986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7" name="직사각형 1576">
            <a:hlinkClick r:id="rId51" action="ppaction://hlinksldjump"/>
            <a:extLst>
              <a:ext uri="{FF2B5EF4-FFF2-40B4-BE49-F238E27FC236}">
                <a16:creationId xmlns:a16="http://schemas.microsoft.com/office/drawing/2014/main" id="{68539FC8-BCA7-9924-D3A4-E3F80B6087C8}"/>
              </a:ext>
            </a:extLst>
          </p:cNvPr>
          <p:cNvSpPr/>
          <p:nvPr/>
        </p:nvSpPr>
        <p:spPr>
          <a:xfrm>
            <a:off x="8904312" y="544404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8" name="직사각형 1577">
            <a:hlinkClick r:id="rId52" action="ppaction://hlinksldjump"/>
            <a:extLst>
              <a:ext uri="{FF2B5EF4-FFF2-40B4-BE49-F238E27FC236}">
                <a16:creationId xmlns:a16="http://schemas.microsoft.com/office/drawing/2014/main" id="{04A5F6A9-C914-5527-78EA-CD0383030C96}"/>
              </a:ext>
            </a:extLst>
          </p:cNvPr>
          <p:cNvSpPr/>
          <p:nvPr/>
        </p:nvSpPr>
        <p:spPr>
          <a:xfrm>
            <a:off x="8904312" y="5617112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9" name="직사각형 1578">
            <a:hlinkClick r:id="rId53" action="ppaction://hlinksldjump"/>
            <a:extLst>
              <a:ext uri="{FF2B5EF4-FFF2-40B4-BE49-F238E27FC236}">
                <a16:creationId xmlns:a16="http://schemas.microsoft.com/office/drawing/2014/main" id="{0CBA0C1D-523E-BDD8-1CEC-330F0EF6F0E1}"/>
              </a:ext>
            </a:extLst>
          </p:cNvPr>
          <p:cNvSpPr/>
          <p:nvPr/>
        </p:nvSpPr>
        <p:spPr>
          <a:xfrm>
            <a:off x="8904312" y="5790175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0" name="직사각형 1579">
            <a:extLst>
              <a:ext uri="{FF2B5EF4-FFF2-40B4-BE49-F238E27FC236}">
                <a16:creationId xmlns:a16="http://schemas.microsoft.com/office/drawing/2014/main" id="{9EFF1E90-4D5B-5026-286B-CCD40B6605CC}"/>
              </a:ext>
            </a:extLst>
          </p:cNvPr>
          <p:cNvSpPr/>
          <p:nvPr/>
        </p:nvSpPr>
        <p:spPr>
          <a:xfrm>
            <a:off x="8904312" y="5963240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8" name="직사각형 1597">
            <a:hlinkClick r:id="rId54" action="ppaction://hlinksldjump"/>
            <a:extLst>
              <a:ext uri="{FF2B5EF4-FFF2-40B4-BE49-F238E27FC236}">
                <a16:creationId xmlns:a16="http://schemas.microsoft.com/office/drawing/2014/main" id="{3CD89757-2151-8B35-DE2D-50C89C9EF1D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596" name="직사각형 1595">
            <a:hlinkClick r:id="rId55" action="ppaction://hlinksldjump"/>
            <a:extLst>
              <a:ext uri="{FF2B5EF4-FFF2-40B4-BE49-F238E27FC236}">
                <a16:creationId xmlns:a16="http://schemas.microsoft.com/office/drawing/2014/main" id="{DF256165-5CA8-7ED7-928A-D26CBA345B9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597" name="TextBox 1596">
            <a:extLst>
              <a:ext uri="{FF2B5EF4-FFF2-40B4-BE49-F238E27FC236}">
                <a16:creationId xmlns:a16="http://schemas.microsoft.com/office/drawing/2014/main" id="{7F05D001-C898-02E0-EE6E-F4A46DB9FBF4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594" name="직사각형 1593">
            <a:hlinkClick r:id="rId56" action="ppaction://hlinksldjump"/>
            <a:extLst>
              <a:ext uri="{FF2B5EF4-FFF2-40B4-BE49-F238E27FC236}">
                <a16:creationId xmlns:a16="http://schemas.microsoft.com/office/drawing/2014/main" id="{41C33746-D0AF-EC10-55F8-8D712A767FA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595" name="TextBox 1594">
            <a:extLst>
              <a:ext uri="{FF2B5EF4-FFF2-40B4-BE49-F238E27FC236}">
                <a16:creationId xmlns:a16="http://schemas.microsoft.com/office/drawing/2014/main" id="{17808BE9-83D1-60D5-514D-C85A48FC15C0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1592" name="직사각형 1591">
            <a:hlinkClick r:id="rId57" action="ppaction://hlinksldjump"/>
            <a:extLst>
              <a:ext uri="{FF2B5EF4-FFF2-40B4-BE49-F238E27FC236}">
                <a16:creationId xmlns:a16="http://schemas.microsoft.com/office/drawing/2014/main" id="{3F18BB9B-8922-A8A4-BFEF-425EB24BB87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593" name="TextBox 1592">
            <a:extLst>
              <a:ext uri="{FF2B5EF4-FFF2-40B4-BE49-F238E27FC236}">
                <a16:creationId xmlns:a16="http://schemas.microsoft.com/office/drawing/2014/main" id="{EC574E23-63C2-EFB0-80B6-84C5A7B3DA1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1565" name="직사각형 1564">
            <a:hlinkClick r:id="rId58" action="ppaction://hlinksldjump"/>
            <a:extLst>
              <a:ext uri="{FF2B5EF4-FFF2-40B4-BE49-F238E27FC236}">
                <a16:creationId xmlns:a16="http://schemas.microsoft.com/office/drawing/2014/main" id="{5564CE3C-B85F-AED3-4103-ABED40239AA6}"/>
              </a:ext>
            </a:extLst>
          </p:cNvPr>
          <p:cNvSpPr/>
          <p:nvPr/>
        </p:nvSpPr>
        <p:spPr>
          <a:xfrm>
            <a:off x="3207570" y="5444049"/>
            <a:ext cx="2592288" cy="14401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직사각형 23">
            <a:hlinkClick r:id="rId29" action="ppaction://hlinksldjump"/>
            <a:extLst>
              <a:ext uri="{FF2B5EF4-FFF2-40B4-BE49-F238E27FC236}">
                <a16:creationId xmlns:a16="http://schemas.microsoft.com/office/drawing/2014/main" id="{35AF1005-5F55-9412-B8E7-527DC0F50D21}"/>
              </a:ext>
            </a:extLst>
          </p:cNvPr>
          <p:cNvSpPr/>
          <p:nvPr/>
        </p:nvSpPr>
        <p:spPr>
          <a:xfrm>
            <a:off x="667915" y="4593158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September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81A1D8E-2E5D-4C5A-0762-56B8B8A35FA4}"/>
              </a:ext>
            </a:extLst>
          </p:cNvPr>
          <p:cNvSpPr txBox="1"/>
          <p:nvPr/>
        </p:nvSpPr>
        <p:spPr>
          <a:xfrm>
            <a:off x="667915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44D0E29-CEFF-2ED3-3C45-05C464E6B2F9}"/>
              </a:ext>
            </a:extLst>
          </p:cNvPr>
          <p:cNvSpPr txBox="1"/>
          <p:nvPr/>
        </p:nvSpPr>
        <p:spPr>
          <a:xfrm>
            <a:off x="976630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DF54143-328F-1B0C-C3B8-79883CBA0AD9}"/>
              </a:ext>
            </a:extLst>
          </p:cNvPr>
          <p:cNvSpPr txBox="1"/>
          <p:nvPr/>
        </p:nvSpPr>
        <p:spPr>
          <a:xfrm>
            <a:off x="1285346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E4A7BA-7B05-BC99-BD59-30CB41434884}"/>
              </a:ext>
            </a:extLst>
          </p:cNvPr>
          <p:cNvSpPr txBox="1"/>
          <p:nvPr/>
        </p:nvSpPr>
        <p:spPr>
          <a:xfrm>
            <a:off x="1594062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DE06AE6-7417-6375-E280-2AEB3D9A1833}"/>
              </a:ext>
            </a:extLst>
          </p:cNvPr>
          <p:cNvSpPr txBox="1"/>
          <p:nvPr/>
        </p:nvSpPr>
        <p:spPr>
          <a:xfrm>
            <a:off x="1902778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66C3A84-7043-2EDA-8EEE-D250697BE8A0}"/>
              </a:ext>
            </a:extLst>
          </p:cNvPr>
          <p:cNvSpPr txBox="1"/>
          <p:nvPr/>
        </p:nvSpPr>
        <p:spPr>
          <a:xfrm>
            <a:off x="2211493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C6F95EC-3FC5-E59C-BCEB-A7C31CAF3D11}"/>
              </a:ext>
            </a:extLst>
          </p:cNvPr>
          <p:cNvSpPr txBox="1"/>
          <p:nvPr/>
        </p:nvSpPr>
        <p:spPr>
          <a:xfrm>
            <a:off x="2520207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8FDFDF7-9763-FF7C-69D2-C389F6BD77F6}"/>
              </a:ext>
            </a:extLst>
          </p:cNvPr>
          <p:cNvSpPr txBox="1"/>
          <p:nvPr/>
        </p:nvSpPr>
        <p:spPr>
          <a:xfrm>
            <a:off x="359199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B3967898-2D46-0995-84EF-A8967CBC4957}"/>
              </a:ext>
            </a:extLst>
          </p:cNvPr>
          <p:cNvCxnSpPr>
            <a:cxnSpLocks/>
          </p:cNvCxnSpPr>
          <p:nvPr/>
        </p:nvCxnSpPr>
        <p:spPr>
          <a:xfrm>
            <a:off x="667915" y="5012793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507B509A-767E-033D-E429-934E40B7129B}"/>
              </a:ext>
            </a:extLst>
          </p:cNvPr>
          <p:cNvSpPr txBox="1"/>
          <p:nvPr/>
        </p:nvSpPr>
        <p:spPr>
          <a:xfrm>
            <a:off x="667915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452F5550-BB33-93E7-07A4-BE19BBFE8DBD}"/>
              </a:ext>
            </a:extLst>
          </p:cNvPr>
          <p:cNvSpPr txBox="1"/>
          <p:nvPr/>
        </p:nvSpPr>
        <p:spPr>
          <a:xfrm>
            <a:off x="976630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73B6005-C071-92F5-C22B-201F8E0AB63E}"/>
              </a:ext>
            </a:extLst>
          </p:cNvPr>
          <p:cNvSpPr txBox="1"/>
          <p:nvPr/>
        </p:nvSpPr>
        <p:spPr>
          <a:xfrm>
            <a:off x="1285345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8AF917B3-1A9B-F2EE-15C6-8389E4B4BB83}"/>
              </a:ext>
            </a:extLst>
          </p:cNvPr>
          <p:cNvSpPr txBox="1"/>
          <p:nvPr/>
        </p:nvSpPr>
        <p:spPr>
          <a:xfrm>
            <a:off x="1594061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03</a:t>
            </a:r>
            <a:endParaRPr lang="ko-KR" altLang="en-US" dirty="0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CA72EDBD-22A7-7EBA-AE77-B6D778E463F4}"/>
              </a:ext>
            </a:extLst>
          </p:cNvPr>
          <p:cNvSpPr txBox="1"/>
          <p:nvPr/>
        </p:nvSpPr>
        <p:spPr>
          <a:xfrm>
            <a:off x="1902776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04</a:t>
            </a:r>
            <a:endParaRPr lang="ko-KR" altLang="en-US" dirty="0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E0E2A6B5-B787-5C05-38BC-A7295CA5DE6B}"/>
              </a:ext>
            </a:extLst>
          </p:cNvPr>
          <p:cNvSpPr txBox="1"/>
          <p:nvPr/>
        </p:nvSpPr>
        <p:spPr>
          <a:xfrm>
            <a:off x="2211492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708F3B3E-E7E1-8620-8EB9-FCC0322118A5}"/>
              </a:ext>
            </a:extLst>
          </p:cNvPr>
          <p:cNvSpPr txBox="1"/>
          <p:nvPr/>
        </p:nvSpPr>
        <p:spPr>
          <a:xfrm>
            <a:off x="2520207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9885D9EA-57D3-6BFD-3B5E-2EFC0CF3FF6F}"/>
              </a:ext>
            </a:extLst>
          </p:cNvPr>
          <p:cNvSpPr txBox="1"/>
          <p:nvPr/>
        </p:nvSpPr>
        <p:spPr>
          <a:xfrm>
            <a:off x="359199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W36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5233FE8E-EB3D-E9DF-F8C6-58E201322E45}"/>
              </a:ext>
            </a:extLst>
          </p:cNvPr>
          <p:cNvSpPr txBox="1"/>
          <p:nvPr/>
        </p:nvSpPr>
        <p:spPr>
          <a:xfrm>
            <a:off x="667915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E0667ED-21DC-AD89-3EA0-2E0793DBD4BC}"/>
              </a:ext>
            </a:extLst>
          </p:cNvPr>
          <p:cNvSpPr txBox="1"/>
          <p:nvPr/>
        </p:nvSpPr>
        <p:spPr>
          <a:xfrm>
            <a:off x="976630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9F347CEE-8BE1-B462-0B16-F30BA00343FA}"/>
              </a:ext>
            </a:extLst>
          </p:cNvPr>
          <p:cNvSpPr txBox="1"/>
          <p:nvPr/>
        </p:nvSpPr>
        <p:spPr>
          <a:xfrm>
            <a:off x="1285345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BF225FB9-49FE-4117-7AB1-9E3CBB6C464C}"/>
              </a:ext>
            </a:extLst>
          </p:cNvPr>
          <p:cNvSpPr txBox="1"/>
          <p:nvPr/>
        </p:nvSpPr>
        <p:spPr>
          <a:xfrm>
            <a:off x="1594061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2A8A8E1E-400A-F438-606B-6D3A31E239AC}"/>
              </a:ext>
            </a:extLst>
          </p:cNvPr>
          <p:cNvSpPr txBox="1"/>
          <p:nvPr/>
        </p:nvSpPr>
        <p:spPr>
          <a:xfrm>
            <a:off x="1902776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11</a:t>
            </a:r>
            <a:endParaRPr lang="ko-KR" altLang="en-US" dirty="0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82B0081F-BF7B-5543-4713-5719DE15A546}"/>
              </a:ext>
            </a:extLst>
          </p:cNvPr>
          <p:cNvSpPr txBox="1"/>
          <p:nvPr/>
        </p:nvSpPr>
        <p:spPr>
          <a:xfrm>
            <a:off x="2211492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DD479B3D-3C0C-A562-39DD-5A1BF457C798}"/>
              </a:ext>
            </a:extLst>
          </p:cNvPr>
          <p:cNvSpPr txBox="1"/>
          <p:nvPr/>
        </p:nvSpPr>
        <p:spPr>
          <a:xfrm>
            <a:off x="2520207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4D7EAD2F-6850-1451-D8A5-F169E327E5CD}"/>
              </a:ext>
            </a:extLst>
          </p:cNvPr>
          <p:cNvSpPr txBox="1"/>
          <p:nvPr/>
        </p:nvSpPr>
        <p:spPr>
          <a:xfrm>
            <a:off x="359199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W37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9B7ADAC-8C5D-4E79-7F07-C173F8ED86FD}"/>
              </a:ext>
            </a:extLst>
          </p:cNvPr>
          <p:cNvSpPr txBox="1"/>
          <p:nvPr/>
        </p:nvSpPr>
        <p:spPr>
          <a:xfrm>
            <a:off x="667915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04F79F9E-DBA5-917F-EF71-BD1A6B1C806C}"/>
              </a:ext>
            </a:extLst>
          </p:cNvPr>
          <p:cNvSpPr txBox="1"/>
          <p:nvPr/>
        </p:nvSpPr>
        <p:spPr>
          <a:xfrm>
            <a:off x="976630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95CECCCC-2856-9FA7-2789-4AFA2D403ECB}"/>
              </a:ext>
            </a:extLst>
          </p:cNvPr>
          <p:cNvSpPr txBox="1"/>
          <p:nvPr/>
        </p:nvSpPr>
        <p:spPr>
          <a:xfrm>
            <a:off x="1285345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CA1DC5C0-0C1B-6E5A-4313-957EC7052C75}"/>
              </a:ext>
            </a:extLst>
          </p:cNvPr>
          <p:cNvSpPr txBox="1"/>
          <p:nvPr/>
        </p:nvSpPr>
        <p:spPr>
          <a:xfrm>
            <a:off x="1594061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D99D5F1-018D-95E5-12C9-2E9099D75312}"/>
              </a:ext>
            </a:extLst>
          </p:cNvPr>
          <p:cNvSpPr txBox="1"/>
          <p:nvPr/>
        </p:nvSpPr>
        <p:spPr>
          <a:xfrm>
            <a:off x="1902776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2254F280-ACF2-B2A4-4225-AD8C509FAC4A}"/>
              </a:ext>
            </a:extLst>
          </p:cNvPr>
          <p:cNvSpPr txBox="1"/>
          <p:nvPr/>
        </p:nvSpPr>
        <p:spPr>
          <a:xfrm>
            <a:off x="2211492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2827A21D-B42D-BDA6-9796-DB108A0751E8}"/>
              </a:ext>
            </a:extLst>
          </p:cNvPr>
          <p:cNvSpPr txBox="1"/>
          <p:nvPr/>
        </p:nvSpPr>
        <p:spPr>
          <a:xfrm>
            <a:off x="2520207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68B7976-798B-042D-1BDD-ACE026BFD06F}"/>
              </a:ext>
            </a:extLst>
          </p:cNvPr>
          <p:cNvSpPr txBox="1"/>
          <p:nvPr/>
        </p:nvSpPr>
        <p:spPr>
          <a:xfrm>
            <a:off x="359199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W38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44219C2-CC90-C9AA-8F77-6824BB847674}"/>
              </a:ext>
            </a:extLst>
          </p:cNvPr>
          <p:cNvSpPr txBox="1"/>
          <p:nvPr/>
        </p:nvSpPr>
        <p:spPr>
          <a:xfrm>
            <a:off x="667915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21</a:t>
            </a:r>
            <a:endParaRPr lang="ko-KR" altLang="en-US" dirty="0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DE98C960-B8BE-72B5-2EA1-50612BB7DB5A}"/>
              </a:ext>
            </a:extLst>
          </p:cNvPr>
          <p:cNvSpPr txBox="1"/>
          <p:nvPr/>
        </p:nvSpPr>
        <p:spPr>
          <a:xfrm>
            <a:off x="976630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22</a:t>
            </a:r>
            <a:endParaRPr lang="ko-KR" altLang="en-US" dirty="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3ACF145D-B919-8137-90DF-480281DB668E}"/>
              </a:ext>
            </a:extLst>
          </p:cNvPr>
          <p:cNvSpPr txBox="1"/>
          <p:nvPr/>
        </p:nvSpPr>
        <p:spPr>
          <a:xfrm>
            <a:off x="1285345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23</a:t>
            </a:r>
            <a:endParaRPr lang="ko-KR" altLang="en-US" dirty="0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E9D5F5D3-345F-1A9D-1886-044644809BE2}"/>
              </a:ext>
            </a:extLst>
          </p:cNvPr>
          <p:cNvSpPr txBox="1"/>
          <p:nvPr/>
        </p:nvSpPr>
        <p:spPr>
          <a:xfrm>
            <a:off x="1594061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24</a:t>
            </a:r>
            <a:endParaRPr lang="ko-KR" alt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4A35639A-DCCE-C921-271D-318F6763C085}"/>
              </a:ext>
            </a:extLst>
          </p:cNvPr>
          <p:cNvSpPr txBox="1"/>
          <p:nvPr/>
        </p:nvSpPr>
        <p:spPr>
          <a:xfrm>
            <a:off x="1902776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25</a:t>
            </a:r>
            <a:endParaRPr lang="ko-KR" altLang="en-US" dirty="0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F11EF95E-6C26-02DC-49BB-8B53FFF2FA00}"/>
              </a:ext>
            </a:extLst>
          </p:cNvPr>
          <p:cNvSpPr txBox="1"/>
          <p:nvPr/>
        </p:nvSpPr>
        <p:spPr>
          <a:xfrm>
            <a:off x="2211492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41F140EB-8D8A-70B7-D985-ADB96A62D160}"/>
              </a:ext>
            </a:extLst>
          </p:cNvPr>
          <p:cNvSpPr txBox="1"/>
          <p:nvPr/>
        </p:nvSpPr>
        <p:spPr>
          <a:xfrm>
            <a:off x="2520207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DD44A126-1FD2-C5A4-B8BD-0927814E2B7A}"/>
              </a:ext>
            </a:extLst>
          </p:cNvPr>
          <p:cNvSpPr txBox="1"/>
          <p:nvPr/>
        </p:nvSpPr>
        <p:spPr>
          <a:xfrm>
            <a:off x="359199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W39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8437F522-98DC-5054-F6EA-4722D331373A}"/>
              </a:ext>
            </a:extLst>
          </p:cNvPr>
          <p:cNvSpPr txBox="1"/>
          <p:nvPr/>
        </p:nvSpPr>
        <p:spPr>
          <a:xfrm>
            <a:off x="667915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5F6F3560-AFAE-314B-E41C-930289754598}"/>
              </a:ext>
            </a:extLst>
          </p:cNvPr>
          <p:cNvSpPr txBox="1"/>
          <p:nvPr/>
        </p:nvSpPr>
        <p:spPr>
          <a:xfrm>
            <a:off x="976630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D2E080E-854B-EB6F-2CE0-78448330135A}"/>
              </a:ext>
            </a:extLst>
          </p:cNvPr>
          <p:cNvSpPr txBox="1"/>
          <p:nvPr/>
        </p:nvSpPr>
        <p:spPr>
          <a:xfrm>
            <a:off x="1285345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4A62BBEB-0165-D7F8-C13F-0BFB461AD32C}"/>
              </a:ext>
            </a:extLst>
          </p:cNvPr>
          <p:cNvSpPr txBox="1"/>
          <p:nvPr/>
        </p:nvSpPr>
        <p:spPr>
          <a:xfrm>
            <a:off x="1594061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26</a:t>
            </a:r>
            <a:endParaRPr lang="ko-KR" altLang="en-US" dirty="0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1914F49B-A985-583E-BA13-47C5BB8CCF93}"/>
              </a:ext>
            </a:extLst>
          </p:cNvPr>
          <p:cNvSpPr txBox="1"/>
          <p:nvPr/>
        </p:nvSpPr>
        <p:spPr>
          <a:xfrm>
            <a:off x="1902776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27</a:t>
            </a:r>
            <a:endParaRPr lang="ko-KR" altLang="en-US" dirty="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3767403-4BAF-6C83-D6D1-6EA5DE20D0A8}"/>
              </a:ext>
            </a:extLst>
          </p:cNvPr>
          <p:cNvSpPr txBox="1"/>
          <p:nvPr/>
        </p:nvSpPr>
        <p:spPr>
          <a:xfrm>
            <a:off x="2211492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1C397DA0-476A-0587-B2DB-8950A37FAA3E}"/>
              </a:ext>
            </a:extLst>
          </p:cNvPr>
          <p:cNvSpPr txBox="1"/>
          <p:nvPr/>
        </p:nvSpPr>
        <p:spPr>
          <a:xfrm>
            <a:off x="2520207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C0EE1F94-7957-2439-411C-B6F70EE294E7}"/>
              </a:ext>
            </a:extLst>
          </p:cNvPr>
          <p:cNvSpPr txBox="1"/>
          <p:nvPr/>
        </p:nvSpPr>
        <p:spPr>
          <a:xfrm>
            <a:off x="359199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DCC71A45-46A9-5C2D-B02D-F5C608D3ECF3}"/>
              </a:ext>
            </a:extLst>
          </p:cNvPr>
          <p:cNvSpPr txBox="1"/>
          <p:nvPr/>
        </p:nvSpPr>
        <p:spPr>
          <a:xfrm>
            <a:off x="667915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0F208086-7A1E-6B74-EBBC-981AEF3A10B0}"/>
              </a:ext>
            </a:extLst>
          </p:cNvPr>
          <p:cNvSpPr txBox="1"/>
          <p:nvPr/>
        </p:nvSpPr>
        <p:spPr>
          <a:xfrm>
            <a:off x="976630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F7C791AF-1BF5-F64D-7C9D-D91E12014CA3}"/>
              </a:ext>
            </a:extLst>
          </p:cNvPr>
          <p:cNvSpPr txBox="1"/>
          <p:nvPr/>
        </p:nvSpPr>
        <p:spPr>
          <a:xfrm>
            <a:off x="1285345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BC0F9241-A787-EDDF-19CF-04DB9D0FA117}"/>
              </a:ext>
            </a:extLst>
          </p:cNvPr>
          <p:cNvSpPr txBox="1"/>
          <p:nvPr/>
        </p:nvSpPr>
        <p:spPr>
          <a:xfrm>
            <a:off x="1594061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97A9D14F-C414-D50F-9270-713CA48D1C66}"/>
              </a:ext>
            </a:extLst>
          </p:cNvPr>
          <p:cNvSpPr txBox="1"/>
          <p:nvPr/>
        </p:nvSpPr>
        <p:spPr>
          <a:xfrm>
            <a:off x="1902776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8CA3584-5ACD-0C04-706F-1A80E532B239}"/>
              </a:ext>
            </a:extLst>
          </p:cNvPr>
          <p:cNvSpPr txBox="1"/>
          <p:nvPr/>
        </p:nvSpPr>
        <p:spPr>
          <a:xfrm>
            <a:off x="2211492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DBAD3802-1FDF-00AD-BA0E-B72FDB29BB9E}"/>
              </a:ext>
            </a:extLst>
          </p:cNvPr>
          <p:cNvSpPr txBox="1"/>
          <p:nvPr/>
        </p:nvSpPr>
        <p:spPr>
          <a:xfrm>
            <a:off x="2520207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A3F42389-9355-341C-90BA-FC90B2E900FE}"/>
              </a:ext>
            </a:extLst>
          </p:cNvPr>
          <p:cNvSpPr txBox="1"/>
          <p:nvPr/>
        </p:nvSpPr>
        <p:spPr>
          <a:xfrm>
            <a:off x="359199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800" i="0" u="none" strike="noStrike" kern="0" cap="none" spc="0" normalizeH="0" baseline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</a:rPr>
              <a:t>W40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001" name="직사각형 1000">
            <a:hlinkClick r:id="rId29" action="ppaction://hlinksldjump"/>
            <a:extLst>
              <a:ext uri="{FF2B5EF4-FFF2-40B4-BE49-F238E27FC236}">
                <a16:creationId xmlns:a16="http://schemas.microsoft.com/office/drawing/2014/main" id="{45D2D209-3914-14FB-504E-FBF93C297BD4}"/>
              </a:ext>
            </a:extLst>
          </p:cNvPr>
          <p:cNvSpPr/>
          <p:nvPr/>
        </p:nvSpPr>
        <p:spPr>
          <a:xfrm>
            <a:off x="667915" y="2678931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May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" name="TextBox 1001">
            <a:extLst>
              <a:ext uri="{FF2B5EF4-FFF2-40B4-BE49-F238E27FC236}">
                <a16:creationId xmlns:a16="http://schemas.microsoft.com/office/drawing/2014/main" id="{D64922B0-5DA9-A30E-E825-EB2E7AFE3CBF}"/>
              </a:ext>
            </a:extLst>
          </p:cNvPr>
          <p:cNvSpPr txBox="1"/>
          <p:nvPr/>
        </p:nvSpPr>
        <p:spPr>
          <a:xfrm>
            <a:off x="667915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" name="TextBox 1002">
            <a:extLst>
              <a:ext uri="{FF2B5EF4-FFF2-40B4-BE49-F238E27FC236}">
                <a16:creationId xmlns:a16="http://schemas.microsoft.com/office/drawing/2014/main" id="{2B253C93-6FC8-4A6A-330D-9FC8EF5C4144}"/>
              </a:ext>
            </a:extLst>
          </p:cNvPr>
          <p:cNvSpPr txBox="1"/>
          <p:nvPr/>
        </p:nvSpPr>
        <p:spPr>
          <a:xfrm>
            <a:off x="976630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" name="TextBox 1003">
            <a:extLst>
              <a:ext uri="{FF2B5EF4-FFF2-40B4-BE49-F238E27FC236}">
                <a16:creationId xmlns:a16="http://schemas.microsoft.com/office/drawing/2014/main" id="{FA1CE06E-6246-193F-4283-56F672E10590}"/>
              </a:ext>
            </a:extLst>
          </p:cNvPr>
          <p:cNvSpPr txBox="1"/>
          <p:nvPr/>
        </p:nvSpPr>
        <p:spPr>
          <a:xfrm>
            <a:off x="1285346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" name="TextBox 1004">
            <a:extLst>
              <a:ext uri="{FF2B5EF4-FFF2-40B4-BE49-F238E27FC236}">
                <a16:creationId xmlns:a16="http://schemas.microsoft.com/office/drawing/2014/main" id="{1ACF0C2E-A77A-B17C-E05F-E706248C15F2}"/>
              </a:ext>
            </a:extLst>
          </p:cNvPr>
          <p:cNvSpPr txBox="1"/>
          <p:nvPr/>
        </p:nvSpPr>
        <p:spPr>
          <a:xfrm>
            <a:off x="1594062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6" name="TextBox 1005">
            <a:extLst>
              <a:ext uri="{FF2B5EF4-FFF2-40B4-BE49-F238E27FC236}">
                <a16:creationId xmlns:a16="http://schemas.microsoft.com/office/drawing/2014/main" id="{DB1B5002-A0CA-B874-5747-D55103B4F91C}"/>
              </a:ext>
            </a:extLst>
          </p:cNvPr>
          <p:cNvSpPr txBox="1"/>
          <p:nvPr/>
        </p:nvSpPr>
        <p:spPr>
          <a:xfrm>
            <a:off x="1902778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7" name="TextBox 1006">
            <a:extLst>
              <a:ext uri="{FF2B5EF4-FFF2-40B4-BE49-F238E27FC236}">
                <a16:creationId xmlns:a16="http://schemas.microsoft.com/office/drawing/2014/main" id="{5B91F09D-0B2F-C6BE-5337-58BEDF3B665E}"/>
              </a:ext>
            </a:extLst>
          </p:cNvPr>
          <p:cNvSpPr txBox="1"/>
          <p:nvPr/>
        </p:nvSpPr>
        <p:spPr>
          <a:xfrm>
            <a:off x="2211493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8" name="TextBox 1007">
            <a:extLst>
              <a:ext uri="{FF2B5EF4-FFF2-40B4-BE49-F238E27FC236}">
                <a16:creationId xmlns:a16="http://schemas.microsoft.com/office/drawing/2014/main" id="{58B06BDE-966D-7FAB-17A9-B57B2A2E52BB}"/>
              </a:ext>
            </a:extLst>
          </p:cNvPr>
          <p:cNvSpPr txBox="1"/>
          <p:nvPr/>
        </p:nvSpPr>
        <p:spPr>
          <a:xfrm>
            <a:off x="2520207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9" name="TextBox 1008">
            <a:extLst>
              <a:ext uri="{FF2B5EF4-FFF2-40B4-BE49-F238E27FC236}">
                <a16:creationId xmlns:a16="http://schemas.microsoft.com/office/drawing/2014/main" id="{58A4D0D5-ADF7-4595-9D9A-B371C16A5A3E}"/>
              </a:ext>
            </a:extLst>
          </p:cNvPr>
          <p:cNvSpPr txBox="1"/>
          <p:nvPr/>
        </p:nvSpPr>
        <p:spPr>
          <a:xfrm>
            <a:off x="359199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10" name="직선 연결선 1009">
            <a:extLst>
              <a:ext uri="{FF2B5EF4-FFF2-40B4-BE49-F238E27FC236}">
                <a16:creationId xmlns:a16="http://schemas.microsoft.com/office/drawing/2014/main" id="{2859C8B6-769F-69E2-807D-FB0D863201AF}"/>
              </a:ext>
            </a:extLst>
          </p:cNvPr>
          <p:cNvCxnSpPr>
            <a:cxnSpLocks/>
          </p:cNvCxnSpPr>
          <p:nvPr/>
        </p:nvCxnSpPr>
        <p:spPr>
          <a:xfrm>
            <a:off x="667915" y="3098566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1" name="TextBox 1010">
            <a:extLst>
              <a:ext uri="{FF2B5EF4-FFF2-40B4-BE49-F238E27FC236}">
                <a16:creationId xmlns:a16="http://schemas.microsoft.com/office/drawing/2014/main" id="{788E7331-0E7A-D164-B098-D0BA86670821}"/>
              </a:ext>
            </a:extLst>
          </p:cNvPr>
          <p:cNvSpPr txBox="1"/>
          <p:nvPr/>
        </p:nvSpPr>
        <p:spPr>
          <a:xfrm>
            <a:off x="667915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012" name="TextBox 1011">
            <a:extLst>
              <a:ext uri="{FF2B5EF4-FFF2-40B4-BE49-F238E27FC236}">
                <a16:creationId xmlns:a16="http://schemas.microsoft.com/office/drawing/2014/main" id="{EAB97971-44CB-0412-5AC3-C481EA201805}"/>
              </a:ext>
            </a:extLst>
          </p:cNvPr>
          <p:cNvSpPr txBox="1"/>
          <p:nvPr/>
        </p:nvSpPr>
        <p:spPr>
          <a:xfrm>
            <a:off x="976630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013" name="TextBox 1012">
            <a:extLst>
              <a:ext uri="{FF2B5EF4-FFF2-40B4-BE49-F238E27FC236}">
                <a16:creationId xmlns:a16="http://schemas.microsoft.com/office/drawing/2014/main" id="{3FCDE3E4-A32C-3290-3F2A-6325E3FED53D}"/>
              </a:ext>
            </a:extLst>
          </p:cNvPr>
          <p:cNvSpPr txBox="1"/>
          <p:nvPr/>
        </p:nvSpPr>
        <p:spPr>
          <a:xfrm>
            <a:off x="1285345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014" name="TextBox 1013">
            <a:extLst>
              <a:ext uri="{FF2B5EF4-FFF2-40B4-BE49-F238E27FC236}">
                <a16:creationId xmlns:a16="http://schemas.microsoft.com/office/drawing/2014/main" id="{D60A1B29-450D-8F60-4511-9563B03933FC}"/>
              </a:ext>
            </a:extLst>
          </p:cNvPr>
          <p:cNvSpPr txBox="1"/>
          <p:nvPr/>
        </p:nvSpPr>
        <p:spPr>
          <a:xfrm>
            <a:off x="1594061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015" name="TextBox 1014">
            <a:extLst>
              <a:ext uri="{FF2B5EF4-FFF2-40B4-BE49-F238E27FC236}">
                <a16:creationId xmlns:a16="http://schemas.microsoft.com/office/drawing/2014/main" id="{309125F2-9827-59F3-5AC4-DDB58824B17E}"/>
              </a:ext>
            </a:extLst>
          </p:cNvPr>
          <p:cNvSpPr txBox="1"/>
          <p:nvPr/>
        </p:nvSpPr>
        <p:spPr>
          <a:xfrm>
            <a:off x="1902776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1016" name="TextBox 1015">
            <a:extLst>
              <a:ext uri="{FF2B5EF4-FFF2-40B4-BE49-F238E27FC236}">
                <a16:creationId xmlns:a16="http://schemas.microsoft.com/office/drawing/2014/main" id="{C47D8CB7-C0FD-F014-82B3-E44EE2B1B269}"/>
              </a:ext>
            </a:extLst>
          </p:cNvPr>
          <p:cNvSpPr txBox="1"/>
          <p:nvPr/>
        </p:nvSpPr>
        <p:spPr>
          <a:xfrm>
            <a:off x="2211492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7" name="TextBox 1016">
            <a:extLst>
              <a:ext uri="{FF2B5EF4-FFF2-40B4-BE49-F238E27FC236}">
                <a16:creationId xmlns:a16="http://schemas.microsoft.com/office/drawing/2014/main" id="{8BBB9CDE-0C88-5400-B1AA-7451F8FFAF83}"/>
              </a:ext>
            </a:extLst>
          </p:cNvPr>
          <p:cNvSpPr txBox="1"/>
          <p:nvPr/>
        </p:nvSpPr>
        <p:spPr>
          <a:xfrm>
            <a:off x="2520207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8" name="TextBox 1017">
            <a:extLst>
              <a:ext uri="{FF2B5EF4-FFF2-40B4-BE49-F238E27FC236}">
                <a16:creationId xmlns:a16="http://schemas.microsoft.com/office/drawing/2014/main" id="{D95BCFEB-7F63-5989-BAF7-E62AF40C47D1}"/>
              </a:ext>
            </a:extLst>
          </p:cNvPr>
          <p:cNvSpPr txBox="1"/>
          <p:nvPr/>
        </p:nvSpPr>
        <p:spPr>
          <a:xfrm>
            <a:off x="359199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W18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9" name="TextBox 1018">
            <a:extLst>
              <a:ext uri="{FF2B5EF4-FFF2-40B4-BE49-F238E27FC236}">
                <a16:creationId xmlns:a16="http://schemas.microsoft.com/office/drawing/2014/main" id="{8562ED8C-FE1D-898F-46E5-CC54E7A79C1A}"/>
              </a:ext>
            </a:extLst>
          </p:cNvPr>
          <p:cNvSpPr txBox="1"/>
          <p:nvPr/>
        </p:nvSpPr>
        <p:spPr>
          <a:xfrm>
            <a:off x="667915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04</a:t>
            </a:r>
            <a:endParaRPr lang="ko-KR" altLang="en-US" dirty="0"/>
          </a:p>
        </p:txBody>
      </p:sp>
      <p:sp>
        <p:nvSpPr>
          <p:cNvPr id="1020" name="TextBox 1019">
            <a:extLst>
              <a:ext uri="{FF2B5EF4-FFF2-40B4-BE49-F238E27FC236}">
                <a16:creationId xmlns:a16="http://schemas.microsoft.com/office/drawing/2014/main" id="{D7F9CFBD-4FAA-7980-9DAD-4EFBC85DF190}"/>
              </a:ext>
            </a:extLst>
          </p:cNvPr>
          <p:cNvSpPr txBox="1"/>
          <p:nvPr/>
        </p:nvSpPr>
        <p:spPr>
          <a:xfrm>
            <a:off x="976630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1021" name="TextBox 1020">
            <a:extLst>
              <a:ext uri="{FF2B5EF4-FFF2-40B4-BE49-F238E27FC236}">
                <a16:creationId xmlns:a16="http://schemas.microsoft.com/office/drawing/2014/main" id="{010DF2ED-7A42-0CC3-F077-DDEF7F6FA220}"/>
              </a:ext>
            </a:extLst>
          </p:cNvPr>
          <p:cNvSpPr txBox="1"/>
          <p:nvPr/>
        </p:nvSpPr>
        <p:spPr>
          <a:xfrm>
            <a:off x="1285345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2" name="TextBox 1021">
            <a:extLst>
              <a:ext uri="{FF2B5EF4-FFF2-40B4-BE49-F238E27FC236}">
                <a16:creationId xmlns:a16="http://schemas.microsoft.com/office/drawing/2014/main" id="{BAF68D54-BCEB-6B51-73B9-182AF7EB5B74}"/>
              </a:ext>
            </a:extLst>
          </p:cNvPr>
          <p:cNvSpPr txBox="1"/>
          <p:nvPr/>
        </p:nvSpPr>
        <p:spPr>
          <a:xfrm>
            <a:off x="1594061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3" name="TextBox 1022">
            <a:extLst>
              <a:ext uri="{FF2B5EF4-FFF2-40B4-BE49-F238E27FC236}">
                <a16:creationId xmlns:a16="http://schemas.microsoft.com/office/drawing/2014/main" id="{2D2EFBC0-4079-1C96-F18A-1910C9A2FA01}"/>
              </a:ext>
            </a:extLst>
          </p:cNvPr>
          <p:cNvSpPr txBox="1"/>
          <p:nvPr/>
        </p:nvSpPr>
        <p:spPr>
          <a:xfrm>
            <a:off x="1902776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4" name="TextBox 1023">
            <a:extLst>
              <a:ext uri="{FF2B5EF4-FFF2-40B4-BE49-F238E27FC236}">
                <a16:creationId xmlns:a16="http://schemas.microsoft.com/office/drawing/2014/main" id="{D78A0687-F85F-8181-D012-2D18349B76E8}"/>
              </a:ext>
            </a:extLst>
          </p:cNvPr>
          <p:cNvSpPr txBox="1"/>
          <p:nvPr/>
        </p:nvSpPr>
        <p:spPr>
          <a:xfrm>
            <a:off x="2211492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5" name="TextBox 1024">
            <a:extLst>
              <a:ext uri="{FF2B5EF4-FFF2-40B4-BE49-F238E27FC236}">
                <a16:creationId xmlns:a16="http://schemas.microsoft.com/office/drawing/2014/main" id="{67087B40-9E4E-42E1-BBBE-67D23DC9C6BD}"/>
              </a:ext>
            </a:extLst>
          </p:cNvPr>
          <p:cNvSpPr txBox="1"/>
          <p:nvPr/>
        </p:nvSpPr>
        <p:spPr>
          <a:xfrm>
            <a:off x="2520207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6" name="TextBox 1025">
            <a:extLst>
              <a:ext uri="{FF2B5EF4-FFF2-40B4-BE49-F238E27FC236}">
                <a16:creationId xmlns:a16="http://schemas.microsoft.com/office/drawing/2014/main" id="{32ED23DF-71CA-2CEA-61C5-A4BBFFA6F0CC}"/>
              </a:ext>
            </a:extLst>
          </p:cNvPr>
          <p:cNvSpPr txBox="1"/>
          <p:nvPr/>
        </p:nvSpPr>
        <p:spPr>
          <a:xfrm>
            <a:off x="359199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W19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7" name="TextBox 1026">
            <a:extLst>
              <a:ext uri="{FF2B5EF4-FFF2-40B4-BE49-F238E27FC236}">
                <a16:creationId xmlns:a16="http://schemas.microsoft.com/office/drawing/2014/main" id="{6BFDAA72-6A6C-39E7-7CFF-C3E8B9A8A8F7}"/>
              </a:ext>
            </a:extLst>
          </p:cNvPr>
          <p:cNvSpPr txBox="1"/>
          <p:nvPr/>
        </p:nvSpPr>
        <p:spPr>
          <a:xfrm>
            <a:off x="667915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8" name="TextBox 1027">
            <a:extLst>
              <a:ext uri="{FF2B5EF4-FFF2-40B4-BE49-F238E27FC236}">
                <a16:creationId xmlns:a16="http://schemas.microsoft.com/office/drawing/2014/main" id="{44C7B253-1290-CDFD-191D-F97CF10BF6E7}"/>
              </a:ext>
            </a:extLst>
          </p:cNvPr>
          <p:cNvSpPr txBox="1"/>
          <p:nvPr/>
        </p:nvSpPr>
        <p:spPr>
          <a:xfrm>
            <a:off x="976630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TextBox 1028">
            <a:extLst>
              <a:ext uri="{FF2B5EF4-FFF2-40B4-BE49-F238E27FC236}">
                <a16:creationId xmlns:a16="http://schemas.microsoft.com/office/drawing/2014/main" id="{7E96E6F6-BF18-FC51-CE20-6A1672305458}"/>
              </a:ext>
            </a:extLst>
          </p:cNvPr>
          <p:cNvSpPr txBox="1"/>
          <p:nvPr/>
        </p:nvSpPr>
        <p:spPr>
          <a:xfrm>
            <a:off x="1285345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13</a:t>
            </a:r>
            <a:endParaRPr lang="ko-KR" altLang="en-US" dirty="0"/>
          </a:p>
        </p:txBody>
      </p:sp>
      <p:sp>
        <p:nvSpPr>
          <p:cNvPr id="1030" name="TextBox 1029">
            <a:extLst>
              <a:ext uri="{FF2B5EF4-FFF2-40B4-BE49-F238E27FC236}">
                <a16:creationId xmlns:a16="http://schemas.microsoft.com/office/drawing/2014/main" id="{59723C3E-FCC2-C315-C47F-C69F01190F6A}"/>
              </a:ext>
            </a:extLst>
          </p:cNvPr>
          <p:cNvSpPr txBox="1"/>
          <p:nvPr/>
        </p:nvSpPr>
        <p:spPr>
          <a:xfrm>
            <a:off x="1594061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1" name="TextBox 1030">
            <a:extLst>
              <a:ext uri="{FF2B5EF4-FFF2-40B4-BE49-F238E27FC236}">
                <a16:creationId xmlns:a16="http://schemas.microsoft.com/office/drawing/2014/main" id="{D544F294-59DF-2EC8-8F16-FA5256E9223E}"/>
              </a:ext>
            </a:extLst>
          </p:cNvPr>
          <p:cNvSpPr txBox="1"/>
          <p:nvPr/>
        </p:nvSpPr>
        <p:spPr>
          <a:xfrm>
            <a:off x="1902776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2" name="TextBox 1031">
            <a:extLst>
              <a:ext uri="{FF2B5EF4-FFF2-40B4-BE49-F238E27FC236}">
                <a16:creationId xmlns:a16="http://schemas.microsoft.com/office/drawing/2014/main" id="{148505D3-7B69-ECF3-6251-3C7F3FB5412A}"/>
              </a:ext>
            </a:extLst>
          </p:cNvPr>
          <p:cNvSpPr txBox="1"/>
          <p:nvPr/>
        </p:nvSpPr>
        <p:spPr>
          <a:xfrm>
            <a:off x="2211492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3" name="TextBox 1032">
            <a:extLst>
              <a:ext uri="{FF2B5EF4-FFF2-40B4-BE49-F238E27FC236}">
                <a16:creationId xmlns:a16="http://schemas.microsoft.com/office/drawing/2014/main" id="{4D0AD570-F6BB-063D-CEE2-4E78F539A33A}"/>
              </a:ext>
            </a:extLst>
          </p:cNvPr>
          <p:cNvSpPr txBox="1"/>
          <p:nvPr/>
        </p:nvSpPr>
        <p:spPr>
          <a:xfrm>
            <a:off x="2520207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4" name="TextBox 1033">
            <a:extLst>
              <a:ext uri="{FF2B5EF4-FFF2-40B4-BE49-F238E27FC236}">
                <a16:creationId xmlns:a16="http://schemas.microsoft.com/office/drawing/2014/main" id="{05CDD0F4-0094-BED4-3441-6DF0F47E5102}"/>
              </a:ext>
            </a:extLst>
          </p:cNvPr>
          <p:cNvSpPr txBox="1"/>
          <p:nvPr/>
        </p:nvSpPr>
        <p:spPr>
          <a:xfrm>
            <a:off x="359199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5" name="TextBox 1034">
            <a:extLst>
              <a:ext uri="{FF2B5EF4-FFF2-40B4-BE49-F238E27FC236}">
                <a16:creationId xmlns:a16="http://schemas.microsoft.com/office/drawing/2014/main" id="{49F46CFE-7F9D-7D49-A1B1-23C62632E0FD}"/>
              </a:ext>
            </a:extLst>
          </p:cNvPr>
          <p:cNvSpPr txBox="1"/>
          <p:nvPr/>
        </p:nvSpPr>
        <p:spPr>
          <a:xfrm>
            <a:off x="667915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6" name="TextBox 1035">
            <a:extLst>
              <a:ext uri="{FF2B5EF4-FFF2-40B4-BE49-F238E27FC236}">
                <a16:creationId xmlns:a16="http://schemas.microsoft.com/office/drawing/2014/main" id="{A08B720D-C3BA-D57B-FDD3-027141026A6D}"/>
              </a:ext>
            </a:extLst>
          </p:cNvPr>
          <p:cNvSpPr txBox="1"/>
          <p:nvPr/>
        </p:nvSpPr>
        <p:spPr>
          <a:xfrm>
            <a:off x="976630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7" name="TextBox 1036">
            <a:extLst>
              <a:ext uri="{FF2B5EF4-FFF2-40B4-BE49-F238E27FC236}">
                <a16:creationId xmlns:a16="http://schemas.microsoft.com/office/drawing/2014/main" id="{EC4534B4-B34C-456D-A257-3D4ADECFA078}"/>
              </a:ext>
            </a:extLst>
          </p:cNvPr>
          <p:cNvSpPr txBox="1"/>
          <p:nvPr/>
        </p:nvSpPr>
        <p:spPr>
          <a:xfrm>
            <a:off x="1285345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8" name="TextBox 1037">
            <a:extLst>
              <a:ext uri="{FF2B5EF4-FFF2-40B4-BE49-F238E27FC236}">
                <a16:creationId xmlns:a16="http://schemas.microsoft.com/office/drawing/2014/main" id="{0E7C95AF-C0F6-F172-AB96-5C88BB317B4E}"/>
              </a:ext>
            </a:extLst>
          </p:cNvPr>
          <p:cNvSpPr txBox="1"/>
          <p:nvPr/>
        </p:nvSpPr>
        <p:spPr>
          <a:xfrm>
            <a:off x="1594061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9" name="TextBox 1038">
            <a:extLst>
              <a:ext uri="{FF2B5EF4-FFF2-40B4-BE49-F238E27FC236}">
                <a16:creationId xmlns:a16="http://schemas.microsoft.com/office/drawing/2014/main" id="{A1A0A250-1A66-C1CE-E92C-025AD90B6502}"/>
              </a:ext>
            </a:extLst>
          </p:cNvPr>
          <p:cNvSpPr txBox="1"/>
          <p:nvPr/>
        </p:nvSpPr>
        <p:spPr>
          <a:xfrm>
            <a:off x="1902776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0" name="TextBox 1039">
            <a:extLst>
              <a:ext uri="{FF2B5EF4-FFF2-40B4-BE49-F238E27FC236}">
                <a16:creationId xmlns:a16="http://schemas.microsoft.com/office/drawing/2014/main" id="{F7B51D4C-7FF8-9FB0-F040-1A1B0F1A0F5A}"/>
              </a:ext>
            </a:extLst>
          </p:cNvPr>
          <p:cNvSpPr txBox="1"/>
          <p:nvPr/>
        </p:nvSpPr>
        <p:spPr>
          <a:xfrm>
            <a:off x="2211492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1" name="TextBox 1040">
            <a:extLst>
              <a:ext uri="{FF2B5EF4-FFF2-40B4-BE49-F238E27FC236}">
                <a16:creationId xmlns:a16="http://schemas.microsoft.com/office/drawing/2014/main" id="{B3D737F5-1924-171E-0B26-8106B2FB4E3C}"/>
              </a:ext>
            </a:extLst>
          </p:cNvPr>
          <p:cNvSpPr txBox="1"/>
          <p:nvPr/>
        </p:nvSpPr>
        <p:spPr>
          <a:xfrm>
            <a:off x="2520207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2" name="TextBox 1041">
            <a:extLst>
              <a:ext uri="{FF2B5EF4-FFF2-40B4-BE49-F238E27FC236}">
                <a16:creationId xmlns:a16="http://schemas.microsoft.com/office/drawing/2014/main" id="{D1861B9B-D091-3E18-0F7E-C14D12D68468}"/>
              </a:ext>
            </a:extLst>
          </p:cNvPr>
          <p:cNvSpPr txBox="1"/>
          <p:nvPr/>
        </p:nvSpPr>
        <p:spPr>
          <a:xfrm>
            <a:off x="359199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W21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3" name="TextBox 1042">
            <a:extLst>
              <a:ext uri="{FF2B5EF4-FFF2-40B4-BE49-F238E27FC236}">
                <a16:creationId xmlns:a16="http://schemas.microsoft.com/office/drawing/2014/main" id="{B150246F-AC41-6B96-774D-D83BB6CE2175}"/>
              </a:ext>
            </a:extLst>
          </p:cNvPr>
          <p:cNvSpPr txBox="1"/>
          <p:nvPr/>
        </p:nvSpPr>
        <p:spPr>
          <a:xfrm>
            <a:off x="667915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25</a:t>
            </a:r>
            <a:endParaRPr lang="ko-KR" altLang="en-US" dirty="0"/>
          </a:p>
        </p:txBody>
      </p:sp>
      <p:sp>
        <p:nvSpPr>
          <p:cNvPr id="1044" name="TextBox 1043">
            <a:extLst>
              <a:ext uri="{FF2B5EF4-FFF2-40B4-BE49-F238E27FC236}">
                <a16:creationId xmlns:a16="http://schemas.microsoft.com/office/drawing/2014/main" id="{22F68652-2593-9DD6-D1C6-080780037CB2}"/>
              </a:ext>
            </a:extLst>
          </p:cNvPr>
          <p:cNvSpPr txBox="1"/>
          <p:nvPr/>
        </p:nvSpPr>
        <p:spPr>
          <a:xfrm>
            <a:off x="976630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5" name="TextBox 1044">
            <a:extLst>
              <a:ext uri="{FF2B5EF4-FFF2-40B4-BE49-F238E27FC236}">
                <a16:creationId xmlns:a16="http://schemas.microsoft.com/office/drawing/2014/main" id="{1B3E57EE-542C-E498-EBAC-0EC941890FD8}"/>
              </a:ext>
            </a:extLst>
          </p:cNvPr>
          <p:cNvSpPr txBox="1"/>
          <p:nvPr/>
        </p:nvSpPr>
        <p:spPr>
          <a:xfrm>
            <a:off x="1285345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6" name="TextBox 1045">
            <a:extLst>
              <a:ext uri="{FF2B5EF4-FFF2-40B4-BE49-F238E27FC236}">
                <a16:creationId xmlns:a16="http://schemas.microsoft.com/office/drawing/2014/main" id="{4B3DFA5D-2D42-D2B8-779C-A5244D14141B}"/>
              </a:ext>
            </a:extLst>
          </p:cNvPr>
          <p:cNvSpPr txBox="1"/>
          <p:nvPr/>
        </p:nvSpPr>
        <p:spPr>
          <a:xfrm>
            <a:off x="1594061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1047" name="TextBox 1046">
            <a:extLst>
              <a:ext uri="{FF2B5EF4-FFF2-40B4-BE49-F238E27FC236}">
                <a16:creationId xmlns:a16="http://schemas.microsoft.com/office/drawing/2014/main" id="{97158642-6A5F-7BED-C7ED-8A9192215938}"/>
              </a:ext>
            </a:extLst>
          </p:cNvPr>
          <p:cNvSpPr txBox="1"/>
          <p:nvPr/>
        </p:nvSpPr>
        <p:spPr>
          <a:xfrm>
            <a:off x="1902776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1048" name="TextBox 1047">
            <a:extLst>
              <a:ext uri="{FF2B5EF4-FFF2-40B4-BE49-F238E27FC236}">
                <a16:creationId xmlns:a16="http://schemas.microsoft.com/office/drawing/2014/main" id="{9384D64D-E141-9D4F-32E3-0520EC83287B}"/>
              </a:ext>
            </a:extLst>
          </p:cNvPr>
          <p:cNvSpPr txBox="1"/>
          <p:nvPr/>
        </p:nvSpPr>
        <p:spPr>
          <a:xfrm>
            <a:off x="2211492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049" name="TextBox 1048">
            <a:extLst>
              <a:ext uri="{FF2B5EF4-FFF2-40B4-BE49-F238E27FC236}">
                <a16:creationId xmlns:a16="http://schemas.microsoft.com/office/drawing/2014/main" id="{BC319C88-600F-3355-007D-E0BDDD9AB84E}"/>
              </a:ext>
            </a:extLst>
          </p:cNvPr>
          <p:cNvSpPr txBox="1"/>
          <p:nvPr/>
        </p:nvSpPr>
        <p:spPr>
          <a:xfrm>
            <a:off x="2520207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1050" name="TextBox 1049">
            <a:extLst>
              <a:ext uri="{FF2B5EF4-FFF2-40B4-BE49-F238E27FC236}">
                <a16:creationId xmlns:a16="http://schemas.microsoft.com/office/drawing/2014/main" id="{18C0430C-1EE8-6EF1-EDE3-CB2657CF0F3F}"/>
              </a:ext>
            </a:extLst>
          </p:cNvPr>
          <p:cNvSpPr txBox="1"/>
          <p:nvPr/>
        </p:nvSpPr>
        <p:spPr>
          <a:xfrm>
            <a:off x="359199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W22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1" name="TextBox 1050">
            <a:extLst>
              <a:ext uri="{FF2B5EF4-FFF2-40B4-BE49-F238E27FC236}">
                <a16:creationId xmlns:a16="http://schemas.microsoft.com/office/drawing/2014/main" id="{E21AECE2-D813-0915-5C1E-1DFEFBB55DA4}"/>
              </a:ext>
            </a:extLst>
          </p:cNvPr>
          <p:cNvSpPr txBox="1"/>
          <p:nvPr/>
        </p:nvSpPr>
        <p:spPr>
          <a:xfrm>
            <a:off x="667915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2" name="TextBox 1051">
            <a:extLst>
              <a:ext uri="{FF2B5EF4-FFF2-40B4-BE49-F238E27FC236}">
                <a16:creationId xmlns:a16="http://schemas.microsoft.com/office/drawing/2014/main" id="{1EF77A6E-B8DE-6583-9EEE-B97E536A3B7E}"/>
              </a:ext>
            </a:extLst>
          </p:cNvPr>
          <p:cNvSpPr txBox="1"/>
          <p:nvPr/>
        </p:nvSpPr>
        <p:spPr>
          <a:xfrm>
            <a:off x="976630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3" name="TextBox 1052">
            <a:extLst>
              <a:ext uri="{FF2B5EF4-FFF2-40B4-BE49-F238E27FC236}">
                <a16:creationId xmlns:a16="http://schemas.microsoft.com/office/drawing/2014/main" id="{7F5A02EB-D747-B7F8-B8B0-2B85CE89C9F8}"/>
              </a:ext>
            </a:extLst>
          </p:cNvPr>
          <p:cNvSpPr txBox="1"/>
          <p:nvPr/>
        </p:nvSpPr>
        <p:spPr>
          <a:xfrm>
            <a:off x="1285345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A7114042-F869-112B-B44A-77880CCAEF3B}"/>
              </a:ext>
            </a:extLst>
          </p:cNvPr>
          <p:cNvSpPr txBox="1"/>
          <p:nvPr/>
        </p:nvSpPr>
        <p:spPr>
          <a:xfrm>
            <a:off x="1594061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5" name="TextBox 1054">
            <a:extLst>
              <a:ext uri="{FF2B5EF4-FFF2-40B4-BE49-F238E27FC236}">
                <a16:creationId xmlns:a16="http://schemas.microsoft.com/office/drawing/2014/main" id="{F5A0E535-3C2C-5853-007B-4FF9A35CE7CB}"/>
              </a:ext>
            </a:extLst>
          </p:cNvPr>
          <p:cNvSpPr txBox="1"/>
          <p:nvPr/>
        </p:nvSpPr>
        <p:spPr>
          <a:xfrm>
            <a:off x="1902776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6" name="TextBox 1055">
            <a:extLst>
              <a:ext uri="{FF2B5EF4-FFF2-40B4-BE49-F238E27FC236}">
                <a16:creationId xmlns:a16="http://schemas.microsoft.com/office/drawing/2014/main" id="{FBC30D61-EBA6-9C92-5385-7752D80AF154}"/>
              </a:ext>
            </a:extLst>
          </p:cNvPr>
          <p:cNvSpPr txBox="1"/>
          <p:nvPr/>
        </p:nvSpPr>
        <p:spPr>
          <a:xfrm>
            <a:off x="2211492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7" name="TextBox 1056">
            <a:extLst>
              <a:ext uri="{FF2B5EF4-FFF2-40B4-BE49-F238E27FC236}">
                <a16:creationId xmlns:a16="http://schemas.microsoft.com/office/drawing/2014/main" id="{006729EF-B50E-E1E7-C385-B89564789857}"/>
              </a:ext>
            </a:extLst>
          </p:cNvPr>
          <p:cNvSpPr txBox="1"/>
          <p:nvPr/>
        </p:nvSpPr>
        <p:spPr>
          <a:xfrm>
            <a:off x="2520207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8" name="TextBox 1057">
            <a:extLst>
              <a:ext uri="{FF2B5EF4-FFF2-40B4-BE49-F238E27FC236}">
                <a16:creationId xmlns:a16="http://schemas.microsoft.com/office/drawing/2014/main" id="{6EACD425-AEA3-CEA6-46F8-9A885B4C35A0}"/>
              </a:ext>
            </a:extLst>
          </p:cNvPr>
          <p:cNvSpPr txBox="1"/>
          <p:nvPr/>
        </p:nvSpPr>
        <p:spPr>
          <a:xfrm>
            <a:off x="359199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7" name="직사각형 1236">
            <a:hlinkClick r:id="rId29" action="ppaction://hlinksldjump"/>
            <a:extLst>
              <a:ext uri="{FF2B5EF4-FFF2-40B4-BE49-F238E27FC236}">
                <a16:creationId xmlns:a16="http://schemas.microsoft.com/office/drawing/2014/main" id="{68AF38A6-4139-DA03-4A13-7A1441E8C9B8}"/>
              </a:ext>
            </a:extLst>
          </p:cNvPr>
          <p:cNvSpPr/>
          <p:nvPr/>
        </p:nvSpPr>
        <p:spPr>
          <a:xfrm>
            <a:off x="667915" y="764704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January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8" name="TextBox 1237">
            <a:extLst>
              <a:ext uri="{FF2B5EF4-FFF2-40B4-BE49-F238E27FC236}">
                <a16:creationId xmlns:a16="http://schemas.microsoft.com/office/drawing/2014/main" id="{3C97ACA1-31B4-1F5A-50C7-999D85B9A908}"/>
              </a:ext>
            </a:extLst>
          </p:cNvPr>
          <p:cNvSpPr txBox="1"/>
          <p:nvPr/>
        </p:nvSpPr>
        <p:spPr>
          <a:xfrm>
            <a:off x="667915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9" name="TextBox 1238">
            <a:extLst>
              <a:ext uri="{FF2B5EF4-FFF2-40B4-BE49-F238E27FC236}">
                <a16:creationId xmlns:a16="http://schemas.microsoft.com/office/drawing/2014/main" id="{2EB9A35C-A78D-458D-0C88-EA2D06609475}"/>
              </a:ext>
            </a:extLst>
          </p:cNvPr>
          <p:cNvSpPr txBox="1"/>
          <p:nvPr/>
        </p:nvSpPr>
        <p:spPr>
          <a:xfrm>
            <a:off x="976630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0" name="TextBox 1239">
            <a:extLst>
              <a:ext uri="{FF2B5EF4-FFF2-40B4-BE49-F238E27FC236}">
                <a16:creationId xmlns:a16="http://schemas.microsoft.com/office/drawing/2014/main" id="{E20E3CF2-3716-6B31-9B37-9C88076D8F67}"/>
              </a:ext>
            </a:extLst>
          </p:cNvPr>
          <p:cNvSpPr txBox="1"/>
          <p:nvPr/>
        </p:nvSpPr>
        <p:spPr>
          <a:xfrm>
            <a:off x="1285346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1" name="TextBox 1240">
            <a:extLst>
              <a:ext uri="{FF2B5EF4-FFF2-40B4-BE49-F238E27FC236}">
                <a16:creationId xmlns:a16="http://schemas.microsoft.com/office/drawing/2014/main" id="{F32AE7A5-ED5D-EBEF-C399-FDB9A2A20885}"/>
              </a:ext>
            </a:extLst>
          </p:cNvPr>
          <p:cNvSpPr txBox="1"/>
          <p:nvPr/>
        </p:nvSpPr>
        <p:spPr>
          <a:xfrm>
            <a:off x="1594062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2" name="TextBox 1241">
            <a:extLst>
              <a:ext uri="{FF2B5EF4-FFF2-40B4-BE49-F238E27FC236}">
                <a16:creationId xmlns:a16="http://schemas.microsoft.com/office/drawing/2014/main" id="{B9115E79-5FE6-2F96-BFC4-50CCF2425383}"/>
              </a:ext>
            </a:extLst>
          </p:cNvPr>
          <p:cNvSpPr txBox="1"/>
          <p:nvPr/>
        </p:nvSpPr>
        <p:spPr>
          <a:xfrm>
            <a:off x="1902778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3" name="TextBox 1242">
            <a:extLst>
              <a:ext uri="{FF2B5EF4-FFF2-40B4-BE49-F238E27FC236}">
                <a16:creationId xmlns:a16="http://schemas.microsoft.com/office/drawing/2014/main" id="{6F0B6DAA-C738-C2EA-F003-7E7F30243B2A}"/>
              </a:ext>
            </a:extLst>
          </p:cNvPr>
          <p:cNvSpPr txBox="1"/>
          <p:nvPr/>
        </p:nvSpPr>
        <p:spPr>
          <a:xfrm>
            <a:off x="2211493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4" name="TextBox 1243">
            <a:extLst>
              <a:ext uri="{FF2B5EF4-FFF2-40B4-BE49-F238E27FC236}">
                <a16:creationId xmlns:a16="http://schemas.microsoft.com/office/drawing/2014/main" id="{7BB2128E-82DB-D33F-1E2E-DA68FB68F9E8}"/>
              </a:ext>
            </a:extLst>
          </p:cNvPr>
          <p:cNvSpPr txBox="1"/>
          <p:nvPr/>
        </p:nvSpPr>
        <p:spPr>
          <a:xfrm>
            <a:off x="2520207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5" name="TextBox 1244">
            <a:extLst>
              <a:ext uri="{FF2B5EF4-FFF2-40B4-BE49-F238E27FC236}">
                <a16:creationId xmlns:a16="http://schemas.microsoft.com/office/drawing/2014/main" id="{644F4CCB-AAB2-C357-173E-DBB9B389FD00}"/>
              </a:ext>
            </a:extLst>
          </p:cNvPr>
          <p:cNvSpPr txBox="1"/>
          <p:nvPr/>
        </p:nvSpPr>
        <p:spPr>
          <a:xfrm>
            <a:off x="359199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46" name="직선 연결선 1245">
            <a:extLst>
              <a:ext uri="{FF2B5EF4-FFF2-40B4-BE49-F238E27FC236}">
                <a16:creationId xmlns:a16="http://schemas.microsoft.com/office/drawing/2014/main" id="{DF70AD54-2BC9-98A4-7FCD-FA48361CC4B2}"/>
              </a:ext>
            </a:extLst>
          </p:cNvPr>
          <p:cNvCxnSpPr>
            <a:cxnSpLocks/>
          </p:cNvCxnSpPr>
          <p:nvPr/>
        </p:nvCxnSpPr>
        <p:spPr>
          <a:xfrm>
            <a:off x="667915" y="1184339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7" name="TextBox 1246">
            <a:extLst>
              <a:ext uri="{FF2B5EF4-FFF2-40B4-BE49-F238E27FC236}">
                <a16:creationId xmlns:a16="http://schemas.microsoft.com/office/drawing/2014/main" id="{8BAA5DB3-38AB-D74E-FBC2-19346F181DE3}"/>
              </a:ext>
            </a:extLst>
          </p:cNvPr>
          <p:cNvSpPr txBox="1"/>
          <p:nvPr/>
        </p:nvSpPr>
        <p:spPr>
          <a:xfrm>
            <a:off x="667915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>
                <a:solidFill>
                  <a:schemeClr val="bg1">
                    <a:lumMod val="65000"/>
                  </a:schemeClr>
                </a:solidFill>
              </a:rPr>
              <a:t>29</a:t>
            </a:r>
            <a:endParaRPr lang="ko-KR" altLang="en-US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248" name="TextBox 1247">
            <a:extLst>
              <a:ext uri="{FF2B5EF4-FFF2-40B4-BE49-F238E27FC236}">
                <a16:creationId xmlns:a16="http://schemas.microsoft.com/office/drawing/2014/main" id="{9CD6A693-8C81-B607-D8D9-C99396CD24C0}"/>
              </a:ext>
            </a:extLst>
          </p:cNvPr>
          <p:cNvSpPr txBox="1"/>
          <p:nvPr/>
        </p:nvSpPr>
        <p:spPr>
          <a:xfrm>
            <a:off x="976630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249" name="TextBox 1248">
            <a:extLst>
              <a:ext uri="{FF2B5EF4-FFF2-40B4-BE49-F238E27FC236}">
                <a16:creationId xmlns:a16="http://schemas.microsoft.com/office/drawing/2014/main" id="{10902BF9-146A-8DC3-61A9-025D77818E6A}"/>
              </a:ext>
            </a:extLst>
          </p:cNvPr>
          <p:cNvSpPr txBox="1"/>
          <p:nvPr/>
        </p:nvSpPr>
        <p:spPr>
          <a:xfrm>
            <a:off x="1285345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1250" name="TextBox 1249">
            <a:extLst>
              <a:ext uri="{FF2B5EF4-FFF2-40B4-BE49-F238E27FC236}">
                <a16:creationId xmlns:a16="http://schemas.microsoft.com/office/drawing/2014/main" id="{FD696696-DD77-D46E-B4F8-0C01018A1693}"/>
              </a:ext>
            </a:extLst>
          </p:cNvPr>
          <p:cNvSpPr txBox="1"/>
          <p:nvPr/>
        </p:nvSpPr>
        <p:spPr>
          <a:xfrm>
            <a:off x="1594061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1251" name="TextBox 1250">
            <a:extLst>
              <a:ext uri="{FF2B5EF4-FFF2-40B4-BE49-F238E27FC236}">
                <a16:creationId xmlns:a16="http://schemas.microsoft.com/office/drawing/2014/main" id="{245915B2-6559-0333-A708-A998A3074EBA}"/>
              </a:ext>
            </a:extLst>
          </p:cNvPr>
          <p:cNvSpPr txBox="1"/>
          <p:nvPr/>
        </p:nvSpPr>
        <p:spPr>
          <a:xfrm>
            <a:off x="1902776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2" name="TextBox 1251">
            <a:extLst>
              <a:ext uri="{FF2B5EF4-FFF2-40B4-BE49-F238E27FC236}">
                <a16:creationId xmlns:a16="http://schemas.microsoft.com/office/drawing/2014/main" id="{7580515B-6F3D-8D7B-4C7C-7AD3684E26AE}"/>
              </a:ext>
            </a:extLst>
          </p:cNvPr>
          <p:cNvSpPr txBox="1"/>
          <p:nvPr/>
        </p:nvSpPr>
        <p:spPr>
          <a:xfrm>
            <a:off x="2211492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3" name="TextBox 1252">
            <a:extLst>
              <a:ext uri="{FF2B5EF4-FFF2-40B4-BE49-F238E27FC236}">
                <a16:creationId xmlns:a16="http://schemas.microsoft.com/office/drawing/2014/main" id="{B1A88667-4BFF-1DA5-FBC4-F14FB0E3CE06}"/>
              </a:ext>
            </a:extLst>
          </p:cNvPr>
          <p:cNvSpPr txBox="1"/>
          <p:nvPr/>
        </p:nvSpPr>
        <p:spPr>
          <a:xfrm>
            <a:off x="2520207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4" name="TextBox 1253">
            <a:extLst>
              <a:ext uri="{FF2B5EF4-FFF2-40B4-BE49-F238E27FC236}">
                <a16:creationId xmlns:a16="http://schemas.microsoft.com/office/drawing/2014/main" id="{CF458B99-9541-BC59-264E-156176FDF0A4}"/>
              </a:ext>
            </a:extLst>
          </p:cNvPr>
          <p:cNvSpPr txBox="1"/>
          <p:nvPr/>
        </p:nvSpPr>
        <p:spPr>
          <a:xfrm>
            <a:off x="359199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W01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5" name="TextBox 1254">
            <a:extLst>
              <a:ext uri="{FF2B5EF4-FFF2-40B4-BE49-F238E27FC236}">
                <a16:creationId xmlns:a16="http://schemas.microsoft.com/office/drawing/2014/main" id="{76574C3A-43FD-51A8-D4C2-F2EFD053C179}"/>
              </a:ext>
            </a:extLst>
          </p:cNvPr>
          <p:cNvSpPr txBox="1"/>
          <p:nvPr/>
        </p:nvSpPr>
        <p:spPr>
          <a:xfrm>
            <a:off x="667915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6" name="TextBox 1255">
            <a:extLst>
              <a:ext uri="{FF2B5EF4-FFF2-40B4-BE49-F238E27FC236}">
                <a16:creationId xmlns:a16="http://schemas.microsoft.com/office/drawing/2014/main" id="{437DCDB6-C31C-4A1D-CAE7-2B69E32A2424}"/>
              </a:ext>
            </a:extLst>
          </p:cNvPr>
          <p:cNvSpPr txBox="1"/>
          <p:nvPr/>
        </p:nvSpPr>
        <p:spPr>
          <a:xfrm>
            <a:off x="976630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7" name="TextBox 1256">
            <a:extLst>
              <a:ext uri="{FF2B5EF4-FFF2-40B4-BE49-F238E27FC236}">
                <a16:creationId xmlns:a16="http://schemas.microsoft.com/office/drawing/2014/main" id="{F83F0CB1-E943-2016-FDDF-57862A736EDD}"/>
              </a:ext>
            </a:extLst>
          </p:cNvPr>
          <p:cNvSpPr txBox="1"/>
          <p:nvPr/>
        </p:nvSpPr>
        <p:spPr>
          <a:xfrm>
            <a:off x="1285345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8" name="TextBox 1257">
            <a:extLst>
              <a:ext uri="{FF2B5EF4-FFF2-40B4-BE49-F238E27FC236}">
                <a16:creationId xmlns:a16="http://schemas.microsoft.com/office/drawing/2014/main" id="{18492A5A-CDA1-E989-2468-64AFD21124D4}"/>
              </a:ext>
            </a:extLst>
          </p:cNvPr>
          <p:cNvSpPr txBox="1"/>
          <p:nvPr/>
        </p:nvSpPr>
        <p:spPr>
          <a:xfrm>
            <a:off x="1594061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9" name="TextBox 1258">
            <a:extLst>
              <a:ext uri="{FF2B5EF4-FFF2-40B4-BE49-F238E27FC236}">
                <a16:creationId xmlns:a16="http://schemas.microsoft.com/office/drawing/2014/main" id="{80D354FA-F5D8-79BF-8DBE-4D1DC9F0D6AA}"/>
              </a:ext>
            </a:extLst>
          </p:cNvPr>
          <p:cNvSpPr txBox="1"/>
          <p:nvPr/>
        </p:nvSpPr>
        <p:spPr>
          <a:xfrm>
            <a:off x="1902776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0" name="TextBox 1259">
            <a:extLst>
              <a:ext uri="{FF2B5EF4-FFF2-40B4-BE49-F238E27FC236}">
                <a16:creationId xmlns:a16="http://schemas.microsoft.com/office/drawing/2014/main" id="{52067495-5A2A-ED7B-FCB5-28B48E79EAB3}"/>
              </a:ext>
            </a:extLst>
          </p:cNvPr>
          <p:cNvSpPr txBox="1"/>
          <p:nvPr/>
        </p:nvSpPr>
        <p:spPr>
          <a:xfrm>
            <a:off x="2211492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1" name="TextBox 1260">
            <a:extLst>
              <a:ext uri="{FF2B5EF4-FFF2-40B4-BE49-F238E27FC236}">
                <a16:creationId xmlns:a16="http://schemas.microsoft.com/office/drawing/2014/main" id="{DC183504-DA56-B3FA-FB2A-BF4448541C1B}"/>
              </a:ext>
            </a:extLst>
          </p:cNvPr>
          <p:cNvSpPr txBox="1"/>
          <p:nvPr/>
        </p:nvSpPr>
        <p:spPr>
          <a:xfrm>
            <a:off x="2520207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2" name="TextBox 1261">
            <a:extLst>
              <a:ext uri="{FF2B5EF4-FFF2-40B4-BE49-F238E27FC236}">
                <a16:creationId xmlns:a16="http://schemas.microsoft.com/office/drawing/2014/main" id="{7EA4C00C-9A2B-0C93-BD28-2542FB12172A}"/>
              </a:ext>
            </a:extLst>
          </p:cNvPr>
          <p:cNvSpPr txBox="1"/>
          <p:nvPr/>
        </p:nvSpPr>
        <p:spPr>
          <a:xfrm>
            <a:off x="359199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W02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3" name="TextBox 1262">
            <a:extLst>
              <a:ext uri="{FF2B5EF4-FFF2-40B4-BE49-F238E27FC236}">
                <a16:creationId xmlns:a16="http://schemas.microsoft.com/office/drawing/2014/main" id="{CD7F5986-5781-8BD6-1243-275AC26C80D6}"/>
              </a:ext>
            </a:extLst>
          </p:cNvPr>
          <p:cNvSpPr txBox="1"/>
          <p:nvPr/>
        </p:nvSpPr>
        <p:spPr>
          <a:xfrm>
            <a:off x="667915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4" name="TextBox 1263">
            <a:extLst>
              <a:ext uri="{FF2B5EF4-FFF2-40B4-BE49-F238E27FC236}">
                <a16:creationId xmlns:a16="http://schemas.microsoft.com/office/drawing/2014/main" id="{93B1500F-E8BB-9EB0-8468-69BF15592DE2}"/>
              </a:ext>
            </a:extLst>
          </p:cNvPr>
          <p:cNvSpPr txBox="1"/>
          <p:nvPr/>
        </p:nvSpPr>
        <p:spPr>
          <a:xfrm>
            <a:off x="976630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5" name="TextBox 1264">
            <a:extLst>
              <a:ext uri="{FF2B5EF4-FFF2-40B4-BE49-F238E27FC236}">
                <a16:creationId xmlns:a16="http://schemas.microsoft.com/office/drawing/2014/main" id="{58A3B1D1-1599-8BC9-674B-F1DC7E5901F0}"/>
              </a:ext>
            </a:extLst>
          </p:cNvPr>
          <p:cNvSpPr txBox="1"/>
          <p:nvPr/>
        </p:nvSpPr>
        <p:spPr>
          <a:xfrm>
            <a:off x="1285345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6" name="TextBox 1265">
            <a:extLst>
              <a:ext uri="{FF2B5EF4-FFF2-40B4-BE49-F238E27FC236}">
                <a16:creationId xmlns:a16="http://schemas.microsoft.com/office/drawing/2014/main" id="{46ED1007-9251-79B7-6B66-63F524DA84EC}"/>
              </a:ext>
            </a:extLst>
          </p:cNvPr>
          <p:cNvSpPr txBox="1"/>
          <p:nvPr/>
        </p:nvSpPr>
        <p:spPr>
          <a:xfrm>
            <a:off x="1594061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7" name="TextBox 1266">
            <a:extLst>
              <a:ext uri="{FF2B5EF4-FFF2-40B4-BE49-F238E27FC236}">
                <a16:creationId xmlns:a16="http://schemas.microsoft.com/office/drawing/2014/main" id="{868B2121-138A-331B-C511-FAB847850F02}"/>
              </a:ext>
            </a:extLst>
          </p:cNvPr>
          <p:cNvSpPr txBox="1"/>
          <p:nvPr/>
        </p:nvSpPr>
        <p:spPr>
          <a:xfrm>
            <a:off x="1902776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8" name="TextBox 1267">
            <a:extLst>
              <a:ext uri="{FF2B5EF4-FFF2-40B4-BE49-F238E27FC236}">
                <a16:creationId xmlns:a16="http://schemas.microsoft.com/office/drawing/2014/main" id="{A04A443A-F990-9ACF-8F00-ADED9DED02FF}"/>
              </a:ext>
            </a:extLst>
          </p:cNvPr>
          <p:cNvSpPr txBox="1"/>
          <p:nvPr/>
        </p:nvSpPr>
        <p:spPr>
          <a:xfrm>
            <a:off x="2211492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9" name="TextBox 1268">
            <a:extLst>
              <a:ext uri="{FF2B5EF4-FFF2-40B4-BE49-F238E27FC236}">
                <a16:creationId xmlns:a16="http://schemas.microsoft.com/office/drawing/2014/main" id="{FD57FDFA-6C5A-DDF3-AAC0-049D72F4DC54}"/>
              </a:ext>
            </a:extLst>
          </p:cNvPr>
          <p:cNvSpPr txBox="1"/>
          <p:nvPr/>
        </p:nvSpPr>
        <p:spPr>
          <a:xfrm>
            <a:off x="2520207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0" name="TextBox 1269">
            <a:extLst>
              <a:ext uri="{FF2B5EF4-FFF2-40B4-BE49-F238E27FC236}">
                <a16:creationId xmlns:a16="http://schemas.microsoft.com/office/drawing/2014/main" id="{8A7C4B5F-762A-04F9-CC94-36EEC24677A1}"/>
              </a:ext>
            </a:extLst>
          </p:cNvPr>
          <p:cNvSpPr txBox="1"/>
          <p:nvPr/>
        </p:nvSpPr>
        <p:spPr>
          <a:xfrm>
            <a:off x="359199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W03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1" name="TextBox 1270">
            <a:extLst>
              <a:ext uri="{FF2B5EF4-FFF2-40B4-BE49-F238E27FC236}">
                <a16:creationId xmlns:a16="http://schemas.microsoft.com/office/drawing/2014/main" id="{EE6F677A-8E9D-C7E5-659B-17EBDB0DB3CB}"/>
              </a:ext>
            </a:extLst>
          </p:cNvPr>
          <p:cNvSpPr txBox="1"/>
          <p:nvPr/>
        </p:nvSpPr>
        <p:spPr>
          <a:xfrm>
            <a:off x="667915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2" name="TextBox 1271">
            <a:extLst>
              <a:ext uri="{FF2B5EF4-FFF2-40B4-BE49-F238E27FC236}">
                <a16:creationId xmlns:a16="http://schemas.microsoft.com/office/drawing/2014/main" id="{444534A5-9177-1DF2-C62A-F827FAA663D4}"/>
              </a:ext>
            </a:extLst>
          </p:cNvPr>
          <p:cNvSpPr txBox="1"/>
          <p:nvPr/>
        </p:nvSpPr>
        <p:spPr>
          <a:xfrm>
            <a:off x="976630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3" name="TextBox 1272">
            <a:extLst>
              <a:ext uri="{FF2B5EF4-FFF2-40B4-BE49-F238E27FC236}">
                <a16:creationId xmlns:a16="http://schemas.microsoft.com/office/drawing/2014/main" id="{CCF4080C-D334-B0CA-D9CB-11DBA3C2F4CC}"/>
              </a:ext>
            </a:extLst>
          </p:cNvPr>
          <p:cNvSpPr txBox="1"/>
          <p:nvPr/>
        </p:nvSpPr>
        <p:spPr>
          <a:xfrm>
            <a:off x="1285345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4" name="TextBox 1273">
            <a:extLst>
              <a:ext uri="{FF2B5EF4-FFF2-40B4-BE49-F238E27FC236}">
                <a16:creationId xmlns:a16="http://schemas.microsoft.com/office/drawing/2014/main" id="{E0E0413D-CEE9-BC1D-8B8F-EB6F012EBA38}"/>
              </a:ext>
            </a:extLst>
          </p:cNvPr>
          <p:cNvSpPr txBox="1"/>
          <p:nvPr/>
        </p:nvSpPr>
        <p:spPr>
          <a:xfrm>
            <a:off x="1594061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5" name="TextBox 1274">
            <a:extLst>
              <a:ext uri="{FF2B5EF4-FFF2-40B4-BE49-F238E27FC236}">
                <a16:creationId xmlns:a16="http://schemas.microsoft.com/office/drawing/2014/main" id="{B285475E-38D5-C7B2-04DF-59D907B7402C}"/>
              </a:ext>
            </a:extLst>
          </p:cNvPr>
          <p:cNvSpPr txBox="1"/>
          <p:nvPr/>
        </p:nvSpPr>
        <p:spPr>
          <a:xfrm>
            <a:off x="1902776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6" name="TextBox 1275">
            <a:extLst>
              <a:ext uri="{FF2B5EF4-FFF2-40B4-BE49-F238E27FC236}">
                <a16:creationId xmlns:a16="http://schemas.microsoft.com/office/drawing/2014/main" id="{1CA80AEF-BD85-B458-C408-17D97F02E2EF}"/>
              </a:ext>
            </a:extLst>
          </p:cNvPr>
          <p:cNvSpPr txBox="1"/>
          <p:nvPr/>
        </p:nvSpPr>
        <p:spPr>
          <a:xfrm>
            <a:off x="2211492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7" name="TextBox 1276">
            <a:extLst>
              <a:ext uri="{FF2B5EF4-FFF2-40B4-BE49-F238E27FC236}">
                <a16:creationId xmlns:a16="http://schemas.microsoft.com/office/drawing/2014/main" id="{34FE08B9-9FBB-1600-51D3-E01BBC3715C4}"/>
              </a:ext>
            </a:extLst>
          </p:cNvPr>
          <p:cNvSpPr txBox="1"/>
          <p:nvPr/>
        </p:nvSpPr>
        <p:spPr>
          <a:xfrm>
            <a:off x="2520207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8" name="TextBox 1277">
            <a:extLst>
              <a:ext uri="{FF2B5EF4-FFF2-40B4-BE49-F238E27FC236}">
                <a16:creationId xmlns:a16="http://schemas.microsoft.com/office/drawing/2014/main" id="{78F1B774-BC3B-5161-1E27-4B294CCF78A2}"/>
              </a:ext>
            </a:extLst>
          </p:cNvPr>
          <p:cNvSpPr txBox="1"/>
          <p:nvPr/>
        </p:nvSpPr>
        <p:spPr>
          <a:xfrm>
            <a:off x="359199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9" name="TextBox 1278">
            <a:extLst>
              <a:ext uri="{FF2B5EF4-FFF2-40B4-BE49-F238E27FC236}">
                <a16:creationId xmlns:a16="http://schemas.microsoft.com/office/drawing/2014/main" id="{22BCED04-1871-57CE-9933-0575722DB57D}"/>
              </a:ext>
            </a:extLst>
          </p:cNvPr>
          <p:cNvSpPr txBox="1"/>
          <p:nvPr/>
        </p:nvSpPr>
        <p:spPr>
          <a:xfrm>
            <a:off x="667915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26</a:t>
            </a:r>
            <a:endParaRPr lang="ko-KR" altLang="en-US" dirty="0"/>
          </a:p>
        </p:txBody>
      </p:sp>
      <p:sp>
        <p:nvSpPr>
          <p:cNvPr id="1280" name="TextBox 1279">
            <a:extLst>
              <a:ext uri="{FF2B5EF4-FFF2-40B4-BE49-F238E27FC236}">
                <a16:creationId xmlns:a16="http://schemas.microsoft.com/office/drawing/2014/main" id="{2FEC5AA4-7808-D1EE-C1AC-A4B5A3DC7B88}"/>
              </a:ext>
            </a:extLst>
          </p:cNvPr>
          <p:cNvSpPr txBox="1"/>
          <p:nvPr/>
        </p:nvSpPr>
        <p:spPr>
          <a:xfrm>
            <a:off x="976630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27</a:t>
            </a:r>
            <a:endParaRPr lang="ko-KR" altLang="en-US" dirty="0"/>
          </a:p>
        </p:txBody>
      </p:sp>
      <p:sp>
        <p:nvSpPr>
          <p:cNvPr id="1281" name="TextBox 1280">
            <a:extLst>
              <a:ext uri="{FF2B5EF4-FFF2-40B4-BE49-F238E27FC236}">
                <a16:creationId xmlns:a16="http://schemas.microsoft.com/office/drawing/2014/main" id="{BFA065E9-7AD4-1FBB-DCF3-70E6937B75F5}"/>
              </a:ext>
            </a:extLst>
          </p:cNvPr>
          <p:cNvSpPr txBox="1"/>
          <p:nvPr/>
        </p:nvSpPr>
        <p:spPr>
          <a:xfrm>
            <a:off x="1285345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1282" name="TextBox 1281">
            <a:extLst>
              <a:ext uri="{FF2B5EF4-FFF2-40B4-BE49-F238E27FC236}">
                <a16:creationId xmlns:a16="http://schemas.microsoft.com/office/drawing/2014/main" id="{F6E7AD02-A6A2-DEAE-A8B8-3719F00FA8F2}"/>
              </a:ext>
            </a:extLst>
          </p:cNvPr>
          <p:cNvSpPr txBox="1"/>
          <p:nvPr/>
        </p:nvSpPr>
        <p:spPr>
          <a:xfrm>
            <a:off x="1594061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1283" name="TextBox 1282">
            <a:extLst>
              <a:ext uri="{FF2B5EF4-FFF2-40B4-BE49-F238E27FC236}">
                <a16:creationId xmlns:a16="http://schemas.microsoft.com/office/drawing/2014/main" id="{A829FB22-3161-E623-9765-9138B24A4579}"/>
              </a:ext>
            </a:extLst>
          </p:cNvPr>
          <p:cNvSpPr txBox="1"/>
          <p:nvPr/>
        </p:nvSpPr>
        <p:spPr>
          <a:xfrm>
            <a:off x="1902776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284" name="TextBox 1283">
            <a:extLst>
              <a:ext uri="{FF2B5EF4-FFF2-40B4-BE49-F238E27FC236}">
                <a16:creationId xmlns:a16="http://schemas.microsoft.com/office/drawing/2014/main" id="{AE5FAA13-8B23-A673-05E3-BD9E200DE7FE}"/>
              </a:ext>
            </a:extLst>
          </p:cNvPr>
          <p:cNvSpPr txBox="1"/>
          <p:nvPr/>
        </p:nvSpPr>
        <p:spPr>
          <a:xfrm>
            <a:off x="2211492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1285" name="TextBox 1284">
            <a:extLst>
              <a:ext uri="{FF2B5EF4-FFF2-40B4-BE49-F238E27FC236}">
                <a16:creationId xmlns:a16="http://schemas.microsoft.com/office/drawing/2014/main" id="{8D50F81D-01E4-6808-897B-ACEB052326A1}"/>
              </a:ext>
            </a:extLst>
          </p:cNvPr>
          <p:cNvSpPr txBox="1"/>
          <p:nvPr/>
        </p:nvSpPr>
        <p:spPr>
          <a:xfrm>
            <a:off x="2520207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286" name="TextBox 1285">
            <a:extLst>
              <a:ext uri="{FF2B5EF4-FFF2-40B4-BE49-F238E27FC236}">
                <a16:creationId xmlns:a16="http://schemas.microsoft.com/office/drawing/2014/main" id="{70DE7740-41EC-0D6A-DDB2-0B334560C6C0}"/>
              </a:ext>
            </a:extLst>
          </p:cNvPr>
          <p:cNvSpPr txBox="1"/>
          <p:nvPr/>
        </p:nvSpPr>
        <p:spPr>
          <a:xfrm>
            <a:off x="359199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W05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7" name="TextBox 1286">
            <a:extLst>
              <a:ext uri="{FF2B5EF4-FFF2-40B4-BE49-F238E27FC236}">
                <a16:creationId xmlns:a16="http://schemas.microsoft.com/office/drawing/2014/main" id="{8A41C3DD-72B5-2C1E-EF6A-90A0A8A9F03B}"/>
              </a:ext>
            </a:extLst>
          </p:cNvPr>
          <p:cNvSpPr txBox="1"/>
          <p:nvPr/>
        </p:nvSpPr>
        <p:spPr>
          <a:xfrm>
            <a:off x="667915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288" name="TextBox 1287">
            <a:extLst>
              <a:ext uri="{FF2B5EF4-FFF2-40B4-BE49-F238E27FC236}">
                <a16:creationId xmlns:a16="http://schemas.microsoft.com/office/drawing/2014/main" id="{4017C999-693C-0116-FA38-8DF08CA970F2}"/>
              </a:ext>
            </a:extLst>
          </p:cNvPr>
          <p:cNvSpPr txBox="1"/>
          <p:nvPr/>
        </p:nvSpPr>
        <p:spPr>
          <a:xfrm>
            <a:off x="976630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289" name="TextBox 1288">
            <a:extLst>
              <a:ext uri="{FF2B5EF4-FFF2-40B4-BE49-F238E27FC236}">
                <a16:creationId xmlns:a16="http://schemas.microsoft.com/office/drawing/2014/main" id="{EF9CB845-06CF-1719-392C-AFE47E77D04D}"/>
              </a:ext>
            </a:extLst>
          </p:cNvPr>
          <p:cNvSpPr txBox="1"/>
          <p:nvPr/>
        </p:nvSpPr>
        <p:spPr>
          <a:xfrm>
            <a:off x="1285345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0" name="TextBox 1289">
            <a:extLst>
              <a:ext uri="{FF2B5EF4-FFF2-40B4-BE49-F238E27FC236}">
                <a16:creationId xmlns:a16="http://schemas.microsoft.com/office/drawing/2014/main" id="{96B440AD-96CC-6B9C-5042-C1928D6DADCF}"/>
              </a:ext>
            </a:extLst>
          </p:cNvPr>
          <p:cNvSpPr txBox="1"/>
          <p:nvPr/>
        </p:nvSpPr>
        <p:spPr>
          <a:xfrm>
            <a:off x="1594061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1" name="TextBox 1290">
            <a:extLst>
              <a:ext uri="{FF2B5EF4-FFF2-40B4-BE49-F238E27FC236}">
                <a16:creationId xmlns:a16="http://schemas.microsoft.com/office/drawing/2014/main" id="{F92D03F7-D9E2-CD9C-3C70-523C72CBAC83}"/>
              </a:ext>
            </a:extLst>
          </p:cNvPr>
          <p:cNvSpPr txBox="1"/>
          <p:nvPr/>
        </p:nvSpPr>
        <p:spPr>
          <a:xfrm>
            <a:off x="1902776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2" name="TextBox 1291">
            <a:extLst>
              <a:ext uri="{FF2B5EF4-FFF2-40B4-BE49-F238E27FC236}">
                <a16:creationId xmlns:a16="http://schemas.microsoft.com/office/drawing/2014/main" id="{86163940-92CD-AF2B-08BE-F5E205321542}"/>
              </a:ext>
            </a:extLst>
          </p:cNvPr>
          <p:cNvSpPr txBox="1"/>
          <p:nvPr/>
        </p:nvSpPr>
        <p:spPr>
          <a:xfrm>
            <a:off x="2211492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3" name="TextBox 1292">
            <a:extLst>
              <a:ext uri="{FF2B5EF4-FFF2-40B4-BE49-F238E27FC236}">
                <a16:creationId xmlns:a16="http://schemas.microsoft.com/office/drawing/2014/main" id="{C5180A60-20AF-EF7F-E26C-66C9383ADA0E}"/>
              </a:ext>
            </a:extLst>
          </p:cNvPr>
          <p:cNvSpPr txBox="1"/>
          <p:nvPr/>
        </p:nvSpPr>
        <p:spPr>
          <a:xfrm>
            <a:off x="2520207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4" name="TextBox 1293">
            <a:extLst>
              <a:ext uri="{FF2B5EF4-FFF2-40B4-BE49-F238E27FC236}">
                <a16:creationId xmlns:a16="http://schemas.microsoft.com/office/drawing/2014/main" id="{FF52AD1D-F02C-1265-A24A-AD3BF04D4EAF}"/>
              </a:ext>
            </a:extLst>
          </p:cNvPr>
          <p:cNvSpPr txBox="1"/>
          <p:nvPr/>
        </p:nvSpPr>
        <p:spPr>
          <a:xfrm>
            <a:off x="-312149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W06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직사각형 823">
            <a:hlinkClick r:id="rId29" action="ppaction://hlinksldjump"/>
            <a:extLst>
              <a:ext uri="{FF2B5EF4-FFF2-40B4-BE49-F238E27FC236}">
                <a16:creationId xmlns:a16="http://schemas.microsoft.com/office/drawing/2014/main" id="{13123CB8-9810-ACC6-9FE5-80CD970451D0}"/>
              </a:ext>
            </a:extLst>
          </p:cNvPr>
          <p:cNvSpPr/>
          <p:nvPr/>
        </p:nvSpPr>
        <p:spPr>
          <a:xfrm>
            <a:off x="3516286" y="4593158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October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5" name="TextBox 824">
            <a:extLst>
              <a:ext uri="{FF2B5EF4-FFF2-40B4-BE49-F238E27FC236}">
                <a16:creationId xmlns:a16="http://schemas.microsoft.com/office/drawing/2014/main" id="{C7B640CA-F46A-00D8-B3E2-E2DB0B3CD3D6}"/>
              </a:ext>
            </a:extLst>
          </p:cNvPr>
          <p:cNvSpPr txBox="1"/>
          <p:nvPr/>
        </p:nvSpPr>
        <p:spPr>
          <a:xfrm>
            <a:off x="3516286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6" name="TextBox 825">
            <a:extLst>
              <a:ext uri="{FF2B5EF4-FFF2-40B4-BE49-F238E27FC236}">
                <a16:creationId xmlns:a16="http://schemas.microsoft.com/office/drawing/2014/main" id="{01D97940-374A-CC79-D8D4-825BB0A56BA9}"/>
              </a:ext>
            </a:extLst>
          </p:cNvPr>
          <p:cNvSpPr txBox="1"/>
          <p:nvPr/>
        </p:nvSpPr>
        <p:spPr>
          <a:xfrm>
            <a:off x="3825001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TextBox 826">
            <a:extLst>
              <a:ext uri="{FF2B5EF4-FFF2-40B4-BE49-F238E27FC236}">
                <a16:creationId xmlns:a16="http://schemas.microsoft.com/office/drawing/2014/main" id="{22988527-AD4E-EA3E-4B0C-DC6662313EBA}"/>
              </a:ext>
            </a:extLst>
          </p:cNvPr>
          <p:cNvSpPr txBox="1"/>
          <p:nvPr/>
        </p:nvSpPr>
        <p:spPr>
          <a:xfrm>
            <a:off x="4133717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8" name="TextBox 827">
            <a:extLst>
              <a:ext uri="{FF2B5EF4-FFF2-40B4-BE49-F238E27FC236}">
                <a16:creationId xmlns:a16="http://schemas.microsoft.com/office/drawing/2014/main" id="{8D04F5D4-90DE-C575-976B-969EC1041756}"/>
              </a:ext>
            </a:extLst>
          </p:cNvPr>
          <p:cNvSpPr txBox="1"/>
          <p:nvPr/>
        </p:nvSpPr>
        <p:spPr>
          <a:xfrm>
            <a:off x="4442433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9" name="TextBox 828">
            <a:extLst>
              <a:ext uri="{FF2B5EF4-FFF2-40B4-BE49-F238E27FC236}">
                <a16:creationId xmlns:a16="http://schemas.microsoft.com/office/drawing/2014/main" id="{CA0F4199-3749-E5F9-12B3-BF65BBF0E811}"/>
              </a:ext>
            </a:extLst>
          </p:cNvPr>
          <p:cNvSpPr txBox="1"/>
          <p:nvPr/>
        </p:nvSpPr>
        <p:spPr>
          <a:xfrm>
            <a:off x="4751149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0" name="TextBox 829">
            <a:extLst>
              <a:ext uri="{FF2B5EF4-FFF2-40B4-BE49-F238E27FC236}">
                <a16:creationId xmlns:a16="http://schemas.microsoft.com/office/drawing/2014/main" id="{7B0B6DB2-4130-49E2-895D-FBA4A6D9DE6C}"/>
              </a:ext>
            </a:extLst>
          </p:cNvPr>
          <p:cNvSpPr txBox="1"/>
          <p:nvPr/>
        </p:nvSpPr>
        <p:spPr>
          <a:xfrm>
            <a:off x="5059864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1" name="TextBox 830">
            <a:extLst>
              <a:ext uri="{FF2B5EF4-FFF2-40B4-BE49-F238E27FC236}">
                <a16:creationId xmlns:a16="http://schemas.microsoft.com/office/drawing/2014/main" id="{EDC24A9D-E81D-7E55-ECDB-FB7B64879F51}"/>
              </a:ext>
            </a:extLst>
          </p:cNvPr>
          <p:cNvSpPr txBox="1"/>
          <p:nvPr/>
        </p:nvSpPr>
        <p:spPr>
          <a:xfrm>
            <a:off x="5368578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TextBox 831">
            <a:extLst>
              <a:ext uri="{FF2B5EF4-FFF2-40B4-BE49-F238E27FC236}">
                <a16:creationId xmlns:a16="http://schemas.microsoft.com/office/drawing/2014/main" id="{D5423674-7BAE-1FC9-B807-46671CBB1ACE}"/>
              </a:ext>
            </a:extLst>
          </p:cNvPr>
          <p:cNvSpPr txBox="1"/>
          <p:nvPr/>
        </p:nvSpPr>
        <p:spPr>
          <a:xfrm>
            <a:off x="3207570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10EC112A-8DB9-8BEF-FEF5-5F29D4666034}"/>
              </a:ext>
            </a:extLst>
          </p:cNvPr>
          <p:cNvCxnSpPr>
            <a:cxnSpLocks/>
          </p:cNvCxnSpPr>
          <p:nvPr/>
        </p:nvCxnSpPr>
        <p:spPr>
          <a:xfrm>
            <a:off x="3516286" y="5012793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4" name="TextBox 833">
            <a:extLst>
              <a:ext uri="{FF2B5EF4-FFF2-40B4-BE49-F238E27FC236}">
                <a16:creationId xmlns:a16="http://schemas.microsoft.com/office/drawing/2014/main" id="{B1F96372-6365-EBDC-24FF-FD66CA01B3CC}"/>
              </a:ext>
            </a:extLst>
          </p:cNvPr>
          <p:cNvSpPr txBox="1"/>
          <p:nvPr/>
        </p:nvSpPr>
        <p:spPr>
          <a:xfrm>
            <a:off x="3516286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35" name="TextBox 834">
            <a:extLst>
              <a:ext uri="{FF2B5EF4-FFF2-40B4-BE49-F238E27FC236}">
                <a16:creationId xmlns:a16="http://schemas.microsoft.com/office/drawing/2014/main" id="{7AEC25FF-4467-155A-9FD4-F7190950DB30}"/>
              </a:ext>
            </a:extLst>
          </p:cNvPr>
          <p:cNvSpPr txBox="1"/>
          <p:nvPr/>
        </p:nvSpPr>
        <p:spPr>
          <a:xfrm>
            <a:off x="3825001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36" name="TextBox 835">
            <a:extLst>
              <a:ext uri="{FF2B5EF4-FFF2-40B4-BE49-F238E27FC236}">
                <a16:creationId xmlns:a16="http://schemas.microsoft.com/office/drawing/2014/main" id="{ACC6E343-0A21-FD87-52D0-6672D6054714}"/>
              </a:ext>
            </a:extLst>
          </p:cNvPr>
          <p:cNvSpPr txBox="1"/>
          <p:nvPr/>
        </p:nvSpPr>
        <p:spPr>
          <a:xfrm>
            <a:off x="4133716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52216C3B-21A3-8AC5-D8E6-796CE7BE50DF}"/>
              </a:ext>
            </a:extLst>
          </p:cNvPr>
          <p:cNvSpPr txBox="1"/>
          <p:nvPr/>
        </p:nvSpPr>
        <p:spPr>
          <a:xfrm>
            <a:off x="4442432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b="1" dirty="0"/>
              <a:t>01</a:t>
            </a:r>
            <a:endParaRPr lang="ko-KR" altLang="en-US" b="1" dirty="0"/>
          </a:p>
        </p:txBody>
      </p:sp>
      <p:sp>
        <p:nvSpPr>
          <p:cNvPr id="838" name="TextBox 837">
            <a:extLst>
              <a:ext uri="{FF2B5EF4-FFF2-40B4-BE49-F238E27FC236}">
                <a16:creationId xmlns:a16="http://schemas.microsoft.com/office/drawing/2014/main" id="{4512DD85-243D-E481-9CAB-149351C45DC6}"/>
              </a:ext>
            </a:extLst>
          </p:cNvPr>
          <p:cNvSpPr txBox="1"/>
          <p:nvPr/>
        </p:nvSpPr>
        <p:spPr>
          <a:xfrm>
            <a:off x="4751147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839" name="TextBox 838">
            <a:extLst>
              <a:ext uri="{FF2B5EF4-FFF2-40B4-BE49-F238E27FC236}">
                <a16:creationId xmlns:a16="http://schemas.microsoft.com/office/drawing/2014/main" id="{742C1CC0-A1BC-6747-7A73-65FF6BE60658}"/>
              </a:ext>
            </a:extLst>
          </p:cNvPr>
          <p:cNvSpPr txBox="1"/>
          <p:nvPr/>
        </p:nvSpPr>
        <p:spPr>
          <a:xfrm>
            <a:off x="5059863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03</a:t>
            </a:r>
            <a:endParaRPr lang="ko-KR" altLang="en-US" dirty="0"/>
          </a:p>
        </p:txBody>
      </p:sp>
      <p:sp>
        <p:nvSpPr>
          <p:cNvPr id="840" name="TextBox 839">
            <a:extLst>
              <a:ext uri="{FF2B5EF4-FFF2-40B4-BE49-F238E27FC236}">
                <a16:creationId xmlns:a16="http://schemas.microsoft.com/office/drawing/2014/main" id="{E8CC6E79-23F6-9D1D-B042-BDE9561B48EC}"/>
              </a:ext>
            </a:extLst>
          </p:cNvPr>
          <p:cNvSpPr txBox="1"/>
          <p:nvPr/>
        </p:nvSpPr>
        <p:spPr>
          <a:xfrm>
            <a:off x="5368578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TextBox 840">
            <a:extLst>
              <a:ext uri="{FF2B5EF4-FFF2-40B4-BE49-F238E27FC236}">
                <a16:creationId xmlns:a16="http://schemas.microsoft.com/office/drawing/2014/main" id="{1292C7C7-8353-D383-0A3D-73C21FF40BD7}"/>
              </a:ext>
            </a:extLst>
          </p:cNvPr>
          <p:cNvSpPr txBox="1"/>
          <p:nvPr/>
        </p:nvSpPr>
        <p:spPr>
          <a:xfrm>
            <a:off x="3207570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TextBox 841">
            <a:extLst>
              <a:ext uri="{FF2B5EF4-FFF2-40B4-BE49-F238E27FC236}">
                <a16:creationId xmlns:a16="http://schemas.microsoft.com/office/drawing/2014/main" id="{643BA019-6F69-E66C-8A03-674020E64E52}"/>
              </a:ext>
            </a:extLst>
          </p:cNvPr>
          <p:cNvSpPr txBox="1"/>
          <p:nvPr/>
        </p:nvSpPr>
        <p:spPr>
          <a:xfrm>
            <a:off x="3516286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843" name="TextBox 842">
            <a:extLst>
              <a:ext uri="{FF2B5EF4-FFF2-40B4-BE49-F238E27FC236}">
                <a16:creationId xmlns:a16="http://schemas.microsoft.com/office/drawing/2014/main" id="{CD1BF1A6-1C82-F764-1DE9-EA0039BA05C5}"/>
              </a:ext>
            </a:extLst>
          </p:cNvPr>
          <p:cNvSpPr txBox="1"/>
          <p:nvPr/>
        </p:nvSpPr>
        <p:spPr>
          <a:xfrm>
            <a:off x="3825001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06</a:t>
            </a:r>
            <a:endParaRPr lang="ko-KR" altLang="en-US" dirty="0"/>
          </a:p>
        </p:txBody>
      </p:sp>
      <p:sp>
        <p:nvSpPr>
          <p:cNvPr id="844" name="TextBox 843">
            <a:extLst>
              <a:ext uri="{FF2B5EF4-FFF2-40B4-BE49-F238E27FC236}">
                <a16:creationId xmlns:a16="http://schemas.microsoft.com/office/drawing/2014/main" id="{A7BBACA8-74E7-825F-3FFB-7B0388D181C4}"/>
              </a:ext>
            </a:extLst>
          </p:cNvPr>
          <p:cNvSpPr txBox="1"/>
          <p:nvPr/>
        </p:nvSpPr>
        <p:spPr>
          <a:xfrm>
            <a:off x="4133716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07</a:t>
            </a:r>
            <a:endParaRPr lang="ko-KR" altLang="en-US" dirty="0"/>
          </a:p>
        </p:txBody>
      </p:sp>
      <p:sp>
        <p:nvSpPr>
          <p:cNvPr id="845" name="TextBox 844">
            <a:extLst>
              <a:ext uri="{FF2B5EF4-FFF2-40B4-BE49-F238E27FC236}">
                <a16:creationId xmlns:a16="http://schemas.microsoft.com/office/drawing/2014/main" id="{C5779ACC-91B1-432A-DDA4-2667A490D255}"/>
              </a:ext>
            </a:extLst>
          </p:cNvPr>
          <p:cNvSpPr txBox="1"/>
          <p:nvPr/>
        </p:nvSpPr>
        <p:spPr>
          <a:xfrm>
            <a:off x="4442432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08</a:t>
            </a:r>
            <a:endParaRPr lang="ko-KR" altLang="en-US" dirty="0"/>
          </a:p>
        </p:txBody>
      </p:sp>
      <p:sp>
        <p:nvSpPr>
          <p:cNvPr id="846" name="TextBox 845">
            <a:extLst>
              <a:ext uri="{FF2B5EF4-FFF2-40B4-BE49-F238E27FC236}">
                <a16:creationId xmlns:a16="http://schemas.microsoft.com/office/drawing/2014/main" id="{06AED660-B0BA-092C-F58D-FC64823CD2C9}"/>
              </a:ext>
            </a:extLst>
          </p:cNvPr>
          <p:cNvSpPr txBox="1"/>
          <p:nvPr/>
        </p:nvSpPr>
        <p:spPr>
          <a:xfrm>
            <a:off x="4751147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09</a:t>
            </a:r>
            <a:endParaRPr lang="ko-KR" altLang="en-US" dirty="0"/>
          </a:p>
        </p:txBody>
      </p:sp>
      <p:sp>
        <p:nvSpPr>
          <p:cNvPr id="847" name="TextBox 846">
            <a:extLst>
              <a:ext uri="{FF2B5EF4-FFF2-40B4-BE49-F238E27FC236}">
                <a16:creationId xmlns:a16="http://schemas.microsoft.com/office/drawing/2014/main" id="{C5424EA6-0F50-C321-C9B5-DFBB8FCF089A}"/>
              </a:ext>
            </a:extLst>
          </p:cNvPr>
          <p:cNvSpPr txBox="1"/>
          <p:nvPr/>
        </p:nvSpPr>
        <p:spPr>
          <a:xfrm>
            <a:off x="5059863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8" name="TextBox 847">
            <a:extLst>
              <a:ext uri="{FF2B5EF4-FFF2-40B4-BE49-F238E27FC236}">
                <a16:creationId xmlns:a16="http://schemas.microsoft.com/office/drawing/2014/main" id="{A4E51317-5441-DFFF-AE5F-743241D7EAC4}"/>
              </a:ext>
            </a:extLst>
          </p:cNvPr>
          <p:cNvSpPr txBox="1"/>
          <p:nvPr/>
        </p:nvSpPr>
        <p:spPr>
          <a:xfrm>
            <a:off x="5368578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9" name="TextBox 848">
            <a:extLst>
              <a:ext uri="{FF2B5EF4-FFF2-40B4-BE49-F238E27FC236}">
                <a16:creationId xmlns:a16="http://schemas.microsoft.com/office/drawing/2014/main" id="{2506BD64-BE0D-05D3-BD17-3BF0A34856DA}"/>
              </a:ext>
            </a:extLst>
          </p:cNvPr>
          <p:cNvSpPr txBox="1"/>
          <p:nvPr/>
        </p:nvSpPr>
        <p:spPr>
          <a:xfrm>
            <a:off x="3207570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W41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TextBox 849">
            <a:extLst>
              <a:ext uri="{FF2B5EF4-FFF2-40B4-BE49-F238E27FC236}">
                <a16:creationId xmlns:a16="http://schemas.microsoft.com/office/drawing/2014/main" id="{DD5E9439-E0DF-AFBF-73BA-C4307E4D29B5}"/>
              </a:ext>
            </a:extLst>
          </p:cNvPr>
          <p:cNvSpPr txBox="1"/>
          <p:nvPr/>
        </p:nvSpPr>
        <p:spPr>
          <a:xfrm>
            <a:off x="3516286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12</a:t>
            </a:r>
            <a:endParaRPr lang="ko-KR" altLang="en-US" dirty="0"/>
          </a:p>
        </p:txBody>
      </p:sp>
      <p:sp>
        <p:nvSpPr>
          <p:cNvPr id="851" name="TextBox 850">
            <a:extLst>
              <a:ext uri="{FF2B5EF4-FFF2-40B4-BE49-F238E27FC236}">
                <a16:creationId xmlns:a16="http://schemas.microsoft.com/office/drawing/2014/main" id="{EDD39BD9-8407-203B-43CC-017946566F60}"/>
              </a:ext>
            </a:extLst>
          </p:cNvPr>
          <p:cNvSpPr txBox="1"/>
          <p:nvPr/>
        </p:nvSpPr>
        <p:spPr>
          <a:xfrm>
            <a:off x="3825001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2" name="TextBox 851">
            <a:extLst>
              <a:ext uri="{FF2B5EF4-FFF2-40B4-BE49-F238E27FC236}">
                <a16:creationId xmlns:a16="http://schemas.microsoft.com/office/drawing/2014/main" id="{16BD4786-3C1C-4ABB-E830-1A8BEC1F941E}"/>
              </a:ext>
            </a:extLst>
          </p:cNvPr>
          <p:cNvSpPr txBox="1"/>
          <p:nvPr/>
        </p:nvSpPr>
        <p:spPr>
          <a:xfrm>
            <a:off x="4133716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3" name="TextBox 852">
            <a:extLst>
              <a:ext uri="{FF2B5EF4-FFF2-40B4-BE49-F238E27FC236}">
                <a16:creationId xmlns:a16="http://schemas.microsoft.com/office/drawing/2014/main" id="{FD71E8C1-23B2-EE77-25F7-6BB871251EEE}"/>
              </a:ext>
            </a:extLst>
          </p:cNvPr>
          <p:cNvSpPr txBox="1"/>
          <p:nvPr/>
        </p:nvSpPr>
        <p:spPr>
          <a:xfrm>
            <a:off x="4442432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4" name="TextBox 853">
            <a:extLst>
              <a:ext uri="{FF2B5EF4-FFF2-40B4-BE49-F238E27FC236}">
                <a16:creationId xmlns:a16="http://schemas.microsoft.com/office/drawing/2014/main" id="{0CF809CB-B7C9-DB51-DBAA-D7A64687155A}"/>
              </a:ext>
            </a:extLst>
          </p:cNvPr>
          <p:cNvSpPr txBox="1"/>
          <p:nvPr/>
        </p:nvSpPr>
        <p:spPr>
          <a:xfrm>
            <a:off x="4751147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5" name="TextBox 854">
            <a:extLst>
              <a:ext uri="{FF2B5EF4-FFF2-40B4-BE49-F238E27FC236}">
                <a16:creationId xmlns:a16="http://schemas.microsoft.com/office/drawing/2014/main" id="{373AF263-E58A-885B-841F-E5C324128147}"/>
              </a:ext>
            </a:extLst>
          </p:cNvPr>
          <p:cNvSpPr txBox="1"/>
          <p:nvPr/>
        </p:nvSpPr>
        <p:spPr>
          <a:xfrm>
            <a:off x="5059863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6" name="TextBox 855">
            <a:extLst>
              <a:ext uri="{FF2B5EF4-FFF2-40B4-BE49-F238E27FC236}">
                <a16:creationId xmlns:a16="http://schemas.microsoft.com/office/drawing/2014/main" id="{8A8B756B-69E5-CFE1-0AA2-BD80B6E8EB7A}"/>
              </a:ext>
            </a:extLst>
          </p:cNvPr>
          <p:cNvSpPr txBox="1"/>
          <p:nvPr/>
        </p:nvSpPr>
        <p:spPr>
          <a:xfrm>
            <a:off x="5368578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7" name="TextBox 856">
            <a:extLst>
              <a:ext uri="{FF2B5EF4-FFF2-40B4-BE49-F238E27FC236}">
                <a16:creationId xmlns:a16="http://schemas.microsoft.com/office/drawing/2014/main" id="{023181E7-E287-95A4-419F-9D9A65BF5211}"/>
              </a:ext>
            </a:extLst>
          </p:cNvPr>
          <p:cNvSpPr txBox="1"/>
          <p:nvPr/>
        </p:nvSpPr>
        <p:spPr>
          <a:xfrm>
            <a:off x="3207570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W42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TextBox 857">
            <a:extLst>
              <a:ext uri="{FF2B5EF4-FFF2-40B4-BE49-F238E27FC236}">
                <a16:creationId xmlns:a16="http://schemas.microsoft.com/office/drawing/2014/main" id="{E660EE56-D478-9C91-0891-23B8F6F8F147}"/>
              </a:ext>
            </a:extLst>
          </p:cNvPr>
          <p:cNvSpPr txBox="1"/>
          <p:nvPr/>
        </p:nvSpPr>
        <p:spPr>
          <a:xfrm>
            <a:off x="3516286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TextBox 858">
            <a:extLst>
              <a:ext uri="{FF2B5EF4-FFF2-40B4-BE49-F238E27FC236}">
                <a16:creationId xmlns:a16="http://schemas.microsoft.com/office/drawing/2014/main" id="{5399EE3A-E89A-2360-F6DB-F97E77DE06CB}"/>
              </a:ext>
            </a:extLst>
          </p:cNvPr>
          <p:cNvSpPr txBox="1"/>
          <p:nvPr/>
        </p:nvSpPr>
        <p:spPr>
          <a:xfrm>
            <a:off x="3825001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0" name="TextBox 859">
            <a:extLst>
              <a:ext uri="{FF2B5EF4-FFF2-40B4-BE49-F238E27FC236}">
                <a16:creationId xmlns:a16="http://schemas.microsoft.com/office/drawing/2014/main" id="{48FCADFB-9262-76E7-1974-2F2E933FEBA9}"/>
              </a:ext>
            </a:extLst>
          </p:cNvPr>
          <p:cNvSpPr txBox="1"/>
          <p:nvPr/>
        </p:nvSpPr>
        <p:spPr>
          <a:xfrm>
            <a:off x="4133716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TextBox 860">
            <a:extLst>
              <a:ext uri="{FF2B5EF4-FFF2-40B4-BE49-F238E27FC236}">
                <a16:creationId xmlns:a16="http://schemas.microsoft.com/office/drawing/2014/main" id="{254D2B58-E0A8-3EE4-6A2C-15F348E26539}"/>
              </a:ext>
            </a:extLst>
          </p:cNvPr>
          <p:cNvSpPr txBox="1"/>
          <p:nvPr/>
        </p:nvSpPr>
        <p:spPr>
          <a:xfrm>
            <a:off x="4442432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2" name="TextBox 861">
            <a:extLst>
              <a:ext uri="{FF2B5EF4-FFF2-40B4-BE49-F238E27FC236}">
                <a16:creationId xmlns:a16="http://schemas.microsoft.com/office/drawing/2014/main" id="{A18C5C63-7213-651E-0D92-C5C4049682F4}"/>
              </a:ext>
            </a:extLst>
          </p:cNvPr>
          <p:cNvSpPr txBox="1"/>
          <p:nvPr/>
        </p:nvSpPr>
        <p:spPr>
          <a:xfrm>
            <a:off x="4751147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3" name="TextBox 862">
            <a:extLst>
              <a:ext uri="{FF2B5EF4-FFF2-40B4-BE49-F238E27FC236}">
                <a16:creationId xmlns:a16="http://schemas.microsoft.com/office/drawing/2014/main" id="{CD88C3AB-ACA8-EBEB-642F-FDD1A4BD9FDD}"/>
              </a:ext>
            </a:extLst>
          </p:cNvPr>
          <p:cNvSpPr txBox="1"/>
          <p:nvPr/>
        </p:nvSpPr>
        <p:spPr>
          <a:xfrm>
            <a:off x="5059863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4" name="TextBox 863">
            <a:extLst>
              <a:ext uri="{FF2B5EF4-FFF2-40B4-BE49-F238E27FC236}">
                <a16:creationId xmlns:a16="http://schemas.microsoft.com/office/drawing/2014/main" id="{194003C6-9311-3652-0DA8-4E36158F980A}"/>
              </a:ext>
            </a:extLst>
          </p:cNvPr>
          <p:cNvSpPr txBox="1"/>
          <p:nvPr/>
        </p:nvSpPr>
        <p:spPr>
          <a:xfrm>
            <a:off x="5368578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5" name="TextBox 864">
            <a:extLst>
              <a:ext uri="{FF2B5EF4-FFF2-40B4-BE49-F238E27FC236}">
                <a16:creationId xmlns:a16="http://schemas.microsoft.com/office/drawing/2014/main" id="{19543011-FA07-C9F1-E099-6FF4EC4A213C}"/>
              </a:ext>
            </a:extLst>
          </p:cNvPr>
          <p:cNvSpPr txBox="1"/>
          <p:nvPr/>
        </p:nvSpPr>
        <p:spPr>
          <a:xfrm>
            <a:off x="3207570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W43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TextBox 865">
            <a:extLst>
              <a:ext uri="{FF2B5EF4-FFF2-40B4-BE49-F238E27FC236}">
                <a16:creationId xmlns:a16="http://schemas.microsoft.com/office/drawing/2014/main" id="{49F8C73C-D38D-AC55-17CB-60684494727C}"/>
              </a:ext>
            </a:extLst>
          </p:cNvPr>
          <p:cNvSpPr txBox="1"/>
          <p:nvPr/>
        </p:nvSpPr>
        <p:spPr>
          <a:xfrm>
            <a:off x="3516286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TextBox 866">
            <a:extLst>
              <a:ext uri="{FF2B5EF4-FFF2-40B4-BE49-F238E27FC236}">
                <a16:creationId xmlns:a16="http://schemas.microsoft.com/office/drawing/2014/main" id="{7D853289-7F84-2641-76CA-219185EBC87A}"/>
              </a:ext>
            </a:extLst>
          </p:cNvPr>
          <p:cNvSpPr txBox="1"/>
          <p:nvPr/>
        </p:nvSpPr>
        <p:spPr>
          <a:xfrm>
            <a:off x="3825001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8" name="TextBox 867">
            <a:extLst>
              <a:ext uri="{FF2B5EF4-FFF2-40B4-BE49-F238E27FC236}">
                <a16:creationId xmlns:a16="http://schemas.microsoft.com/office/drawing/2014/main" id="{878B8BC7-117F-B797-7A82-6BA269E2F150}"/>
              </a:ext>
            </a:extLst>
          </p:cNvPr>
          <p:cNvSpPr txBox="1"/>
          <p:nvPr/>
        </p:nvSpPr>
        <p:spPr>
          <a:xfrm>
            <a:off x="4133716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9" name="TextBox 868">
            <a:extLst>
              <a:ext uri="{FF2B5EF4-FFF2-40B4-BE49-F238E27FC236}">
                <a16:creationId xmlns:a16="http://schemas.microsoft.com/office/drawing/2014/main" id="{CC3594C5-36DC-4593-E38A-A250B097AB71}"/>
              </a:ext>
            </a:extLst>
          </p:cNvPr>
          <p:cNvSpPr txBox="1"/>
          <p:nvPr/>
        </p:nvSpPr>
        <p:spPr>
          <a:xfrm>
            <a:off x="4442432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0" name="TextBox 869">
            <a:extLst>
              <a:ext uri="{FF2B5EF4-FFF2-40B4-BE49-F238E27FC236}">
                <a16:creationId xmlns:a16="http://schemas.microsoft.com/office/drawing/2014/main" id="{38BF8C85-42A5-BE74-2C92-4B68D2848679}"/>
              </a:ext>
            </a:extLst>
          </p:cNvPr>
          <p:cNvSpPr txBox="1"/>
          <p:nvPr/>
        </p:nvSpPr>
        <p:spPr>
          <a:xfrm>
            <a:off x="4751147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871" name="TextBox 870">
            <a:extLst>
              <a:ext uri="{FF2B5EF4-FFF2-40B4-BE49-F238E27FC236}">
                <a16:creationId xmlns:a16="http://schemas.microsoft.com/office/drawing/2014/main" id="{BD7D3FE6-4C00-38E6-B1F5-677C19CB751E}"/>
              </a:ext>
            </a:extLst>
          </p:cNvPr>
          <p:cNvSpPr txBox="1"/>
          <p:nvPr/>
        </p:nvSpPr>
        <p:spPr>
          <a:xfrm>
            <a:off x="5059863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872" name="TextBox 871">
            <a:extLst>
              <a:ext uri="{FF2B5EF4-FFF2-40B4-BE49-F238E27FC236}">
                <a16:creationId xmlns:a16="http://schemas.microsoft.com/office/drawing/2014/main" id="{B5A689B0-1AA5-BF85-CBC8-32E7E8E3DD55}"/>
              </a:ext>
            </a:extLst>
          </p:cNvPr>
          <p:cNvSpPr txBox="1"/>
          <p:nvPr/>
        </p:nvSpPr>
        <p:spPr>
          <a:xfrm>
            <a:off x="5368578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873" name="TextBox 872">
            <a:extLst>
              <a:ext uri="{FF2B5EF4-FFF2-40B4-BE49-F238E27FC236}">
                <a16:creationId xmlns:a16="http://schemas.microsoft.com/office/drawing/2014/main" id="{39A68650-0CCC-B462-30DB-6C4C77660624}"/>
              </a:ext>
            </a:extLst>
          </p:cNvPr>
          <p:cNvSpPr txBox="1"/>
          <p:nvPr/>
        </p:nvSpPr>
        <p:spPr>
          <a:xfrm>
            <a:off x="3207570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TextBox 873">
            <a:extLst>
              <a:ext uri="{FF2B5EF4-FFF2-40B4-BE49-F238E27FC236}">
                <a16:creationId xmlns:a16="http://schemas.microsoft.com/office/drawing/2014/main" id="{BC239FAF-3050-FAF9-CD7B-025F180CF4D9}"/>
              </a:ext>
            </a:extLst>
          </p:cNvPr>
          <p:cNvSpPr txBox="1"/>
          <p:nvPr/>
        </p:nvSpPr>
        <p:spPr>
          <a:xfrm>
            <a:off x="3516286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875" name="TextBox 874">
            <a:extLst>
              <a:ext uri="{FF2B5EF4-FFF2-40B4-BE49-F238E27FC236}">
                <a16:creationId xmlns:a16="http://schemas.microsoft.com/office/drawing/2014/main" id="{2ADEAA2B-19BD-D951-4ADF-FB92B361FD7B}"/>
              </a:ext>
            </a:extLst>
          </p:cNvPr>
          <p:cNvSpPr txBox="1"/>
          <p:nvPr/>
        </p:nvSpPr>
        <p:spPr>
          <a:xfrm>
            <a:off x="3825001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876" name="TextBox 875">
            <a:extLst>
              <a:ext uri="{FF2B5EF4-FFF2-40B4-BE49-F238E27FC236}">
                <a16:creationId xmlns:a16="http://schemas.microsoft.com/office/drawing/2014/main" id="{35B38B40-06D5-E778-1F44-3D0FE7D387A6}"/>
              </a:ext>
            </a:extLst>
          </p:cNvPr>
          <p:cNvSpPr txBox="1"/>
          <p:nvPr/>
        </p:nvSpPr>
        <p:spPr>
          <a:xfrm>
            <a:off x="4133716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77" name="TextBox 876">
            <a:extLst>
              <a:ext uri="{FF2B5EF4-FFF2-40B4-BE49-F238E27FC236}">
                <a16:creationId xmlns:a16="http://schemas.microsoft.com/office/drawing/2014/main" id="{3387869E-B7B4-6873-F6AB-4DD9BFBC8750}"/>
              </a:ext>
            </a:extLst>
          </p:cNvPr>
          <p:cNvSpPr txBox="1"/>
          <p:nvPr/>
        </p:nvSpPr>
        <p:spPr>
          <a:xfrm>
            <a:off x="4442432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8" name="TextBox 877">
            <a:extLst>
              <a:ext uri="{FF2B5EF4-FFF2-40B4-BE49-F238E27FC236}">
                <a16:creationId xmlns:a16="http://schemas.microsoft.com/office/drawing/2014/main" id="{2967AFFB-4BDF-727A-87C9-E3EC2C9EE0D2}"/>
              </a:ext>
            </a:extLst>
          </p:cNvPr>
          <p:cNvSpPr txBox="1"/>
          <p:nvPr/>
        </p:nvSpPr>
        <p:spPr>
          <a:xfrm>
            <a:off x="4751147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9" name="TextBox 878">
            <a:extLst>
              <a:ext uri="{FF2B5EF4-FFF2-40B4-BE49-F238E27FC236}">
                <a16:creationId xmlns:a16="http://schemas.microsoft.com/office/drawing/2014/main" id="{F8BA425D-46E6-FF1F-D443-C7E94A152CCB}"/>
              </a:ext>
            </a:extLst>
          </p:cNvPr>
          <p:cNvSpPr txBox="1"/>
          <p:nvPr/>
        </p:nvSpPr>
        <p:spPr>
          <a:xfrm>
            <a:off x="5059863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0" name="TextBox 879">
            <a:extLst>
              <a:ext uri="{FF2B5EF4-FFF2-40B4-BE49-F238E27FC236}">
                <a16:creationId xmlns:a16="http://schemas.microsoft.com/office/drawing/2014/main" id="{767D4FE7-D21E-F957-BA28-9B55404C5FA8}"/>
              </a:ext>
            </a:extLst>
          </p:cNvPr>
          <p:cNvSpPr txBox="1"/>
          <p:nvPr/>
        </p:nvSpPr>
        <p:spPr>
          <a:xfrm>
            <a:off x="5368578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" name="TextBox 880">
            <a:extLst>
              <a:ext uri="{FF2B5EF4-FFF2-40B4-BE49-F238E27FC236}">
                <a16:creationId xmlns:a16="http://schemas.microsoft.com/office/drawing/2014/main" id="{8F20D02B-C37E-3527-92D6-9D222535588A}"/>
              </a:ext>
            </a:extLst>
          </p:cNvPr>
          <p:cNvSpPr txBox="1"/>
          <p:nvPr/>
        </p:nvSpPr>
        <p:spPr>
          <a:xfrm>
            <a:off x="3207570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8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W45</a:t>
            </a:r>
            <a:endParaRPr lang="ko-KR" altLang="en-US" dirty="0"/>
          </a:p>
        </p:txBody>
      </p:sp>
      <p:sp>
        <p:nvSpPr>
          <p:cNvPr id="1060" name="직사각형 1059">
            <a:hlinkClick r:id="rId29" action="ppaction://hlinksldjump"/>
            <a:extLst>
              <a:ext uri="{FF2B5EF4-FFF2-40B4-BE49-F238E27FC236}">
                <a16:creationId xmlns:a16="http://schemas.microsoft.com/office/drawing/2014/main" id="{C817AC4C-96DC-C532-6D70-088DDDD60ECF}"/>
              </a:ext>
            </a:extLst>
          </p:cNvPr>
          <p:cNvSpPr/>
          <p:nvPr/>
        </p:nvSpPr>
        <p:spPr>
          <a:xfrm>
            <a:off x="3516286" y="2678931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June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1" name="TextBox 1060">
            <a:extLst>
              <a:ext uri="{FF2B5EF4-FFF2-40B4-BE49-F238E27FC236}">
                <a16:creationId xmlns:a16="http://schemas.microsoft.com/office/drawing/2014/main" id="{1B72A42E-5FEE-6936-30C4-7F945F069B3C}"/>
              </a:ext>
            </a:extLst>
          </p:cNvPr>
          <p:cNvSpPr txBox="1"/>
          <p:nvPr/>
        </p:nvSpPr>
        <p:spPr>
          <a:xfrm>
            <a:off x="3516286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2" name="TextBox 1061">
            <a:extLst>
              <a:ext uri="{FF2B5EF4-FFF2-40B4-BE49-F238E27FC236}">
                <a16:creationId xmlns:a16="http://schemas.microsoft.com/office/drawing/2014/main" id="{B66DF9B2-E245-45B7-280F-5E0A8FE519AE}"/>
              </a:ext>
            </a:extLst>
          </p:cNvPr>
          <p:cNvSpPr txBox="1"/>
          <p:nvPr/>
        </p:nvSpPr>
        <p:spPr>
          <a:xfrm>
            <a:off x="3825001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3" name="TextBox 1062">
            <a:extLst>
              <a:ext uri="{FF2B5EF4-FFF2-40B4-BE49-F238E27FC236}">
                <a16:creationId xmlns:a16="http://schemas.microsoft.com/office/drawing/2014/main" id="{6A2D0230-3322-45BD-68CC-EEB326475D9D}"/>
              </a:ext>
            </a:extLst>
          </p:cNvPr>
          <p:cNvSpPr txBox="1"/>
          <p:nvPr/>
        </p:nvSpPr>
        <p:spPr>
          <a:xfrm>
            <a:off x="4133717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4" name="TextBox 1063">
            <a:extLst>
              <a:ext uri="{FF2B5EF4-FFF2-40B4-BE49-F238E27FC236}">
                <a16:creationId xmlns:a16="http://schemas.microsoft.com/office/drawing/2014/main" id="{7FD17730-CA43-AC40-0A6A-60740C40D92D}"/>
              </a:ext>
            </a:extLst>
          </p:cNvPr>
          <p:cNvSpPr txBox="1"/>
          <p:nvPr/>
        </p:nvSpPr>
        <p:spPr>
          <a:xfrm>
            <a:off x="4442433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5" name="TextBox 1064">
            <a:extLst>
              <a:ext uri="{FF2B5EF4-FFF2-40B4-BE49-F238E27FC236}">
                <a16:creationId xmlns:a16="http://schemas.microsoft.com/office/drawing/2014/main" id="{A24F51A7-EF02-4611-C491-55698BD4563E}"/>
              </a:ext>
            </a:extLst>
          </p:cNvPr>
          <p:cNvSpPr txBox="1"/>
          <p:nvPr/>
        </p:nvSpPr>
        <p:spPr>
          <a:xfrm>
            <a:off x="4751149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6" name="TextBox 1065">
            <a:extLst>
              <a:ext uri="{FF2B5EF4-FFF2-40B4-BE49-F238E27FC236}">
                <a16:creationId xmlns:a16="http://schemas.microsoft.com/office/drawing/2014/main" id="{83538008-8FA3-FC77-D01E-10CA21F99825}"/>
              </a:ext>
            </a:extLst>
          </p:cNvPr>
          <p:cNvSpPr txBox="1"/>
          <p:nvPr/>
        </p:nvSpPr>
        <p:spPr>
          <a:xfrm>
            <a:off x="5059864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7" name="TextBox 1066">
            <a:extLst>
              <a:ext uri="{FF2B5EF4-FFF2-40B4-BE49-F238E27FC236}">
                <a16:creationId xmlns:a16="http://schemas.microsoft.com/office/drawing/2014/main" id="{52330C07-3539-75D3-8383-FE45CA7F6DF2}"/>
              </a:ext>
            </a:extLst>
          </p:cNvPr>
          <p:cNvSpPr txBox="1"/>
          <p:nvPr/>
        </p:nvSpPr>
        <p:spPr>
          <a:xfrm>
            <a:off x="5368578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8" name="TextBox 1067">
            <a:extLst>
              <a:ext uri="{FF2B5EF4-FFF2-40B4-BE49-F238E27FC236}">
                <a16:creationId xmlns:a16="http://schemas.microsoft.com/office/drawing/2014/main" id="{61C4A018-5934-F4CF-69AF-CA9FE1BB1A9A}"/>
              </a:ext>
            </a:extLst>
          </p:cNvPr>
          <p:cNvSpPr txBox="1"/>
          <p:nvPr/>
        </p:nvSpPr>
        <p:spPr>
          <a:xfrm>
            <a:off x="3207570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69" name="직선 연결선 1068">
            <a:extLst>
              <a:ext uri="{FF2B5EF4-FFF2-40B4-BE49-F238E27FC236}">
                <a16:creationId xmlns:a16="http://schemas.microsoft.com/office/drawing/2014/main" id="{A693227B-897A-719D-C87C-DB8B769FA16E}"/>
              </a:ext>
            </a:extLst>
          </p:cNvPr>
          <p:cNvCxnSpPr>
            <a:cxnSpLocks/>
          </p:cNvCxnSpPr>
          <p:nvPr/>
        </p:nvCxnSpPr>
        <p:spPr>
          <a:xfrm>
            <a:off x="3516286" y="3098566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0" name="TextBox 1069">
            <a:extLst>
              <a:ext uri="{FF2B5EF4-FFF2-40B4-BE49-F238E27FC236}">
                <a16:creationId xmlns:a16="http://schemas.microsoft.com/office/drawing/2014/main" id="{D07DE408-04C5-D4DA-6B1A-1819042C2F9A}"/>
              </a:ext>
            </a:extLst>
          </p:cNvPr>
          <p:cNvSpPr txBox="1"/>
          <p:nvPr/>
        </p:nvSpPr>
        <p:spPr>
          <a:xfrm>
            <a:off x="3516286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1071" name="TextBox 1070">
            <a:extLst>
              <a:ext uri="{FF2B5EF4-FFF2-40B4-BE49-F238E27FC236}">
                <a16:creationId xmlns:a16="http://schemas.microsoft.com/office/drawing/2014/main" id="{E6D6EED0-CF4E-61AB-C3EA-1D12DD90B185}"/>
              </a:ext>
            </a:extLst>
          </p:cNvPr>
          <p:cNvSpPr txBox="1"/>
          <p:nvPr/>
        </p:nvSpPr>
        <p:spPr>
          <a:xfrm>
            <a:off x="3825001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1072" name="TextBox 1071">
            <a:extLst>
              <a:ext uri="{FF2B5EF4-FFF2-40B4-BE49-F238E27FC236}">
                <a16:creationId xmlns:a16="http://schemas.microsoft.com/office/drawing/2014/main" id="{39CD2F20-A66A-7CD1-D55E-D54F8B19DAD3}"/>
              </a:ext>
            </a:extLst>
          </p:cNvPr>
          <p:cNvSpPr txBox="1"/>
          <p:nvPr/>
        </p:nvSpPr>
        <p:spPr>
          <a:xfrm>
            <a:off x="4133716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03</a:t>
            </a:r>
            <a:endParaRPr lang="ko-KR" altLang="en-US" dirty="0"/>
          </a:p>
        </p:txBody>
      </p:sp>
      <p:sp>
        <p:nvSpPr>
          <p:cNvPr id="1073" name="TextBox 1072">
            <a:extLst>
              <a:ext uri="{FF2B5EF4-FFF2-40B4-BE49-F238E27FC236}">
                <a16:creationId xmlns:a16="http://schemas.microsoft.com/office/drawing/2014/main" id="{39F3545D-4F43-A933-E547-9405FAD5E031}"/>
              </a:ext>
            </a:extLst>
          </p:cNvPr>
          <p:cNvSpPr txBox="1"/>
          <p:nvPr/>
        </p:nvSpPr>
        <p:spPr>
          <a:xfrm>
            <a:off x="4442432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04</a:t>
            </a:r>
            <a:endParaRPr lang="ko-KR" altLang="en-US" dirty="0"/>
          </a:p>
        </p:txBody>
      </p:sp>
      <p:sp>
        <p:nvSpPr>
          <p:cNvPr id="1074" name="TextBox 1073">
            <a:extLst>
              <a:ext uri="{FF2B5EF4-FFF2-40B4-BE49-F238E27FC236}">
                <a16:creationId xmlns:a16="http://schemas.microsoft.com/office/drawing/2014/main" id="{39D58620-CA70-628E-F020-BC11819FAF97}"/>
              </a:ext>
            </a:extLst>
          </p:cNvPr>
          <p:cNvSpPr txBox="1"/>
          <p:nvPr/>
        </p:nvSpPr>
        <p:spPr>
          <a:xfrm>
            <a:off x="4751147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1075" name="TextBox 1074">
            <a:extLst>
              <a:ext uri="{FF2B5EF4-FFF2-40B4-BE49-F238E27FC236}">
                <a16:creationId xmlns:a16="http://schemas.microsoft.com/office/drawing/2014/main" id="{BBB0275F-A3AB-D624-A2F3-9DD6CD14468B}"/>
              </a:ext>
            </a:extLst>
          </p:cNvPr>
          <p:cNvSpPr txBox="1"/>
          <p:nvPr/>
        </p:nvSpPr>
        <p:spPr>
          <a:xfrm>
            <a:off x="5059863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06</a:t>
            </a:r>
            <a:endParaRPr lang="ko-KR" altLang="en-US" dirty="0"/>
          </a:p>
        </p:txBody>
      </p:sp>
      <p:sp>
        <p:nvSpPr>
          <p:cNvPr id="1076" name="TextBox 1075">
            <a:extLst>
              <a:ext uri="{FF2B5EF4-FFF2-40B4-BE49-F238E27FC236}">
                <a16:creationId xmlns:a16="http://schemas.microsoft.com/office/drawing/2014/main" id="{B24462B4-A81B-3607-841B-C3EE8B33C8F8}"/>
              </a:ext>
            </a:extLst>
          </p:cNvPr>
          <p:cNvSpPr txBox="1"/>
          <p:nvPr/>
        </p:nvSpPr>
        <p:spPr>
          <a:xfrm>
            <a:off x="5368578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8" name="TextBox 1077">
            <a:extLst>
              <a:ext uri="{FF2B5EF4-FFF2-40B4-BE49-F238E27FC236}">
                <a16:creationId xmlns:a16="http://schemas.microsoft.com/office/drawing/2014/main" id="{0D9F1E30-07CC-CE27-800E-4E7C747BDF5A}"/>
              </a:ext>
            </a:extLst>
          </p:cNvPr>
          <p:cNvSpPr txBox="1"/>
          <p:nvPr/>
        </p:nvSpPr>
        <p:spPr>
          <a:xfrm>
            <a:off x="3516286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9" name="TextBox 1078">
            <a:extLst>
              <a:ext uri="{FF2B5EF4-FFF2-40B4-BE49-F238E27FC236}">
                <a16:creationId xmlns:a16="http://schemas.microsoft.com/office/drawing/2014/main" id="{35A5B7DA-2E17-90D1-14DB-3BD9627C3D5F}"/>
              </a:ext>
            </a:extLst>
          </p:cNvPr>
          <p:cNvSpPr txBox="1"/>
          <p:nvPr/>
        </p:nvSpPr>
        <p:spPr>
          <a:xfrm>
            <a:off x="3825001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09</a:t>
            </a:r>
            <a:endParaRPr lang="ko-KR" altLang="en-US" dirty="0"/>
          </a:p>
        </p:txBody>
      </p:sp>
      <p:sp>
        <p:nvSpPr>
          <p:cNvPr id="1080" name="TextBox 1079">
            <a:extLst>
              <a:ext uri="{FF2B5EF4-FFF2-40B4-BE49-F238E27FC236}">
                <a16:creationId xmlns:a16="http://schemas.microsoft.com/office/drawing/2014/main" id="{B3622C86-5250-3B30-6461-E97A29BB913C}"/>
              </a:ext>
            </a:extLst>
          </p:cNvPr>
          <p:cNvSpPr txBox="1"/>
          <p:nvPr/>
        </p:nvSpPr>
        <p:spPr>
          <a:xfrm>
            <a:off x="4133716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1" name="TextBox 1080">
            <a:extLst>
              <a:ext uri="{FF2B5EF4-FFF2-40B4-BE49-F238E27FC236}">
                <a16:creationId xmlns:a16="http://schemas.microsoft.com/office/drawing/2014/main" id="{8930C419-3930-C871-8501-34A53413A1E4}"/>
              </a:ext>
            </a:extLst>
          </p:cNvPr>
          <p:cNvSpPr txBox="1"/>
          <p:nvPr/>
        </p:nvSpPr>
        <p:spPr>
          <a:xfrm>
            <a:off x="4442432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11</a:t>
            </a:r>
            <a:endParaRPr lang="ko-KR" altLang="en-US" dirty="0"/>
          </a:p>
        </p:txBody>
      </p:sp>
      <p:sp>
        <p:nvSpPr>
          <p:cNvPr id="1082" name="TextBox 1081">
            <a:extLst>
              <a:ext uri="{FF2B5EF4-FFF2-40B4-BE49-F238E27FC236}">
                <a16:creationId xmlns:a16="http://schemas.microsoft.com/office/drawing/2014/main" id="{C40E9684-1E1B-8B05-ACCD-CA65DDB3F9C2}"/>
              </a:ext>
            </a:extLst>
          </p:cNvPr>
          <p:cNvSpPr txBox="1"/>
          <p:nvPr/>
        </p:nvSpPr>
        <p:spPr>
          <a:xfrm>
            <a:off x="4751147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12</a:t>
            </a:r>
            <a:endParaRPr lang="ko-KR" altLang="en-US" dirty="0"/>
          </a:p>
        </p:txBody>
      </p:sp>
      <p:sp>
        <p:nvSpPr>
          <p:cNvPr id="1083" name="TextBox 1082">
            <a:extLst>
              <a:ext uri="{FF2B5EF4-FFF2-40B4-BE49-F238E27FC236}">
                <a16:creationId xmlns:a16="http://schemas.microsoft.com/office/drawing/2014/main" id="{FC2897F3-13A3-B659-4A58-5E9ABC2B8055}"/>
              </a:ext>
            </a:extLst>
          </p:cNvPr>
          <p:cNvSpPr txBox="1"/>
          <p:nvPr/>
        </p:nvSpPr>
        <p:spPr>
          <a:xfrm>
            <a:off x="5059863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4" name="TextBox 1083">
            <a:extLst>
              <a:ext uri="{FF2B5EF4-FFF2-40B4-BE49-F238E27FC236}">
                <a16:creationId xmlns:a16="http://schemas.microsoft.com/office/drawing/2014/main" id="{D468AF11-5021-F529-0CFC-FEC31921DE05}"/>
              </a:ext>
            </a:extLst>
          </p:cNvPr>
          <p:cNvSpPr txBox="1"/>
          <p:nvPr/>
        </p:nvSpPr>
        <p:spPr>
          <a:xfrm>
            <a:off x="5368578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5" name="TextBox 1084">
            <a:extLst>
              <a:ext uri="{FF2B5EF4-FFF2-40B4-BE49-F238E27FC236}">
                <a16:creationId xmlns:a16="http://schemas.microsoft.com/office/drawing/2014/main" id="{033DBFA8-7FFC-363A-8C63-9CD1353B2C02}"/>
              </a:ext>
            </a:extLst>
          </p:cNvPr>
          <p:cNvSpPr txBox="1"/>
          <p:nvPr/>
        </p:nvSpPr>
        <p:spPr>
          <a:xfrm>
            <a:off x="3207570" y="316789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W23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6" name="TextBox 1085">
            <a:extLst>
              <a:ext uri="{FF2B5EF4-FFF2-40B4-BE49-F238E27FC236}">
                <a16:creationId xmlns:a16="http://schemas.microsoft.com/office/drawing/2014/main" id="{93189965-AD67-55E9-5DF7-EBE199BF6741}"/>
              </a:ext>
            </a:extLst>
          </p:cNvPr>
          <p:cNvSpPr txBox="1"/>
          <p:nvPr/>
        </p:nvSpPr>
        <p:spPr>
          <a:xfrm>
            <a:off x="3516286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7" name="TextBox 1086">
            <a:extLst>
              <a:ext uri="{FF2B5EF4-FFF2-40B4-BE49-F238E27FC236}">
                <a16:creationId xmlns:a16="http://schemas.microsoft.com/office/drawing/2014/main" id="{94638970-FDE5-8876-EF29-34687F93E5D3}"/>
              </a:ext>
            </a:extLst>
          </p:cNvPr>
          <p:cNvSpPr txBox="1"/>
          <p:nvPr/>
        </p:nvSpPr>
        <p:spPr>
          <a:xfrm>
            <a:off x="3825001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8" name="TextBox 1087">
            <a:extLst>
              <a:ext uri="{FF2B5EF4-FFF2-40B4-BE49-F238E27FC236}">
                <a16:creationId xmlns:a16="http://schemas.microsoft.com/office/drawing/2014/main" id="{E539B011-61D3-DE1F-BBE5-35CD6692FCDC}"/>
              </a:ext>
            </a:extLst>
          </p:cNvPr>
          <p:cNvSpPr txBox="1"/>
          <p:nvPr/>
        </p:nvSpPr>
        <p:spPr>
          <a:xfrm>
            <a:off x="4133716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9" name="TextBox 1088">
            <a:extLst>
              <a:ext uri="{FF2B5EF4-FFF2-40B4-BE49-F238E27FC236}">
                <a16:creationId xmlns:a16="http://schemas.microsoft.com/office/drawing/2014/main" id="{DCDE9BE2-E42B-3E19-87D1-2990EF3301ED}"/>
              </a:ext>
            </a:extLst>
          </p:cNvPr>
          <p:cNvSpPr txBox="1"/>
          <p:nvPr/>
        </p:nvSpPr>
        <p:spPr>
          <a:xfrm>
            <a:off x="4442432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0" name="TextBox 1089">
            <a:extLst>
              <a:ext uri="{FF2B5EF4-FFF2-40B4-BE49-F238E27FC236}">
                <a16:creationId xmlns:a16="http://schemas.microsoft.com/office/drawing/2014/main" id="{8438D176-6E75-C3D0-13F2-7183AA088BF6}"/>
              </a:ext>
            </a:extLst>
          </p:cNvPr>
          <p:cNvSpPr txBox="1"/>
          <p:nvPr/>
        </p:nvSpPr>
        <p:spPr>
          <a:xfrm>
            <a:off x="4751147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1" name="TextBox 1090">
            <a:extLst>
              <a:ext uri="{FF2B5EF4-FFF2-40B4-BE49-F238E27FC236}">
                <a16:creationId xmlns:a16="http://schemas.microsoft.com/office/drawing/2014/main" id="{D7C8F693-94CE-8B15-D489-BC7B72B5D399}"/>
              </a:ext>
            </a:extLst>
          </p:cNvPr>
          <p:cNvSpPr txBox="1"/>
          <p:nvPr/>
        </p:nvSpPr>
        <p:spPr>
          <a:xfrm>
            <a:off x="5059863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2" name="TextBox 1091">
            <a:extLst>
              <a:ext uri="{FF2B5EF4-FFF2-40B4-BE49-F238E27FC236}">
                <a16:creationId xmlns:a16="http://schemas.microsoft.com/office/drawing/2014/main" id="{C053D777-5CAC-BC90-5457-2E7C7333B1C1}"/>
              </a:ext>
            </a:extLst>
          </p:cNvPr>
          <p:cNvSpPr txBox="1"/>
          <p:nvPr/>
        </p:nvSpPr>
        <p:spPr>
          <a:xfrm>
            <a:off x="5368578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3" name="TextBox 1092">
            <a:extLst>
              <a:ext uri="{FF2B5EF4-FFF2-40B4-BE49-F238E27FC236}">
                <a16:creationId xmlns:a16="http://schemas.microsoft.com/office/drawing/2014/main" id="{8E5E7E92-E560-FCA1-F67A-55EE8627D7BA}"/>
              </a:ext>
            </a:extLst>
          </p:cNvPr>
          <p:cNvSpPr txBox="1"/>
          <p:nvPr/>
        </p:nvSpPr>
        <p:spPr>
          <a:xfrm>
            <a:off x="3207570" y="334071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</a:t>
            </a:r>
            <a:r>
              <a:rPr lang="en-US" altLang="ko-KR" sz="800" kern="0" dirty="0">
                <a:solidFill>
                  <a:schemeClr val="bg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4" name="TextBox 1093">
            <a:extLst>
              <a:ext uri="{FF2B5EF4-FFF2-40B4-BE49-F238E27FC236}">
                <a16:creationId xmlns:a16="http://schemas.microsoft.com/office/drawing/2014/main" id="{D78EF075-9AF2-3BEE-CBF4-E5C29C5630BA}"/>
              </a:ext>
            </a:extLst>
          </p:cNvPr>
          <p:cNvSpPr txBox="1"/>
          <p:nvPr/>
        </p:nvSpPr>
        <p:spPr>
          <a:xfrm>
            <a:off x="3516286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5" name="TextBox 1094">
            <a:extLst>
              <a:ext uri="{FF2B5EF4-FFF2-40B4-BE49-F238E27FC236}">
                <a16:creationId xmlns:a16="http://schemas.microsoft.com/office/drawing/2014/main" id="{702AA723-6B89-A894-5724-C9D8097C36FC}"/>
              </a:ext>
            </a:extLst>
          </p:cNvPr>
          <p:cNvSpPr txBox="1"/>
          <p:nvPr/>
        </p:nvSpPr>
        <p:spPr>
          <a:xfrm>
            <a:off x="3825001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6" name="TextBox 1095">
            <a:extLst>
              <a:ext uri="{FF2B5EF4-FFF2-40B4-BE49-F238E27FC236}">
                <a16:creationId xmlns:a16="http://schemas.microsoft.com/office/drawing/2014/main" id="{CA9FAA94-2E62-8BCF-73C5-D0998E61528A}"/>
              </a:ext>
            </a:extLst>
          </p:cNvPr>
          <p:cNvSpPr txBox="1"/>
          <p:nvPr/>
        </p:nvSpPr>
        <p:spPr>
          <a:xfrm>
            <a:off x="4133716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7" name="TextBox 1096">
            <a:extLst>
              <a:ext uri="{FF2B5EF4-FFF2-40B4-BE49-F238E27FC236}">
                <a16:creationId xmlns:a16="http://schemas.microsoft.com/office/drawing/2014/main" id="{E5EE1F5C-9E59-1183-CFD1-C46BFEE4B3CD}"/>
              </a:ext>
            </a:extLst>
          </p:cNvPr>
          <p:cNvSpPr txBox="1"/>
          <p:nvPr/>
        </p:nvSpPr>
        <p:spPr>
          <a:xfrm>
            <a:off x="4442432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8" name="TextBox 1097">
            <a:extLst>
              <a:ext uri="{FF2B5EF4-FFF2-40B4-BE49-F238E27FC236}">
                <a16:creationId xmlns:a16="http://schemas.microsoft.com/office/drawing/2014/main" id="{E322CAC3-644F-BC2D-B8E9-73EF02145D38}"/>
              </a:ext>
            </a:extLst>
          </p:cNvPr>
          <p:cNvSpPr txBox="1"/>
          <p:nvPr/>
        </p:nvSpPr>
        <p:spPr>
          <a:xfrm>
            <a:off x="4751147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9" name="TextBox 1098">
            <a:extLst>
              <a:ext uri="{FF2B5EF4-FFF2-40B4-BE49-F238E27FC236}">
                <a16:creationId xmlns:a16="http://schemas.microsoft.com/office/drawing/2014/main" id="{8520EBDA-DA00-55D4-2679-F7486BA86D0B}"/>
              </a:ext>
            </a:extLst>
          </p:cNvPr>
          <p:cNvSpPr txBox="1"/>
          <p:nvPr/>
        </p:nvSpPr>
        <p:spPr>
          <a:xfrm>
            <a:off x="5059863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0" name="TextBox 1099">
            <a:extLst>
              <a:ext uri="{FF2B5EF4-FFF2-40B4-BE49-F238E27FC236}">
                <a16:creationId xmlns:a16="http://schemas.microsoft.com/office/drawing/2014/main" id="{265A8347-2CA8-2FC0-E12C-9AC4FAF03C54}"/>
              </a:ext>
            </a:extLst>
          </p:cNvPr>
          <p:cNvSpPr txBox="1"/>
          <p:nvPr/>
        </p:nvSpPr>
        <p:spPr>
          <a:xfrm>
            <a:off x="5368578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1" name="TextBox 1100">
            <a:extLst>
              <a:ext uri="{FF2B5EF4-FFF2-40B4-BE49-F238E27FC236}">
                <a16:creationId xmlns:a16="http://schemas.microsoft.com/office/drawing/2014/main" id="{2887FADE-27E3-AC7A-0B07-618A072C3990}"/>
              </a:ext>
            </a:extLst>
          </p:cNvPr>
          <p:cNvSpPr txBox="1"/>
          <p:nvPr/>
        </p:nvSpPr>
        <p:spPr>
          <a:xfrm>
            <a:off x="3207570" y="351353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W25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2" name="TextBox 1101">
            <a:extLst>
              <a:ext uri="{FF2B5EF4-FFF2-40B4-BE49-F238E27FC236}">
                <a16:creationId xmlns:a16="http://schemas.microsoft.com/office/drawing/2014/main" id="{508E1107-C1EF-B2FA-CCE4-AEAB846282DC}"/>
              </a:ext>
            </a:extLst>
          </p:cNvPr>
          <p:cNvSpPr txBox="1"/>
          <p:nvPr/>
        </p:nvSpPr>
        <p:spPr>
          <a:xfrm>
            <a:off x="3516286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3" name="TextBox 1102">
            <a:extLst>
              <a:ext uri="{FF2B5EF4-FFF2-40B4-BE49-F238E27FC236}">
                <a16:creationId xmlns:a16="http://schemas.microsoft.com/office/drawing/2014/main" id="{21FF025D-A7DB-4E39-D7C6-D78A60AAEE56}"/>
              </a:ext>
            </a:extLst>
          </p:cNvPr>
          <p:cNvSpPr txBox="1"/>
          <p:nvPr/>
        </p:nvSpPr>
        <p:spPr>
          <a:xfrm>
            <a:off x="3825001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4" name="TextBox 1103">
            <a:extLst>
              <a:ext uri="{FF2B5EF4-FFF2-40B4-BE49-F238E27FC236}">
                <a16:creationId xmlns:a16="http://schemas.microsoft.com/office/drawing/2014/main" id="{6F9469E9-D005-22EC-CC98-219C8EEC5FA1}"/>
              </a:ext>
            </a:extLst>
          </p:cNvPr>
          <p:cNvSpPr txBox="1"/>
          <p:nvPr/>
        </p:nvSpPr>
        <p:spPr>
          <a:xfrm>
            <a:off x="4133716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05" name="TextBox 1104">
            <a:extLst>
              <a:ext uri="{FF2B5EF4-FFF2-40B4-BE49-F238E27FC236}">
                <a16:creationId xmlns:a16="http://schemas.microsoft.com/office/drawing/2014/main" id="{0465249E-B707-0889-8826-93484330F2B8}"/>
              </a:ext>
            </a:extLst>
          </p:cNvPr>
          <p:cNvSpPr txBox="1"/>
          <p:nvPr/>
        </p:nvSpPr>
        <p:spPr>
          <a:xfrm>
            <a:off x="4442432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06" name="TextBox 1105">
            <a:extLst>
              <a:ext uri="{FF2B5EF4-FFF2-40B4-BE49-F238E27FC236}">
                <a16:creationId xmlns:a16="http://schemas.microsoft.com/office/drawing/2014/main" id="{3F5A334C-FFDC-5876-7A8C-C5ABB9634916}"/>
              </a:ext>
            </a:extLst>
          </p:cNvPr>
          <p:cNvSpPr txBox="1"/>
          <p:nvPr/>
        </p:nvSpPr>
        <p:spPr>
          <a:xfrm>
            <a:off x="4751147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07" name="TextBox 1106">
            <a:extLst>
              <a:ext uri="{FF2B5EF4-FFF2-40B4-BE49-F238E27FC236}">
                <a16:creationId xmlns:a16="http://schemas.microsoft.com/office/drawing/2014/main" id="{7EFE3189-EFA5-B612-599E-2BC9C6990DFE}"/>
              </a:ext>
            </a:extLst>
          </p:cNvPr>
          <p:cNvSpPr txBox="1"/>
          <p:nvPr/>
        </p:nvSpPr>
        <p:spPr>
          <a:xfrm>
            <a:off x="5059863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08" name="TextBox 1107">
            <a:extLst>
              <a:ext uri="{FF2B5EF4-FFF2-40B4-BE49-F238E27FC236}">
                <a16:creationId xmlns:a16="http://schemas.microsoft.com/office/drawing/2014/main" id="{B520E689-B274-5E54-48CC-F46D8AF6B03F}"/>
              </a:ext>
            </a:extLst>
          </p:cNvPr>
          <p:cNvSpPr txBox="1"/>
          <p:nvPr/>
        </p:nvSpPr>
        <p:spPr>
          <a:xfrm>
            <a:off x="5368578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09" name="TextBox 1108">
            <a:extLst>
              <a:ext uri="{FF2B5EF4-FFF2-40B4-BE49-F238E27FC236}">
                <a16:creationId xmlns:a16="http://schemas.microsoft.com/office/drawing/2014/main" id="{97E7B517-BA87-5032-397D-8CF5C5391CF5}"/>
              </a:ext>
            </a:extLst>
          </p:cNvPr>
          <p:cNvSpPr txBox="1"/>
          <p:nvPr/>
        </p:nvSpPr>
        <p:spPr>
          <a:xfrm>
            <a:off x="3207570" y="368635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W26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0" name="TextBox 1109">
            <a:extLst>
              <a:ext uri="{FF2B5EF4-FFF2-40B4-BE49-F238E27FC236}">
                <a16:creationId xmlns:a16="http://schemas.microsoft.com/office/drawing/2014/main" id="{58DA3DE6-D26A-0A3B-C0C3-5D61A86CCE25}"/>
              </a:ext>
            </a:extLst>
          </p:cNvPr>
          <p:cNvSpPr txBox="1"/>
          <p:nvPr/>
        </p:nvSpPr>
        <p:spPr>
          <a:xfrm>
            <a:off x="3516286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11" name="TextBox 1110">
            <a:extLst>
              <a:ext uri="{FF2B5EF4-FFF2-40B4-BE49-F238E27FC236}">
                <a16:creationId xmlns:a16="http://schemas.microsoft.com/office/drawing/2014/main" id="{FA90B237-94F0-B088-BB73-39BEF3F0D67B}"/>
              </a:ext>
            </a:extLst>
          </p:cNvPr>
          <p:cNvSpPr txBox="1"/>
          <p:nvPr/>
        </p:nvSpPr>
        <p:spPr>
          <a:xfrm>
            <a:off x="3825001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2" name="TextBox 1111">
            <a:extLst>
              <a:ext uri="{FF2B5EF4-FFF2-40B4-BE49-F238E27FC236}">
                <a16:creationId xmlns:a16="http://schemas.microsoft.com/office/drawing/2014/main" id="{B486864C-F137-B510-27CA-C9246D62CA65}"/>
              </a:ext>
            </a:extLst>
          </p:cNvPr>
          <p:cNvSpPr txBox="1"/>
          <p:nvPr/>
        </p:nvSpPr>
        <p:spPr>
          <a:xfrm>
            <a:off x="4133716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3" name="TextBox 1112">
            <a:extLst>
              <a:ext uri="{FF2B5EF4-FFF2-40B4-BE49-F238E27FC236}">
                <a16:creationId xmlns:a16="http://schemas.microsoft.com/office/drawing/2014/main" id="{C16C85EF-2FF6-C567-CC99-FFC0666577E0}"/>
              </a:ext>
            </a:extLst>
          </p:cNvPr>
          <p:cNvSpPr txBox="1"/>
          <p:nvPr/>
        </p:nvSpPr>
        <p:spPr>
          <a:xfrm>
            <a:off x="4442432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4" name="TextBox 1113">
            <a:extLst>
              <a:ext uri="{FF2B5EF4-FFF2-40B4-BE49-F238E27FC236}">
                <a16:creationId xmlns:a16="http://schemas.microsoft.com/office/drawing/2014/main" id="{722822AE-20E8-3434-A439-F132379351BB}"/>
              </a:ext>
            </a:extLst>
          </p:cNvPr>
          <p:cNvSpPr txBox="1"/>
          <p:nvPr/>
        </p:nvSpPr>
        <p:spPr>
          <a:xfrm>
            <a:off x="4751147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5" name="TextBox 1114">
            <a:extLst>
              <a:ext uri="{FF2B5EF4-FFF2-40B4-BE49-F238E27FC236}">
                <a16:creationId xmlns:a16="http://schemas.microsoft.com/office/drawing/2014/main" id="{835CC7EE-B402-C516-05F0-7ED868C81570}"/>
              </a:ext>
            </a:extLst>
          </p:cNvPr>
          <p:cNvSpPr txBox="1"/>
          <p:nvPr/>
        </p:nvSpPr>
        <p:spPr>
          <a:xfrm>
            <a:off x="5059863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6" name="TextBox 1115">
            <a:extLst>
              <a:ext uri="{FF2B5EF4-FFF2-40B4-BE49-F238E27FC236}">
                <a16:creationId xmlns:a16="http://schemas.microsoft.com/office/drawing/2014/main" id="{F788CE9F-8C70-7AE8-F65E-AE8175E71A4E}"/>
              </a:ext>
            </a:extLst>
          </p:cNvPr>
          <p:cNvSpPr txBox="1"/>
          <p:nvPr/>
        </p:nvSpPr>
        <p:spPr>
          <a:xfrm>
            <a:off x="5368578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7" name="TextBox 1116">
            <a:extLst>
              <a:ext uri="{FF2B5EF4-FFF2-40B4-BE49-F238E27FC236}">
                <a16:creationId xmlns:a16="http://schemas.microsoft.com/office/drawing/2014/main" id="{9A22BA13-5916-4E6D-0083-B67CF699F7AD}"/>
              </a:ext>
            </a:extLst>
          </p:cNvPr>
          <p:cNvSpPr txBox="1"/>
          <p:nvPr/>
        </p:nvSpPr>
        <p:spPr>
          <a:xfrm>
            <a:off x="3207570" y="38591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W28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6" name="직사각형 1295">
            <a:hlinkClick r:id="rId29" action="ppaction://hlinksldjump"/>
            <a:extLst>
              <a:ext uri="{FF2B5EF4-FFF2-40B4-BE49-F238E27FC236}">
                <a16:creationId xmlns:a16="http://schemas.microsoft.com/office/drawing/2014/main" id="{73D21401-F0F6-958C-0B6A-A19F536E9AD5}"/>
              </a:ext>
            </a:extLst>
          </p:cNvPr>
          <p:cNvSpPr/>
          <p:nvPr/>
        </p:nvSpPr>
        <p:spPr>
          <a:xfrm>
            <a:off x="3516286" y="764704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February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7" name="TextBox 1296">
            <a:extLst>
              <a:ext uri="{FF2B5EF4-FFF2-40B4-BE49-F238E27FC236}">
                <a16:creationId xmlns:a16="http://schemas.microsoft.com/office/drawing/2014/main" id="{BD8B6526-B980-9854-01A4-DFA0E283FFAC}"/>
              </a:ext>
            </a:extLst>
          </p:cNvPr>
          <p:cNvSpPr txBox="1"/>
          <p:nvPr/>
        </p:nvSpPr>
        <p:spPr>
          <a:xfrm>
            <a:off x="3516286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8" name="TextBox 1297">
            <a:extLst>
              <a:ext uri="{FF2B5EF4-FFF2-40B4-BE49-F238E27FC236}">
                <a16:creationId xmlns:a16="http://schemas.microsoft.com/office/drawing/2014/main" id="{08020F31-3378-02C6-9221-E1B631C348CB}"/>
              </a:ext>
            </a:extLst>
          </p:cNvPr>
          <p:cNvSpPr txBox="1"/>
          <p:nvPr/>
        </p:nvSpPr>
        <p:spPr>
          <a:xfrm>
            <a:off x="3825001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9" name="TextBox 1298">
            <a:extLst>
              <a:ext uri="{FF2B5EF4-FFF2-40B4-BE49-F238E27FC236}">
                <a16:creationId xmlns:a16="http://schemas.microsoft.com/office/drawing/2014/main" id="{DFD26E42-AD91-15B2-38AE-BE2E15690F97}"/>
              </a:ext>
            </a:extLst>
          </p:cNvPr>
          <p:cNvSpPr txBox="1"/>
          <p:nvPr/>
        </p:nvSpPr>
        <p:spPr>
          <a:xfrm>
            <a:off x="4133717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0" name="TextBox 1299">
            <a:extLst>
              <a:ext uri="{FF2B5EF4-FFF2-40B4-BE49-F238E27FC236}">
                <a16:creationId xmlns:a16="http://schemas.microsoft.com/office/drawing/2014/main" id="{3AEF70B1-1D01-1495-3316-598E23D19BE5}"/>
              </a:ext>
            </a:extLst>
          </p:cNvPr>
          <p:cNvSpPr txBox="1"/>
          <p:nvPr/>
        </p:nvSpPr>
        <p:spPr>
          <a:xfrm>
            <a:off x="4442433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1" name="TextBox 1300">
            <a:extLst>
              <a:ext uri="{FF2B5EF4-FFF2-40B4-BE49-F238E27FC236}">
                <a16:creationId xmlns:a16="http://schemas.microsoft.com/office/drawing/2014/main" id="{D60043C4-C31A-120F-D2AD-CBCF1AA0213E}"/>
              </a:ext>
            </a:extLst>
          </p:cNvPr>
          <p:cNvSpPr txBox="1"/>
          <p:nvPr/>
        </p:nvSpPr>
        <p:spPr>
          <a:xfrm>
            <a:off x="4751149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2" name="TextBox 1301">
            <a:extLst>
              <a:ext uri="{FF2B5EF4-FFF2-40B4-BE49-F238E27FC236}">
                <a16:creationId xmlns:a16="http://schemas.microsoft.com/office/drawing/2014/main" id="{87D00001-CA4A-405F-216E-8DF60466D450}"/>
              </a:ext>
            </a:extLst>
          </p:cNvPr>
          <p:cNvSpPr txBox="1"/>
          <p:nvPr/>
        </p:nvSpPr>
        <p:spPr>
          <a:xfrm>
            <a:off x="5059864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3" name="TextBox 1302">
            <a:extLst>
              <a:ext uri="{FF2B5EF4-FFF2-40B4-BE49-F238E27FC236}">
                <a16:creationId xmlns:a16="http://schemas.microsoft.com/office/drawing/2014/main" id="{0E15F03F-7916-3B98-62BB-C32AD8156307}"/>
              </a:ext>
            </a:extLst>
          </p:cNvPr>
          <p:cNvSpPr txBox="1"/>
          <p:nvPr/>
        </p:nvSpPr>
        <p:spPr>
          <a:xfrm>
            <a:off x="5368578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4" name="TextBox 1303">
            <a:extLst>
              <a:ext uri="{FF2B5EF4-FFF2-40B4-BE49-F238E27FC236}">
                <a16:creationId xmlns:a16="http://schemas.microsoft.com/office/drawing/2014/main" id="{3368D23D-3577-C20B-9DC1-4B7BB34AF3E5}"/>
              </a:ext>
            </a:extLst>
          </p:cNvPr>
          <p:cNvSpPr txBox="1"/>
          <p:nvPr/>
        </p:nvSpPr>
        <p:spPr>
          <a:xfrm>
            <a:off x="3207570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05" name="직선 연결선 1304">
            <a:extLst>
              <a:ext uri="{FF2B5EF4-FFF2-40B4-BE49-F238E27FC236}">
                <a16:creationId xmlns:a16="http://schemas.microsoft.com/office/drawing/2014/main" id="{EE2309EE-36CB-76C5-401A-ECF578F8D1FB}"/>
              </a:ext>
            </a:extLst>
          </p:cNvPr>
          <p:cNvCxnSpPr>
            <a:cxnSpLocks/>
          </p:cNvCxnSpPr>
          <p:nvPr/>
        </p:nvCxnSpPr>
        <p:spPr>
          <a:xfrm>
            <a:off x="3516286" y="1184339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6" name="TextBox 1305">
            <a:extLst>
              <a:ext uri="{FF2B5EF4-FFF2-40B4-BE49-F238E27FC236}">
                <a16:creationId xmlns:a16="http://schemas.microsoft.com/office/drawing/2014/main" id="{BC8A30AC-289C-0CC2-2C06-113EDD9ABC84}"/>
              </a:ext>
            </a:extLst>
          </p:cNvPr>
          <p:cNvSpPr txBox="1"/>
          <p:nvPr/>
        </p:nvSpPr>
        <p:spPr>
          <a:xfrm>
            <a:off x="3516286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TextBox 1306">
            <a:extLst>
              <a:ext uri="{FF2B5EF4-FFF2-40B4-BE49-F238E27FC236}">
                <a16:creationId xmlns:a16="http://schemas.microsoft.com/office/drawing/2014/main" id="{BEDADCFA-0D3C-035F-8A94-A00157EFB6D0}"/>
              </a:ext>
            </a:extLst>
          </p:cNvPr>
          <p:cNvSpPr txBox="1"/>
          <p:nvPr/>
        </p:nvSpPr>
        <p:spPr>
          <a:xfrm>
            <a:off x="3825001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8" name="TextBox 1307">
            <a:extLst>
              <a:ext uri="{FF2B5EF4-FFF2-40B4-BE49-F238E27FC236}">
                <a16:creationId xmlns:a16="http://schemas.microsoft.com/office/drawing/2014/main" id="{7D9B0E36-1A17-5824-AA64-12FC5B5C549E}"/>
              </a:ext>
            </a:extLst>
          </p:cNvPr>
          <p:cNvSpPr txBox="1"/>
          <p:nvPr/>
        </p:nvSpPr>
        <p:spPr>
          <a:xfrm>
            <a:off x="4133716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309" name="TextBox 1308">
            <a:extLst>
              <a:ext uri="{FF2B5EF4-FFF2-40B4-BE49-F238E27FC236}">
                <a16:creationId xmlns:a16="http://schemas.microsoft.com/office/drawing/2014/main" id="{320A00B9-3D2B-58B4-4E33-4568F3C6919B}"/>
              </a:ext>
            </a:extLst>
          </p:cNvPr>
          <p:cNvSpPr txBox="1"/>
          <p:nvPr/>
        </p:nvSpPr>
        <p:spPr>
          <a:xfrm>
            <a:off x="4442432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310" name="TextBox 1309">
            <a:extLst>
              <a:ext uri="{FF2B5EF4-FFF2-40B4-BE49-F238E27FC236}">
                <a16:creationId xmlns:a16="http://schemas.microsoft.com/office/drawing/2014/main" id="{8A2A8E2B-5FDA-9CC9-0980-6C0A0F191C99}"/>
              </a:ext>
            </a:extLst>
          </p:cNvPr>
          <p:cNvSpPr txBox="1"/>
          <p:nvPr/>
        </p:nvSpPr>
        <p:spPr>
          <a:xfrm>
            <a:off x="4751147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311" name="TextBox 1310">
            <a:extLst>
              <a:ext uri="{FF2B5EF4-FFF2-40B4-BE49-F238E27FC236}">
                <a16:creationId xmlns:a16="http://schemas.microsoft.com/office/drawing/2014/main" id="{8AB49268-5D91-7C1E-DCF4-148EFAC59EC1}"/>
              </a:ext>
            </a:extLst>
          </p:cNvPr>
          <p:cNvSpPr txBox="1"/>
          <p:nvPr/>
        </p:nvSpPr>
        <p:spPr>
          <a:xfrm>
            <a:off x="5059863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312" name="TextBox 1311">
            <a:extLst>
              <a:ext uri="{FF2B5EF4-FFF2-40B4-BE49-F238E27FC236}">
                <a16:creationId xmlns:a16="http://schemas.microsoft.com/office/drawing/2014/main" id="{C750C6ED-AD11-04B3-E9E7-F412381F139D}"/>
              </a:ext>
            </a:extLst>
          </p:cNvPr>
          <p:cNvSpPr txBox="1"/>
          <p:nvPr/>
        </p:nvSpPr>
        <p:spPr>
          <a:xfrm>
            <a:off x="5368578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3" name="TextBox 1312">
            <a:extLst>
              <a:ext uri="{FF2B5EF4-FFF2-40B4-BE49-F238E27FC236}">
                <a16:creationId xmlns:a16="http://schemas.microsoft.com/office/drawing/2014/main" id="{CD4A6D87-C699-3982-B976-9BCFD6B65C58}"/>
              </a:ext>
            </a:extLst>
          </p:cNvPr>
          <p:cNvSpPr txBox="1"/>
          <p:nvPr/>
        </p:nvSpPr>
        <p:spPr>
          <a:xfrm>
            <a:off x="3207570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W05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4" name="TextBox 1313">
            <a:extLst>
              <a:ext uri="{FF2B5EF4-FFF2-40B4-BE49-F238E27FC236}">
                <a16:creationId xmlns:a16="http://schemas.microsoft.com/office/drawing/2014/main" id="{C28B0203-732A-828C-4B82-49C466A84888}"/>
              </a:ext>
            </a:extLst>
          </p:cNvPr>
          <p:cNvSpPr txBox="1"/>
          <p:nvPr/>
        </p:nvSpPr>
        <p:spPr>
          <a:xfrm>
            <a:off x="3516286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5" name="TextBox 1314">
            <a:extLst>
              <a:ext uri="{FF2B5EF4-FFF2-40B4-BE49-F238E27FC236}">
                <a16:creationId xmlns:a16="http://schemas.microsoft.com/office/drawing/2014/main" id="{25878469-7E77-2A46-B621-1FA013A0B630}"/>
              </a:ext>
            </a:extLst>
          </p:cNvPr>
          <p:cNvSpPr txBox="1"/>
          <p:nvPr/>
        </p:nvSpPr>
        <p:spPr>
          <a:xfrm>
            <a:off x="3825001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6" name="TextBox 1315">
            <a:extLst>
              <a:ext uri="{FF2B5EF4-FFF2-40B4-BE49-F238E27FC236}">
                <a16:creationId xmlns:a16="http://schemas.microsoft.com/office/drawing/2014/main" id="{633F2BA0-27BE-6060-DAE3-FA7F3C5FC629}"/>
              </a:ext>
            </a:extLst>
          </p:cNvPr>
          <p:cNvSpPr txBox="1"/>
          <p:nvPr/>
        </p:nvSpPr>
        <p:spPr>
          <a:xfrm>
            <a:off x="4133716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7" name="TextBox 1316">
            <a:extLst>
              <a:ext uri="{FF2B5EF4-FFF2-40B4-BE49-F238E27FC236}">
                <a16:creationId xmlns:a16="http://schemas.microsoft.com/office/drawing/2014/main" id="{B4878F54-E709-2E54-F6CD-B1FBA8F04093}"/>
              </a:ext>
            </a:extLst>
          </p:cNvPr>
          <p:cNvSpPr txBox="1"/>
          <p:nvPr/>
        </p:nvSpPr>
        <p:spPr>
          <a:xfrm>
            <a:off x="4442432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8" name="TextBox 1317">
            <a:extLst>
              <a:ext uri="{FF2B5EF4-FFF2-40B4-BE49-F238E27FC236}">
                <a16:creationId xmlns:a16="http://schemas.microsoft.com/office/drawing/2014/main" id="{9186E901-06F6-0402-1D2C-CA90747B8307}"/>
              </a:ext>
            </a:extLst>
          </p:cNvPr>
          <p:cNvSpPr txBox="1"/>
          <p:nvPr/>
        </p:nvSpPr>
        <p:spPr>
          <a:xfrm>
            <a:off x="4751147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06</a:t>
            </a:r>
            <a:endParaRPr lang="ko-KR" altLang="en-US" dirty="0"/>
          </a:p>
        </p:txBody>
      </p:sp>
      <p:sp>
        <p:nvSpPr>
          <p:cNvPr id="1319" name="TextBox 1318">
            <a:extLst>
              <a:ext uri="{FF2B5EF4-FFF2-40B4-BE49-F238E27FC236}">
                <a16:creationId xmlns:a16="http://schemas.microsoft.com/office/drawing/2014/main" id="{FB9600EE-7CA6-1B36-56C1-FCCC8E4D0CEC}"/>
              </a:ext>
            </a:extLst>
          </p:cNvPr>
          <p:cNvSpPr txBox="1"/>
          <p:nvPr/>
        </p:nvSpPr>
        <p:spPr>
          <a:xfrm>
            <a:off x="5059863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0" name="TextBox 1319">
            <a:extLst>
              <a:ext uri="{FF2B5EF4-FFF2-40B4-BE49-F238E27FC236}">
                <a16:creationId xmlns:a16="http://schemas.microsoft.com/office/drawing/2014/main" id="{608097B7-3D7B-50AA-7D0D-4A4FC6EBA708}"/>
              </a:ext>
            </a:extLst>
          </p:cNvPr>
          <p:cNvSpPr txBox="1"/>
          <p:nvPr/>
        </p:nvSpPr>
        <p:spPr>
          <a:xfrm>
            <a:off x="5368578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1" name="TextBox 1320">
            <a:extLst>
              <a:ext uri="{FF2B5EF4-FFF2-40B4-BE49-F238E27FC236}">
                <a16:creationId xmlns:a16="http://schemas.microsoft.com/office/drawing/2014/main" id="{E6D0D75E-5BFF-9191-7DD5-62E2D9C53442}"/>
              </a:ext>
            </a:extLst>
          </p:cNvPr>
          <p:cNvSpPr txBox="1"/>
          <p:nvPr/>
        </p:nvSpPr>
        <p:spPr>
          <a:xfrm>
            <a:off x="3207570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W06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2" name="TextBox 1321">
            <a:extLst>
              <a:ext uri="{FF2B5EF4-FFF2-40B4-BE49-F238E27FC236}">
                <a16:creationId xmlns:a16="http://schemas.microsoft.com/office/drawing/2014/main" id="{ECDE9B84-C0D3-C6CB-F0A3-1BD7C3717BB2}"/>
              </a:ext>
            </a:extLst>
          </p:cNvPr>
          <p:cNvSpPr txBox="1"/>
          <p:nvPr/>
        </p:nvSpPr>
        <p:spPr>
          <a:xfrm>
            <a:off x="3516286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09</a:t>
            </a:r>
            <a:endParaRPr lang="ko-KR" altLang="en-US" dirty="0"/>
          </a:p>
        </p:txBody>
      </p:sp>
      <p:sp>
        <p:nvSpPr>
          <p:cNvPr id="1323" name="TextBox 1322">
            <a:extLst>
              <a:ext uri="{FF2B5EF4-FFF2-40B4-BE49-F238E27FC236}">
                <a16:creationId xmlns:a16="http://schemas.microsoft.com/office/drawing/2014/main" id="{8F125E9F-1D53-3784-C66E-FFC25940CEC2}"/>
              </a:ext>
            </a:extLst>
          </p:cNvPr>
          <p:cNvSpPr txBox="1"/>
          <p:nvPr/>
        </p:nvSpPr>
        <p:spPr>
          <a:xfrm>
            <a:off x="3825001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4" name="TextBox 1323">
            <a:extLst>
              <a:ext uri="{FF2B5EF4-FFF2-40B4-BE49-F238E27FC236}">
                <a16:creationId xmlns:a16="http://schemas.microsoft.com/office/drawing/2014/main" id="{1B3AB281-B915-CC9D-E3FF-3679ACAD29B2}"/>
              </a:ext>
            </a:extLst>
          </p:cNvPr>
          <p:cNvSpPr txBox="1"/>
          <p:nvPr/>
        </p:nvSpPr>
        <p:spPr>
          <a:xfrm>
            <a:off x="4133716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5" name="TextBox 1324">
            <a:extLst>
              <a:ext uri="{FF2B5EF4-FFF2-40B4-BE49-F238E27FC236}">
                <a16:creationId xmlns:a16="http://schemas.microsoft.com/office/drawing/2014/main" id="{0C40B16C-49F2-6181-3F64-5D68000CDD6B}"/>
              </a:ext>
            </a:extLst>
          </p:cNvPr>
          <p:cNvSpPr txBox="1"/>
          <p:nvPr/>
        </p:nvSpPr>
        <p:spPr>
          <a:xfrm>
            <a:off x="4442432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6" name="TextBox 1325">
            <a:extLst>
              <a:ext uri="{FF2B5EF4-FFF2-40B4-BE49-F238E27FC236}">
                <a16:creationId xmlns:a16="http://schemas.microsoft.com/office/drawing/2014/main" id="{899CDACF-11E3-4505-A51B-23C591F26FA9}"/>
              </a:ext>
            </a:extLst>
          </p:cNvPr>
          <p:cNvSpPr txBox="1"/>
          <p:nvPr/>
        </p:nvSpPr>
        <p:spPr>
          <a:xfrm>
            <a:off x="4751147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7" name="TextBox 1326">
            <a:extLst>
              <a:ext uri="{FF2B5EF4-FFF2-40B4-BE49-F238E27FC236}">
                <a16:creationId xmlns:a16="http://schemas.microsoft.com/office/drawing/2014/main" id="{ABE8FB0C-6476-DE4B-9871-C77D8EB13474}"/>
              </a:ext>
            </a:extLst>
          </p:cNvPr>
          <p:cNvSpPr txBox="1"/>
          <p:nvPr/>
        </p:nvSpPr>
        <p:spPr>
          <a:xfrm>
            <a:off x="5059863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8" name="TextBox 1327">
            <a:extLst>
              <a:ext uri="{FF2B5EF4-FFF2-40B4-BE49-F238E27FC236}">
                <a16:creationId xmlns:a16="http://schemas.microsoft.com/office/drawing/2014/main" id="{871DCB0B-AB33-F667-305B-7DD2F1E0237B}"/>
              </a:ext>
            </a:extLst>
          </p:cNvPr>
          <p:cNvSpPr txBox="1"/>
          <p:nvPr/>
        </p:nvSpPr>
        <p:spPr>
          <a:xfrm>
            <a:off x="5368578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9" name="TextBox 1328">
            <a:extLst>
              <a:ext uri="{FF2B5EF4-FFF2-40B4-BE49-F238E27FC236}">
                <a16:creationId xmlns:a16="http://schemas.microsoft.com/office/drawing/2014/main" id="{183D8AD8-43BA-80CA-F640-FDF8ADD9CC0C}"/>
              </a:ext>
            </a:extLst>
          </p:cNvPr>
          <p:cNvSpPr txBox="1"/>
          <p:nvPr/>
        </p:nvSpPr>
        <p:spPr>
          <a:xfrm>
            <a:off x="3207570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W07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0" name="TextBox 1329">
            <a:extLst>
              <a:ext uri="{FF2B5EF4-FFF2-40B4-BE49-F238E27FC236}">
                <a16:creationId xmlns:a16="http://schemas.microsoft.com/office/drawing/2014/main" id="{60D97DEC-6823-B202-CA9C-1342ABD31030}"/>
              </a:ext>
            </a:extLst>
          </p:cNvPr>
          <p:cNvSpPr txBox="1"/>
          <p:nvPr/>
        </p:nvSpPr>
        <p:spPr>
          <a:xfrm>
            <a:off x="3516286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16</a:t>
            </a:r>
            <a:endParaRPr lang="ko-KR" altLang="en-US" dirty="0"/>
          </a:p>
        </p:txBody>
      </p:sp>
      <p:sp>
        <p:nvSpPr>
          <p:cNvPr id="1331" name="TextBox 1330">
            <a:extLst>
              <a:ext uri="{FF2B5EF4-FFF2-40B4-BE49-F238E27FC236}">
                <a16:creationId xmlns:a16="http://schemas.microsoft.com/office/drawing/2014/main" id="{7F090389-CD5A-02A0-5D91-3822A5F50ECC}"/>
              </a:ext>
            </a:extLst>
          </p:cNvPr>
          <p:cNvSpPr txBox="1"/>
          <p:nvPr/>
        </p:nvSpPr>
        <p:spPr>
          <a:xfrm>
            <a:off x="3825001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17</a:t>
            </a:r>
            <a:endParaRPr lang="ko-KR" altLang="en-US" dirty="0"/>
          </a:p>
        </p:txBody>
      </p:sp>
      <p:sp>
        <p:nvSpPr>
          <p:cNvPr id="1332" name="TextBox 1331">
            <a:extLst>
              <a:ext uri="{FF2B5EF4-FFF2-40B4-BE49-F238E27FC236}">
                <a16:creationId xmlns:a16="http://schemas.microsoft.com/office/drawing/2014/main" id="{974AFEC3-7E5E-79F8-9D70-1026DBB96B4E}"/>
              </a:ext>
            </a:extLst>
          </p:cNvPr>
          <p:cNvSpPr txBox="1"/>
          <p:nvPr/>
        </p:nvSpPr>
        <p:spPr>
          <a:xfrm>
            <a:off x="4133716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18</a:t>
            </a:r>
            <a:endParaRPr lang="ko-KR" altLang="en-US" dirty="0"/>
          </a:p>
        </p:txBody>
      </p:sp>
      <p:sp>
        <p:nvSpPr>
          <p:cNvPr id="1333" name="TextBox 1332">
            <a:extLst>
              <a:ext uri="{FF2B5EF4-FFF2-40B4-BE49-F238E27FC236}">
                <a16:creationId xmlns:a16="http://schemas.microsoft.com/office/drawing/2014/main" id="{9DC22C93-A5E3-B619-D50A-EFE444EE360E}"/>
              </a:ext>
            </a:extLst>
          </p:cNvPr>
          <p:cNvSpPr txBox="1"/>
          <p:nvPr/>
        </p:nvSpPr>
        <p:spPr>
          <a:xfrm>
            <a:off x="4442432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4" name="TextBox 1333">
            <a:extLst>
              <a:ext uri="{FF2B5EF4-FFF2-40B4-BE49-F238E27FC236}">
                <a16:creationId xmlns:a16="http://schemas.microsoft.com/office/drawing/2014/main" id="{212B8A7C-3445-13EE-0BE1-4825F0C3BEE7}"/>
              </a:ext>
            </a:extLst>
          </p:cNvPr>
          <p:cNvSpPr txBox="1"/>
          <p:nvPr/>
        </p:nvSpPr>
        <p:spPr>
          <a:xfrm>
            <a:off x="4751147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5" name="TextBox 1334">
            <a:extLst>
              <a:ext uri="{FF2B5EF4-FFF2-40B4-BE49-F238E27FC236}">
                <a16:creationId xmlns:a16="http://schemas.microsoft.com/office/drawing/2014/main" id="{0AA91B26-4AB8-C025-0C7A-745ED8C077F9}"/>
              </a:ext>
            </a:extLst>
          </p:cNvPr>
          <p:cNvSpPr txBox="1"/>
          <p:nvPr/>
        </p:nvSpPr>
        <p:spPr>
          <a:xfrm>
            <a:off x="5059863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6" name="TextBox 1335">
            <a:extLst>
              <a:ext uri="{FF2B5EF4-FFF2-40B4-BE49-F238E27FC236}">
                <a16:creationId xmlns:a16="http://schemas.microsoft.com/office/drawing/2014/main" id="{BD18969B-6A30-9D9F-9664-B2DBD53E8F7F}"/>
              </a:ext>
            </a:extLst>
          </p:cNvPr>
          <p:cNvSpPr txBox="1"/>
          <p:nvPr/>
        </p:nvSpPr>
        <p:spPr>
          <a:xfrm>
            <a:off x="5368578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7" name="TextBox 1336">
            <a:extLst>
              <a:ext uri="{FF2B5EF4-FFF2-40B4-BE49-F238E27FC236}">
                <a16:creationId xmlns:a16="http://schemas.microsoft.com/office/drawing/2014/main" id="{0FAE6CDD-BB28-63AD-7D85-BD6559DE32DA}"/>
              </a:ext>
            </a:extLst>
          </p:cNvPr>
          <p:cNvSpPr txBox="1"/>
          <p:nvPr/>
        </p:nvSpPr>
        <p:spPr>
          <a:xfrm>
            <a:off x="3207570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W08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8" name="TextBox 1337">
            <a:extLst>
              <a:ext uri="{FF2B5EF4-FFF2-40B4-BE49-F238E27FC236}">
                <a16:creationId xmlns:a16="http://schemas.microsoft.com/office/drawing/2014/main" id="{FA678159-80BA-BCC2-ABE9-BFF05CCFDF20}"/>
              </a:ext>
            </a:extLst>
          </p:cNvPr>
          <p:cNvSpPr txBox="1"/>
          <p:nvPr/>
        </p:nvSpPr>
        <p:spPr>
          <a:xfrm>
            <a:off x="3516286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9" name="TextBox 1338">
            <a:extLst>
              <a:ext uri="{FF2B5EF4-FFF2-40B4-BE49-F238E27FC236}">
                <a16:creationId xmlns:a16="http://schemas.microsoft.com/office/drawing/2014/main" id="{9ECB6F6E-76CA-4106-24B4-ADAF7ED784E5}"/>
              </a:ext>
            </a:extLst>
          </p:cNvPr>
          <p:cNvSpPr txBox="1"/>
          <p:nvPr/>
        </p:nvSpPr>
        <p:spPr>
          <a:xfrm>
            <a:off x="3825001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0" name="TextBox 1339">
            <a:extLst>
              <a:ext uri="{FF2B5EF4-FFF2-40B4-BE49-F238E27FC236}">
                <a16:creationId xmlns:a16="http://schemas.microsoft.com/office/drawing/2014/main" id="{98ECAA0C-0D2D-CF96-0D10-64A12DFF1750}"/>
              </a:ext>
            </a:extLst>
          </p:cNvPr>
          <p:cNvSpPr txBox="1"/>
          <p:nvPr/>
        </p:nvSpPr>
        <p:spPr>
          <a:xfrm>
            <a:off x="4133716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25</a:t>
            </a:r>
            <a:endParaRPr lang="ko-KR" altLang="en-US" dirty="0"/>
          </a:p>
        </p:txBody>
      </p:sp>
      <p:sp>
        <p:nvSpPr>
          <p:cNvPr id="1341" name="TextBox 1340">
            <a:extLst>
              <a:ext uri="{FF2B5EF4-FFF2-40B4-BE49-F238E27FC236}">
                <a16:creationId xmlns:a16="http://schemas.microsoft.com/office/drawing/2014/main" id="{F1BFB01D-47E6-18DE-9D2F-002EB866B842}"/>
              </a:ext>
            </a:extLst>
          </p:cNvPr>
          <p:cNvSpPr txBox="1"/>
          <p:nvPr/>
        </p:nvSpPr>
        <p:spPr>
          <a:xfrm>
            <a:off x="4442432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26</a:t>
            </a:r>
            <a:endParaRPr lang="ko-KR" altLang="en-US" dirty="0"/>
          </a:p>
        </p:txBody>
      </p:sp>
      <p:sp>
        <p:nvSpPr>
          <p:cNvPr id="1342" name="TextBox 1341">
            <a:extLst>
              <a:ext uri="{FF2B5EF4-FFF2-40B4-BE49-F238E27FC236}">
                <a16:creationId xmlns:a16="http://schemas.microsoft.com/office/drawing/2014/main" id="{159F657C-A2C2-3125-F866-1F10A9B89DB4}"/>
              </a:ext>
            </a:extLst>
          </p:cNvPr>
          <p:cNvSpPr txBox="1"/>
          <p:nvPr/>
        </p:nvSpPr>
        <p:spPr>
          <a:xfrm>
            <a:off x="4751147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27</a:t>
            </a:r>
            <a:endParaRPr lang="ko-KR" altLang="en-US" dirty="0"/>
          </a:p>
        </p:txBody>
      </p:sp>
      <p:sp>
        <p:nvSpPr>
          <p:cNvPr id="1343" name="TextBox 1342">
            <a:extLst>
              <a:ext uri="{FF2B5EF4-FFF2-40B4-BE49-F238E27FC236}">
                <a16:creationId xmlns:a16="http://schemas.microsoft.com/office/drawing/2014/main" id="{6A52B51B-6322-60CD-8CB5-F826C062777C}"/>
              </a:ext>
            </a:extLst>
          </p:cNvPr>
          <p:cNvSpPr txBox="1"/>
          <p:nvPr/>
        </p:nvSpPr>
        <p:spPr>
          <a:xfrm>
            <a:off x="5059863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1344" name="TextBox 1343">
            <a:extLst>
              <a:ext uri="{FF2B5EF4-FFF2-40B4-BE49-F238E27FC236}">
                <a16:creationId xmlns:a16="http://schemas.microsoft.com/office/drawing/2014/main" id="{E37599B1-EF3C-8869-063B-A48A19D2231F}"/>
              </a:ext>
            </a:extLst>
          </p:cNvPr>
          <p:cNvSpPr txBox="1"/>
          <p:nvPr/>
        </p:nvSpPr>
        <p:spPr>
          <a:xfrm>
            <a:off x="5368578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5" name="TextBox 1344">
            <a:extLst>
              <a:ext uri="{FF2B5EF4-FFF2-40B4-BE49-F238E27FC236}">
                <a16:creationId xmlns:a16="http://schemas.microsoft.com/office/drawing/2014/main" id="{979F0DB0-410E-2389-8FE5-2474BB7BE360}"/>
              </a:ext>
            </a:extLst>
          </p:cNvPr>
          <p:cNvSpPr txBox="1"/>
          <p:nvPr/>
        </p:nvSpPr>
        <p:spPr>
          <a:xfrm>
            <a:off x="3207570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W09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6" name="TextBox 1345">
            <a:extLst>
              <a:ext uri="{FF2B5EF4-FFF2-40B4-BE49-F238E27FC236}">
                <a16:creationId xmlns:a16="http://schemas.microsoft.com/office/drawing/2014/main" id="{8CF48FE6-217C-5873-9484-5F7947D04C5C}"/>
              </a:ext>
            </a:extLst>
          </p:cNvPr>
          <p:cNvSpPr txBox="1"/>
          <p:nvPr/>
        </p:nvSpPr>
        <p:spPr>
          <a:xfrm>
            <a:off x="3516286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7" name="TextBox 1346">
            <a:extLst>
              <a:ext uri="{FF2B5EF4-FFF2-40B4-BE49-F238E27FC236}">
                <a16:creationId xmlns:a16="http://schemas.microsoft.com/office/drawing/2014/main" id="{C324A0CD-E589-A2CD-FF81-ADD83CDEDADA}"/>
              </a:ext>
            </a:extLst>
          </p:cNvPr>
          <p:cNvSpPr txBox="1"/>
          <p:nvPr/>
        </p:nvSpPr>
        <p:spPr>
          <a:xfrm>
            <a:off x="3825001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8" name="TextBox 1347">
            <a:extLst>
              <a:ext uri="{FF2B5EF4-FFF2-40B4-BE49-F238E27FC236}">
                <a16:creationId xmlns:a16="http://schemas.microsoft.com/office/drawing/2014/main" id="{DF858B17-2271-58F7-C291-E52B0BF20A3A}"/>
              </a:ext>
            </a:extLst>
          </p:cNvPr>
          <p:cNvSpPr txBox="1"/>
          <p:nvPr/>
        </p:nvSpPr>
        <p:spPr>
          <a:xfrm>
            <a:off x="4133716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9" name="TextBox 1348">
            <a:extLst>
              <a:ext uri="{FF2B5EF4-FFF2-40B4-BE49-F238E27FC236}">
                <a16:creationId xmlns:a16="http://schemas.microsoft.com/office/drawing/2014/main" id="{A4228A4C-9EF6-766C-B804-9F9AC6799C3C}"/>
              </a:ext>
            </a:extLst>
          </p:cNvPr>
          <p:cNvSpPr txBox="1"/>
          <p:nvPr/>
        </p:nvSpPr>
        <p:spPr>
          <a:xfrm>
            <a:off x="4442432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0" name="TextBox 1349">
            <a:extLst>
              <a:ext uri="{FF2B5EF4-FFF2-40B4-BE49-F238E27FC236}">
                <a16:creationId xmlns:a16="http://schemas.microsoft.com/office/drawing/2014/main" id="{82ADC0B1-D36F-AE1F-9AF7-E4F07CD3DCE4}"/>
              </a:ext>
            </a:extLst>
          </p:cNvPr>
          <p:cNvSpPr txBox="1"/>
          <p:nvPr/>
        </p:nvSpPr>
        <p:spPr>
          <a:xfrm>
            <a:off x="4751147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1" name="TextBox 1350">
            <a:extLst>
              <a:ext uri="{FF2B5EF4-FFF2-40B4-BE49-F238E27FC236}">
                <a16:creationId xmlns:a16="http://schemas.microsoft.com/office/drawing/2014/main" id="{5A59902E-E1A3-619E-28C1-348C17EB1B52}"/>
              </a:ext>
            </a:extLst>
          </p:cNvPr>
          <p:cNvSpPr txBox="1"/>
          <p:nvPr/>
        </p:nvSpPr>
        <p:spPr>
          <a:xfrm>
            <a:off x="5059863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2" name="TextBox 1351">
            <a:extLst>
              <a:ext uri="{FF2B5EF4-FFF2-40B4-BE49-F238E27FC236}">
                <a16:creationId xmlns:a16="http://schemas.microsoft.com/office/drawing/2014/main" id="{B4D951E2-E1E0-3A53-5B03-C49B783C2B52}"/>
              </a:ext>
            </a:extLst>
          </p:cNvPr>
          <p:cNvSpPr txBox="1"/>
          <p:nvPr/>
        </p:nvSpPr>
        <p:spPr>
          <a:xfrm>
            <a:off x="5368578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3" name="TextBox 1352">
            <a:extLst>
              <a:ext uri="{FF2B5EF4-FFF2-40B4-BE49-F238E27FC236}">
                <a16:creationId xmlns:a16="http://schemas.microsoft.com/office/drawing/2014/main" id="{1765E5B9-8FFA-071B-B849-6EA00E42DC87}"/>
              </a:ext>
            </a:extLst>
          </p:cNvPr>
          <p:cNvSpPr txBox="1"/>
          <p:nvPr/>
        </p:nvSpPr>
        <p:spPr>
          <a:xfrm>
            <a:off x="3207570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W11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직사각형 882">
            <a:hlinkClick r:id="rId29" action="ppaction://hlinksldjump"/>
            <a:extLst>
              <a:ext uri="{FF2B5EF4-FFF2-40B4-BE49-F238E27FC236}">
                <a16:creationId xmlns:a16="http://schemas.microsoft.com/office/drawing/2014/main" id="{32AED277-AB82-D86D-1C9E-152547F38CE9}"/>
              </a:ext>
            </a:extLst>
          </p:cNvPr>
          <p:cNvSpPr/>
          <p:nvPr/>
        </p:nvSpPr>
        <p:spPr>
          <a:xfrm>
            <a:off x="6364657" y="4593158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November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" name="TextBox 883">
            <a:extLst>
              <a:ext uri="{FF2B5EF4-FFF2-40B4-BE49-F238E27FC236}">
                <a16:creationId xmlns:a16="http://schemas.microsoft.com/office/drawing/2014/main" id="{1E941DCC-5B91-09FB-F900-037F9DDB2BBA}"/>
              </a:ext>
            </a:extLst>
          </p:cNvPr>
          <p:cNvSpPr txBox="1"/>
          <p:nvPr/>
        </p:nvSpPr>
        <p:spPr>
          <a:xfrm>
            <a:off x="6364657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TextBox 884">
            <a:extLst>
              <a:ext uri="{FF2B5EF4-FFF2-40B4-BE49-F238E27FC236}">
                <a16:creationId xmlns:a16="http://schemas.microsoft.com/office/drawing/2014/main" id="{C7B7954A-3351-A724-4EF3-6A7FE1E84673}"/>
              </a:ext>
            </a:extLst>
          </p:cNvPr>
          <p:cNvSpPr txBox="1"/>
          <p:nvPr/>
        </p:nvSpPr>
        <p:spPr>
          <a:xfrm>
            <a:off x="6673372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TextBox 885">
            <a:extLst>
              <a:ext uri="{FF2B5EF4-FFF2-40B4-BE49-F238E27FC236}">
                <a16:creationId xmlns:a16="http://schemas.microsoft.com/office/drawing/2014/main" id="{826FC788-FDE3-E90C-3744-1D49B169098D}"/>
              </a:ext>
            </a:extLst>
          </p:cNvPr>
          <p:cNvSpPr txBox="1"/>
          <p:nvPr/>
        </p:nvSpPr>
        <p:spPr>
          <a:xfrm>
            <a:off x="6982088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TextBox 886">
            <a:extLst>
              <a:ext uri="{FF2B5EF4-FFF2-40B4-BE49-F238E27FC236}">
                <a16:creationId xmlns:a16="http://schemas.microsoft.com/office/drawing/2014/main" id="{AD901947-1540-3FF1-CA0A-640D1C12A782}"/>
              </a:ext>
            </a:extLst>
          </p:cNvPr>
          <p:cNvSpPr txBox="1"/>
          <p:nvPr/>
        </p:nvSpPr>
        <p:spPr>
          <a:xfrm>
            <a:off x="7290804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" name="TextBox 887">
            <a:extLst>
              <a:ext uri="{FF2B5EF4-FFF2-40B4-BE49-F238E27FC236}">
                <a16:creationId xmlns:a16="http://schemas.microsoft.com/office/drawing/2014/main" id="{301F3216-E1EB-6D84-5E3A-81D34ED81778}"/>
              </a:ext>
            </a:extLst>
          </p:cNvPr>
          <p:cNvSpPr txBox="1"/>
          <p:nvPr/>
        </p:nvSpPr>
        <p:spPr>
          <a:xfrm>
            <a:off x="7599520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" name="TextBox 888">
            <a:extLst>
              <a:ext uri="{FF2B5EF4-FFF2-40B4-BE49-F238E27FC236}">
                <a16:creationId xmlns:a16="http://schemas.microsoft.com/office/drawing/2014/main" id="{5392B67C-C8CB-44FA-3497-7BA82B7C98DB}"/>
              </a:ext>
            </a:extLst>
          </p:cNvPr>
          <p:cNvSpPr txBox="1"/>
          <p:nvPr/>
        </p:nvSpPr>
        <p:spPr>
          <a:xfrm>
            <a:off x="7908235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" name="TextBox 889">
            <a:extLst>
              <a:ext uri="{FF2B5EF4-FFF2-40B4-BE49-F238E27FC236}">
                <a16:creationId xmlns:a16="http://schemas.microsoft.com/office/drawing/2014/main" id="{2204963A-CD8A-0EFE-B652-B8B59DB58A6F}"/>
              </a:ext>
            </a:extLst>
          </p:cNvPr>
          <p:cNvSpPr txBox="1"/>
          <p:nvPr/>
        </p:nvSpPr>
        <p:spPr>
          <a:xfrm>
            <a:off x="8216949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" name="TextBox 890">
            <a:extLst>
              <a:ext uri="{FF2B5EF4-FFF2-40B4-BE49-F238E27FC236}">
                <a16:creationId xmlns:a16="http://schemas.microsoft.com/office/drawing/2014/main" id="{40964D7C-5530-24EB-D99C-97EC201134D2}"/>
              </a:ext>
            </a:extLst>
          </p:cNvPr>
          <p:cNvSpPr txBox="1"/>
          <p:nvPr/>
        </p:nvSpPr>
        <p:spPr>
          <a:xfrm>
            <a:off x="6055941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92" name="직선 연결선 891">
            <a:extLst>
              <a:ext uri="{FF2B5EF4-FFF2-40B4-BE49-F238E27FC236}">
                <a16:creationId xmlns:a16="http://schemas.microsoft.com/office/drawing/2014/main" id="{25DA1361-6D56-06C8-A901-7DB420F6E90B}"/>
              </a:ext>
            </a:extLst>
          </p:cNvPr>
          <p:cNvCxnSpPr>
            <a:cxnSpLocks/>
          </p:cNvCxnSpPr>
          <p:nvPr/>
        </p:nvCxnSpPr>
        <p:spPr>
          <a:xfrm>
            <a:off x="6364657" y="5012793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3" name="TextBox 892">
            <a:extLst>
              <a:ext uri="{FF2B5EF4-FFF2-40B4-BE49-F238E27FC236}">
                <a16:creationId xmlns:a16="http://schemas.microsoft.com/office/drawing/2014/main" id="{0CEACC1F-2D9C-3600-E226-60143EEB6368}"/>
              </a:ext>
            </a:extLst>
          </p:cNvPr>
          <p:cNvSpPr txBox="1"/>
          <p:nvPr/>
        </p:nvSpPr>
        <p:spPr>
          <a:xfrm>
            <a:off x="6364657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94" name="TextBox 893">
            <a:extLst>
              <a:ext uri="{FF2B5EF4-FFF2-40B4-BE49-F238E27FC236}">
                <a16:creationId xmlns:a16="http://schemas.microsoft.com/office/drawing/2014/main" id="{58033498-7C49-F243-7FBC-2C1316B66104}"/>
              </a:ext>
            </a:extLst>
          </p:cNvPr>
          <p:cNvSpPr txBox="1"/>
          <p:nvPr/>
        </p:nvSpPr>
        <p:spPr>
          <a:xfrm>
            <a:off x="6673372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95" name="TextBox 894">
            <a:extLst>
              <a:ext uri="{FF2B5EF4-FFF2-40B4-BE49-F238E27FC236}">
                <a16:creationId xmlns:a16="http://schemas.microsoft.com/office/drawing/2014/main" id="{A3DAE629-8890-9D9C-226C-F716034637B0}"/>
              </a:ext>
            </a:extLst>
          </p:cNvPr>
          <p:cNvSpPr txBox="1"/>
          <p:nvPr/>
        </p:nvSpPr>
        <p:spPr>
          <a:xfrm>
            <a:off x="6982087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96" name="TextBox 895">
            <a:extLst>
              <a:ext uri="{FF2B5EF4-FFF2-40B4-BE49-F238E27FC236}">
                <a16:creationId xmlns:a16="http://schemas.microsoft.com/office/drawing/2014/main" id="{5E8C1929-574A-C299-DFEC-CC268EA76FF4}"/>
              </a:ext>
            </a:extLst>
          </p:cNvPr>
          <p:cNvSpPr txBox="1"/>
          <p:nvPr/>
        </p:nvSpPr>
        <p:spPr>
          <a:xfrm>
            <a:off x="7290803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97" name="TextBox 896">
            <a:extLst>
              <a:ext uri="{FF2B5EF4-FFF2-40B4-BE49-F238E27FC236}">
                <a16:creationId xmlns:a16="http://schemas.microsoft.com/office/drawing/2014/main" id="{446FB5C8-45AB-6E04-7193-CD0EF8E3C9C9}"/>
              </a:ext>
            </a:extLst>
          </p:cNvPr>
          <p:cNvSpPr txBox="1"/>
          <p:nvPr/>
        </p:nvSpPr>
        <p:spPr>
          <a:xfrm>
            <a:off x="7599518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98" name="TextBox 897">
            <a:extLst>
              <a:ext uri="{FF2B5EF4-FFF2-40B4-BE49-F238E27FC236}">
                <a16:creationId xmlns:a16="http://schemas.microsoft.com/office/drawing/2014/main" id="{0D5E6EDD-AE65-8AF9-2759-D0A710146467}"/>
              </a:ext>
            </a:extLst>
          </p:cNvPr>
          <p:cNvSpPr txBox="1"/>
          <p:nvPr/>
        </p:nvSpPr>
        <p:spPr>
          <a:xfrm>
            <a:off x="7908234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899" name="TextBox 898">
            <a:extLst>
              <a:ext uri="{FF2B5EF4-FFF2-40B4-BE49-F238E27FC236}">
                <a16:creationId xmlns:a16="http://schemas.microsoft.com/office/drawing/2014/main" id="{0D8FD065-1006-4A9C-B1D9-FDD0E8A6B6BD}"/>
              </a:ext>
            </a:extLst>
          </p:cNvPr>
          <p:cNvSpPr txBox="1"/>
          <p:nvPr/>
        </p:nvSpPr>
        <p:spPr>
          <a:xfrm>
            <a:off x="8216949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" name="TextBox 899">
            <a:extLst>
              <a:ext uri="{FF2B5EF4-FFF2-40B4-BE49-F238E27FC236}">
                <a16:creationId xmlns:a16="http://schemas.microsoft.com/office/drawing/2014/main" id="{C6010A34-8CB3-7829-A02E-42A514634543}"/>
              </a:ext>
            </a:extLst>
          </p:cNvPr>
          <p:cNvSpPr txBox="1"/>
          <p:nvPr/>
        </p:nvSpPr>
        <p:spPr>
          <a:xfrm>
            <a:off x="6055941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" name="TextBox 900">
            <a:extLst>
              <a:ext uri="{FF2B5EF4-FFF2-40B4-BE49-F238E27FC236}">
                <a16:creationId xmlns:a16="http://schemas.microsoft.com/office/drawing/2014/main" id="{99A20790-6B4B-074B-9600-065212E5D099}"/>
              </a:ext>
            </a:extLst>
          </p:cNvPr>
          <p:cNvSpPr txBox="1"/>
          <p:nvPr/>
        </p:nvSpPr>
        <p:spPr>
          <a:xfrm>
            <a:off x="6364657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" name="TextBox 901">
            <a:extLst>
              <a:ext uri="{FF2B5EF4-FFF2-40B4-BE49-F238E27FC236}">
                <a16:creationId xmlns:a16="http://schemas.microsoft.com/office/drawing/2014/main" id="{F40F8DD7-E45D-223D-8A57-2ECC9AC2200D}"/>
              </a:ext>
            </a:extLst>
          </p:cNvPr>
          <p:cNvSpPr txBox="1"/>
          <p:nvPr/>
        </p:nvSpPr>
        <p:spPr>
          <a:xfrm>
            <a:off x="6673372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" name="TextBox 902">
            <a:extLst>
              <a:ext uri="{FF2B5EF4-FFF2-40B4-BE49-F238E27FC236}">
                <a16:creationId xmlns:a16="http://schemas.microsoft.com/office/drawing/2014/main" id="{15EE0A78-BB70-1BA1-0C99-3E93016E90CA}"/>
              </a:ext>
            </a:extLst>
          </p:cNvPr>
          <p:cNvSpPr txBox="1"/>
          <p:nvPr/>
        </p:nvSpPr>
        <p:spPr>
          <a:xfrm>
            <a:off x="6982087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" name="TextBox 903">
            <a:extLst>
              <a:ext uri="{FF2B5EF4-FFF2-40B4-BE49-F238E27FC236}">
                <a16:creationId xmlns:a16="http://schemas.microsoft.com/office/drawing/2014/main" id="{5F003A65-8BDC-ADC5-609B-69E6E6E516C7}"/>
              </a:ext>
            </a:extLst>
          </p:cNvPr>
          <p:cNvSpPr txBox="1"/>
          <p:nvPr/>
        </p:nvSpPr>
        <p:spPr>
          <a:xfrm>
            <a:off x="7290803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" name="TextBox 904">
            <a:extLst>
              <a:ext uri="{FF2B5EF4-FFF2-40B4-BE49-F238E27FC236}">
                <a16:creationId xmlns:a16="http://schemas.microsoft.com/office/drawing/2014/main" id="{94B7628F-D68D-723A-5766-657F67B7099B}"/>
              </a:ext>
            </a:extLst>
          </p:cNvPr>
          <p:cNvSpPr txBox="1"/>
          <p:nvPr/>
        </p:nvSpPr>
        <p:spPr>
          <a:xfrm>
            <a:off x="7599518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" name="TextBox 905">
            <a:extLst>
              <a:ext uri="{FF2B5EF4-FFF2-40B4-BE49-F238E27FC236}">
                <a16:creationId xmlns:a16="http://schemas.microsoft.com/office/drawing/2014/main" id="{965A465F-B7E2-7B6F-E1CD-5EB2BE2B81F8}"/>
              </a:ext>
            </a:extLst>
          </p:cNvPr>
          <p:cNvSpPr txBox="1"/>
          <p:nvPr/>
        </p:nvSpPr>
        <p:spPr>
          <a:xfrm>
            <a:off x="7908234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7" name="TextBox 906">
            <a:extLst>
              <a:ext uri="{FF2B5EF4-FFF2-40B4-BE49-F238E27FC236}">
                <a16:creationId xmlns:a16="http://schemas.microsoft.com/office/drawing/2014/main" id="{47665DFB-C5D7-76BA-A033-46954865F9E3}"/>
              </a:ext>
            </a:extLst>
          </p:cNvPr>
          <p:cNvSpPr txBox="1"/>
          <p:nvPr/>
        </p:nvSpPr>
        <p:spPr>
          <a:xfrm>
            <a:off x="8216949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" name="TextBox 907">
            <a:extLst>
              <a:ext uri="{FF2B5EF4-FFF2-40B4-BE49-F238E27FC236}">
                <a16:creationId xmlns:a16="http://schemas.microsoft.com/office/drawing/2014/main" id="{0914DB07-81C1-1637-B18E-9814AC34C8F0}"/>
              </a:ext>
            </a:extLst>
          </p:cNvPr>
          <p:cNvSpPr txBox="1"/>
          <p:nvPr/>
        </p:nvSpPr>
        <p:spPr>
          <a:xfrm>
            <a:off x="6055941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W45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" name="TextBox 908">
            <a:extLst>
              <a:ext uri="{FF2B5EF4-FFF2-40B4-BE49-F238E27FC236}">
                <a16:creationId xmlns:a16="http://schemas.microsoft.com/office/drawing/2014/main" id="{3DCD706E-57FA-C7A3-584F-827B2ECBCE9A}"/>
              </a:ext>
            </a:extLst>
          </p:cNvPr>
          <p:cNvSpPr txBox="1"/>
          <p:nvPr/>
        </p:nvSpPr>
        <p:spPr>
          <a:xfrm>
            <a:off x="6364657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" name="TextBox 909">
            <a:extLst>
              <a:ext uri="{FF2B5EF4-FFF2-40B4-BE49-F238E27FC236}">
                <a16:creationId xmlns:a16="http://schemas.microsoft.com/office/drawing/2014/main" id="{B3CD008F-697F-4F8E-9D50-EE86B438CAEA}"/>
              </a:ext>
            </a:extLst>
          </p:cNvPr>
          <p:cNvSpPr txBox="1"/>
          <p:nvPr/>
        </p:nvSpPr>
        <p:spPr>
          <a:xfrm>
            <a:off x="6673372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1" name="TextBox 910">
            <a:extLst>
              <a:ext uri="{FF2B5EF4-FFF2-40B4-BE49-F238E27FC236}">
                <a16:creationId xmlns:a16="http://schemas.microsoft.com/office/drawing/2014/main" id="{C0C17636-58E5-1519-3E46-B7E88DD3F3FD}"/>
              </a:ext>
            </a:extLst>
          </p:cNvPr>
          <p:cNvSpPr txBox="1"/>
          <p:nvPr/>
        </p:nvSpPr>
        <p:spPr>
          <a:xfrm>
            <a:off x="6982087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" name="TextBox 911">
            <a:extLst>
              <a:ext uri="{FF2B5EF4-FFF2-40B4-BE49-F238E27FC236}">
                <a16:creationId xmlns:a16="http://schemas.microsoft.com/office/drawing/2014/main" id="{5C57937D-13F1-F4DD-3320-7BBFB4E37232}"/>
              </a:ext>
            </a:extLst>
          </p:cNvPr>
          <p:cNvSpPr txBox="1"/>
          <p:nvPr/>
        </p:nvSpPr>
        <p:spPr>
          <a:xfrm>
            <a:off x="7290803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" name="TextBox 912">
            <a:extLst>
              <a:ext uri="{FF2B5EF4-FFF2-40B4-BE49-F238E27FC236}">
                <a16:creationId xmlns:a16="http://schemas.microsoft.com/office/drawing/2014/main" id="{30F50585-1C41-2A79-D88A-6C95AE716A3E}"/>
              </a:ext>
            </a:extLst>
          </p:cNvPr>
          <p:cNvSpPr txBox="1"/>
          <p:nvPr/>
        </p:nvSpPr>
        <p:spPr>
          <a:xfrm>
            <a:off x="7599518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" name="TextBox 913">
            <a:extLst>
              <a:ext uri="{FF2B5EF4-FFF2-40B4-BE49-F238E27FC236}">
                <a16:creationId xmlns:a16="http://schemas.microsoft.com/office/drawing/2014/main" id="{20EBDD72-9F7E-F89B-7FC7-FF480D3BC66F}"/>
              </a:ext>
            </a:extLst>
          </p:cNvPr>
          <p:cNvSpPr txBox="1"/>
          <p:nvPr/>
        </p:nvSpPr>
        <p:spPr>
          <a:xfrm>
            <a:off x="7908234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TextBox 914">
            <a:extLst>
              <a:ext uri="{FF2B5EF4-FFF2-40B4-BE49-F238E27FC236}">
                <a16:creationId xmlns:a16="http://schemas.microsoft.com/office/drawing/2014/main" id="{3C9FD2F0-6251-EFC2-5840-8C3F96B2073F}"/>
              </a:ext>
            </a:extLst>
          </p:cNvPr>
          <p:cNvSpPr txBox="1"/>
          <p:nvPr/>
        </p:nvSpPr>
        <p:spPr>
          <a:xfrm>
            <a:off x="8216949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" name="TextBox 915">
            <a:extLst>
              <a:ext uri="{FF2B5EF4-FFF2-40B4-BE49-F238E27FC236}">
                <a16:creationId xmlns:a16="http://schemas.microsoft.com/office/drawing/2014/main" id="{26671AA1-FD8E-AAB4-2A07-3967ABDCBD09}"/>
              </a:ext>
            </a:extLst>
          </p:cNvPr>
          <p:cNvSpPr txBox="1"/>
          <p:nvPr/>
        </p:nvSpPr>
        <p:spPr>
          <a:xfrm>
            <a:off x="6055941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W46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" name="TextBox 916">
            <a:extLst>
              <a:ext uri="{FF2B5EF4-FFF2-40B4-BE49-F238E27FC236}">
                <a16:creationId xmlns:a16="http://schemas.microsoft.com/office/drawing/2014/main" id="{1BEA2963-18DA-F971-A2F3-D87C2AA0C81C}"/>
              </a:ext>
            </a:extLst>
          </p:cNvPr>
          <p:cNvSpPr txBox="1"/>
          <p:nvPr/>
        </p:nvSpPr>
        <p:spPr>
          <a:xfrm>
            <a:off x="6364657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" name="TextBox 917">
            <a:extLst>
              <a:ext uri="{FF2B5EF4-FFF2-40B4-BE49-F238E27FC236}">
                <a16:creationId xmlns:a16="http://schemas.microsoft.com/office/drawing/2014/main" id="{DA26378F-5600-898F-2C6F-713B7B088C59}"/>
              </a:ext>
            </a:extLst>
          </p:cNvPr>
          <p:cNvSpPr txBox="1"/>
          <p:nvPr/>
        </p:nvSpPr>
        <p:spPr>
          <a:xfrm>
            <a:off x="6673372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" name="TextBox 918">
            <a:extLst>
              <a:ext uri="{FF2B5EF4-FFF2-40B4-BE49-F238E27FC236}">
                <a16:creationId xmlns:a16="http://schemas.microsoft.com/office/drawing/2014/main" id="{29CC6306-659E-5207-04CF-9478651CB859}"/>
              </a:ext>
            </a:extLst>
          </p:cNvPr>
          <p:cNvSpPr txBox="1"/>
          <p:nvPr/>
        </p:nvSpPr>
        <p:spPr>
          <a:xfrm>
            <a:off x="6982087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" name="TextBox 919">
            <a:extLst>
              <a:ext uri="{FF2B5EF4-FFF2-40B4-BE49-F238E27FC236}">
                <a16:creationId xmlns:a16="http://schemas.microsoft.com/office/drawing/2014/main" id="{9D9DD1AB-4F3C-B204-4D98-946455510B51}"/>
              </a:ext>
            </a:extLst>
          </p:cNvPr>
          <p:cNvSpPr txBox="1"/>
          <p:nvPr/>
        </p:nvSpPr>
        <p:spPr>
          <a:xfrm>
            <a:off x="7290803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TextBox 920">
            <a:extLst>
              <a:ext uri="{FF2B5EF4-FFF2-40B4-BE49-F238E27FC236}">
                <a16:creationId xmlns:a16="http://schemas.microsoft.com/office/drawing/2014/main" id="{305229E0-2119-FDE5-BF66-BA63A9CA04FC}"/>
              </a:ext>
            </a:extLst>
          </p:cNvPr>
          <p:cNvSpPr txBox="1"/>
          <p:nvPr/>
        </p:nvSpPr>
        <p:spPr>
          <a:xfrm>
            <a:off x="7599518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" name="TextBox 921">
            <a:extLst>
              <a:ext uri="{FF2B5EF4-FFF2-40B4-BE49-F238E27FC236}">
                <a16:creationId xmlns:a16="http://schemas.microsoft.com/office/drawing/2014/main" id="{B6C578FD-4B99-0321-732B-EEE68F0BB251}"/>
              </a:ext>
            </a:extLst>
          </p:cNvPr>
          <p:cNvSpPr txBox="1"/>
          <p:nvPr/>
        </p:nvSpPr>
        <p:spPr>
          <a:xfrm>
            <a:off x="7908234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TextBox 922">
            <a:extLst>
              <a:ext uri="{FF2B5EF4-FFF2-40B4-BE49-F238E27FC236}">
                <a16:creationId xmlns:a16="http://schemas.microsoft.com/office/drawing/2014/main" id="{D6C8EC5C-9CEB-9F4E-ADFC-B3A6BBD4800B}"/>
              </a:ext>
            </a:extLst>
          </p:cNvPr>
          <p:cNvSpPr txBox="1"/>
          <p:nvPr/>
        </p:nvSpPr>
        <p:spPr>
          <a:xfrm>
            <a:off x="8216949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4" name="TextBox 923">
            <a:extLst>
              <a:ext uri="{FF2B5EF4-FFF2-40B4-BE49-F238E27FC236}">
                <a16:creationId xmlns:a16="http://schemas.microsoft.com/office/drawing/2014/main" id="{354450CC-28AB-7716-9998-258F8C7F4D35}"/>
              </a:ext>
            </a:extLst>
          </p:cNvPr>
          <p:cNvSpPr txBox="1"/>
          <p:nvPr/>
        </p:nvSpPr>
        <p:spPr>
          <a:xfrm>
            <a:off x="6055941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W47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TextBox 924">
            <a:extLst>
              <a:ext uri="{FF2B5EF4-FFF2-40B4-BE49-F238E27FC236}">
                <a16:creationId xmlns:a16="http://schemas.microsoft.com/office/drawing/2014/main" id="{C6983E02-1949-7AC7-020E-812FB3F50221}"/>
              </a:ext>
            </a:extLst>
          </p:cNvPr>
          <p:cNvSpPr txBox="1"/>
          <p:nvPr/>
        </p:nvSpPr>
        <p:spPr>
          <a:xfrm>
            <a:off x="6364657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" name="TextBox 925">
            <a:extLst>
              <a:ext uri="{FF2B5EF4-FFF2-40B4-BE49-F238E27FC236}">
                <a16:creationId xmlns:a16="http://schemas.microsoft.com/office/drawing/2014/main" id="{D2EFD156-8CDC-8F80-3760-38C1022BA42B}"/>
              </a:ext>
            </a:extLst>
          </p:cNvPr>
          <p:cNvSpPr txBox="1"/>
          <p:nvPr/>
        </p:nvSpPr>
        <p:spPr>
          <a:xfrm>
            <a:off x="6673372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TextBox 926">
            <a:extLst>
              <a:ext uri="{FF2B5EF4-FFF2-40B4-BE49-F238E27FC236}">
                <a16:creationId xmlns:a16="http://schemas.microsoft.com/office/drawing/2014/main" id="{3FC05A26-B8A0-05C7-1347-404216EECD92}"/>
              </a:ext>
            </a:extLst>
          </p:cNvPr>
          <p:cNvSpPr txBox="1"/>
          <p:nvPr/>
        </p:nvSpPr>
        <p:spPr>
          <a:xfrm>
            <a:off x="6982087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8" name="TextBox 927">
            <a:extLst>
              <a:ext uri="{FF2B5EF4-FFF2-40B4-BE49-F238E27FC236}">
                <a16:creationId xmlns:a16="http://schemas.microsoft.com/office/drawing/2014/main" id="{C1FEA1DF-DBCC-BA36-A9E8-F2C51BA46FF5}"/>
              </a:ext>
            </a:extLst>
          </p:cNvPr>
          <p:cNvSpPr txBox="1"/>
          <p:nvPr/>
        </p:nvSpPr>
        <p:spPr>
          <a:xfrm>
            <a:off x="7290803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" name="TextBox 928">
            <a:extLst>
              <a:ext uri="{FF2B5EF4-FFF2-40B4-BE49-F238E27FC236}">
                <a16:creationId xmlns:a16="http://schemas.microsoft.com/office/drawing/2014/main" id="{E18D43F3-0BB7-CEE1-1FCB-6A76B32A9FF1}"/>
              </a:ext>
            </a:extLst>
          </p:cNvPr>
          <p:cNvSpPr txBox="1"/>
          <p:nvPr/>
        </p:nvSpPr>
        <p:spPr>
          <a:xfrm>
            <a:off x="7599518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27</a:t>
            </a:r>
            <a:endParaRPr lang="ko-KR" altLang="en-US" dirty="0"/>
          </a:p>
        </p:txBody>
      </p:sp>
      <p:sp>
        <p:nvSpPr>
          <p:cNvPr id="930" name="TextBox 929">
            <a:extLst>
              <a:ext uri="{FF2B5EF4-FFF2-40B4-BE49-F238E27FC236}">
                <a16:creationId xmlns:a16="http://schemas.microsoft.com/office/drawing/2014/main" id="{7C59DDB3-8639-667E-DF40-4AFBE612BB06}"/>
              </a:ext>
            </a:extLst>
          </p:cNvPr>
          <p:cNvSpPr txBox="1"/>
          <p:nvPr/>
        </p:nvSpPr>
        <p:spPr>
          <a:xfrm>
            <a:off x="7908234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931" name="TextBox 930">
            <a:extLst>
              <a:ext uri="{FF2B5EF4-FFF2-40B4-BE49-F238E27FC236}">
                <a16:creationId xmlns:a16="http://schemas.microsoft.com/office/drawing/2014/main" id="{19ED3492-5D2C-3A9F-6FB4-0B4B3277E8D4}"/>
              </a:ext>
            </a:extLst>
          </p:cNvPr>
          <p:cNvSpPr txBox="1"/>
          <p:nvPr/>
        </p:nvSpPr>
        <p:spPr>
          <a:xfrm>
            <a:off x="8216949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932" name="TextBox 931">
            <a:extLst>
              <a:ext uri="{FF2B5EF4-FFF2-40B4-BE49-F238E27FC236}">
                <a16:creationId xmlns:a16="http://schemas.microsoft.com/office/drawing/2014/main" id="{ED8E6520-FEDC-62A3-277F-CC4E9CBCFC8C}"/>
              </a:ext>
            </a:extLst>
          </p:cNvPr>
          <p:cNvSpPr txBox="1"/>
          <p:nvPr/>
        </p:nvSpPr>
        <p:spPr>
          <a:xfrm>
            <a:off x="6055941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W48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" name="TextBox 932">
            <a:extLst>
              <a:ext uri="{FF2B5EF4-FFF2-40B4-BE49-F238E27FC236}">
                <a16:creationId xmlns:a16="http://schemas.microsoft.com/office/drawing/2014/main" id="{21805009-D48C-3A10-FDC8-CF78C1B91D75}"/>
              </a:ext>
            </a:extLst>
          </p:cNvPr>
          <p:cNvSpPr txBox="1"/>
          <p:nvPr/>
        </p:nvSpPr>
        <p:spPr>
          <a:xfrm>
            <a:off x="6364657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934" name="TextBox 933">
            <a:extLst>
              <a:ext uri="{FF2B5EF4-FFF2-40B4-BE49-F238E27FC236}">
                <a16:creationId xmlns:a16="http://schemas.microsoft.com/office/drawing/2014/main" id="{50DC171B-9EF7-9644-F934-247B33FE774C}"/>
              </a:ext>
            </a:extLst>
          </p:cNvPr>
          <p:cNvSpPr txBox="1"/>
          <p:nvPr/>
        </p:nvSpPr>
        <p:spPr>
          <a:xfrm>
            <a:off x="6673372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" name="TextBox 934">
            <a:extLst>
              <a:ext uri="{FF2B5EF4-FFF2-40B4-BE49-F238E27FC236}">
                <a16:creationId xmlns:a16="http://schemas.microsoft.com/office/drawing/2014/main" id="{56ADD849-A5A0-5DDA-15FD-DB6CDC5571F8}"/>
              </a:ext>
            </a:extLst>
          </p:cNvPr>
          <p:cNvSpPr txBox="1"/>
          <p:nvPr/>
        </p:nvSpPr>
        <p:spPr>
          <a:xfrm>
            <a:off x="6982087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" name="TextBox 935">
            <a:extLst>
              <a:ext uri="{FF2B5EF4-FFF2-40B4-BE49-F238E27FC236}">
                <a16:creationId xmlns:a16="http://schemas.microsoft.com/office/drawing/2014/main" id="{5A240BA5-0C4A-CB97-595B-FEC0DA8C390D}"/>
              </a:ext>
            </a:extLst>
          </p:cNvPr>
          <p:cNvSpPr txBox="1"/>
          <p:nvPr/>
        </p:nvSpPr>
        <p:spPr>
          <a:xfrm>
            <a:off x="7290803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7" name="TextBox 936">
            <a:extLst>
              <a:ext uri="{FF2B5EF4-FFF2-40B4-BE49-F238E27FC236}">
                <a16:creationId xmlns:a16="http://schemas.microsoft.com/office/drawing/2014/main" id="{913D8837-638A-555F-89D7-E875FF6BF773}"/>
              </a:ext>
            </a:extLst>
          </p:cNvPr>
          <p:cNvSpPr txBox="1"/>
          <p:nvPr/>
        </p:nvSpPr>
        <p:spPr>
          <a:xfrm>
            <a:off x="7599518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" name="TextBox 937">
            <a:extLst>
              <a:ext uri="{FF2B5EF4-FFF2-40B4-BE49-F238E27FC236}">
                <a16:creationId xmlns:a16="http://schemas.microsoft.com/office/drawing/2014/main" id="{4FE751A2-2FC7-9649-64CD-6384D073AE34}"/>
              </a:ext>
            </a:extLst>
          </p:cNvPr>
          <p:cNvSpPr txBox="1"/>
          <p:nvPr/>
        </p:nvSpPr>
        <p:spPr>
          <a:xfrm>
            <a:off x="7908234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" name="TextBox 938">
            <a:extLst>
              <a:ext uri="{FF2B5EF4-FFF2-40B4-BE49-F238E27FC236}">
                <a16:creationId xmlns:a16="http://schemas.microsoft.com/office/drawing/2014/main" id="{A051D5D6-B887-92AD-4EA8-06D5C22ED767}"/>
              </a:ext>
            </a:extLst>
          </p:cNvPr>
          <p:cNvSpPr txBox="1"/>
          <p:nvPr/>
        </p:nvSpPr>
        <p:spPr>
          <a:xfrm>
            <a:off x="8216949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" name="TextBox 939">
            <a:extLst>
              <a:ext uri="{FF2B5EF4-FFF2-40B4-BE49-F238E27FC236}">
                <a16:creationId xmlns:a16="http://schemas.microsoft.com/office/drawing/2014/main" id="{CA911121-6F4C-A38F-9F05-9B3BF28F166A}"/>
              </a:ext>
            </a:extLst>
          </p:cNvPr>
          <p:cNvSpPr txBox="1"/>
          <p:nvPr/>
        </p:nvSpPr>
        <p:spPr>
          <a:xfrm>
            <a:off x="6055941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800" i="0" u="none" strike="noStrike" kern="0" cap="none" spc="0" normalizeH="0" baseline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W49</a:t>
            </a:r>
            <a:endParaRPr lang="ko-KR" altLang="en-US" dirty="0"/>
          </a:p>
        </p:txBody>
      </p:sp>
      <p:sp>
        <p:nvSpPr>
          <p:cNvPr id="1119" name="직사각형 1118">
            <a:hlinkClick r:id="rId29" action="ppaction://hlinksldjump"/>
            <a:extLst>
              <a:ext uri="{FF2B5EF4-FFF2-40B4-BE49-F238E27FC236}">
                <a16:creationId xmlns:a16="http://schemas.microsoft.com/office/drawing/2014/main" id="{E0C90666-2FDC-7A8D-1392-A2B07EB0169A}"/>
              </a:ext>
            </a:extLst>
          </p:cNvPr>
          <p:cNvSpPr/>
          <p:nvPr/>
        </p:nvSpPr>
        <p:spPr>
          <a:xfrm>
            <a:off x="6364657" y="2678931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July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0" name="TextBox 1119">
            <a:extLst>
              <a:ext uri="{FF2B5EF4-FFF2-40B4-BE49-F238E27FC236}">
                <a16:creationId xmlns:a16="http://schemas.microsoft.com/office/drawing/2014/main" id="{03AFBF5D-E36E-5FA8-CE1B-A3C33425E783}"/>
              </a:ext>
            </a:extLst>
          </p:cNvPr>
          <p:cNvSpPr txBox="1"/>
          <p:nvPr/>
        </p:nvSpPr>
        <p:spPr>
          <a:xfrm>
            <a:off x="6364657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1" name="TextBox 1120">
            <a:extLst>
              <a:ext uri="{FF2B5EF4-FFF2-40B4-BE49-F238E27FC236}">
                <a16:creationId xmlns:a16="http://schemas.microsoft.com/office/drawing/2014/main" id="{BE22C718-FCD1-A431-E17C-EA869126C182}"/>
              </a:ext>
            </a:extLst>
          </p:cNvPr>
          <p:cNvSpPr txBox="1"/>
          <p:nvPr/>
        </p:nvSpPr>
        <p:spPr>
          <a:xfrm>
            <a:off x="6673372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2" name="TextBox 1121">
            <a:extLst>
              <a:ext uri="{FF2B5EF4-FFF2-40B4-BE49-F238E27FC236}">
                <a16:creationId xmlns:a16="http://schemas.microsoft.com/office/drawing/2014/main" id="{37D73B50-7FD0-69DE-834C-C8BD765A86B8}"/>
              </a:ext>
            </a:extLst>
          </p:cNvPr>
          <p:cNvSpPr txBox="1"/>
          <p:nvPr/>
        </p:nvSpPr>
        <p:spPr>
          <a:xfrm>
            <a:off x="6982088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3" name="TextBox 1122">
            <a:extLst>
              <a:ext uri="{FF2B5EF4-FFF2-40B4-BE49-F238E27FC236}">
                <a16:creationId xmlns:a16="http://schemas.microsoft.com/office/drawing/2014/main" id="{92925386-5C26-F7C8-C11C-FE59044231A3}"/>
              </a:ext>
            </a:extLst>
          </p:cNvPr>
          <p:cNvSpPr txBox="1"/>
          <p:nvPr/>
        </p:nvSpPr>
        <p:spPr>
          <a:xfrm>
            <a:off x="7290804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4" name="TextBox 1123">
            <a:extLst>
              <a:ext uri="{FF2B5EF4-FFF2-40B4-BE49-F238E27FC236}">
                <a16:creationId xmlns:a16="http://schemas.microsoft.com/office/drawing/2014/main" id="{73AFE58B-35E2-F434-B736-0DA6E49A16A0}"/>
              </a:ext>
            </a:extLst>
          </p:cNvPr>
          <p:cNvSpPr txBox="1"/>
          <p:nvPr/>
        </p:nvSpPr>
        <p:spPr>
          <a:xfrm>
            <a:off x="7599520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5" name="TextBox 1124">
            <a:extLst>
              <a:ext uri="{FF2B5EF4-FFF2-40B4-BE49-F238E27FC236}">
                <a16:creationId xmlns:a16="http://schemas.microsoft.com/office/drawing/2014/main" id="{F5E10D0C-034B-E24C-8A88-3516B5F24E24}"/>
              </a:ext>
            </a:extLst>
          </p:cNvPr>
          <p:cNvSpPr txBox="1"/>
          <p:nvPr/>
        </p:nvSpPr>
        <p:spPr>
          <a:xfrm>
            <a:off x="7908235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6" name="TextBox 1125">
            <a:extLst>
              <a:ext uri="{FF2B5EF4-FFF2-40B4-BE49-F238E27FC236}">
                <a16:creationId xmlns:a16="http://schemas.microsoft.com/office/drawing/2014/main" id="{F24C0546-B30A-DA79-5463-BBCF15AEF1A6}"/>
              </a:ext>
            </a:extLst>
          </p:cNvPr>
          <p:cNvSpPr txBox="1"/>
          <p:nvPr/>
        </p:nvSpPr>
        <p:spPr>
          <a:xfrm>
            <a:off x="8216949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7" name="TextBox 1126">
            <a:extLst>
              <a:ext uri="{FF2B5EF4-FFF2-40B4-BE49-F238E27FC236}">
                <a16:creationId xmlns:a16="http://schemas.microsoft.com/office/drawing/2014/main" id="{43CED09F-F983-5F10-A0E0-8AC02706C728}"/>
              </a:ext>
            </a:extLst>
          </p:cNvPr>
          <p:cNvSpPr txBox="1"/>
          <p:nvPr/>
        </p:nvSpPr>
        <p:spPr>
          <a:xfrm>
            <a:off x="6055941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28" name="직선 연결선 1127">
            <a:extLst>
              <a:ext uri="{FF2B5EF4-FFF2-40B4-BE49-F238E27FC236}">
                <a16:creationId xmlns:a16="http://schemas.microsoft.com/office/drawing/2014/main" id="{947EFE16-6A01-45E7-F3CE-A6473A3A9E6D}"/>
              </a:ext>
            </a:extLst>
          </p:cNvPr>
          <p:cNvCxnSpPr>
            <a:cxnSpLocks/>
          </p:cNvCxnSpPr>
          <p:nvPr/>
        </p:nvCxnSpPr>
        <p:spPr>
          <a:xfrm>
            <a:off x="6364657" y="3098566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9" name="TextBox 1128">
            <a:extLst>
              <a:ext uri="{FF2B5EF4-FFF2-40B4-BE49-F238E27FC236}">
                <a16:creationId xmlns:a16="http://schemas.microsoft.com/office/drawing/2014/main" id="{A8856CA5-944A-CA67-5358-C252C8D08844}"/>
              </a:ext>
            </a:extLst>
          </p:cNvPr>
          <p:cNvSpPr txBox="1"/>
          <p:nvPr/>
        </p:nvSpPr>
        <p:spPr>
          <a:xfrm>
            <a:off x="6364657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130" name="TextBox 1129">
            <a:extLst>
              <a:ext uri="{FF2B5EF4-FFF2-40B4-BE49-F238E27FC236}">
                <a16:creationId xmlns:a16="http://schemas.microsoft.com/office/drawing/2014/main" id="{CA2D2E9D-B626-B9DE-14B9-20D647F0685C}"/>
              </a:ext>
            </a:extLst>
          </p:cNvPr>
          <p:cNvSpPr txBox="1"/>
          <p:nvPr/>
        </p:nvSpPr>
        <p:spPr>
          <a:xfrm>
            <a:off x="6673372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131" name="TextBox 1130">
            <a:extLst>
              <a:ext uri="{FF2B5EF4-FFF2-40B4-BE49-F238E27FC236}">
                <a16:creationId xmlns:a16="http://schemas.microsoft.com/office/drawing/2014/main" id="{4A0DE52D-CAFA-38C3-EBA8-771EB4BF3AFC}"/>
              </a:ext>
            </a:extLst>
          </p:cNvPr>
          <p:cNvSpPr txBox="1"/>
          <p:nvPr/>
        </p:nvSpPr>
        <p:spPr>
          <a:xfrm>
            <a:off x="6982087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1132" name="TextBox 1131">
            <a:extLst>
              <a:ext uri="{FF2B5EF4-FFF2-40B4-BE49-F238E27FC236}">
                <a16:creationId xmlns:a16="http://schemas.microsoft.com/office/drawing/2014/main" id="{48FAD1CE-08FB-AA60-E25B-FEA412F39583}"/>
              </a:ext>
            </a:extLst>
          </p:cNvPr>
          <p:cNvSpPr txBox="1"/>
          <p:nvPr/>
        </p:nvSpPr>
        <p:spPr>
          <a:xfrm>
            <a:off x="7290803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1133" name="TextBox 1132">
            <a:extLst>
              <a:ext uri="{FF2B5EF4-FFF2-40B4-BE49-F238E27FC236}">
                <a16:creationId xmlns:a16="http://schemas.microsoft.com/office/drawing/2014/main" id="{36978599-9FD7-A573-51C6-1C26ED7F1180}"/>
              </a:ext>
            </a:extLst>
          </p:cNvPr>
          <p:cNvSpPr txBox="1"/>
          <p:nvPr/>
        </p:nvSpPr>
        <p:spPr>
          <a:xfrm>
            <a:off x="7599518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03</a:t>
            </a:r>
            <a:endParaRPr lang="ko-KR" altLang="en-US" dirty="0"/>
          </a:p>
        </p:txBody>
      </p:sp>
      <p:sp>
        <p:nvSpPr>
          <p:cNvPr id="1134" name="TextBox 1133">
            <a:extLst>
              <a:ext uri="{FF2B5EF4-FFF2-40B4-BE49-F238E27FC236}">
                <a16:creationId xmlns:a16="http://schemas.microsoft.com/office/drawing/2014/main" id="{0E98D0D5-7718-59AC-3042-9903EC1DFA91}"/>
              </a:ext>
            </a:extLst>
          </p:cNvPr>
          <p:cNvSpPr txBox="1"/>
          <p:nvPr/>
        </p:nvSpPr>
        <p:spPr>
          <a:xfrm>
            <a:off x="7908234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5" name="TextBox 1134">
            <a:extLst>
              <a:ext uri="{FF2B5EF4-FFF2-40B4-BE49-F238E27FC236}">
                <a16:creationId xmlns:a16="http://schemas.microsoft.com/office/drawing/2014/main" id="{1EF38160-D7B3-3ACC-F72D-F4F14E7BCF6D}"/>
              </a:ext>
            </a:extLst>
          </p:cNvPr>
          <p:cNvSpPr txBox="1"/>
          <p:nvPr/>
        </p:nvSpPr>
        <p:spPr>
          <a:xfrm>
            <a:off x="8216949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6" name="TextBox 1135">
            <a:extLst>
              <a:ext uri="{FF2B5EF4-FFF2-40B4-BE49-F238E27FC236}">
                <a16:creationId xmlns:a16="http://schemas.microsoft.com/office/drawing/2014/main" id="{577BACA1-4DA0-01EB-2C22-C111CE3F4F8F}"/>
              </a:ext>
            </a:extLst>
          </p:cNvPr>
          <p:cNvSpPr txBox="1"/>
          <p:nvPr/>
        </p:nvSpPr>
        <p:spPr>
          <a:xfrm>
            <a:off x="6055941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W27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7" name="TextBox 1136">
            <a:extLst>
              <a:ext uri="{FF2B5EF4-FFF2-40B4-BE49-F238E27FC236}">
                <a16:creationId xmlns:a16="http://schemas.microsoft.com/office/drawing/2014/main" id="{B10FD1C2-00E9-6400-01A0-950D481B5B50}"/>
              </a:ext>
            </a:extLst>
          </p:cNvPr>
          <p:cNvSpPr txBox="1"/>
          <p:nvPr/>
        </p:nvSpPr>
        <p:spPr>
          <a:xfrm>
            <a:off x="6364657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8" name="TextBox 1137">
            <a:extLst>
              <a:ext uri="{FF2B5EF4-FFF2-40B4-BE49-F238E27FC236}">
                <a16:creationId xmlns:a16="http://schemas.microsoft.com/office/drawing/2014/main" id="{6A05D691-058B-877F-9686-2278FD05E2BD}"/>
              </a:ext>
            </a:extLst>
          </p:cNvPr>
          <p:cNvSpPr txBox="1"/>
          <p:nvPr/>
        </p:nvSpPr>
        <p:spPr>
          <a:xfrm>
            <a:off x="6673372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9" name="TextBox 1138">
            <a:extLst>
              <a:ext uri="{FF2B5EF4-FFF2-40B4-BE49-F238E27FC236}">
                <a16:creationId xmlns:a16="http://schemas.microsoft.com/office/drawing/2014/main" id="{22A223D3-DBB5-5747-9564-33589EDFA212}"/>
              </a:ext>
            </a:extLst>
          </p:cNvPr>
          <p:cNvSpPr txBox="1"/>
          <p:nvPr/>
        </p:nvSpPr>
        <p:spPr>
          <a:xfrm>
            <a:off x="6982087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0" name="TextBox 1139">
            <a:extLst>
              <a:ext uri="{FF2B5EF4-FFF2-40B4-BE49-F238E27FC236}">
                <a16:creationId xmlns:a16="http://schemas.microsoft.com/office/drawing/2014/main" id="{B848AF1A-F8FA-2519-0643-AF30EA138688}"/>
              </a:ext>
            </a:extLst>
          </p:cNvPr>
          <p:cNvSpPr txBox="1"/>
          <p:nvPr/>
        </p:nvSpPr>
        <p:spPr>
          <a:xfrm>
            <a:off x="7290803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1" name="TextBox 1140">
            <a:extLst>
              <a:ext uri="{FF2B5EF4-FFF2-40B4-BE49-F238E27FC236}">
                <a16:creationId xmlns:a16="http://schemas.microsoft.com/office/drawing/2014/main" id="{2964363B-7958-5EF3-BE1A-61214789CC49}"/>
              </a:ext>
            </a:extLst>
          </p:cNvPr>
          <p:cNvSpPr txBox="1"/>
          <p:nvPr/>
        </p:nvSpPr>
        <p:spPr>
          <a:xfrm>
            <a:off x="7599518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TextBox 1141">
            <a:extLst>
              <a:ext uri="{FF2B5EF4-FFF2-40B4-BE49-F238E27FC236}">
                <a16:creationId xmlns:a16="http://schemas.microsoft.com/office/drawing/2014/main" id="{D07AB61C-BE18-0FFD-AEC6-75E41447D52C}"/>
              </a:ext>
            </a:extLst>
          </p:cNvPr>
          <p:cNvSpPr txBox="1"/>
          <p:nvPr/>
        </p:nvSpPr>
        <p:spPr>
          <a:xfrm>
            <a:off x="7908234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3" name="TextBox 1142">
            <a:extLst>
              <a:ext uri="{FF2B5EF4-FFF2-40B4-BE49-F238E27FC236}">
                <a16:creationId xmlns:a16="http://schemas.microsoft.com/office/drawing/2014/main" id="{CE7BBE91-4A16-13DB-AE3B-D5B7D20CFB8D}"/>
              </a:ext>
            </a:extLst>
          </p:cNvPr>
          <p:cNvSpPr txBox="1"/>
          <p:nvPr/>
        </p:nvSpPr>
        <p:spPr>
          <a:xfrm>
            <a:off x="8216949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4" name="TextBox 1143">
            <a:extLst>
              <a:ext uri="{FF2B5EF4-FFF2-40B4-BE49-F238E27FC236}">
                <a16:creationId xmlns:a16="http://schemas.microsoft.com/office/drawing/2014/main" id="{FEFE9D19-2883-C207-10C6-0FD92DB44ED3}"/>
              </a:ext>
            </a:extLst>
          </p:cNvPr>
          <p:cNvSpPr txBox="1"/>
          <p:nvPr/>
        </p:nvSpPr>
        <p:spPr>
          <a:xfrm>
            <a:off x="6055941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W28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5" name="TextBox 1144">
            <a:extLst>
              <a:ext uri="{FF2B5EF4-FFF2-40B4-BE49-F238E27FC236}">
                <a16:creationId xmlns:a16="http://schemas.microsoft.com/office/drawing/2014/main" id="{05B5BCCD-FFF0-1257-D9AD-B14BED668E1C}"/>
              </a:ext>
            </a:extLst>
          </p:cNvPr>
          <p:cNvSpPr txBox="1"/>
          <p:nvPr/>
        </p:nvSpPr>
        <p:spPr>
          <a:xfrm>
            <a:off x="6364657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6" name="TextBox 1145">
            <a:extLst>
              <a:ext uri="{FF2B5EF4-FFF2-40B4-BE49-F238E27FC236}">
                <a16:creationId xmlns:a16="http://schemas.microsoft.com/office/drawing/2014/main" id="{50DCEE81-9D47-3C95-A048-37B19D81022A}"/>
              </a:ext>
            </a:extLst>
          </p:cNvPr>
          <p:cNvSpPr txBox="1"/>
          <p:nvPr/>
        </p:nvSpPr>
        <p:spPr>
          <a:xfrm>
            <a:off x="6673372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7" name="TextBox 1146">
            <a:extLst>
              <a:ext uri="{FF2B5EF4-FFF2-40B4-BE49-F238E27FC236}">
                <a16:creationId xmlns:a16="http://schemas.microsoft.com/office/drawing/2014/main" id="{BC8E3E38-EB30-D355-19FF-ABDC1083E5D5}"/>
              </a:ext>
            </a:extLst>
          </p:cNvPr>
          <p:cNvSpPr txBox="1"/>
          <p:nvPr/>
        </p:nvSpPr>
        <p:spPr>
          <a:xfrm>
            <a:off x="6982087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8" name="TextBox 1147">
            <a:extLst>
              <a:ext uri="{FF2B5EF4-FFF2-40B4-BE49-F238E27FC236}">
                <a16:creationId xmlns:a16="http://schemas.microsoft.com/office/drawing/2014/main" id="{34247601-B887-7BFC-6F1C-F4A1CA4A201F}"/>
              </a:ext>
            </a:extLst>
          </p:cNvPr>
          <p:cNvSpPr txBox="1"/>
          <p:nvPr/>
        </p:nvSpPr>
        <p:spPr>
          <a:xfrm>
            <a:off x="7290803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9" name="TextBox 1148">
            <a:extLst>
              <a:ext uri="{FF2B5EF4-FFF2-40B4-BE49-F238E27FC236}">
                <a16:creationId xmlns:a16="http://schemas.microsoft.com/office/drawing/2014/main" id="{A7000ED9-01D1-4D14-5C84-92A34DF3A9A6}"/>
              </a:ext>
            </a:extLst>
          </p:cNvPr>
          <p:cNvSpPr txBox="1"/>
          <p:nvPr/>
        </p:nvSpPr>
        <p:spPr>
          <a:xfrm>
            <a:off x="7599518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0" name="TextBox 1149">
            <a:extLst>
              <a:ext uri="{FF2B5EF4-FFF2-40B4-BE49-F238E27FC236}">
                <a16:creationId xmlns:a16="http://schemas.microsoft.com/office/drawing/2014/main" id="{4CBB6B02-C47A-81AA-BEBD-254B343D0B4C}"/>
              </a:ext>
            </a:extLst>
          </p:cNvPr>
          <p:cNvSpPr txBox="1"/>
          <p:nvPr/>
        </p:nvSpPr>
        <p:spPr>
          <a:xfrm>
            <a:off x="7908234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1" name="TextBox 1150">
            <a:extLst>
              <a:ext uri="{FF2B5EF4-FFF2-40B4-BE49-F238E27FC236}">
                <a16:creationId xmlns:a16="http://schemas.microsoft.com/office/drawing/2014/main" id="{C95B3033-3DAC-5C07-31CB-F334C2D0E4C5}"/>
              </a:ext>
            </a:extLst>
          </p:cNvPr>
          <p:cNvSpPr txBox="1"/>
          <p:nvPr/>
        </p:nvSpPr>
        <p:spPr>
          <a:xfrm>
            <a:off x="8216949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2" name="TextBox 1151">
            <a:extLst>
              <a:ext uri="{FF2B5EF4-FFF2-40B4-BE49-F238E27FC236}">
                <a16:creationId xmlns:a16="http://schemas.microsoft.com/office/drawing/2014/main" id="{1E2DB9FF-4E62-9275-427B-0662905DD351}"/>
              </a:ext>
            </a:extLst>
          </p:cNvPr>
          <p:cNvSpPr txBox="1"/>
          <p:nvPr/>
        </p:nvSpPr>
        <p:spPr>
          <a:xfrm>
            <a:off x="6055941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W29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3" name="TextBox 1152">
            <a:extLst>
              <a:ext uri="{FF2B5EF4-FFF2-40B4-BE49-F238E27FC236}">
                <a16:creationId xmlns:a16="http://schemas.microsoft.com/office/drawing/2014/main" id="{E70FA0C9-4104-7E85-9D2F-75CA530EE309}"/>
              </a:ext>
            </a:extLst>
          </p:cNvPr>
          <p:cNvSpPr txBox="1"/>
          <p:nvPr/>
        </p:nvSpPr>
        <p:spPr>
          <a:xfrm>
            <a:off x="6364657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4" name="TextBox 1153">
            <a:extLst>
              <a:ext uri="{FF2B5EF4-FFF2-40B4-BE49-F238E27FC236}">
                <a16:creationId xmlns:a16="http://schemas.microsoft.com/office/drawing/2014/main" id="{4004AE1B-27E2-D835-B7CE-4533A8F7BFBB}"/>
              </a:ext>
            </a:extLst>
          </p:cNvPr>
          <p:cNvSpPr txBox="1"/>
          <p:nvPr/>
        </p:nvSpPr>
        <p:spPr>
          <a:xfrm>
            <a:off x="6673372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5" name="TextBox 1154">
            <a:extLst>
              <a:ext uri="{FF2B5EF4-FFF2-40B4-BE49-F238E27FC236}">
                <a16:creationId xmlns:a16="http://schemas.microsoft.com/office/drawing/2014/main" id="{92EA4465-61BF-9FC4-7D48-CA1D8637D60C}"/>
              </a:ext>
            </a:extLst>
          </p:cNvPr>
          <p:cNvSpPr txBox="1"/>
          <p:nvPr/>
        </p:nvSpPr>
        <p:spPr>
          <a:xfrm>
            <a:off x="6982087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6" name="TextBox 1155">
            <a:extLst>
              <a:ext uri="{FF2B5EF4-FFF2-40B4-BE49-F238E27FC236}">
                <a16:creationId xmlns:a16="http://schemas.microsoft.com/office/drawing/2014/main" id="{B64098D9-8665-03ED-E65C-8A6F72703E7A}"/>
              </a:ext>
            </a:extLst>
          </p:cNvPr>
          <p:cNvSpPr txBox="1"/>
          <p:nvPr/>
        </p:nvSpPr>
        <p:spPr>
          <a:xfrm>
            <a:off x="7290803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7" name="TextBox 1156">
            <a:extLst>
              <a:ext uri="{FF2B5EF4-FFF2-40B4-BE49-F238E27FC236}">
                <a16:creationId xmlns:a16="http://schemas.microsoft.com/office/drawing/2014/main" id="{615A8A2F-8D0A-C360-DD31-C9EF7DA95586}"/>
              </a:ext>
            </a:extLst>
          </p:cNvPr>
          <p:cNvSpPr txBox="1"/>
          <p:nvPr/>
        </p:nvSpPr>
        <p:spPr>
          <a:xfrm>
            <a:off x="7599518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8" name="TextBox 1157">
            <a:extLst>
              <a:ext uri="{FF2B5EF4-FFF2-40B4-BE49-F238E27FC236}">
                <a16:creationId xmlns:a16="http://schemas.microsoft.com/office/drawing/2014/main" id="{3A99A67F-B33B-B1BF-31B2-EE7330377F8A}"/>
              </a:ext>
            </a:extLst>
          </p:cNvPr>
          <p:cNvSpPr txBox="1"/>
          <p:nvPr/>
        </p:nvSpPr>
        <p:spPr>
          <a:xfrm>
            <a:off x="7908234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9" name="TextBox 1158">
            <a:extLst>
              <a:ext uri="{FF2B5EF4-FFF2-40B4-BE49-F238E27FC236}">
                <a16:creationId xmlns:a16="http://schemas.microsoft.com/office/drawing/2014/main" id="{6E402B34-EB82-E15B-F545-C91CA7AC4555}"/>
              </a:ext>
            </a:extLst>
          </p:cNvPr>
          <p:cNvSpPr txBox="1"/>
          <p:nvPr/>
        </p:nvSpPr>
        <p:spPr>
          <a:xfrm>
            <a:off x="8216949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0" name="TextBox 1159">
            <a:extLst>
              <a:ext uri="{FF2B5EF4-FFF2-40B4-BE49-F238E27FC236}">
                <a16:creationId xmlns:a16="http://schemas.microsoft.com/office/drawing/2014/main" id="{13F2C0B8-60BC-4D28-87F0-05967085E1E8}"/>
              </a:ext>
            </a:extLst>
          </p:cNvPr>
          <p:cNvSpPr txBox="1"/>
          <p:nvPr/>
        </p:nvSpPr>
        <p:spPr>
          <a:xfrm>
            <a:off x="6055941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1" name="TextBox 1160">
            <a:extLst>
              <a:ext uri="{FF2B5EF4-FFF2-40B4-BE49-F238E27FC236}">
                <a16:creationId xmlns:a16="http://schemas.microsoft.com/office/drawing/2014/main" id="{18F5AA15-A896-FAB7-B9E7-BF34FAE65CFD}"/>
              </a:ext>
            </a:extLst>
          </p:cNvPr>
          <p:cNvSpPr txBox="1"/>
          <p:nvPr/>
        </p:nvSpPr>
        <p:spPr>
          <a:xfrm>
            <a:off x="6364657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2" name="TextBox 1161">
            <a:extLst>
              <a:ext uri="{FF2B5EF4-FFF2-40B4-BE49-F238E27FC236}">
                <a16:creationId xmlns:a16="http://schemas.microsoft.com/office/drawing/2014/main" id="{B85949CD-84DD-8131-C374-DA1E31BC79D6}"/>
              </a:ext>
            </a:extLst>
          </p:cNvPr>
          <p:cNvSpPr txBox="1"/>
          <p:nvPr/>
        </p:nvSpPr>
        <p:spPr>
          <a:xfrm>
            <a:off x="6673372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3" name="TextBox 1162">
            <a:extLst>
              <a:ext uri="{FF2B5EF4-FFF2-40B4-BE49-F238E27FC236}">
                <a16:creationId xmlns:a16="http://schemas.microsoft.com/office/drawing/2014/main" id="{7032FFB2-3EE6-6C5F-054D-6C44665806B0}"/>
              </a:ext>
            </a:extLst>
          </p:cNvPr>
          <p:cNvSpPr txBox="1"/>
          <p:nvPr/>
        </p:nvSpPr>
        <p:spPr>
          <a:xfrm>
            <a:off x="6982087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4" name="TextBox 1163">
            <a:extLst>
              <a:ext uri="{FF2B5EF4-FFF2-40B4-BE49-F238E27FC236}">
                <a16:creationId xmlns:a16="http://schemas.microsoft.com/office/drawing/2014/main" id="{F0932EE7-CBF1-C64F-AD1F-5681D0D7EFCD}"/>
              </a:ext>
            </a:extLst>
          </p:cNvPr>
          <p:cNvSpPr txBox="1"/>
          <p:nvPr/>
        </p:nvSpPr>
        <p:spPr>
          <a:xfrm>
            <a:off x="7290803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165" name="TextBox 1164">
            <a:extLst>
              <a:ext uri="{FF2B5EF4-FFF2-40B4-BE49-F238E27FC236}">
                <a16:creationId xmlns:a16="http://schemas.microsoft.com/office/drawing/2014/main" id="{BBAAACFB-DDDB-52BF-5ACE-5DCDDCF2C192}"/>
              </a:ext>
            </a:extLst>
          </p:cNvPr>
          <p:cNvSpPr txBox="1"/>
          <p:nvPr/>
        </p:nvSpPr>
        <p:spPr>
          <a:xfrm>
            <a:off x="7599518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1166" name="TextBox 1165">
            <a:extLst>
              <a:ext uri="{FF2B5EF4-FFF2-40B4-BE49-F238E27FC236}">
                <a16:creationId xmlns:a16="http://schemas.microsoft.com/office/drawing/2014/main" id="{C133274D-15FC-286A-0532-CD19BD85C8ED}"/>
              </a:ext>
            </a:extLst>
          </p:cNvPr>
          <p:cNvSpPr txBox="1"/>
          <p:nvPr/>
        </p:nvSpPr>
        <p:spPr>
          <a:xfrm>
            <a:off x="7908234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67" name="TextBox 1166">
            <a:extLst>
              <a:ext uri="{FF2B5EF4-FFF2-40B4-BE49-F238E27FC236}">
                <a16:creationId xmlns:a16="http://schemas.microsoft.com/office/drawing/2014/main" id="{EF172999-086D-9089-EAD4-A7F14E7C272D}"/>
              </a:ext>
            </a:extLst>
          </p:cNvPr>
          <p:cNvSpPr txBox="1"/>
          <p:nvPr/>
        </p:nvSpPr>
        <p:spPr>
          <a:xfrm>
            <a:off x="8216949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68" name="TextBox 1167">
            <a:extLst>
              <a:ext uri="{FF2B5EF4-FFF2-40B4-BE49-F238E27FC236}">
                <a16:creationId xmlns:a16="http://schemas.microsoft.com/office/drawing/2014/main" id="{F9FEB766-9F69-F810-BF9B-A3517EAAA38A}"/>
              </a:ext>
            </a:extLst>
          </p:cNvPr>
          <p:cNvSpPr txBox="1"/>
          <p:nvPr/>
        </p:nvSpPr>
        <p:spPr>
          <a:xfrm>
            <a:off x="6055941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W31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9" name="TextBox 1168">
            <a:extLst>
              <a:ext uri="{FF2B5EF4-FFF2-40B4-BE49-F238E27FC236}">
                <a16:creationId xmlns:a16="http://schemas.microsoft.com/office/drawing/2014/main" id="{06779E75-7133-A475-7C3D-FC19764134F4}"/>
              </a:ext>
            </a:extLst>
          </p:cNvPr>
          <p:cNvSpPr txBox="1"/>
          <p:nvPr/>
        </p:nvSpPr>
        <p:spPr>
          <a:xfrm>
            <a:off x="6364657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170" name="TextBox 1169">
            <a:extLst>
              <a:ext uri="{FF2B5EF4-FFF2-40B4-BE49-F238E27FC236}">
                <a16:creationId xmlns:a16="http://schemas.microsoft.com/office/drawing/2014/main" id="{C76C60F5-1B80-0419-74B3-F080CB52CAE6}"/>
              </a:ext>
            </a:extLst>
          </p:cNvPr>
          <p:cNvSpPr txBox="1"/>
          <p:nvPr/>
        </p:nvSpPr>
        <p:spPr>
          <a:xfrm>
            <a:off x="6673372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1" name="TextBox 1170">
            <a:extLst>
              <a:ext uri="{FF2B5EF4-FFF2-40B4-BE49-F238E27FC236}">
                <a16:creationId xmlns:a16="http://schemas.microsoft.com/office/drawing/2014/main" id="{AAEBC841-8D34-E733-541C-F0467285B97E}"/>
              </a:ext>
            </a:extLst>
          </p:cNvPr>
          <p:cNvSpPr txBox="1"/>
          <p:nvPr/>
        </p:nvSpPr>
        <p:spPr>
          <a:xfrm>
            <a:off x="6982087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2" name="TextBox 1171">
            <a:extLst>
              <a:ext uri="{FF2B5EF4-FFF2-40B4-BE49-F238E27FC236}">
                <a16:creationId xmlns:a16="http://schemas.microsoft.com/office/drawing/2014/main" id="{EE55DD2D-7344-DB6A-6B52-34A18517FD9C}"/>
              </a:ext>
            </a:extLst>
          </p:cNvPr>
          <p:cNvSpPr txBox="1"/>
          <p:nvPr/>
        </p:nvSpPr>
        <p:spPr>
          <a:xfrm>
            <a:off x="7290803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3" name="TextBox 1172">
            <a:extLst>
              <a:ext uri="{FF2B5EF4-FFF2-40B4-BE49-F238E27FC236}">
                <a16:creationId xmlns:a16="http://schemas.microsoft.com/office/drawing/2014/main" id="{454C5D50-30F6-094A-B1C3-98883C45C002}"/>
              </a:ext>
            </a:extLst>
          </p:cNvPr>
          <p:cNvSpPr txBox="1"/>
          <p:nvPr/>
        </p:nvSpPr>
        <p:spPr>
          <a:xfrm>
            <a:off x="7599518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4" name="TextBox 1173">
            <a:extLst>
              <a:ext uri="{FF2B5EF4-FFF2-40B4-BE49-F238E27FC236}">
                <a16:creationId xmlns:a16="http://schemas.microsoft.com/office/drawing/2014/main" id="{C9DA5647-8471-878C-A9AA-CDB056B05BE2}"/>
              </a:ext>
            </a:extLst>
          </p:cNvPr>
          <p:cNvSpPr txBox="1"/>
          <p:nvPr/>
        </p:nvSpPr>
        <p:spPr>
          <a:xfrm>
            <a:off x="7908234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5" name="TextBox 1174">
            <a:extLst>
              <a:ext uri="{FF2B5EF4-FFF2-40B4-BE49-F238E27FC236}">
                <a16:creationId xmlns:a16="http://schemas.microsoft.com/office/drawing/2014/main" id="{4E7548FA-6519-0959-7ACA-F018247307A2}"/>
              </a:ext>
            </a:extLst>
          </p:cNvPr>
          <p:cNvSpPr txBox="1"/>
          <p:nvPr/>
        </p:nvSpPr>
        <p:spPr>
          <a:xfrm>
            <a:off x="8216949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6" name="TextBox 1175">
            <a:extLst>
              <a:ext uri="{FF2B5EF4-FFF2-40B4-BE49-F238E27FC236}">
                <a16:creationId xmlns:a16="http://schemas.microsoft.com/office/drawing/2014/main" id="{9D5E834F-7B8D-B45E-BCC1-097CA6502EF4}"/>
              </a:ext>
            </a:extLst>
          </p:cNvPr>
          <p:cNvSpPr txBox="1"/>
          <p:nvPr/>
        </p:nvSpPr>
        <p:spPr>
          <a:xfrm>
            <a:off x="6055941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8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W32</a:t>
            </a:r>
            <a:endParaRPr lang="ko-KR" altLang="en-US" dirty="0"/>
          </a:p>
        </p:txBody>
      </p:sp>
      <p:sp>
        <p:nvSpPr>
          <p:cNvPr id="1355" name="직사각형 1354">
            <a:hlinkClick r:id="rId29" action="ppaction://hlinksldjump"/>
            <a:extLst>
              <a:ext uri="{FF2B5EF4-FFF2-40B4-BE49-F238E27FC236}">
                <a16:creationId xmlns:a16="http://schemas.microsoft.com/office/drawing/2014/main" id="{CD7E6A58-3B40-404C-2798-4C1907529C9C}"/>
              </a:ext>
            </a:extLst>
          </p:cNvPr>
          <p:cNvSpPr/>
          <p:nvPr/>
        </p:nvSpPr>
        <p:spPr>
          <a:xfrm>
            <a:off x="6364657" y="764704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March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6" name="TextBox 1355">
            <a:extLst>
              <a:ext uri="{FF2B5EF4-FFF2-40B4-BE49-F238E27FC236}">
                <a16:creationId xmlns:a16="http://schemas.microsoft.com/office/drawing/2014/main" id="{89FCAEF3-86E9-F23C-D2C0-8A15C6059B9E}"/>
              </a:ext>
            </a:extLst>
          </p:cNvPr>
          <p:cNvSpPr txBox="1"/>
          <p:nvPr/>
        </p:nvSpPr>
        <p:spPr>
          <a:xfrm>
            <a:off x="6364657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7" name="TextBox 1356">
            <a:extLst>
              <a:ext uri="{FF2B5EF4-FFF2-40B4-BE49-F238E27FC236}">
                <a16:creationId xmlns:a16="http://schemas.microsoft.com/office/drawing/2014/main" id="{7D767AD8-B2A5-F9DB-E72C-F6499251A8C0}"/>
              </a:ext>
            </a:extLst>
          </p:cNvPr>
          <p:cNvSpPr txBox="1"/>
          <p:nvPr/>
        </p:nvSpPr>
        <p:spPr>
          <a:xfrm>
            <a:off x="6673372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8" name="TextBox 1357">
            <a:extLst>
              <a:ext uri="{FF2B5EF4-FFF2-40B4-BE49-F238E27FC236}">
                <a16:creationId xmlns:a16="http://schemas.microsoft.com/office/drawing/2014/main" id="{9377A68D-1267-CD15-57D8-D129074EACC5}"/>
              </a:ext>
            </a:extLst>
          </p:cNvPr>
          <p:cNvSpPr txBox="1"/>
          <p:nvPr/>
        </p:nvSpPr>
        <p:spPr>
          <a:xfrm>
            <a:off x="6982088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9" name="TextBox 1358">
            <a:extLst>
              <a:ext uri="{FF2B5EF4-FFF2-40B4-BE49-F238E27FC236}">
                <a16:creationId xmlns:a16="http://schemas.microsoft.com/office/drawing/2014/main" id="{F77AC247-414D-661C-26EB-4FB73794CBFE}"/>
              </a:ext>
            </a:extLst>
          </p:cNvPr>
          <p:cNvSpPr txBox="1"/>
          <p:nvPr/>
        </p:nvSpPr>
        <p:spPr>
          <a:xfrm>
            <a:off x="7290804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0" name="TextBox 1359">
            <a:extLst>
              <a:ext uri="{FF2B5EF4-FFF2-40B4-BE49-F238E27FC236}">
                <a16:creationId xmlns:a16="http://schemas.microsoft.com/office/drawing/2014/main" id="{1FA2269D-EBB3-CF4A-F717-11061586D948}"/>
              </a:ext>
            </a:extLst>
          </p:cNvPr>
          <p:cNvSpPr txBox="1"/>
          <p:nvPr/>
        </p:nvSpPr>
        <p:spPr>
          <a:xfrm>
            <a:off x="7599520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1" name="TextBox 1360">
            <a:extLst>
              <a:ext uri="{FF2B5EF4-FFF2-40B4-BE49-F238E27FC236}">
                <a16:creationId xmlns:a16="http://schemas.microsoft.com/office/drawing/2014/main" id="{D40704B0-9EBA-28B3-64E7-0713F5F3DC1C}"/>
              </a:ext>
            </a:extLst>
          </p:cNvPr>
          <p:cNvSpPr txBox="1"/>
          <p:nvPr/>
        </p:nvSpPr>
        <p:spPr>
          <a:xfrm>
            <a:off x="7908235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2" name="TextBox 1361">
            <a:extLst>
              <a:ext uri="{FF2B5EF4-FFF2-40B4-BE49-F238E27FC236}">
                <a16:creationId xmlns:a16="http://schemas.microsoft.com/office/drawing/2014/main" id="{6F416217-3E64-19DC-F756-48E63D61C565}"/>
              </a:ext>
            </a:extLst>
          </p:cNvPr>
          <p:cNvSpPr txBox="1"/>
          <p:nvPr/>
        </p:nvSpPr>
        <p:spPr>
          <a:xfrm>
            <a:off x="8216949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3" name="TextBox 1362">
            <a:extLst>
              <a:ext uri="{FF2B5EF4-FFF2-40B4-BE49-F238E27FC236}">
                <a16:creationId xmlns:a16="http://schemas.microsoft.com/office/drawing/2014/main" id="{E0B2251D-8178-E16A-9510-F886E58D3218}"/>
              </a:ext>
            </a:extLst>
          </p:cNvPr>
          <p:cNvSpPr txBox="1"/>
          <p:nvPr/>
        </p:nvSpPr>
        <p:spPr>
          <a:xfrm>
            <a:off x="6055941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64" name="직선 연결선 1363">
            <a:extLst>
              <a:ext uri="{FF2B5EF4-FFF2-40B4-BE49-F238E27FC236}">
                <a16:creationId xmlns:a16="http://schemas.microsoft.com/office/drawing/2014/main" id="{2D0C233B-3310-3F50-3CD9-21C0B8E2CF86}"/>
              </a:ext>
            </a:extLst>
          </p:cNvPr>
          <p:cNvCxnSpPr>
            <a:cxnSpLocks/>
          </p:cNvCxnSpPr>
          <p:nvPr/>
        </p:nvCxnSpPr>
        <p:spPr>
          <a:xfrm>
            <a:off x="6364657" y="1184339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5" name="TextBox 1364">
            <a:extLst>
              <a:ext uri="{FF2B5EF4-FFF2-40B4-BE49-F238E27FC236}">
                <a16:creationId xmlns:a16="http://schemas.microsoft.com/office/drawing/2014/main" id="{6FA19E44-FC36-E697-8AC9-16C9DB767DD1}"/>
              </a:ext>
            </a:extLst>
          </p:cNvPr>
          <p:cNvSpPr txBox="1"/>
          <p:nvPr/>
        </p:nvSpPr>
        <p:spPr>
          <a:xfrm>
            <a:off x="6364657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6" name="TextBox 1365">
            <a:extLst>
              <a:ext uri="{FF2B5EF4-FFF2-40B4-BE49-F238E27FC236}">
                <a16:creationId xmlns:a16="http://schemas.microsoft.com/office/drawing/2014/main" id="{B77FA7FD-07D6-A6F1-612C-AFC583C53AEA}"/>
              </a:ext>
            </a:extLst>
          </p:cNvPr>
          <p:cNvSpPr txBox="1"/>
          <p:nvPr/>
        </p:nvSpPr>
        <p:spPr>
          <a:xfrm>
            <a:off x="6673372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TextBox 1366">
            <a:extLst>
              <a:ext uri="{FF2B5EF4-FFF2-40B4-BE49-F238E27FC236}">
                <a16:creationId xmlns:a16="http://schemas.microsoft.com/office/drawing/2014/main" id="{00056E7B-B46C-0B7A-4178-026339F3FD11}"/>
              </a:ext>
            </a:extLst>
          </p:cNvPr>
          <p:cNvSpPr txBox="1"/>
          <p:nvPr/>
        </p:nvSpPr>
        <p:spPr>
          <a:xfrm>
            <a:off x="6982087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368" name="TextBox 1367">
            <a:extLst>
              <a:ext uri="{FF2B5EF4-FFF2-40B4-BE49-F238E27FC236}">
                <a16:creationId xmlns:a16="http://schemas.microsoft.com/office/drawing/2014/main" id="{9EE22370-C4EC-F466-8C5F-98FDEA2FE708}"/>
              </a:ext>
            </a:extLst>
          </p:cNvPr>
          <p:cNvSpPr txBox="1"/>
          <p:nvPr/>
        </p:nvSpPr>
        <p:spPr>
          <a:xfrm>
            <a:off x="7290803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369" name="TextBox 1368">
            <a:extLst>
              <a:ext uri="{FF2B5EF4-FFF2-40B4-BE49-F238E27FC236}">
                <a16:creationId xmlns:a16="http://schemas.microsoft.com/office/drawing/2014/main" id="{4AB377AD-1340-D1F0-C883-243B2FF9DD5E}"/>
              </a:ext>
            </a:extLst>
          </p:cNvPr>
          <p:cNvSpPr txBox="1"/>
          <p:nvPr/>
        </p:nvSpPr>
        <p:spPr>
          <a:xfrm>
            <a:off x="7599518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370" name="TextBox 1369">
            <a:extLst>
              <a:ext uri="{FF2B5EF4-FFF2-40B4-BE49-F238E27FC236}">
                <a16:creationId xmlns:a16="http://schemas.microsoft.com/office/drawing/2014/main" id="{7F179760-0CF6-FF42-9A4C-176A3859A3B1}"/>
              </a:ext>
            </a:extLst>
          </p:cNvPr>
          <p:cNvSpPr txBox="1"/>
          <p:nvPr/>
        </p:nvSpPr>
        <p:spPr>
          <a:xfrm>
            <a:off x="7908234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371" name="TextBox 1370">
            <a:extLst>
              <a:ext uri="{FF2B5EF4-FFF2-40B4-BE49-F238E27FC236}">
                <a16:creationId xmlns:a16="http://schemas.microsoft.com/office/drawing/2014/main" id="{CC354014-7673-1773-B213-5692689258F7}"/>
              </a:ext>
            </a:extLst>
          </p:cNvPr>
          <p:cNvSpPr txBox="1"/>
          <p:nvPr/>
        </p:nvSpPr>
        <p:spPr>
          <a:xfrm>
            <a:off x="8216949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2" name="TextBox 1371">
            <a:extLst>
              <a:ext uri="{FF2B5EF4-FFF2-40B4-BE49-F238E27FC236}">
                <a16:creationId xmlns:a16="http://schemas.microsoft.com/office/drawing/2014/main" id="{5C0C7093-9F09-B8EF-F1F3-6701C4DFA60A}"/>
              </a:ext>
            </a:extLst>
          </p:cNvPr>
          <p:cNvSpPr txBox="1"/>
          <p:nvPr/>
        </p:nvSpPr>
        <p:spPr>
          <a:xfrm>
            <a:off x="6055941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W09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3" name="TextBox 1372">
            <a:extLst>
              <a:ext uri="{FF2B5EF4-FFF2-40B4-BE49-F238E27FC236}">
                <a16:creationId xmlns:a16="http://schemas.microsoft.com/office/drawing/2014/main" id="{B44F2DA6-507E-9C3D-B71A-D71A022F4BC3}"/>
              </a:ext>
            </a:extLst>
          </p:cNvPr>
          <p:cNvSpPr txBox="1"/>
          <p:nvPr/>
        </p:nvSpPr>
        <p:spPr>
          <a:xfrm>
            <a:off x="6364657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1374" name="TextBox 1373">
            <a:extLst>
              <a:ext uri="{FF2B5EF4-FFF2-40B4-BE49-F238E27FC236}">
                <a16:creationId xmlns:a16="http://schemas.microsoft.com/office/drawing/2014/main" id="{16D26A44-F887-7370-C73C-F0134ACDA484}"/>
              </a:ext>
            </a:extLst>
          </p:cNvPr>
          <p:cNvSpPr txBox="1"/>
          <p:nvPr/>
        </p:nvSpPr>
        <p:spPr>
          <a:xfrm>
            <a:off x="6673372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5" name="TextBox 1374">
            <a:extLst>
              <a:ext uri="{FF2B5EF4-FFF2-40B4-BE49-F238E27FC236}">
                <a16:creationId xmlns:a16="http://schemas.microsoft.com/office/drawing/2014/main" id="{D239C8E3-A700-EDB1-EF2B-8F5D97D61A2A}"/>
              </a:ext>
            </a:extLst>
          </p:cNvPr>
          <p:cNvSpPr txBox="1"/>
          <p:nvPr/>
        </p:nvSpPr>
        <p:spPr>
          <a:xfrm>
            <a:off x="6982087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6" name="TextBox 1375">
            <a:extLst>
              <a:ext uri="{FF2B5EF4-FFF2-40B4-BE49-F238E27FC236}">
                <a16:creationId xmlns:a16="http://schemas.microsoft.com/office/drawing/2014/main" id="{F645132D-83D4-6448-66E2-556CF125426C}"/>
              </a:ext>
            </a:extLst>
          </p:cNvPr>
          <p:cNvSpPr txBox="1"/>
          <p:nvPr/>
        </p:nvSpPr>
        <p:spPr>
          <a:xfrm>
            <a:off x="7290803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7" name="TextBox 1376">
            <a:extLst>
              <a:ext uri="{FF2B5EF4-FFF2-40B4-BE49-F238E27FC236}">
                <a16:creationId xmlns:a16="http://schemas.microsoft.com/office/drawing/2014/main" id="{8B10EF2D-AD48-7795-F603-080495B1A1E5}"/>
              </a:ext>
            </a:extLst>
          </p:cNvPr>
          <p:cNvSpPr txBox="1"/>
          <p:nvPr/>
        </p:nvSpPr>
        <p:spPr>
          <a:xfrm>
            <a:off x="7599518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8" name="TextBox 1377">
            <a:extLst>
              <a:ext uri="{FF2B5EF4-FFF2-40B4-BE49-F238E27FC236}">
                <a16:creationId xmlns:a16="http://schemas.microsoft.com/office/drawing/2014/main" id="{BE1C5D04-87BC-A4A4-B538-D47054BD2BD7}"/>
              </a:ext>
            </a:extLst>
          </p:cNvPr>
          <p:cNvSpPr txBox="1"/>
          <p:nvPr/>
        </p:nvSpPr>
        <p:spPr>
          <a:xfrm>
            <a:off x="7908234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9" name="TextBox 1378">
            <a:extLst>
              <a:ext uri="{FF2B5EF4-FFF2-40B4-BE49-F238E27FC236}">
                <a16:creationId xmlns:a16="http://schemas.microsoft.com/office/drawing/2014/main" id="{88F06C93-8531-1040-C418-D71FDFF15718}"/>
              </a:ext>
            </a:extLst>
          </p:cNvPr>
          <p:cNvSpPr txBox="1"/>
          <p:nvPr/>
        </p:nvSpPr>
        <p:spPr>
          <a:xfrm>
            <a:off x="8216949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0" name="TextBox 1379">
            <a:extLst>
              <a:ext uri="{FF2B5EF4-FFF2-40B4-BE49-F238E27FC236}">
                <a16:creationId xmlns:a16="http://schemas.microsoft.com/office/drawing/2014/main" id="{F8DE702D-CCE5-B886-AAB7-CB9CE3E7ABF0}"/>
              </a:ext>
            </a:extLst>
          </p:cNvPr>
          <p:cNvSpPr txBox="1"/>
          <p:nvPr/>
        </p:nvSpPr>
        <p:spPr>
          <a:xfrm>
            <a:off x="6055941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1" name="TextBox 1380">
            <a:extLst>
              <a:ext uri="{FF2B5EF4-FFF2-40B4-BE49-F238E27FC236}">
                <a16:creationId xmlns:a16="http://schemas.microsoft.com/office/drawing/2014/main" id="{480E814B-0D07-3F70-DF5F-7807658F60FD}"/>
              </a:ext>
            </a:extLst>
          </p:cNvPr>
          <p:cNvSpPr txBox="1"/>
          <p:nvPr/>
        </p:nvSpPr>
        <p:spPr>
          <a:xfrm>
            <a:off x="6364657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2" name="TextBox 1381">
            <a:extLst>
              <a:ext uri="{FF2B5EF4-FFF2-40B4-BE49-F238E27FC236}">
                <a16:creationId xmlns:a16="http://schemas.microsoft.com/office/drawing/2014/main" id="{C7A01579-88FD-4FF2-3715-6E0BC7758E13}"/>
              </a:ext>
            </a:extLst>
          </p:cNvPr>
          <p:cNvSpPr txBox="1"/>
          <p:nvPr/>
        </p:nvSpPr>
        <p:spPr>
          <a:xfrm>
            <a:off x="6673372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3" name="TextBox 1382">
            <a:extLst>
              <a:ext uri="{FF2B5EF4-FFF2-40B4-BE49-F238E27FC236}">
                <a16:creationId xmlns:a16="http://schemas.microsoft.com/office/drawing/2014/main" id="{747B51F6-3C6B-3576-C292-78DD766B1CE2}"/>
              </a:ext>
            </a:extLst>
          </p:cNvPr>
          <p:cNvSpPr txBox="1"/>
          <p:nvPr/>
        </p:nvSpPr>
        <p:spPr>
          <a:xfrm>
            <a:off x="6982087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4" name="TextBox 1383">
            <a:extLst>
              <a:ext uri="{FF2B5EF4-FFF2-40B4-BE49-F238E27FC236}">
                <a16:creationId xmlns:a16="http://schemas.microsoft.com/office/drawing/2014/main" id="{64C1E05F-AA53-6334-1CF2-12179EBC9DE8}"/>
              </a:ext>
            </a:extLst>
          </p:cNvPr>
          <p:cNvSpPr txBox="1"/>
          <p:nvPr/>
        </p:nvSpPr>
        <p:spPr>
          <a:xfrm>
            <a:off x="7290803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5" name="TextBox 1384">
            <a:extLst>
              <a:ext uri="{FF2B5EF4-FFF2-40B4-BE49-F238E27FC236}">
                <a16:creationId xmlns:a16="http://schemas.microsoft.com/office/drawing/2014/main" id="{54FC4C5B-0112-6101-0B6E-82B4D8B3C6BB}"/>
              </a:ext>
            </a:extLst>
          </p:cNvPr>
          <p:cNvSpPr txBox="1"/>
          <p:nvPr/>
        </p:nvSpPr>
        <p:spPr>
          <a:xfrm>
            <a:off x="7599518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6" name="TextBox 1385">
            <a:extLst>
              <a:ext uri="{FF2B5EF4-FFF2-40B4-BE49-F238E27FC236}">
                <a16:creationId xmlns:a16="http://schemas.microsoft.com/office/drawing/2014/main" id="{DC3D1396-15E0-196E-F41B-6C85BA22BB64}"/>
              </a:ext>
            </a:extLst>
          </p:cNvPr>
          <p:cNvSpPr txBox="1"/>
          <p:nvPr/>
        </p:nvSpPr>
        <p:spPr>
          <a:xfrm>
            <a:off x="7908234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7" name="TextBox 1386">
            <a:extLst>
              <a:ext uri="{FF2B5EF4-FFF2-40B4-BE49-F238E27FC236}">
                <a16:creationId xmlns:a16="http://schemas.microsoft.com/office/drawing/2014/main" id="{3580AD99-43D1-3F8D-769E-56A97EEE6B69}"/>
              </a:ext>
            </a:extLst>
          </p:cNvPr>
          <p:cNvSpPr txBox="1"/>
          <p:nvPr/>
        </p:nvSpPr>
        <p:spPr>
          <a:xfrm>
            <a:off x="8216949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8" name="TextBox 1387">
            <a:extLst>
              <a:ext uri="{FF2B5EF4-FFF2-40B4-BE49-F238E27FC236}">
                <a16:creationId xmlns:a16="http://schemas.microsoft.com/office/drawing/2014/main" id="{949E5023-102F-AE58-75D9-27E237A2DF40}"/>
              </a:ext>
            </a:extLst>
          </p:cNvPr>
          <p:cNvSpPr txBox="1"/>
          <p:nvPr/>
        </p:nvSpPr>
        <p:spPr>
          <a:xfrm>
            <a:off x="6055941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W11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9" name="TextBox 1388">
            <a:extLst>
              <a:ext uri="{FF2B5EF4-FFF2-40B4-BE49-F238E27FC236}">
                <a16:creationId xmlns:a16="http://schemas.microsoft.com/office/drawing/2014/main" id="{44491AAB-6BB7-6774-A5BD-1DBFAFF9CAC1}"/>
              </a:ext>
            </a:extLst>
          </p:cNvPr>
          <p:cNvSpPr txBox="1"/>
          <p:nvPr/>
        </p:nvSpPr>
        <p:spPr>
          <a:xfrm>
            <a:off x="6364657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0" name="TextBox 1389">
            <a:extLst>
              <a:ext uri="{FF2B5EF4-FFF2-40B4-BE49-F238E27FC236}">
                <a16:creationId xmlns:a16="http://schemas.microsoft.com/office/drawing/2014/main" id="{E49C8D7B-E346-6D33-2349-00FCFAA1CB2C}"/>
              </a:ext>
            </a:extLst>
          </p:cNvPr>
          <p:cNvSpPr txBox="1"/>
          <p:nvPr/>
        </p:nvSpPr>
        <p:spPr>
          <a:xfrm>
            <a:off x="6673372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1" name="TextBox 1390">
            <a:extLst>
              <a:ext uri="{FF2B5EF4-FFF2-40B4-BE49-F238E27FC236}">
                <a16:creationId xmlns:a16="http://schemas.microsoft.com/office/drawing/2014/main" id="{5D842F9F-500A-FB1C-6CD1-90B225E77578}"/>
              </a:ext>
            </a:extLst>
          </p:cNvPr>
          <p:cNvSpPr txBox="1"/>
          <p:nvPr/>
        </p:nvSpPr>
        <p:spPr>
          <a:xfrm>
            <a:off x="6982087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2" name="TextBox 1391">
            <a:extLst>
              <a:ext uri="{FF2B5EF4-FFF2-40B4-BE49-F238E27FC236}">
                <a16:creationId xmlns:a16="http://schemas.microsoft.com/office/drawing/2014/main" id="{3D1193C4-2F13-9AE6-02E8-7C6D3F6F07E7}"/>
              </a:ext>
            </a:extLst>
          </p:cNvPr>
          <p:cNvSpPr txBox="1"/>
          <p:nvPr/>
        </p:nvSpPr>
        <p:spPr>
          <a:xfrm>
            <a:off x="7290803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3" name="TextBox 1392">
            <a:extLst>
              <a:ext uri="{FF2B5EF4-FFF2-40B4-BE49-F238E27FC236}">
                <a16:creationId xmlns:a16="http://schemas.microsoft.com/office/drawing/2014/main" id="{2A0A0D63-0B1D-6495-FB92-FF05DBC3071D}"/>
              </a:ext>
            </a:extLst>
          </p:cNvPr>
          <p:cNvSpPr txBox="1"/>
          <p:nvPr/>
        </p:nvSpPr>
        <p:spPr>
          <a:xfrm>
            <a:off x="7599518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4" name="TextBox 1393">
            <a:extLst>
              <a:ext uri="{FF2B5EF4-FFF2-40B4-BE49-F238E27FC236}">
                <a16:creationId xmlns:a16="http://schemas.microsoft.com/office/drawing/2014/main" id="{5B6F8561-1126-26A0-D544-854D2976FF5E}"/>
              </a:ext>
            </a:extLst>
          </p:cNvPr>
          <p:cNvSpPr txBox="1"/>
          <p:nvPr/>
        </p:nvSpPr>
        <p:spPr>
          <a:xfrm>
            <a:off x="7908234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5" name="TextBox 1394">
            <a:extLst>
              <a:ext uri="{FF2B5EF4-FFF2-40B4-BE49-F238E27FC236}">
                <a16:creationId xmlns:a16="http://schemas.microsoft.com/office/drawing/2014/main" id="{4E755B76-983A-084B-2E7B-84AEB0E454C2}"/>
              </a:ext>
            </a:extLst>
          </p:cNvPr>
          <p:cNvSpPr txBox="1"/>
          <p:nvPr/>
        </p:nvSpPr>
        <p:spPr>
          <a:xfrm>
            <a:off x="8216949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6" name="TextBox 1395">
            <a:extLst>
              <a:ext uri="{FF2B5EF4-FFF2-40B4-BE49-F238E27FC236}">
                <a16:creationId xmlns:a16="http://schemas.microsoft.com/office/drawing/2014/main" id="{575119F5-0A05-4EC7-3D29-8D7C1C50E8CA}"/>
              </a:ext>
            </a:extLst>
          </p:cNvPr>
          <p:cNvSpPr txBox="1"/>
          <p:nvPr/>
        </p:nvSpPr>
        <p:spPr>
          <a:xfrm>
            <a:off x="6055941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W12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7" name="TextBox 1396">
            <a:extLst>
              <a:ext uri="{FF2B5EF4-FFF2-40B4-BE49-F238E27FC236}">
                <a16:creationId xmlns:a16="http://schemas.microsoft.com/office/drawing/2014/main" id="{AD9C4216-CB79-60BD-22EF-E4C06E232804}"/>
              </a:ext>
            </a:extLst>
          </p:cNvPr>
          <p:cNvSpPr txBox="1"/>
          <p:nvPr/>
        </p:nvSpPr>
        <p:spPr>
          <a:xfrm>
            <a:off x="6364657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8" name="TextBox 1397">
            <a:extLst>
              <a:ext uri="{FF2B5EF4-FFF2-40B4-BE49-F238E27FC236}">
                <a16:creationId xmlns:a16="http://schemas.microsoft.com/office/drawing/2014/main" id="{F8DE3FB2-EFAC-EEFF-2A33-8D824F3B97DD}"/>
              </a:ext>
            </a:extLst>
          </p:cNvPr>
          <p:cNvSpPr txBox="1"/>
          <p:nvPr/>
        </p:nvSpPr>
        <p:spPr>
          <a:xfrm>
            <a:off x="6673372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9" name="TextBox 1398">
            <a:extLst>
              <a:ext uri="{FF2B5EF4-FFF2-40B4-BE49-F238E27FC236}">
                <a16:creationId xmlns:a16="http://schemas.microsoft.com/office/drawing/2014/main" id="{19B0F00F-4810-F54E-5AAA-57E6F18FC0E8}"/>
              </a:ext>
            </a:extLst>
          </p:cNvPr>
          <p:cNvSpPr txBox="1"/>
          <p:nvPr/>
        </p:nvSpPr>
        <p:spPr>
          <a:xfrm>
            <a:off x="6982087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0" name="TextBox 1399">
            <a:extLst>
              <a:ext uri="{FF2B5EF4-FFF2-40B4-BE49-F238E27FC236}">
                <a16:creationId xmlns:a16="http://schemas.microsoft.com/office/drawing/2014/main" id="{A6233338-7933-9F20-579A-183E001877D6}"/>
              </a:ext>
            </a:extLst>
          </p:cNvPr>
          <p:cNvSpPr txBox="1"/>
          <p:nvPr/>
        </p:nvSpPr>
        <p:spPr>
          <a:xfrm>
            <a:off x="7290803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1" name="TextBox 1400">
            <a:extLst>
              <a:ext uri="{FF2B5EF4-FFF2-40B4-BE49-F238E27FC236}">
                <a16:creationId xmlns:a16="http://schemas.microsoft.com/office/drawing/2014/main" id="{B23BBA3E-4127-D639-0D0B-57924EFF3E21}"/>
              </a:ext>
            </a:extLst>
          </p:cNvPr>
          <p:cNvSpPr txBox="1"/>
          <p:nvPr/>
        </p:nvSpPr>
        <p:spPr>
          <a:xfrm>
            <a:off x="7599518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2" name="TextBox 1401">
            <a:extLst>
              <a:ext uri="{FF2B5EF4-FFF2-40B4-BE49-F238E27FC236}">
                <a16:creationId xmlns:a16="http://schemas.microsoft.com/office/drawing/2014/main" id="{79A66E54-F59B-A4C5-4471-1872E2C79014}"/>
              </a:ext>
            </a:extLst>
          </p:cNvPr>
          <p:cNvSpPr txBox="1"/>
          <p:nvPr/>
        </p:nvSpPr>
        <p:spPr>
          <a:xfrm>
            <a:off x="7908234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1403" name="TextBox 1402">
            <a:extLst>
              <a:ext uri="{FF2B5EF4-FFF2-40B4-BE49-F238E27FC236}">
                <a16:creationId xmlns:a16="http://schemas.microsoft.com/office/drawing/2014/main" id="{09A55289-38A4-C77E-6F35-894D7C999225}"/>
              </a:ext>
            </a:extLst>
          </p:cNvPr>
          <p:cNvSpPr txBox="1"/>
          <p:nvPr/>
        </p:nvSpPr>
        <p:spPr>
          <a:xfrm>
            <a:off x="8216949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1404" name="TextBox 1403">
            <a:extLst>
              <a:ext uri="{FF2B5EF4-FFF2-40B4-BE49-F238E27FC236}">
                <a16:creationId xmlns:a16="http://schemas.microsoft.com/office/drawing/2014/main" id="{7648C4B4-3927-DB61-5017-EDD2A645D662}"/>
              </a:ext>
            </a:extLst>
          </p:cNvPr>
          <p:cNvSpPr txBox="1"/>
          <p:nvPr/>
        </p:nvSpPr>
        <p:spPr>
          <a:xfrm>
            <a:off x="6055941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W13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5" name="TextBox 1404">
            <a:extLst>
              <a:ext uri="{FF2B5EF4-FFF2-40B4-BE49-F238E27FC236}">
                <a16:creationId xmlns:a16="http://schemas.microsoft.com/office/drawing/2014/main" id="{72B6EB70-329C-3869-03FE-E9F6445A2A00}"/>
              </a:ext>
            </a:extLst>
          </p:cNvPr>
          <p:cNvSpPr txBox="1"/>
          <p:nvPr/>
        </p:nvSpPr>
        <p:spPr>
          <a:xfrm>
            <a:off x="6364657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406" name="TextBox 1405">
            <a:extLst>
              <a:ext uri="{FF2B5EF4-FFF2-40B4-BE49-F238E27FC236}">
                <a16:creationId xmlns:a16="http://schemas.microsoft.com/office/drawing/2014/main" id="{607A6D79-D52D-EA36-D67D-4809B339C482}"/>
              </a:ext>
            </a:extLst>
          </p:cNvPr>
          <p:cNvSpPr txBox="1"/>
          <p:nvPr/>
        </p:nvSpPr>
        <p:spPr>
          <a:xfrm>
            <a:off x="6673372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1407" name="TextBox 1406">
            <a:extLst>
              <a:ext uri="{FF2B5EF4-FFF2-40B4-BE49-F238E27FC236}">
                <a16:creationId xmlns:a16="http://schemas.microsoft.com/office/drawing/2014/main" id="{FA9ED6C2-3BA6-B4A5-E6F4-AAD9FB641CBE}"/>
              </a:ext>
            </a:extLst>
          </p:cNvPr>
          <p:cNvSpPr txBox="1"/>
          <p:nvPr/>
        </p:nvSpPr>
        <p:spPr>
          <a:xfrm>
            <a:off x="6982087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8" name="TextBox 1407">
            <a:extLst>
              <a:ext uri="{FF2B5EF4-FFF2-40B4-BE49-F238E27FC236}">
                <a16:creationId xmlns:a16="http://schemas.microsoft.com/office/drawing/2014/main" id="{DD2DF586-59AD-91D8-4652-4E2F2E411E51}"/>
              </a:ext>
            </a:extLst>
          </p:cNvPr>
          <p:cNvSpPr txBox="1"/>
          <p:nvPr/>
        </p:nvSpPr>
        <p:spPr>
          <a:xfrm>
            <a:off x="7290803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9" name="TextBox 1408">
            <a:extLst>
              <a:ext uri="{FF2B5EF4-FFF2-40B4-BE49-F238E27FC236}">
                <a16:creationId xmlns:a16="http://schemas.microsoft.com/office/drawing/2014/main" id="{05B53446-5F48-ACDA-6C4D-4688D64B1412}"/>
              </a:ext>
            </a:extLst>
          </p:cNvPr>
          <p:cNvSpPr txBox="1"/>
          <p:nvPr/>
        </p:nvSpPr>
        <p:spPr>
          <a:xfrm>
            <a:off x="7599518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0" name="TextBox 1409">
            <a:extLst>
              <a:ext uri="{FF2B5EF4-FFF2-40B4-BE49-F238E27FC236}">
                <a16:creationId xmlns:a16="http://schemas.microsoft.com/office/drawing/2014/main" id="{A9CA3720-C912-E01B-DD80-67735B516608}"/>
              </a:ext>
            </a:extLst>
          </p:cNvPr>
          <p:cNvSpPr txBox="1"/>
          <p:nvPr/>
        </p:nvSpPr>
        <p:spPr>
          <a:xfrm>
            <a:off x="7908234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1" name="TextBox 1410">
            <a:extLst>
              <a:ext uri="{FF2B5EF4-FFF2-40B4-BE49-F238E27FC236}">
                <a16:creationId xmlns:a16="http://schemas.microsoft.com/office/drawing/2014/main" id="{D80ADFDB-4AD1-3040-9D26-8FB8CF6FE14B}"/>
              </a:ext>
            </a:extLst>
          </p:cNvPr>
          <p:cNvSpPr txBox="1"/>
          <p:nvPr/>
        </p:nvSpPr>
        <p:spPr>
          <a:xfrm>
            <a:off x="8216949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2" name="TextBox 1411">
            <a:extLst>
              <a:ext uri="{FF2B5EF4-FFF2-40B4-BE49-F238E27FC236}">
                <a16:creationId xmlns:a16="http://schemas.microsoft.com/office/drawing/2014/main" id="{993B157A-7A32-041A-3330-CF2520D20838}"/>
              </a:ext>
            </a:extLst>
          </p:cNvPr>
          <p:cNvSpPr txBox="1"/>
          <p:nvPr/>
        </p:nvSpPr>
        <p:spPr>
          <a:xfrm>
            <a:off x="6055941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" name="직사각형 941">
            <a:hlinkClick r:id="rId29" action="ppaction://hlinksldjump"/>
            <a:extLst>
              <a:ext uri="{FF2B5EF4-FFF2-40B4-BE49-F238E27FC236}">
                <a16:creationId xmlns:a16="http://schemas.microsoft.com/office/drawing/2014/main" id="{7543066E-89ED-9D2D-0FB8-3BF0024FBBAD}"/>
              </a:ext>
            </a:extLst>
          </p:cNvPr>
          <p:cNvSpPr/>
          <p:nvPr/>
        </p:nvSpPr>
        <p:spPr>
          <a:xfrm>
            <a:off x="9213028" y="4593158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December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" name="TextBox 942">
            <a:extLst>
              <a:ext uri="{FF2B5EF4-FFF2-40B4-BE49-F238E27FC236}">
                <a16:creationId xmlns:a16="http://schemas.microsoft.com/office/drawing/2014/main" id="{C0E8A3E1-7EEA-BF84-79E8-73AEEB15F4A4}"/>
              </a:ext>
            </a:extLst>
          </p:cNvPr>
          <p:cNvSpPr txBox="1"/>
          <p:nvPr/>
        </p:nvSpPr>
        <p:spPr>
          <a:xfrm>
            <a:off x="9213028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" name="TextBox 943">
            <a:extLst>
              <a:ext uri="{FF2B5EF4-FFF2-40B4-BE49-F238E27FC236}">
                <a16:creationId xmlns:a16="http://schemas.microsoft.com/office/drawing/2014/main" id="{F22CB68E-80B1-7180-70B4-D19EE486EF8E}"/>
              </a:ext>
            </a:extLst>
          </p:cNvPr>
          <p:cNvSpPr txBox="1"/>
          <p:nvPr/>
        </p:nvSpPr>
        <p:spPr>
          <a:xfrm>
            <a:off x="9521743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5" name="TextBox 944">
            <a:extLst>
              <a:ext uri="{FF2B5EF4-FFF2-40B4-BE49-F238E27FC236}">
                <a16:creationId xmlns:a16="http://schemas.microsoft.com/office/drawing/2014/main" id="{BA40CF95-C2EF-13D4-2B6A-D97A24E027BF}"/>
              </a:ext>
            </a:extLst>
          </p:cNvPr>
          <p:cNvSpPr txBox="1"/>
          <p:nvPr/>
        </p:nvSpPr>
        <p:spPr>
          <a:xfrm>
            <a:off x="9830459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6" name="TextBox 945">
            <a:extLst>
              <a:ext uri="{FF2B5EF4-FFF2-40B4-BE49-F238E27FC236}">
                <a16:creationId xmlns:a16="http://schemas.microsoft.com/office/drawing/2014/main" id="{719F7B5E-A3BE-BF2B-118D-1B7712D7E18D}"/>
              </a:ext>
            </a:extLst>
          </p:cNvPr>
          <p:cNvSpPr txBox="1"/>
          <p:nvPr/>
        </p:nvSpPr>
        <p:spPr>
          <a:xfrm>
            <a:off x="10139175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TextBox 946">
            <a:extLst>
              <a:ext uri="{FF2B5EF4-FFF2-40B4-BE49-F238E27FC236}">
                <a16:creationId xmlns:a16="http://schemas.microsoft.com/office/drawing/2014/main" id="{6421C33E-1EC8-4D75-DE11-0892FAA6A8A1}"/>
              </a:ext>
            </a:extLst>
          </p:cNvPr>
          <p:cNvSpPr txBox="1"/>
          <p:nvPr/>
        </p:nvSpPr>
        <p:spPr>
          <a:xfrm>
            <a:off x="10447891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" name="TextBox 947">
            <a:extLst>
              <a:ext uri="{FF2B5EF4-FFF2-40B4-BE49-F238E27FC236}">
                <a16:creationId xmlns:a16="http://schemas.microsoft.com/office/drawing/2014/main" id="{91C64360-3ED0-8402-D82B-F74054ED683B}"/>
              </a:ext>
            </a:extLst>
          </p:cNvPr>
          <p:cNvSpPr txBox="1"/>
          <p:nvPr/>
        </p:nvSpPr>
        <p:spPr>
          <a:xfrm>
            <a:off x="10756606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9" name="TextBox 948">
            <a:extLst>
              <a:ext uri="{FF2B5EF4-FFF2-40B4-BE49-F238E27FC236}">
                <a16:creationId xmlns:a16="http://schemas.microsoft.com/office/drawing/2014/main" id="{66F7E5EF-5E19-BE03-6326-F313ABAA8C78}"/>
              </a:ext>
            </a:extLst>
          </p:cNvPr>
          <p:cNvSpPr txBox="1"/>
          <p:nvPr/>
        </p:nvSpPr>
        <p:spPr>
          <a:xfrm>
            <a:off x="11065320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0" name="TextBox 949">
            <a:extLst>
              <a:ext uri="{FF2B5EF4-FFF2-40B4-BE49-F238E27FC236}">
                <a16:creationId xmlns:a16="http://schemas.microsoft.com/office/drawing/2014/main" id="{04B71F43-D3F1-C404-84FF-55E82091C734}"/>
              </a:ext>
            </a:extLst>
          </p:cNvPr>
          <p:cNvSpPr txBox="1"/>
          <p:nvPr/>
        </p:nvSpPr>
        <p:spPr>
          <a:xfrm>
            <a:off x="8904312" y="483723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51" name="직선 연결선 950">
            <a:extLst>
              <a:ext uri="{FF2B5EF4-FFF2-40B4-BE49-F238E27FC236}">
                <a16:creationId xmlns:a16="http://schemas.microsoft.com/office/drawing/2014/main" id="{90B63CFD-5276-4CFF-4B25-3AC213FC6EEB}"/>
              </a:ext>
            </a:extLst>
          </p:cNvPr>
          <p:cNvCxnSpPr>
            <a:cxnSpLocks/>
          </p:cNvCxnSpPr>
          <p:nvPr/>
        </p:nvCxnSpPr>
        <p:spPr>
          <a:xfrm>
            <a:off x="9213028" y="5012793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2" name="TextBox 951">
            <a:extLst>
              <a:ext uri="{FF2B5EF4-FFF2-40B4-BE49-F238E27FC236}">
                <a16:creationId xmlns:a16="http://schemas.microsoft.com/office/drawing/2014/main" id="{267B5B0F-80F1-C3C8-0622-53D9E1E2DD44}"/>
              </a:ext>
            </a:extLst>
          </p:cNvPr>
          <p:cNvSpPr txBox="1"/>
          <p:nvPr/>
        </p:nvSpPr>
        <p:spPr>
          <a:xfrm>
            <a:off x="9213028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953" name="TextBox 952">
            <a:extLst>
              <a:ext uri="{FF2B5EF4-FFF2-40B4-BE49-F238E27FC236}">
                <a16:creationId xmlns:a16="http://schemas.microsoft.com/office/drawing/2014/main" id="{D1EDA3EF-1741-C4C0-16CE-BE76FB8482CA}"/>
              </a:ext>
            </a:extLst>
          </p:cNvPr>
          <p:cNvSpPr txBox="1"/>
          <p:nvPr/>
        </p:nvSpPr>
        <p:spPr>
          <a:xfrm>
            <a:off x="9521743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954" name="TextBox 953">
            <a:extLst>
              <a:ext uri="{FF2B5EF4-FFF2-40B4-BE49-F238E27FC236}">
                <a16:creationId xmlns:a16="http://schemas.microsoft.com/office/drawing/2014/main" id="{D3063E4A-8A82-9F50-08C9-BBAE9DC3A3ED}"/>
              </a:ext>
            </a:extLst>
          </p:cNvPr>
          <p:cNvSpPr txBox="1"/>
          <p:nvPr/>
        </p:nvSpPr>
        <p:spPr>
          <a:xfrm>
            <a:off x="9830458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955" name="TextBox 954">
            <a:extLst>
              <a:ext uri="{FF2B5EF4-FFF2-40B4-BE49-F238E27FC236}">
                <a16:creationId xmlns:a16="http://schemas.microsoft.com/office/drawing/2014/main" id="{77A0F51A-E512-2681-88C7-EA132AE2341F}"/>
              </a:ext>
            </a:extLst>
          </p:cNvPr>
          <p:cNvSpPr txBox="1"/>
          <p:nvPr/>
        </p:nvSpPr>
        <p:spPr>
          <a:xfrm>
            <a:off x="10139174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03</a:t>
            </a:r>
            <a:endParaRPr lang="ko-KR" altLang="en-US" dirty="0"/>
          </a:p>
        </p:txBody>
      </p:sp>
      <p:sp>
        <p:nvSpPr>
          <p:cNvPr id="956" name="TextBox 955">
            <a:extLst>
              <a:ext uri="{FF2B5EF4-FFF2-40B4-BE49-F238E27FC236}">
                <a16:creationId xmlns:a16="http://schemas.microsoft.com/office/drawing/2014/main" id="{BE970F8F-81D5-1FD5-9630-F6D948AD4E4E}"/>
              </a:ext>
            </a:extLst>
          </p:cNvPr>
          <p:cNvSpPr txBox="1"/>
          <p:nvPr/>
        </p:nvSpPr>
        <p:spPr>
          <a:xfrm>
            <a:off x="10447889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04</a:t>
            </a:r>
            <a:endParaRPr lang="ko-KR" altLang="en-US" dirty="0"/>
          </a:p>
        </p:txBody>
      </p:sp>
      <p:sp>
        <p:nvSpPr>
          <p:cNvPr id="957" name="TextBox 956">
            <a:extLst>
              <a:ext uri="{FF2B5EF4-FFF2-40B4-BE49-F238E27FC236}">
                <a16:creationId xmlns:a16="http://schemas.microsoft.com/office/drawing/2014/main" id="{1B060F4D-4C82-2177-8CAA-1A24F3A6E8CB}"/>
              </a:ext>
            </a:extLst>
          </p:cNvPr>
          <p:cNvSpPr txBox="1"/>
          <p:nvPr/>
        </p:nvSpPr>
        <p:spPr>
          <a:xfrm>
            <a:off x="10756605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958" name="TextBox 957">
            <a:extLst>
              <a:ext uri="{FF2B5EF4-FFF2-40B4-BE49-F238E27FC236}">
                <a16:creationId xmlns:a16="http://schemas.microsoft.com/office/drawing/2014/main" id="{5A8E9DCB-050D-C87A-5F06-280BB9EC6DBC}"/>
              </a:ext>
            </a:extLst>
          </p:cNvPr>
          <p:cNvSpPr txBox="1"/>
          <p:nvPr/>
        </p:nvSpPr>
        <p:spPr>
          <a:xfrm>
            <a:off x="11065320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" name="TextBox 958">
            <a:extLst>
              <a:ext uri="{FF2B5EF4-FFF2-40B4-BE49-F238E27FC236}">
                <a16:creationId xmlns:a16="http://schemas.microsoft.com/office/drawing/2014/main" id="{FE88FD2D-3CA3-DA91-0C01-DD52391CE5FB}"/>
              </a:ext>
            </a:extLst>
          </p:cNvPr>
          <p:cNvSpPr txBox="1"/>
          <p:nvPr/>
        </p:nvSpPr>
        <p:spPr>
          <a:xfrm>
            <a:off x="8904312" y="50851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w49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" name="TextBox 959">
            <a:extLst>
              <a:ext uri="{FF2B5EF4-FFF2-40B4-BE49-F238E27FC236}">
                <a16:creationId xmlns:a16="http://schemas.microsoft.com/office/drawing/2014/main" id="{0AC66B63-D6D2-9C8B-30A4-75340A77F720}"/>
              </a:ext>
            </a:extLst>
          </p:cNvPr>
          <p:cNvSpPr txBox="1"/>
          <p:nvPr/>
        </p:nvSpPr>
        <p:spPr>
          <a:xfrm>
            <a:off x="9213028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" name="TextBox 960">
            <a:extLst>
              <a:ext uri="{FF2B5EF4-FFF2-40B4-BE49-F238E27FC236}">
                <a16:creationId xmlns:a16="http://schemas.microsoft.com/office/drawing/2014/main" id="{789941EC-178A-7C5E-49DE-0EACD9347EBD}"/>
              </a:ext>
            </a:extLst>
          </p:cNvPr>
          <p:cNvSpPr txBox="1"/>
          <p:nvPr/>
        </p:nvSpPr>
        <p:spPr>
          <a:xfrm>
            <a:off x="9521743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" name="TextBox 961">
            <a:extLst>
              <a:ext uri="{FF2B5EF4-FFF2-40B4-BE49-F238E27FC236}">
                <a16:creationId xmlns:a16="http://schemas.microsoft.com/office/drawing/2014/main" id="{3FD9BB92-8E03-383C-2FC3-4EFA2CB904F2}"/>
              </a:ext>
            </a:extLst>
          </p:cNvPr>
          <p:cNvSpPr txBox="1"/>
          <p:nvPr/>
        </p:nvSpPr>
        <p:spPr>
          <a:xfrm>
            <a:off x="9830458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09</a:t>
            </a:r>
            <a:endParaRPr lang="ko-KR" altLang="en-US" dirty="0"/>
          </a:p>
        </p:txBody>
      </p:sp>
      <p:sp>
        <p:nvSpPr>
          <p:cNvPr id="963" name="TextBox 962">
            <a:extLst>
              <a:ext uri="{FF2B5EF4-FFF2-40B4-BE49-F238E27FC236}">
                <a16:creationId xmlns:a16="http://schemas.microsoft.com/office/drawing/2014/main" id="{F2E794B6-B982-99C3-AE83-346989A6EA33}"/>
              </a:ext>
            </a:extLst>
          </p:cNvPr>
          <p:cNvSpPr txBox="1"/>
          <p:nvPr/>
        </p:nvSpPr>
        <p:spPr>
          <a:xfrm>
            <a:off x="10139174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" name="TextBox 963">
            <a:extLst>
              <a:ext uri="{FF2B5EF4-FFF2-40B4-BE49-F238E27FC236}">
                <a16:creationId xmlns:a16="http://schemas.microsoft.com/office/drawing/2014/main" id="{A72F5DB3-774B-D1ED-367F-9523E74F49E7}"/>
              </a:ext>
            </a:extLst>
          </p:cNvPr>
          <p:cNvSpPr txBox="1"/>
          <p:nvPr/>
        </p:nvSpPr>
        <p:spPr>
          <a:xfrm>
            <a:off x="10447889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" name="TextBox 964">
            <a:extLst>
              <a:ext uri="{FF2B5EF4-FFF2-40B4-BE49-F238E27FC236}">
                <a16:creationId xmlns:a16="http://schemas.microsoft.com/office/drawing/2014/main" id="{510BADD1-2A9F-817C-B646-51FC60890D29}"/>
              </a:ext>
            </a:extLst>
          </p:cNvPr>
          <p:cNvSpPr txBox="1"/>
          <p:nvPr/>
        </p:nvSpPr>
        <p:spPr>
          <a:xfrm>
            <a:off x="10756605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" name="TextBox 965">
            <a:extLst>
              <a:ext uri="{FF2B5EF4-FFF2-40B4-BE49-F238E27FC236}">
                <a16:creationId xmlns:a16="http://schemas.microsoft.com/office/drawing/2014/main" id="{483085D1-5B3F-9CE8-5FD8-A5F3972B6461}"/>
              </a:ext>
            </a:extLst>
          </p:cNvPr>
          <p:cNvSpPr txBox="1"/>
          <p:nvPr/>
        </p:nvSpPr>
        <p:spPr>
          <a:xfrm>
            <a:off x="11065320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" name="TextBox 966">
            <a:extLst>
              <a:ext uri="{FF2B5EF4-FFF2-40B4-BE49-F238E27FC236}">
                <a16:creationId xmlns:a16="http://schemas.microsoft.com/office/drawing/2014/main" id="{9E075B9D-3B29-A17A-221F-F22A06A1872B}"/>
              </a:ext>
            </a:extLst>
          </p:cNvPr>
          <p:cNvSpPr txBox="1"/>
          <p:nvPr/>
        </p:nvSpPr>
        <p:spPr>
          <a:xfrm>
            <a:off x="8904312" y="525800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w50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8" name="TextBox 967">
            <a:extLst>
              <a:ext uri="{FF2B5EF4-FFF2-40B4-BE49-F238E27FC236}">
                <a16:creationId xmlns:a16="http://schemas.microsoft.com/office/drawing/2014/main" id="{DB061763-9616-F41C-038D-73939EB298FB}"/>
              </a:ext>
            </a:extLst>
          </p:cNvPr>
          <p:cNvSpPr txBox="1"/>
          <p:nvPr/>
        </p:nvSpPr>
        <p:spPr>
          <a:xfrm>
            <a:off x="9213028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" name="TextBox 968">
            <a:extLst>
              <a:ext uri="{FF2B5EF4-FFF2-40B4-BE49-F238E27FC236}">
                <a16:creationId xmlns:a16="http://schemas.microsoft.com/office/drawing/2014/main" id="{87A3CC80-5585-C86D-B605-15FCC3A55807}"/>
              </a:ext>
            </a:extLst>
          </p:cNvPr>
          <p:cNvSpPr txBox="1"/>
          <p:nvPr/>
        </p:nvSpPr>
        <p:spPr>
          <a:xfrm>
            <a:off x="9521743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TextBox 969">
            <a:extLst>
              <a:ext uri="{FF2B5EF4-FFF2-40B4-BE49-F238E27FC236}">
                <a16:creationId xmlns:a16="http://schemas.microsoft.com/office/drawing/2014/main" id="{A31FD91F-6B99-B704-360B-8CC010B6FF04}"/>
              </a:ext>
            </a:extLst>
          </p:cNvPr>
          <p:cNvSpPr txBox="1"/>
          <p:nvPr/>
        </p:nvSpPr>
        <p:spPr>
          <a:xfrm>
            <a:off x="9830458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57E09DCF-C2C4-2D39-9110-AC219360403D}"/>
              </a:ext>
            </a:extLst>
          </p:cNvPr>
          <p:cNvSpPr txBox="1"/>
          <p:nvPr/>
        </p:nvSpPr>
        <p:spPr>
          <a:xfrm>
            <a:off x="10139174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BE5DA5B4-0C38-23F8-955C-A20328AA8A2E}"/>
              </a:ext>
            </a:extLst>
          </p:cNvPr>
          <p:cNvSpPr txBox="1"/>
          <p:nvPr/>
        </p:nvSpPr>
        <p:spPr>
          <a:xfrm>
            <a:off x="10447889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" name="TextBox 972">
            <a:extLst>
              <a:ext uri="{FF2B5EF4-FFF2-40B4-BE49-F238E27FC236}">
                <a16:creationId xmlns:a16="http://schemas.microsoft.com/office/drawing/2014/main" id="{31845124-5403-8951-600F-87B04B5C36CD}"/>
              </a:ext>
            </a:extLst>
          </p:cNvPr>
          <p:cNvSpPr txBox="1"/>
          <p:nvPr/>
        </p:nvSpPr>
        <p:spPr>
          <a:xfrm>
            <a:off x="10756605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" name="TextBox 973">
            <a:extLst>
              <a:ext uri="{FF2B5EF4-FFF2-40B4-BE49-F238E27FC236}">
                <a16:creationId xmlns:a16="http://schemas.microsoft.com/office/drawing/2014/main" id="{D4E945B9-A6DB-B4A5-297B-354DD62C4EAE}"/>
              </a:ext>
            </a:extLst>
          </p:cNvPr>
          <p:cNvSpPr txBox="1"/>
          <p:nvPr/>
        </p:nvSpPr>
        <p:spPr>
          <a:xfrm>
            <a:off x="11065320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" name="TextBox 974">
            <a:extLst>
              <a:ext uri="{FF2B5EF4-FFF2-40B4-BE49-F238E27FC236}">
                <a16:creationId xmlns:a16="http://schemas.microsoft.com/office/drawing/2014/main" id="{0500B03B-06E9-1C78-9DED-865AAA7E955A}"/>
              </a:ext>
            </a:extLst>
          </p:cNvPr>
          <p:cNvSpPr txBox="1"/>
          <p:nvPr/>
        </p:nvSpPr>
        <p:spPr>
          <a:xfrm>
            <a:off x="8904312" y="5430822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w51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" name="TextBox 975">
            <a:extLst>
              <a:ext uri="{FF2B5EF4-FFF2-40B4-BE49-F238E27FC236}">
                <a16:creationId xmlns:a16="http://schemas.microsoft.com/office/drawing/2014/main" id="{5BEC2C2E-A149-DF95-1BAE-ABD786B3A42D}"/>
              </a:ext>
            </a:extLst>
          </p:cNvPr>
          <p:cNvSpPr txBox="1"/>
          <p:nvPr/>
        </p:nvSpPr>
        <p:spPr>
          <a:xfrm>
            <a:off x="9213028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" name="TextBox 976">
            <a:extLst>
              <a:ext uri="{FF2B5EF4-FFF2-40B4-BE49-F238E27FC236}">
                <a16:creationId xmlns:a16="http://schemas.microsoft.com/office/drawing/2014/main" id="{9AF4BCA7-1D1A-ABE8-AADD-C21669D6C69C}"/>
              </a:ext>
            </a:extLst>
          </p:cNvPr>
          <p:cNvSpPr txBox="1"/>
          <p:nvPr/>
        </p:nvSpPr>
        <p:spPr>
          <a:xfrm>
            <a:off x="9521743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" name="TextBox 977">
            <a:extLst>
              <a:ext uri="{FF2B5EF4-FFF2-40B4-BE49-F238E27FC236}">
                <a16:creationId xmlns:a16="http://schemas.microsoft.com/office/drawing/2014/main" id="{ECE98065-96C0-5C58-DC7A-A4E9B2FB9961}"/>
              </a:ext>
            </a:extLst>
          </p:cNvPr>
          <p:cNvSpPr txBox="1"/>
          <p:nvPr/>
        </p:nvSpPr>
        <p:spPr>
          <a:xfrm>
            <a:off x="9830458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" name="TextBox 978">
            <a:extLst>
              <a:ext uri="{FF2B5EF4-FFF2-40B4-BE49-F238E27FC236}">
                <a16:creationId xmlns:a16="http://schemas.microsoft.com/office/drawing/2014/main" id="{51CC0E70-47C2-A90F-FCBF-6C473F31BF0F}"/>
              </a:ext>
            </a:extLst>
          </p:cNvPr>
          <p:cNvSpPr txBox="1"/>
          <p:nvPr/>
        </p:nvSpPr>
        <p:spPr>
          <a:xfrm>
            <a:off x="10139174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24</a:t>
            </a:r>
            <a:endParaRPr lang="ko-KR" altLang="en-US" dirty="0"/>
          </a:p>
        </p:txBody>
      </p:sp>
      <p:sp>
        <p:nvSpPr>
          <p:cNvPr id="980" name="TextBox 979">
            <a:extLst>
              <a:ext uri="{FF2B5EF4-FFF2-40B4-BE49-F238E27FC236}">
                <a16:creationId xmlns:a16="http://schemas.microsoft.com/office/drawing/2014/main" id="{8AD2814E-E312-EC8C-D1D1-12057DA82997}"/>
              </a:ext>
            </a:extLst>
          </p:cNvPr>
          <p:cNvSpPr txBox="1"/>
          <p:nvPr/>
        </p:nvSpPr>
        <p:spPr>
          <a:xfrm>
            <a:off x="10447889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25</a:t>
            </a:r>
            <a:endParaRPr lang="ko-KR" altLang="en-US" dirty="0"/>
          </a:p>
        </p:txBody>
      </p:sp>
      <p:sp>
        <p:nvSpPr>
          <p:cNvPr id="981" name="TextBox 980">
            <a:extLst>
              <a:ext uri="{FF2B5EF4-FFF2-40B4-BE49-F238E27FC236}">
                <a16:creationId xmlns:a16="http://schemas.microsoft.com/office/drawing/2014/main" id="{00AD49CB-706E-7E9D-98E1-7AAA428009A1}"/>
              </a:ext>
            </a:extLst>
          </p:cNvPr>
          <p:cNvSpPr txBox="1"/>
          <p:nvPr/>
        </p:nvSpPr>
        <p:spPr>
          <a:xfrm>
            <a:off x="10756605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" name="TextBox 981">
            <a:extLst>
              <a:ext uri="{FF2B5EF4-FFF2-40B4-BE49-F238E27FC236}">
                <a16:creationId xmlns:a16="http://schemas.microsoft.com/office/drawing/2014/main" id="{A1985254-643F-DCCE-DC45-4115B2E3171F}"/>
              </a:ext>
            </a:extLst>
          </p:cNvPr>
          <p:cNvSpPr txBox="1"/>
          <p:nvPr/>
        </p:nvSpPr>
        <p:spPr>
          <a:xfrm>
            <a:off x="11065320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" name="TextBox 982">
            <a:extLst>
              <a:ext uri="{FF2B5EF4-FFF2-40B4-BE49-F238E27FC236}">
                <a16:creationId xmlns:a16="http://schemas.microsoft.com/office/drawing/2014/main" id="{0068F9EC-C4CB-618D-D19C-DC2F42DD5E5D}"/>
              </a:ext>
            </a:extLst>
          </p:cNvPr>
          <p:cNvSpPr txBox="1"/>
          <p:nvPr/>
        </p:nvSpPr>
        <p:spPr>
          <a:xfrm>
            <a:off x="8904312" y="560364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w52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" name="TextBox 983">
            <a:extLst>
              <a:ext uri="{FF2B5EF4-FFF2-40B4-BE49-F238E27FC236}">
                <a16:creationId xmlns:a16="http://schemas.microsoft.com/office/drawing/2014/main" id="{ACA33966-4376-CBCD-8649-74EFA85BF064}"/>
              </a:ext>
            </a:extLst>
          </p:cNvPr>
          <p:cNvSpPr txBox="1"/>
          <p:nvPr/>
        </p:nvSpPr>
        <p:spPr>
          <a:xfrm>
            <a:off x="9213028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985" name="TextBox 984">
            <a:extLst>
              <a:ext uri="{FF2B5EF4-FFF2-40B4-BE49-F238E27FC236}">
                <a16:creationId xmlns:a16="http://schemas.microsoft.com/office/drawing/2014/main" id="{EB278366-3F18-2E70-2826-2E89AD09E13D}"/>
              </a:ext>
            </a:extLst>
          </p:cNvPr>
          <p:cNvSpPr txBox="1"/>
          <p:nvPr/>
        </p:nvSpPr>
        <p:spPr>
          <a:xfrm>
            <a:off x="9521743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" name="TextBox 985">
            <a:extLst>
              <a:ext uri="{FF2B5EF4-FFF2-40B4-BE49-F238E27FC236}">
                <a16:creationId xmlns:a16="http://schemas.microsoft.com/office/drawing/2014/main" id="{F7A141E5-A556-D6F5-952D-9A25C894DC60}"/>
              </a:ext>
            </a:extLst>
          </p:cNvPr>
          <p:cNvSpPr txBox="1"/>
          <p:nvPr/>
        </p:nvSpPr>
        <p:spPr>
          <a:xfrm>
            <a:off x="9830458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987" name="TextBox 986">
            <a:extLst>
              <a:ext uri="{FF2B5EF4-FFF2-40B4-BE49-F238E27FC236}">
                <a16:creationId xmlns:a16="http://schemas.microsoft.com/office/drawing/2014/main" id="{F27EDCCC-AFC9-7B5C-D077-319BC48E4AFC}"/>
              </a:ext>
            </a:extLst>
          </p:cNvPr>
          <p:cNvSpPr txBox="1"/>
          <p:nvPr/>
        </p:nvSpPr>
        <p:spPr>
          <a:xfrm>
            <a:off x="10139174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" name="TextBox 987">
            <a:extLst>
              <a:ext uri="{FF2B5EF4-FFF2-40B4-BE49-F238E27FC236}">
                <a16:creationId xmlns:a16="http://schemas.microsoft.com/office/drawing/2014/main" id="{9ECA37E9-337A-91A0-D505-6DFF700FAD7A}"/>
              </a:ext>
            </a:extLst>
          </p:cNvPr>
          <p:cNvSpPr txBox="1"/>
          <p:nvPr/>
        </p:nvSpPr>
        <p:spPr>
          <a:xfrm>
            <a:off x="10447889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989" name="TextBox 988">
            <a:extLst>
              <a:ext uri="{FF2B5EF4-FFF2-40B4-BE49-F238E27FC236}">
                <a16:creationId xmlns:a16="http://schemas.microsoft.com/office/drawing/2014/main" id="{E30760AB-1675-621E-9D75-E8C61CAD77C3}"/>
              </a:ext>
            </a:extLst>
          </p:cNvPr>
          <p:cNvSpPr txBox="1"/>
          <p:nvPr/>
        </p:nvSpPr>
        <p:spPr>
          <a:xfrm>
            <a:off x="10756605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" name="TextBox 989">
            <a:extLst>
              <a:ext uri="{FF2B5EF4-FFF2-40B4-BE49-F238E27FC236}">
                <a16:creationId xmlns:a16="http://schemas.microsoft.com/office/drawing/2014/main" id="{ED11092D-AD88-8C43-6FDF-56CAD5D790E5}"/>
              </a:ext>
            </a:extLst>
          </p:cNvPr>
          <p:cNvSpPr txBox="1"/>
          <p:nvPr/>
        </p:nvSpPr>
        <p:spPr>
          <a:xfrm>
            <a:off x="11065320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" name="TextBox 990">
            <a:extLst>
              <a:ext uri="{FF2B5EF4-FFF2-40B4-BE49-F238E27FC236}">
                <a16:creationId xmlns:a16="http://schemas.microsoft.com/office/drawing/2014/main" id="{9BE54B96-662C-8C32-36AB-A9A836DF3801}"/>
              </a:ext>
            </a:extLst>
          </p:cNvPr>
          <p:cNvSpPr txBox="1"/>
          <p:nvPr/>
        </p:nvSpPr>
        <p:spPr>
          <a:xfrm>
            <a:off x="8904312" y="577646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w53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" name="TextBox 991">
            <a:extLst>
              <a:ext uri="{FF2B5EF4-FFF2-40B4-BE49-F238E27FC236}">
                <a16:creationId xmlns:a16="http://schemas.microsoft.com/office/drawing/2014/main" id="{827108ED-EECF-E279-0B22-4202CBC634A1}"/>
              </a:ext>
            </a:extLst>
          </p:cNvPr>
          <p:cNvSpPr txBox="1"/>
          <p:nvPr/>
        </p:nvSpPr>
        <p:spPr>
          <a:xfrm>
            <a:off x="9213028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993" name="TextBox 992">
            <a:extLst>
              <a:ext uri="{FF2B5EF4-FFF2-40B4-BE49-F238E27FC236}">
                <a16:creationId xmlns:a16="http://schemas.microsoft.com/office/drawing/2014/main" id="{12A0F9DA-C019-10BA-7FC6-16E38C40AC3A}"/>
              </a:ext>
            </a:extLst>
          </p:cNvPr>
          <p:cNvSpPr txBox="1"/>
          <p:nvPr/>
        </p:nvSpPr>
        <p:spPr>
          <a:xfrm>
            <a:off x="9521743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994" name="TextBox 993">
            <a:extLst>
              <a:ext uri="{FF2B5EF4-FFF2-40B4-BE49-F238E27FC236}">
                <a16:creationId xmlns:a16="http://schemas.microsoft.com/office/drawing/2014/main" id="{D0A0CC57-9F9D-F19C-082C-726C7D291ADC}"/>
              </a:ext>
            </a:extLst>
          </p:cNvPr>
          <p:cNvSpPr txBox="1"/>
          <p:nvPr/>
        </p:nvSpPr>
        <p:spPr>
          <a:xfrm>
            <a:off x="9830458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995" name="TextBox 994">
            <a:extLst>
              <a:ext uri="{FF2B5EF4-FFF2-40B4-BE49-F238E27FC236}">
                <a16:creationId xmlns:a16="http://schemas.microsoft.com/office/drawing/2014/main" id="{9ECFCAC8-95CE-C2A7-830F-6E94194F6A05}"/>
              </a:ext>
            </a:extLst>
          </p:cNvPr>
          <p:cNvSpPr txBox="1"/>
          <p:nvPr/>
        </p:nvSpPr>
        <p:spPr>
          <a:xfrm>
            <a:off x="10139174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996" name="TextBox 995">
            <a:extLst>
              <a:ext uri="{FF2B5EF4-FFF2-40B4-BE49-F238E27FC236}">
                <a16:creationId xmlns:a16="http://schemas.microsoft.com/office/drawing/2014/main" id="{A32C5A9B-1028-F005-8A03-95B229951E0F}"/>
              </a:ext>
            </a:extLst>
          </p:cNvPr>
          <p:cNvSpPr txBox="1"/>
          <p:nvPr/>
        </p:nvSpPr>
        <p:spPr>
          <a:xfrm>
            <a:off x="10447889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03</a:t>
            </a:r>
            <a:endParaRPr lang="ko-KR" altLang="en-US" dirty="0"/>
          </a:p>
        </p:txBody>
      </p:sp>
      <p:sp>
        <p:nvSpPr>
          <p:cNvPr id="997" name="TextBox 996">
            <a:extLst>
              <a:ext uri="{FF2B5EF4-FFF2-40B4-BE49-F238E27FC236}">
                <a16:creationId xmlns:a16="http://schemas.microsoft.com/office/drawing/2014/main" id="{30888F08-2CA6-2C87-D9C7-1CA90AA806B8}"/>
              </a:ext>
            </a:extLst>
          </p:cNvPr>
          <p:cNvSpPr txBox="1"/>
          <p:nvPr/>
        </p:nvSpPr>
        <p:spPr>
          <a:xfrm>
            <a:off x="10756605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04</a:t>
            </a:r>
            <a:endParaRPr lang="ko-KR" altLang="en-US" dirty="0"/>
          </a:p>
        </p:txBody>
      </p:sp>
      <p:sp>
        <p:nvSpPr>
          <p:cNvPr id="998" name="TextBox 997">
            <a:extLst>
              <a:ext uri="{FF2B5EF4-FFF2-40B4-BE49-F238E27FC236}">
                <a16:creationId xmlns:a16="http://schemas.microsoft.com/office/drawing/2014/main" id="{B825EB01-BEFE-D9AE-9087-18525C9FFBB5}"/>
              </a:ext>
            </a:extLst>
          </p:cNvPr>
          <p:cNvSpPr txBox="1"/>
          <p:nvPr/>
        </p:nvSpPr>
        <p:spPr>
          <a:xfrm>
            <a:off x="11065320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999" name="TextBox 998">
            <a:extLst>
              <a:ext uri="{FF2B5EF4-FFF2-40B4-BE49-F238E27FC236}">
                <a16:creationId xmlns:a16="http://schemas.microsoft.com/office/drawing/2014/main" id="{7E65228F-A517-34BF-09B0-D67EDE3E94F9}"/>
              </a:ext>
            </a:extLst>
          </p:cNvPr>
          <p:cNvSpPr txBox="1"/>
          <p:nvPr/>
        </p:nvSpPr>
        <p:spPr>
          <a:xfrm>
            <a:off x="8904312" y="594928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800" i="0" u="none" strike="noStrike" kern="0" cap="none" spc="0" normalizeH="0" baseline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</a:rPr>
              <a:t>W53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178" name="직사각형 1177">
            <a:hlinkClick r:id="rId29" action="ppaction://hlinksldjump"/>
            <a:extLst>
              <a:ext uri="{FF2B5EF4-FFF2-40B4-BE49-F238E27FC236}">
                <a16:creationId xmlns:a16="http://schemas.microsoft.com/office/drawing/2014/main" id="{A7684311-338A-66FA-BC15-AD36C84A1828}"/>
              </a:ext>
            </a:extLst>
          </p:cNvPr>
          <p:cNvSpPr/>
          <p:nvPr/>
        </p:nvSpPr>
        <p:spPr>
          <a:xfrm>
            <a:off x="9213028" y="2678931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August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9" name="TextBox 1178">
            <a:extLst>
              <a:ext uri="{FF2B5EF4-FFF2-40B4-BE49-F238E27FC236}">
                <a16:creationId xmlns:a16="http://schemas.microsoft.com/office/drawing/2014/main" id="{B2F3CC31-F3D6-C3F5-547B-49EE09E3EE98}"/>
              </a:ext>
            </a:extLst>
          </p:cNvPr>
          <p:cNvSpPr txBox="1"/>
          <p:nvPr/>
        </p:nvSpPr>
        <p:spPr>
          <a:xfrm>
            <a:off x="9213028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0" name="TextBox 1179">
            <a:extLst>
              <a:ext uri="{FF2B5EF4-FFF2-40B4-BE49-F238E27FC236}">
                <a16:creationId xmlns:a16="http://schemas.microsoft.com/office/drawing/2014/main" id="{0678CB56-D37B-0DDE-81A0-F200425A19B1}"/>
              </a:ext>
            </a:extLst>
          </p:cNvPr>
          <p:cNvSpPr txBox="1"/>
          <p:nvPr/>
        </p:nvSpPr>
        <p:spPr>
          <a:xfrm>
            <a:off x="9521743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1" name="TextBox 1180">
            <a:extLst>
              <a:ext uri="{FF2B5EF4-FFF2-40B4-BE49-F238E27FC236}">
                <a16:creationId xmlns:a16="http://schemas.microsoft.com/office/drawing/2014/main" id="{BF19C659-44DB-92D6-A192-0D3153459061}"/>
              </a:ext>
            </a:extLst>
          </p:cNvPr>
          <p:cNvSpPr txBox="1"/>
          <p:nvPr/>
        </p:nvSpPr>
        <p:spPr>
          <a:xfrm>
            <a:off x="9830459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2" name="TextBox 1181">
            <a:extLst>
              <a:ext uri="{FF2B5EF4-FFF2-40B4-BE49-F238E27FC236}">
                <a16:creationId xmlns:a16="http://schemas.microsoft.com/office/drawing/2014/main" id="{DA45516F-EE24-6686-2391-F695F0D8C291}"/>
              </a:ext>
            </a:extLst>
          </p:cNvPr>
          <p:cNvSpPr txBox="1"/>
          <p:nvPr/>
        </p:nvSpPr>
        <p:spPr>
          <a:xfrm>
            <a:off x="10139175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3" name="TextBox 1182">
            <a:extLst>
              <a:ext uri="{FF2B5EF4-FFF2-40B4-BE49-F238E27FC236}">
                <a16:creationId xmlns:a16="http://schemas.microsoft.com/office/drawing/2014/main" id="{7A82100A-CB51-AFAB-536E-80078B28C4F3}"/>
              </a:ext>
            </a:extLst>
          </p:cNvPr>
          <p:cNvSpPr txBox="1"/>
          <p:nvPr/>
        </p:nvSpPr>
        <p:spPr>
          <a:xfrm>
            <a:off x="10447891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4" name="TextBox 1183">
            <a:extLst>
              <a:ext uri="{FF2B5EF4-FFF2-40B4-BE49-F238E27FC236}">
                <a16:creationId xmlns:a16="http://schemas.microsoft.com/office/drawing/2014/main" id="{227239E8-9477-DAF7-877C-5FA040A01C92}"/>
              </a:ext>
            </a:extLst>
          </p:cNvPr>
          <p:cNvSpPr txBox="1"/>
          <p:nvPr/>
        </p:nvSpPr>
        <p:spPr>
          <a:xfrm>
            <a:off x="10756606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3D1EAE32-526B-7991-E42F-B368855C29DA}"/>
              </a:ext>
            </a:extLst>
          </p:cNvPr>
          <p:cNvSpPr txBox="1"/>
          <p:nvPr/>
        </p:nvSpPr>
        <p:spPr>
          <a:xfrm>
            <a:off x="11065320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6" name="TextBox 1185">
            <a:extLst>
              <a:ext uri="{FF2B5EF4-FFF2-40B4-BE49-F238E27FC236}">
                <a16:creationId xmlns:a16="http://schemas.microsoft.com/office/drawing/2014/main" id="{0D1821C2-F0A2-6B62-5B4E-4E69ABD9EC0C}"/>
              </a:ext>
            </a:extLst>
          </p:cNvPr>
          <p:cNvSpPr txBox="1"/>
          <p:nvPr/>
        </p:nvSpPr>
        <p:spPr>
          <a:xfrm>
            <a:off x="8904312" y="2923011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87" name="직선 연결선 1186">
            <a:extLst>
              <a:ext uri="{FF2B5EF4-FFF2-40B4-BE49-F238E27FC236}">
                <a16:creationId xmlns:a16="http://schemas.microsoft.com/office/drawing/2014/main" id="{00C27434-673B-4CAD-2A5C-069ABD2E9088}"/>
              </a:ext>
            </a:extLst>
          </p:cNvPr>
          <p:cNvCxnSpPr>
            <a:cxnSpLocks/>
          </p:cNvCxnSpPr>
          <p:nvPr/>
        </p:nvCxnSpPr>
        <p:spPr>
          <a:xfrm>
            <a:off x="9213028" y="3098566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8" name="TextBox 1187">
            <a:extLst>
              <a:ext uri="{FF2B5EF4-FFF2-40B4-BE49-F238E27FC236}">
                <a16:creationId xmlns:a16="http://schemas.microsoft.com/office/drawing/2014/main" id="{4681395B-F6BE-72E5-EA43-4C7D3B112594}"/>
              </a:ext>
            </a:extLst>
          </p:cNvPr>
          <p:cNvSpPr txBox="1"/>
          <p:nvPr/>
        </p:nvSpPr>
        <p:spPr>
          <a:xfrm>
            <a:off x="9213028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189" name="TextBox 1188">
            <a:extLst>
              <a:ext uri="{FF2B5EF4-FFF2-40B4-BE49-F238E27FC236}">
                <a16:creationId xmlns:a16="http://schemas.microsoft.com/office/drawing/2014/main" id="{5B12C71C-958F-C4BC-8EFF-7956EBF34C4F}"/>
              </a:ext>
            </a:extLst>
          </p:cNvPr>
          <p:cNvSpPr txBox="1"/>
          <p:nvPr/>
        </p:nvSpPr>
        <p:spPr>
          <a:xfrm>
            <a:off x="9521743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190" name="TextBox 1189">
            <a:extLst>
              <a:ext uri="{FF2B5EF4-FFF2-40B4-BE49-F238E27FC236}">
                <a16:creationId xmlns:a16="http://schemas.microsoft.com/office/drawing/2014/main" id="{08499681-122F-73A8-7DBD-9B45F4C872BE}"/>
              </a:ext>
            </a:extLst>
          </p:cNvPr>
          <p:cNvSpPr txBox="1"/>
          <p:nvPr/>
        </p:nvSpPr>
        <p:spPr>
          <a:xfrm>
            <a:off x="9830458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191" name="TextBox 1190">
            <a:extLst>
              <a:ext uri="{FF2B5EF4-FFF2-40B4-BE49-F238E27FC236}">
                <a16:creationId xmlns:a16="http://schemas.microsoft.com/office/drawing/2014/main" id="{05A9EC6B-48C1-EC1B-98F6-B81E85A8C409}"/>
              </a:ext>
            </a:extLst>
          </p:cNvPr>
          <p:cNvSpPr txBox="1"/>
          <p:nvPr/>
        </p:nvSpPr>
        <p:spPr>
          <a:xfrm>
            <a:off x="10139174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192" name="TextBox 1191">
            <a:extLst>
              <a:ext uri="{FF2B5EF4-FFF2-40B4-BE49-F238E27FC236}">
                <a16:creationId xmlns:a16="http://schemas.microsoft.com/office/drawing/2014/main" id="{1F99F2CF-E5C3-FAD8-E79B-B9AFB26BB5FC}"/>
              </a:ext>
            </a:extLst>
          </p:cNvPr>
          <p:cNvSpPr txBox="1"/>
          <p:nvPr/>
        </p:nvSpPr>
        <p:spPr>
          <a:xfrm>
            <a:off x="10447889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193" name="TextBox 1192">
            <a:extLst>
              <a:ext uri="{FF2B5EF4-FFF2-40B4-BE49-F238E27FC236}">
                <a16:creationId xmlns:a16="http://schemas.microsoft.com/office/drawing/2014/main" id="{0EAA6FA8-3FAA-2305-9240-03E145835827}"/>
              </a:ext>
            </a:extLst>
          </p:cNvPr>
          <p:cNvSpPr txBox="1"/>
          <p:nvPr/>
        </p:nvSpPr>
        <p:spPr>
          <a:xfrm>
            <a:off x="10756605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4" name="TextBox 1193">
            <a:extLst>
              <a:ext uri="{FF2B5EF4-FFF2-40B4-BE49-F238E27FC236}">
                <a16:creationId xmlns:a16="http://schemas.microsoft.com/office/drawing/2014/main" id="{264C93A4-4F02-6ABD-D3E8-DC6B86B4563B}"/>
              </a:ext>
            </a:extLst>
          </p:cNvPr>
          <p:cNvSpPr txBox="1"/>
          <p:nvPr/>
        </p:nvSpPr>
        <p:spPr>
          <a:xfrm>
            <a:off x="11065320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5" name="TextBox 1194">
            <a:extLst>
              <a:ext uri="{FF2B5EF4-FFF2-40B4-BE49-F238E27FC236}">
                <a16:creationId xmlns:a16="http://schemas.microsoft.com/office/drawing/2014/main" id="{7E970DDA-1F7A-74E2-C7B7-FD307E3593BB}"/>
              </a:ext>
            </a:extLst>
          </p:cNvPr>
          <p:cNvSpPr txBox="1"/>
          <p:nvPr/>
        </p:nvSpPr>
        <p:spPr>
          <a:xfrm>
            <a:off x="8904312" y="317095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W31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6" name="TextBox 1195">
            <a:extLst>
              <a:ext uri="{FF2B5EF4-FFF2-40B4-BE49-F238E27FC236}">
                <a16:creationId xmlns:a16="http://schemas.microsoft.com/office/drawing/2014/main" id="{073BCE0C-6600-061F-F38E-10E9939EB55A}"/>
              </a:ext>
            </a:extLst>
          </p:cNvPr>
          <p:cNvSpPr txBox="1"/>
          <p:nvPr/>
        </p:nvSpPr>
        <p:spPr>
          <a:xfrm>
            <a:off x="9213028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kern="0" dirty="0">
                <a:solidFill>
                  <a:prstClr val="black">
                    <a:lumMod val="50000"/>
                    <a:lumOff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7" name="TextBox 1196">
            <a:extLst>
              <a:ext uri="{FF2B5EF4-FFF2-40B4-BE49-F238E27FC236}">
                <a16:creationId xmlns:a16="http://schemas.microsoft.com/office/drawing/2014/main" id="{887C4068-1501-C022-0FDE-02EA24AD69B4}"/>
              </a:ext>
            </a:extLst>
          </p:cNvPr>
          <p:cNvSpPr txBox="1"/>
          <p:nvPr/>
        </p:nvSpPr>
        <p:spPr>
          <a:xfrm>
            <a:off x="9521743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8" name="TextBox 1197">
            <a:extLst>
              <a:ext uri="{FF2B5EF4-FFF2-40B4-BE49-F238E27FC236}">
                <a16:creationId xmlns:a16="http://schemas.microsoft.com/office/drawing/2014/main" id="{E6F7C372-C89E-DB05-1B11-F07468653D19}"/>
              </a:ext>
            </a:extLst>
          </p:cNvPr>
          <p:cNvSpPr txBox="1"/>
          <p:nvPr/>
        </p:nvSpPr>
        <p:spPr>
          <a:xfrm>
            <a:off x="9830458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9" name="TextBox 1198">
            <a:extLst>
              <a:ext uri="{FF2B5EF4-FFF2-40B4-BE49-F238E27FC236}">
                <a16:creationId xmlns:a16="http://schemas.microsoft.com/office/drawing/2014/main" id="{B36F1289-07FC-B035-5AE3-06BCA5C1DD09}"/>
              </a:ext>
            </a:extLst>
          </p:cNvPr>
          <p:cNvSpPr txBox="1"/>
          <p:nvPr/>
        </p:nvSpPr>
        <p:spPr>
          <a:xfrm>
            <a:off x="10139174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0" name="TextBox 1199">
            <a:extLst>
              <a:ext uri="{FF2B5EF4-FFF2-40B4-BE49-F238E27FC236}">
                <a16:creationId xmlns:a16="http://schemas.microsoft.com/office/drawing/2014/main" id="{A92288E3-473B-4B79-042E-C2C55138B833}"/>
              </a:ext>
            </a:extLst>
          </p:cNvPr>
          <p:cNvSpPr txBox="1"/>
          <p:nvPr/>
        </p:nvSpPr>
        <p:spPr>
          <a:xfrm>
            <a:off x="10447889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1" name="TextBox 1200">
            <a:extLst>
              <a:ext uri="{FF2B5EF4-FFF2-40B4-BE49-F238E27FC236}">
                <a16:creationId xmlns:a16="http://schemas.microsoft.com/office/drawing/2014/main" id="{C0F3CD35-D2F0-15DC-9985-B71E72DF074C}"/>
              </a:ext>
            </a:extLst>
          </p:cNvPr>
          <p:cNvSpPr txBox="1"/>
          <p:nvPr/>
        </p:nvSpPr>
        <p:spPr>
          <a:xfrm>
            <a:off x="10756605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2" name="TextBox 1201">
            <a:extLst>
              <a:ext uri="{FF2B5EF4-FFF2-40B4-BE49-F238E27FC236}">
                <a16:creationId xmlns:a16="http://schemas.microsoft.com/office/drawing/2014/main" id="{97118179-CC4A-61A8-AB10-6EDF7B03B480}"/>
              </a:ext>
            </a:extLst>
          </p:cNvPr>
          <p:cNvSpPr txBox="1"/>
          <p:nvPr/>
        </p:nvSpPr>
        <p:spPr>
          <a:xfrm>
            <a:off x="11065320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3" name="TextBox 1202">
            <a:extLst>
              <a:ext uri="{FF2B5EF4-FFF2-40B4-BE49-F238E27FC236}">
                <a16:creationId xmlns:a16="http://schemas.microsoft.com/office/drawing/2014/main" id="{FDD32F05-9752-C096-DB1F-E94683873BE7}"/>
              </a:ext>
            </a:extLst>
          </p:cNvPr>
          <p:cNvSpPr txBox="1"/>
          <p:nvPr/>
        </p:nvSpPr>
        <p:spPr>
          <a:xfrm>
            <a:off x="8904312" y="334377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W32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4" name="TextBox 1203">
            <a:extLst>
              <a:ext uri="{FF2B5EF4-FFF2-40B4-BE49-F238E27FC236}">
                <a16:creationId xmlns:a16="http://schemas.microsoft.com/office/drawing/2014/main" id="{0EFF4CCF-EC26-1CDD-48A1-8F1FC6C246C9}"/>
              </a:ext>
            </a:extLst>
          </p:cNvPr>
          <p:cNvSpPr txBox="1"/>
          <p:nvPr/>
        </p:nvSpPr>
        <p:spPr>
          <a:xfrm>
            <a:off x="9213028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5" name="TextBox 1204">
            <a:extLst>
              <a:ext uri="{FF2B5EF4-FFF2-40B4-BE49-F238E27FC236}">
                <a16:creationId xmlns:a16="http://schemas.microsoft.com/office/drawing/2014/main" id="{086E2828-400C-90C6-1F43-BA504A3E03E9}"/>
              </a:ext>
            </a:extLst>
          </p:cNvPr>
          <p:cNvSpPr txBox="1"/>
          <p:nvPr/>
        </p:nvSpPr>
        <p:spPr>
          <a:xfrm>
            <a:off x="9521743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11</a:t>
            </a:r>
            <a:endParaRPr lang="ko-KR" altLang="en-US" dirty="0"/>
          </a:p>
        </p:txBody>
      </p:sp>
      <p:sp>
        <p:nvSpPr>
          <p:cNvPr id="1206" name="TextBox 1205">
            <a:extLst>
              <a:ext uri="{FF2B5EF4-FFF2-40B4-BE49-F238E27FC236}">
                <a16:creationId xmlns:a16="http://schemas.microsoft.com/office/drawing/2014/main" id="{616F1FF8-82AF-D34C-D237-23C34FC38E25}"/>
              </a:ext>
            </a:extLst>
          </p:cNvPr>
          <p:cNvSpPr txBox="1"/>
          <p:nvPr/>
        </p:nvSpPr>
        <p:spPr>
          <a:xfrm>
            <a:off x="9830458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7" name="TextBox 1206">
            <a:extLst>
              <a:ext uri="{FF2B5EF4-FFF2-40B4-BE49-F238E27FC236}">
                <a16:creationId xmlns:a16="http://schemas.microsoft.com/office/drawing/2014/main" id="{1D8BFF14-2F92-C235-2EE8-0D0942F31C22}"/>
              </a:ext>
            </a:extLst>
          </p:cNvPr>
          <p:cNvSpPr txBox="1"/>
          <p:nvPr/>
        </p:nvSpPr>
        <p:spPr>
          <a:xfrm>
            <a:off x="10139174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13</a:t>
            </a:r>
            <a:endParaRPr lang="ko-KR" altLang="en-US" dirty="0"/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C635DD32-BC01-2E1E-DDCA-244621DDC43D}"/>
              </a:ext>
            </a:extLst>
          </p:cNvPr>
          <p:cNvSpPr txBox="1"/>
          <p:nvPr/>
        </p:nvSpPr>
        <p:spPr>
          <a:xfrm>
            <a:off x="10447889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14</a:t>
            </a:r>
            <a:endParaRPr lang="ko-KR" altLang="en-US" dirty="0"/>
          </a:p>
        </p:txBody>
      </p:sp>
      <p:sp>
        <p:nvSpPr>
          <p:cNvPr id="1209" name="TextBox 1208">
            <a:extLst>
              <a:ext uri="{FF2B5EF4-FFF2-40B4-BE49-F238E27FC236}">
                <a16:creationId xmlns:a16="http://schemas.microsoft.com/office/drawing/2014/main" id="{E2713BDD-2535-1C86-3840-C16CC590342F}"/>
              </a:ext>
            </a:extLst>
          </p:cNvPr>
          <p:cNvSpPr txBox="1"/>
          <p:nvPr/>
        </p:nvSpPr>
        <p:spPr>
          <a:xfrm>
            <a:off x="10756605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BDD629B9-8AD1-A320-5A22-99A72F4FBA17}"/>
              </a:ext>
            </a:extLst>
          </p:cNvPr>
          <p:cNvSpPr txBox="1"/>
          <p:nvPr/>
        </p:nvSpPr>
        <p:spPr>
          <a:xfrm>
            <a:off x="11065320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1" name="TextBox 1210">
            <a:extLst>
              <a:ext uri="{FF2B5EF4-FFF2-40B4-BE49-F238E27FC236}">
                <a16:creationId xmlns:a16="http://schemas.microsoft.com/office/drawing/2014/main" id="{665C0556-3520-3F1E-32EE-E1E9802F1724}"/>
              </a:ext>
            </a:extLst>
          </p:cNvPr>
          <p:cNvSpPr txBox="1"/>
          <p:nvPr/>
        </p:nvSpPr>
        <p:spPr>
          <a:xfrm>
            <a:off x="8904312" y="3516595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W33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562F564C-5188-6C43-B5B1-A4C331B5DB31}"/>
              </a:ext>
            </a:extLst>
          </p:cNvPr>
          <p:cNvSpPr txBox="1"/>
          <p:nvPr/>
        </p:nvSpPr>
        <p:spPr>
          <a:xfrm>
            <a:off x="9213028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17</a:t>
            </a:r>
            <a:endParaRPr lang="ko-KR" altLang="en-US" dirty="0"/>
          </a:p>
        </p:txBody>
      </p:sp>
      <p:sp>
        <p:nvSpPr>
          <p:cNvPr id="1213" name="TextBox 1212">
            <a:extLst>
              <a:ext uri="{FF2B5EF4-FFF2-40B4-BE49-F238E27FC236}">
                <a16:creationId xmlns:a16="http://schemas.microsoft.com/office/drawing/2014/main" id="{09100683-5C5B-C7AF-44BE-65387E720E1B}"/>
              </a:ext>
            </a:extLst>
          </p:cNvPr>
          <p:cNvSpPr txBox="1"/>
          <p:nvPr/>
        </p:nvSpPr>
        <p:spPr>
          <a:xfrm>
            <a:off x="9521743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4" name="TextBox 1213">
            <a:extLst>
              <a:ext uri="{FF2B5EF4-FFF2-40B4-BE49-F238E27FC236}">
                <a16:creationId xmlns:a16="http://schemas.microsoft.com/office/drawing/2014/main" id="{A8DDE387-689D-7E5C-D772-E22298AB1A8D}"/>
              </a:ext>
            </a:extLst>
          </p:cNvPr>
          <p:cNvSpPr txBox="1"/>
          <p:nvPr/>
        </p:nvSpPr>
        <p:spPr>
          <a:xfrm>
            <a:off x="9830458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5" name="TextBox 1214">
            <a:extLst>
              <a:ext uri="{FF2B5EF4-FFF2-40B4-BE49-F238E27FC236}">
                <a16:creationId xmlns:a16="http://schemas.microsoft.com/office/drawing/2014/main" id="{E6CBF1D4-30B0-DBB4-EEA2-5E9B632BC334}"/>
              </a:ext>
            </a:extLst>
          </p:cNvPr>
          <p:cNvSpPr txBox="1"/>
          <p:nvPr/>
        </p:nvSpPr>
        <p:spPr>
          <a:xfrm>
            <a:off x="10139174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6" name="TextBox 1215">
            <a:extLst>
              <a:ext uri="{FF2B5EF4-FFF2-40B4-BE49-F238E27FC236}">
                <a16:creationId xmlns:a16="http://schemas.microsoft.com/office/drawing/2014/main" id="{1696EC4A-D858-F64C-3FCC-66766BCAA968}"/>
              </a:ext>
            </a:extLst>
          </p:cNvPr>
          <p:cNvSpPr txBox="1"/>
          <p:nvPr/>
        </p:nvSpPr>
        <p:spPr>
          <a:xfrm>
            <a:off x="10447889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7" name="TextBox 1216">
            <a:extLst>
              <a:ext uri="{FF2B5EF4-FFF2-40B4-BE49-F238E27FC236}">
                <a16:creationId xmlns:a16="http://schemas.microsoft.com/office/drawing/2014/main" id="{CC6F6B14-A5D9-CFA3-0961-6D1E2C7BB32A}"/>
              </a:ext>
            </a:extLst>
          </p:cNvPr>
          <p:cNvSpPr txBox="1"/>
          <p:nvPr/>
        </p:nvSpPr>
        <p:spPr>
          <a:xfrm>
            <a:off x="10756605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0040CAE4-7F2C-E878-71FC-F940C158BD01}"/>
              </a:ext>
            </a:extLst>
          </p:cNvPr>
          <p:cNvSpPr txBox="1"/>
          <p:nvPr/>
        </p:nvSpPr>
        <p:spPr>
          <a:xfrm>
            <a:off x="11065320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9" name="TextBox 1218">
            <a:extLst>
              <a:ext uri="{FF2B5EF4-FFF2-40B4-BE49-F238E27FC236}">
                <a16:creationId xmlns:a16="http://schemas.microsoft.com/office/drawing/2014/main" id="{EE56B9F5-E137-069B-30D8-0A7CDF9611D5}"/>
              </a:ext>
            </a:extLst>
          </p:cNvPr>
          <p:cNvSpPr txBox="1"/>
          <p:nvPr/>
        </p:nvSpPr>
        <p:spPr>
          <a:xfrm>
            <a:off x="8904312" y="368941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53F4BC09-475D-E80B-53B2-E9309DDDDA89}"/>
              </a:ext>
            </a:extLst>
          </p:cNvPr>
          <p:cNvSpPr txBox="1"/>
          <p:nvPr/>
        </p:nvSpPr>
        <p:spPr>
          <a:xfrm>
            <a:off x="9213028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1" name="TextBox 1220">
            <a:extLst>
              <a:ext uri="{FF2B5EF4-FFF2-40B4-BE49-F238E27FC236}">
                <a16:creationId xmlns:a16="http://schemas.microsoft.com/office/drawing/2014/main" id="{D8FF05B2-7B8B-3AEA-480B-23EA7CFDF8BA}"/>
              </a:ext>
            </a:extLst>
          </p:cNvPr>
          <p:cNvSpPr txBox="1"/>
          <p:nvPr/>
        </p:nvSpPr>
        <p:spPr>
          <a:xfrm>
            <a:off x="9521743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2" name="TextBox 1221">
            <a:extLst>
              <a:ext uri="{FF2B5EF4-FFF2-40B4-BE49-F238E27FC236}">
                <a16:creationId xmlns:a16="http://schemas.microsoft.com/office/drawing/2014/main" id="{BC726951-6016-F28A-7A24-D1374D395C92}"/>
              </a:ext>
            </a:extLst>
          </p:cNvPr>
          <p:cNvSpPr txBox="1"/>
          <p:nvPr/>
        </p:nvSpPr>
        <p:spPr>
          <a:xfrm>
            <a:off x="9830458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3" name="TextBox 1222">
            <a:extLst>
              <a:ext uri="{FF2B5EF4-FFF2-40B4-BE49-F238E27FC236}">
                <a16:creationId xmlns:a16="http://schemas.microsoft.com/office/drawing/2014/main" id="{F6169A6F-CA4F-F6D9-6B69-DF811E279052}"/>
              </a:ext>
            </a:extLst>
          </p:cNvPr>
          <p:cNvSpPr txBox="1"/>
          <p:nvPr/>
        </p:nvSpPr>
        <p:spPr>
          <a:xfrm>
            <a:off x="10139174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4" name="TextBox 1223">
            <a:extLst>
              <a:ext uri="{FF2B5EF4-FFF2-40B4-BE49-F238E27FC236}">
                <a16:creationId xmlns:a16="http://schemas.microsoft.com/office/drawing/2014/main" id="{2345BB7C-609E-F78E-FAAC-216992995C0D}"/>
              </a:ext>
            </a:extLst>
          </p:cNvPr>
          <p:cNvSpPr txBox="1"/>
          <p:nvPr/>
        </p:nvSpPr>
        <p:spPr>
          <a:xfrm>
            <a:off x="10447889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1225" name="TextBox 1224">
            <a:extLst>
              <a:ext uri="{FF2B5EF4-FFF2-40B4-BE49-F238E27FC236}">
                <a16:creationId xmlns:a16="http://schemas.microsoft.com/office/drawing/2014/main" id="{9393BDC6-D90D-FBF3-FBD3-580ACA4EECB8}"/>
              </a:ext>
            </a:extLst>
          </p:cNvPr>
          <p:cNvSpPr txBox="1"/>
          <p:nvPr/>
        </p:nvSpPr>
        <p:spPr>
          <a:xfrm>
            <a:off x="10756605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1226" name="TextBox 1225">
            <a:extLst>
              <a:ext uri="{FF2B5EF4-FFF2-40B4-BE49-F238E27FC236}">
                <a16:creationId xmlns:a16="http://schemas.microsoft.com/office/drawing/2014/main" id="{1C9FFDA9-738F-42B4-E2C1-DCAD0A096E0A}"/>
              </a:ext>
            </a:extLst>
          </p:cNvPr>
          <p:cNvSpPr txBox="1"/>
          <p:nvPr/>
        </p:nvSpPr>
        <p:spPr>
          <a:xfrm>
            <a:off x="11065320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227" name="TextBox 1226">
            <a:extLst>
              <a:ext uri="{FF2B5EF4-FFF2-40B4-BE49-F238E27FC236}">
                <a16:creationId xmlns:a16="http://schemas.microsoft.com/office/drawing/2014/main" id="{F5CD0144-A576-02EA-87E4-95A4342BD12D}"/>
              </a:ext>
            </a:extLst>
          </p:cNvPr>
          <p:cNvSpPr txBox="1"/>
          <p:nvPr/>
        </p:nvSpPr>
        <p:spPr>
          <a:xfrm>
            <a:off x="8904312" y="386223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W35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8" name="TextBox 1227">
            <a:extLst>
              <a:ext uri="{FF2B5EF4-FFF2-40B4-BE49-F238E27FC236}">
                <a16:creationId xmlns:a16="http://schemas.microsoft.com/office/drawing/2014/main" id="{46162613-C8CB-1206-ADC4-527C29629EA2}"/>
              </a:ext>
            </a:extLst>
          </p:cNvPr>
          <p:cNvSpPr txBox="1"/>
          <p:nvPr/>
        </p:nvSpPr>
        <p:spPr>
          <a:xfrm>
            <a:off x="9213028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1229" name="TextBox 1228">
            <a:extLst>
              <a:ext uri="{FF2B5EF4-FFF2-40B4-BE49-F238E27FC236}">
                <a16:creationId xmlns:a16="http://schemas.microsoft.com/office/drawing/2014/main" id="{E8A31184-E46A-4DFC-09C7-AF60F416585F}"/>
              </a:ext>
            </a:extLst>
          </p:cNvPr>
          <p:cNvSpPr txBox="1"/>
          <p:nvPr/>
        </p:nvSpPr>
        <p:spPr>
          <a:xfrm>
            <a:off x="9521743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0" name="TextBox 1229">
            <a:extLst>
              <a:ext uri="{FF2B5EF4-FFF2-40B4-BE49-F238E27FC236}">
                <a16:creationId xmlns:a16="http://schemas.microsoft.com/office/drawing/2014/main" id="{86D9A4E7-2816-6C96-AC73-A58992BEAA9C}"/>
              </a:ext>
            </a:extLst>
          </p:cNvPr>
          <p:cNvSpPr txBox="1"/>
          <p:nvPr/>
        </p:nvSpPr>
        <p:spPr>
          <a:xfrm>
            <a:off x="9830458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1" name="TextBox 1230">
            <a:extLst>
              <a:ext uri="{FF2B5EF4-FFF2-40B4-BE49-F238E27FC236}">
                <a16:creationId xmlns:a16="http://schemas.microsoft.com/office/drawing/2014/main" id="{61E28E07-9550-4EA4-60AB-81037F852AF9}"/>
              </a:ext>
            </a:extLst>
          </p:cNvPr>
          <p:cNvSpPr txBox="1"/>
          <p:nvPr/>
        </p:nvSpPr>
        <p:spPr>
          <a:xfrm>
            <a:off x="10139174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2" name="TextBox 1231">
            <a:extLst>
              <a:ext uri="{FF2B5EF4-FFF2-40B4-BE49-F238E27FC236}">
                <a16:creationId xmlns:a16="http://schemas.microsoft.com/office/drawing/2014/main" id="{41CB3E27-93D5-8652-43B2-054E59AE72B1}"/>
              </a:ext>
            </a:extLst>
          </p:cNvPr>
          <p:cNvSpPr txBox="1"/>
          <p:nvPr/>
        </p:nvSpPr>
        <p:spPr>
          <a:xfrm>
            <a:off x="10447889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3" name="TextBox 1232">
            <a:extLst>
              <a:ext uri="{FF2B5EF4-FFF2-40B4-BE49-F238E27FC236}">
                <a16:creationId xmlns:a16="http://schemas.microsoft.com/office/drawing/2014/main" id="{6F8068F1-BDC1-8875-2F4C-FC1A54A00078}"/>
              </a:ext>
            </a:extLst>
          </p:cNvPr>
          <p:cNvSpPr txBox="1"/>
          <p:nvPr/>
        </p:nvSpPr>
        <p:spPr>
          <a:xfrm>
            <a:off x="10756605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4" name="TextBox 1233">
            <a:extLst>
              <a:ext uri="{FF2B5EF4-FFF2-40B4-BE49-F238E27FC236}">
                <a16:creationId xmlns:a16="http://schemas.microsoft.com/office/drawing/2014/main" id="{22769876-BB71-9C10-81E3-853D5B4D7286}"/>
              </a:ext>
            </a:extLst>
          </p:cNvPr>
          <p:cNvSpPr txBox="1"/>
          <p:nvPr/>
        </p:nvSpPr>
        <p:spPr>
          <a:xfrm>
            <a:off x="11065320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5" name="TextBox 1234">
            <a:extLst>
              <a:ext uri="{FF2B5EF4-FFF2-40B4-BE49-F238E27FC236}">
                <a16:creationId xmlns:a16="http://schemas.microsoft.com/office/drawing/2014/main" id="{E61758D7-4A8A-F933-035F-ADCC33B8AB04}"/>
              </a:ext>
            </a:extLst>
          </p:cNvPr>
          <p:cNvSpPr txBox="1"/>
          <p:nvPr/>
        </p:nvSpPr>
        <p:spPr>
          <a:xfrm>
            <a:off x="8904312" y="4035053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800" i="0" u="none" strike="noStrike" kern="0" cap="none" spc="0" normalizeH="0" baseline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W36</a:t>
            </a:r>
            <a:endParaRPr lang="ko-KR" altLang="en-US" dirty="0"/>
          </a:p>
        </p:txBody>
      </p:sp>
      <p:sp>
        <p:nvSpPr>
          <p:cNvPr id="1414" name="직사각형 1413">
            <a:hlinkClick r:id="rId29" action="ppaction://hlinksldjump"/>
            <a:extLst>
              <a:ext uri="{FF2B5EF4-FFF2-40B4-BE49-F238E27FC236}">
                <a16:creationId xmlns:a16="http://schemas.microsoft.com/office/drawing/2014/main" id="{2AD86D35-2CEC-90BF-9F5F-C65AF14507CA}"/>
              </a:ext>
            </a:extLst>
          </p:cNvPr>
          <p:cNvSpPr/>
          <p:nvPr/>
        </p:nvSpPr>
        <p:spPr>
          <a:xfrm>
            <a:off x="9213028" y="764704"/>
            <a:ext cx="2141323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defTabSz="457200" latinLnBrk="0"/>
            <a:r>
              <a:rPr lang="en-US" altLang="ko-KR" sz="1200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April</a:t>
            </a:r>
            <a:endParaRPr lang="ko-KR" altLang="en-US" sz="1200" b="1" kern="0" dirty="0">
              <a:solidFill>
                <a:schemeClr val="tx1">
                  <a:lumMod val="65000"/>
                  <a:lumOff val="3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5" name="TextBox 1414">
            <a:extLst>
              <a:ext uri="{FF2B5EF4-FFF2-40B4-BE49-F238E27FC236}">
                <a16:creationId xmlns:a16="http://schemas.microsoft.com/office/drawing/2014/main" id="{F6E9682D-8A11-FBF7-DF1E-7DA957586BEF}"/>
              </a:ext>
            </a:extLst>
          </p:cNvPr>
          <p:cNvSpPr txBox="1"/>
          <p:nvPr/>
        </p:nvSpPr>
        <p:spPr>
          <a:xfrm>
            <a:off x="9213028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6" name="TextBox 1415">
            <a:extLst>
              <a:ext uri="{FF2B5EF4-FFF2-40B4-BE49-F238E27FC236}">
                <a16:creationId xmlns:a16="http://schemas.microsoft.com/office/drawing/2014/main" id="{F2CA3186-D9C9-8128-BBC0-57DF70C59530}"/>
              </a:ext>
            </a:extLst>
          </p:cNvPr>
          <p:cNvSpPr txBox="1"/>
          <p:nvPr/>
        </p:nvSpPr>
        <p:spPr>
          <a:xfrm>
            <a:off x="9521743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7" name="TextBox 1416">
            <a:extLst>
              <a:ext uri="{FF2B5EF4-FFF2-40B4-BE49-F238E27FC236}">
                <a16:creationId xmlns:a16="http://schemas.microsoft.com/office/drawing/2014/main" id="{89E9D563-5280-B8FF-7812-71F88357BF34}"/>
              </a:ext>
            </a:extLst>
          </p:cNvPr>
          <p:cNvSpPr txBox="1"/>
          <p:nvPr/>
        </p:nvSpPr>
        <p:spPr>
          <a:xfrm>
            <a:off x="9830459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8" name="TextBox 1417">
            <a:extLst>
              <a:ext uri="{FF2B5EF4-FFF2-40B4-BE49-F238E27FC236}">
                <a16:creationId xmlns:a16="http://schemas.microsoft.com/office/drawing/2014/main" id="{B316349E-2F61-4E48-6AD9-B761A44F68C2}"/>
              </a:ext>
            </a:extLst>
          </p:cNvPr>
          <p:cNvSpPr txBox="1"/>
          <p:nvPr/>
        </p:nvSpPr>
        <p:spPr>
          <a:xfrm>
            <a:off x="10139175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T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9" name="TextBox 1418">
            <a:extLst>
              <a:ext uri="{FF2B5EF4-FFF2-40B4-BE49-F238E27FC236}">
                <a16:creationId xmlns:a16="http://schemas.microsoft.com/office/drawing/2014/main" id="{2F0B7117-1970-E1FA-2DBB-51EB555B4E38}"/>
              </a:ext>
            </a:extLst>
          </p:cNvPr>
          <p:cNvSpPr txBox="1"/>
          <p:nvPr/>
        </p:nvSpPr>
        <p:spPr>
          <a:xfrm>
            <a:off x="10447891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F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0" name="TextBox 1419">
            <a:extLst>
              <a:ext uri="{FF2B5EF4-FFF2-40B4-BE49-F238E27FC236}">
                <a16:creationId xmlns:a16="http://schemas.microsoft.com/office/drawing/2014/main" id="{2A0D9BF1-6EF9-EF55-41AD-703D42CED18B}"/>
              </a:ext>
            </a:extLst>
          </p:cNvPr>
          <p:cNvSpPr txBox="1"/>
          <p:nvPr/>
        </p:nvSpPr>
        <p:spPr>
          <a:xfrm>
            <a:off x="10756606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1" name="TextBox 1420">
            <a:extLst>
              <a:ext uri="{FF2B5EF4-FFF2-40B4-BE49-F238E27FC236}">
                <a16:creationId xmlns:a16="http://schemas.microsoft.com/office/drawing/2014/main" id="{E1C1B1A4-E48B-AC16-9C41-C8441296F06B}"/>
              </a:ext>
            </a:extLst>
          </p:cNvPr>
          <p:cNvSpPr txBox="1"/>
          <p:nvPr/>
        </p:nvSpPr>
        <p:spPr>
          <a:xfrm>
            <a:off x="11065320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2" name="TextBox 1421">
            <a:extLst>
              <a:ext uri="{FF2B5EF4-FFF2-40B4-BE49-F238E27FC236}">
                <a16:creationId xmlns:a16="http://schemas.microsoft.com/office/drawing/2014/main" id="{9C955077-FB42-4CF1-5F8A-22BAC929F817}"/>
              </a:ext>
            </a:extLst>
          </p:cNvPr>
          <p:cNvSpPr txBox="1"/>
          <p:nvPr/>
        </p:nvSpPr>
        <p:spPr>
          <a:xfrm>
            <a:off x="8904312" y="100878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M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23" name="직선 연결선 1422">
            <a:extLst>
              <a:ext uri="{FF2B5EF4-FFF2-40B4-BE49-F238E27FC236}">
                <a16:creationId xmlns:a16="http://schemas.microsoft.com/office/drawing/2014/main" id="{F35BC406-2B4E-7606-A574-A6166EB7D269}"/>
              </a:ext>
            </a:extLst>
          </p:cNvPr>
          <p:cNvCxnSpPr>
            <a:cxnSpLocks/>
          </p:cNvCxnSpPr>
          <p:nvPr/>
        </p:nvCxnSpPr>
        <p:spPr>
          <a:xfrm>
            <a:off x="9213028" y="1184339"/>
            <a:ext cx="214132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4" name="TextBox 1423">
            <a:extLst>
              <a:ext uri="{FF2B5EF4-FFF2-40B4-BE49-F238E27FC236}">
                <a16:creationId xmlns:a16="http://schemas.microsoft.com/office/drawing/2014/main" id="{ECAD1E67-39D8-DF83-FA3F-22F445A1BCA7}"/>
              </a:ext>
            </a:extLst>
          </p:cNvPr>
          <p:cNvSpPr txBox="1"/>
          <p:nvPr/>
        </p:nvSpPr>
        <p:spPr>
          <a:xfrm>
            <a:off x="9213028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425" name="TextBox 1424">
            <a:extLst>
              <a:ext uri="{FF2B5EF4-FFF2-40B4-BE49-F238E27FC236}">
                <a16:creationId xmlns:a16="http://schemas.microsoft.com/office/drawing/2014/main" id="{9BC19DDF-08B7-672C-9EA1-258D811E10A0}"/>
              </a:ext>
            </a:extLst>
          </p:cNvPr>
          <p:cNvSpPr txBox="1"/>
          <p:nvPr/>
        </p:nvSpPr>
        <p:spPr>
          <a:xfrm>
            <a:off x="9521743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00</a:t>
            </a:r>
            <a:endParaRPr lang="ko-KR" altLang="en-US" dirty="0"/>
          </a:p>
        </p:txBody>
      </p:sp>
      <p:sp>
        <p:nvSpPr>
          <p:cNvPr id="1426" name="TextBox 1425">
            <a:extLst>
              <a:ext uri="{FF2B5EF4-FFF2-40B4-BE49-F238E27FC236}">
                <a16:creationId xmlns:a16="http://schemas.microsoft.com/office/drawing/2014/main" id="{1FD3BD6B-3602-5B24-51C1-4DE7A4D0E79E}"/>
              </a:ext>
            </a:extLst>
          </p:cNvPr>
          <p:cNvSpPr txBox="1"/>
          <p:nvPr/>
        </p:nvSpPr>
        <p:spPr>
          <a:xfrm>
            <a:off x="9830458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1427" name="TextBox 1426">
            <a:extLst>
              <a:ext uri="{FF2B5EF4-FFF2-40B4-BE49-F238E27FC236}">
                <a16:creationId xmlns:a16="http://schemas.microsoft.com/office/drawing/2014/main" id="{311A54E8-506F-07EF-6332-F280A9F2216D}"/>
              </a:ext>
            </a:extLst>
          </p:cNvPr>
          <p:cNvSpPr txBox="1"/>
          <p:nvPr/>
        </p:nvSpPr>
        <p:spPr>
          <a:xfrm>
            <a:off x="10139174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1428" name="TextBox 1427">
            <a:extLst>
              <a:ext uri="{FF2B5EF4-FFF2-40B4-BE49-F238E27FC236}">
                <a16:creationId xmlns:a16="http://schemas.microsoft.com/office/drawing/2014/main" id="{E5CBE048-6832-B768-7B8A-1319C6A7BCF5}"/>
              </a:ext>
            </a:extLst>
          </p:cNvPr>
          <p:cNvSpPr txBox="1"/>
          <p:nvPr/>
        </p:nvSpPr>
        <p:spPr>
          <a:xfrm>
            <a:off x="10447889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03</a:t>
            </a:r>
            <a:endParaRPr lang="ko-KR" altLang="en-US" dirty="0"/>
          </a:p>
        </p:txBody>
      </p:sp>
      <p:sp>
        <p:nvSpPr>
          <p:cNvPr id="1429" name="TextBox 1428">
            <a:extLst>
              <a:ext uri="{FF2B5EF4-FFF2-40B4-BE49-F238E27FC236}">
                <a16:creationId xmlns:a16="http://schemas.microsoft.com/office/drawing/2014/main" id="{8375274B-10F2-78AE-B89C-C648EFD2B061}"/>
              </a:ext>
            </a:extLst>
          </p:cNvPr>
          <p:cNvSpPr txBox="1"/>
          <p:nvPr/>
        </p:nvSpPr>
        <p:spPr>
          <a:xfrm>
            <a:off x="10756605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0" name="TextBox 1429">
            <a:extLst>
              <a:ext uri="{FF2B5EF4-FFF2-40B4-BE49-F238E27FC236}">
                <a16:creationId xmlns:a16="http://schemas.microsoft.com/office/drawing/2014/main" id="{CCFD2390-AD36-60AF-2BBA-C878413390C6}"/>
              </a:ext>
            </a:extLst>
          </p:cNvPr>
          <p:cNvSpPr txBox="1"/>
          <p:nvPr/>
        </p:nvSpPr>
        <p:spPr>
          <a:xfrm>
            <a:off x="11065320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1" name="TextBox 1430">
            <a:extLst>
              <a:ext uri="{FF2B5EF4-FFF2-40B4-BE49-F238E27FC236}">
                <a16:creationId xmlns:a16="http://schemas.microsoft.com/office/drawing/2014/main" id="{A0BD22F1-7F62-6661-6C91-FACA0FFA5FCE}"/>
              </a:ext>
            </a:extLst>
          </p:cNvPr>
          <p:cNvSpPr txBox="1"/>
          <p:nvPr/>
        </p:nvSpPr>
        <p:spPr>
          <a:xfrm>
            <a:off x="8904312" y="1256730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2" name="TextBox 1431">
            <a:extLst>
              <a:ext uri="{FF2B5EF4-FFF2-40B4-BE49-F238E27FC236}">
                <a16:creationId xmlns:a16="http://schemas.microsoft.com/office/drawing/2014/main" id="{945BA69A-0C06-219B-1B0E-248F6023E719}"/>
              </a:ext>
            </a:extLst>
          </p:cNvPr>
          <p:cNvSpPr txBox="1"/>
          <p:nvPr/>
        </p:nvSpPr>
        <p:spPr>
          <a:xfrm>
            <a:off x="9213028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3" name="TextBox 1432">
            <a:extLst>
              <a:ext uri="{FF2B5EF4-FFF2-40B4-BE49-F238E27FC236}">
                <a16:creationId xmlns:a16="http://schemas.microsoft.com/office/drawing/2014/main" id="{B95829CF-F5DF-7211-A0AA-6CCB44B99F12}"/>
              </a:ext>
            </a:extLst>
          </p:cNvPr>
          <p:cNvSpPr txBox="1"/>
          <p:nvPr/>
        </p:nvSpPr>
        <p:spPr>
          <a:xfrm>
            <a:off x="9521743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4" name="TextBox 1433">
            <a:extLst>
              <a:ext uri="{FF2B5EF4-FFF2-40B4-BE49-F238E27FC236}">
                <a16:creationId xmlns:a16="http://schemas.microsoft.com/office/drawing/2014/main" id="{8A2BC97A-87D3-598A-C749-F754FD397B51}"/>
              </a:ext>
            </a:extLst>
          </p:cNvPr>
          <p:cNvSpPr txBox="1"/>
          <p:nvPr/>
        </p:nvSpPr>
        <p:spPr>
          <a:xfrm>
            <a:off x="9830458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08</a:t>
            </a:r>
            <a:endParaRPr lang="ko-KR" altLang="en-US" dirty="0"/>
          </a:p>
        </p:txBody>
      </p:sp>
      <p:sp>
        <p:nvSpPr>
          <p:cNvPr id="1435" name="TextBox 1434">
            <a:extLst>
              <a:ext uri="{FF2B5EF4-FFF2-40B4-BE49-F238E27FC236}">
                <a16:creationId xmlns:a16="http://schemas.microsoft.com/office/drawing/2014/main" id="{4B49D77D-5B72-AB4B-DAA6-4537DADF28F2}"/>
              </a:ext>
            </a:extLst>
          </p:cNvPr>
          <p:cNvSpPr txBox="1"/>
          <p:nvPr/>
        </p:nvSpPr>
        <p:spPr>
          <a:xfrm>
            <a:off x="10139174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6" name="TextBox 1435">
            <a:extLst>
              <a:ext uri="{FF2B5EF4-FFF2-40B4-BE49-F238E27FC236}">
                <a16:creationId xmlns:a16="http://schemas.microsoft.com/office/drawing/2014/main" id="{3B1A5065-B099-D3E8-D918-3D00188C22F0}"/>
              </a:ext>
            </a:extLst>
          </p:cNvPr>
          <p:cNvSpPr txBox="1"/>
          <p:nvPr/>
        </p:nvSpPr>
        <p:spPr>
          <a:xfrm>
            <a:off x="10447889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7" name="TextBox 1436">
            <a:extLst>
              <a:ext uri="{FF2B5EF4-FFF2-40B4-BE49-F238E27FC236}">
                <a16:creationId xmlns:a16="http://schemas.microsoft.com/office/drawing/2014/main" id="{1D58F624-1B6E-1457-B235-0F3FCDCAA291}"/>
              </a:ext>
            </a:extLst>
          </p:cNvPr>
          <p:cNvSpPr txBox="1"/>
          <p:nvPr/>
        </p:nvSpPr>
        <p:spPr>
          <a:xfrm>
            <a:off x="10756605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8" name="TextBox 1437">
            <a:extLst>
              <a:ext uri="{FF2B5EF4-FFF2-40B4-BE49-F238E27FC236}">
                <a16:creationId xmlns:a16="http://schemas.microsoft.com/office/drawing/2014/main" id="{4E326AE9-642F-55E4-A035-C4A2AD335AC7}"/>
              </a:ext>
            </a:extLst>
          </p:cNvPr>
          <p:cNvSpPr txBox="1"/>
          <p:nvPr/>
        </p:nvSpPr>
        <p:spPr>
          <a:xfrm>
            <a:off x="11065320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9" name="TextBox 1438">
            <a:extLst>
              <a:ext uri="{FF2B5EF4-FFF2-40B4-BE49-F238E27FC236}">
                <a16:creationId xmlns:a16="http://schemas.microsoft.com/office/drawing/2014/main" id="{3F1C7764-79DD-0D38-9F35-99CB1C5D4EA7}"/>
              </a:ext>
            </a:extLst>
          </p:cNvPr>
          <p:cNvSpPr txBox="1"/>
          <p:nvPr/>
        </p:nvSpPr>
        <p:spPr>
          <a:xfrm>
            <a:off x="8904312" y="1429549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W15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0" name="TextBox 1439">
            <a:extLst>
              <a:ext uri="{FF2B5EF4-FFF2-40B4-BE49-F238E27FC236}">
                <a16:creationId xmlns:a16="http://schemas.microsoft.com/office/drawing/2014/main" id="{53E56E53-0D0E-655C-A9FF-4FAA05C6CB06}"/>
              </a:ext>
            </a:extLst>
          </p:cNvPr>
          <p:cNvSpPr txBox="1"/>
          <p:nvPr/>
        </p:nvSpPr>
        <p:spPr>
          <a:xfrm>
            <a:off x="9213028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1" name="TextBox 1440">
            <a:extLst>
              <a:ext uri="{FF2B5EF4-FFF2-40B4-BE49-F238E27FC236}">
                <a16:creationId xmlns:a16="http://schemas.microsoft.com/office/drawing/2014/main" id="{573BF8B1-7603-BF2A-AB34-DEEDCD45C5F5}"/>
              </a:ext>
            </a:extLst>
          </p:cNvPr>
          <p:cNvSpPr txBox="1"/>
          <p:nvPr/>
        </p:nvSpPr>
        <p:spPr>
          <a:xfrm>
            <a:off x="9521743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2" name="TextBox 1441">
            <a:extLst>
              <a:ext uri="{FF2B5EF4-FFF2-40B4-BE49-F238E27FC236}">
                <a16:creationId xmlns:a16="http://schemas.microsoft.com/office/drawing/2014/main" id="{5EA982AA-72A5-B835-0BD0-757DBA046FFA}"/>
              </a:ext>
            </a:extLst>
          </p:cNvPr>
          <p:cNvSpPr txBox="1"/>
          <p:nvPr/>
        </p:nvSpPr>
        <p:spPr>
          <a:xfrm>
            <a:off x="9830458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3" name="TextBox 1442">
            <a:extLst>
              <a:ext uri="{FF2B5EF4-FFF2-40B4-BE49-F238E27FC236}">
                <a16:creationId xmlns:a16="http://schemas.microsoft.com/office/drawing/2014/main" id="{75CFA15B-7021-6A1F-1E0B-00BB01DCAF17}"/>
              </a:ext>
            </a:extLst>
          </p:cNvPr>
          <p:cNvSpPr txBox="1"/>
          <p:nvPr/>
        </p:nvSpPr>
        <p:spPr>
          <a:xfrm>
            <a:off x="10139174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4" name="TextBox 1443">
            <a:extLst>
              <a:ext uri="{FF2B5EF4-FFF2-40B4-BE49-F238E27FC236}">
                <a16:creationId xmlns:a16="http://schemas.microsoft.com/office/drawing/2014/main" id="{CAED3C28-24D1-2011-ABCC-CA242D0D14C4}"/>
              </a:ext>
            </a:extLst>
          </p:cNvPr>
          <p:cNvSpPr txBox="1"/>
          <p:nvPr/>
        </p:nvSpPr>
        <p:spPr>
          <a:xfrm>
            <a:off x="10447889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5" name="TextBox 1444">
            <a:extLst>
              <a:ext uri="{FF2B5EF4-FFF2-40B4-BE49-F238E27FC236}">
                <a16:creationId xmlns:a16="http://schemas.microsoft.com/office/drawing/2014/main" id="{B61F83BF-8A6A-B31E-50AC-9BB0546B65E4}"/>
              </a:ext>
            </a:extLst>
          </p:cNvPr>
          <p:cNvSpPr txBox="1"/>
          <p:nvPr/>
        </p:nvSpPr>
        <p:spPr>
          <a:xfrm>
            <a:off x="10756605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6" name="TextBox 1445">
            <a:extLst>
              <a:ext uri="{FF2B5EF4-FFF2-40B4-BE49-F238E27FC236}">
                <a16:creationId xmlns:a16="http://schemas.microsoft.com/office/drawing/2014/main" id="{CB9D73B2-BCB1-A31B-1AD8-76867EC7C6D5}"/>
              </a:ext>
            </a:extLst>
          </p:cNvPr>
          <p:cNvSpPr txBox="1"/>
          <p:nvPr/>
        </p:nvSpPr>
        <p:spPr>
          <a:xfrm>
            <a:off x="11065320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7" name="TextBox 1446">
            <a:extLst>
              <a:ext uri="{FF2B5EF4-FFF2-40B4-BE49-F238E27FC236}">
                <a16:creationId xmlns:a16="http://schemas.microsoft.com/office/drawing/2014/main" id="{0FF25D7E-A5FB-59F4-64C1-67E3866093C7}"/>
              </a:ext>
            </a:extLst>
          </p:cNvPr>
          <p:cNvSpPr txBox="1"/>
          <p:nvPr/>
        </p:nvSpPr>
        <p:spPr>
          <a:xfrm>
            <a:off x="8904312" y="1602368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W16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8" name="TextBox 1447">
            <a:extLst>
              <a:ext uri="{FF2B5EF4-FFF2-40B4-BE49-F238E27FC236}">
                <a16:creationId xmlns:a16="http://schemas.microsoft.com/office/drawing/2014/main" id="{E71CF62F-04C2-824F-E094-98E2B4C53AD6}"/>
              </a:ext>
            </a:extLst>
          </p:cNvPr>
          <p:cNvSpPr txBox="1"/>
          <p:nvPr/>
        </p:nvSpPr>
        <p:spPr>
          <a:xfrm>
            <a:off x="9213028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9" name="TextBox 1448">
            <a:extLst>
              <a:ext uri="{FF2B5EF4-FFF2-40B4-BE49-F238E27FC236}">
                <a16:creationId xmlns:a16="http://schemas.microsoft.com/office/drawing/2014/main" id="{4A3F4CFE-A47E-F4E4-5C48-E940AD56807D}"/>
              </a:ext>
            </a:extLst>
          </p:cNvPr>
          <p:cNvSpPr txBox="1"/>
          <p:nvPr/>
        </p:nvSpPr>
        <p:spPr>
          <a:xfrm>
            <a:off x="9521743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0" name="TextBox 1449">
            <a:extLst>
              <a:ext uri="{FF2B5EF4-FFF2-40B4-BE49-F238E27FC236}">
                <a16:creationId xmlns:a16="http://schemas.microsoft.com/office/drawing/2014/main" id="{078BF294-C5D0-0DE6-F2C2-727F9E7A6AD1}"/>
              </a:ext>
            </a:extLst>
          </p:cNvPr>
          <p:cNvSpPr txBox="1"/>
          <p:nvPr/>
        </p:nvSpPr>
        <p:spPr>
          <a:xfrm>
            <a:off x="9830458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1" name="TextBox 1450">
            <a:extLst>
              <a:ext uri="{FF2B5EF4-FFF2-40B4-BE49-F238E27FC236}">
                <a16:creationId xmlns:a16="http://schemas.microsoft.com/office/drawing/2014/main" id="{48A647B9-F2CF-6AB3-C221-53D06C6FFC76}"/>
              </a:ext>
            </a:extLst>
          </p:cNvPr>
          <p:cNvSpPr txBox="1"/>
          <p:nvPr/>
        </p:nvSpPr>
        <p:spPr>
          <a:xfrm>
            <a:off x="10139174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2" name="TextBox 1451">
            <a:extLst>
              <a:ext uri="{FF2B5EF4-FFF2-40B4-BE49-F238E27FC236}">
                <a16:creationId xmlns:a16="http://schemas.microsoft.com/office/drawing/2014/main" id="{2C41BB77-990F-883F-2138-36A86D0F53CE}"/>
              </a:ext>
            </a:extLst>
          </p:cNvPr>
          <p:cNvSpPr txBox="1"/>
          <p:nvPr/>
        </p:nvSpPr>
        <p:spPr>
          <a:xfrm>
            <a:off x="10447889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3" name="TextBox 1452">
            <a:extLst>
              <a:ext uri="{FF2B5EF4-FFF2-40B4-BE49-F238E27FC236}">
                <a16:creationId xmlns:a16="http://schemas.microsoft.com/office/drawing/2014/main" id="{2919C1B7-0604-878A-A2DD-A07D701B1EC1}"/>
              </a:ext>
            </a:extLst>
          </p:cNvPr>
          <p:cNvSpPr txBox="1"/>
          <p:nvPr/>
        </p:nvSpPr>
        <p:spPr>
          <a:xfrm>
            <a:off x="10756605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4" name="TextBox 1453">
            <a:extLst>
              <a:ext uri="{FF2B5EF4-FFF2-40B4-BE49-F238E27FC236}">
                <a16:creationId xmlns:a16="http://schemas.microsoft.com/office/drawing/2014/main" id="{8013A906-30D7-9759-9F46-67D06C0B77B2}"/>
              </a:ext>
            </a:extLst>
          </p:cNvPr>
          <p:cNvSpPr txBox="1"/>
          <p:nvPr/>
        </p:nvSpPr>
        <p:spPr>
          <a:xfrm>
            <a:off x="11065320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rgbClr val="FF6699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rgbClr val="FF6699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5" name="TextBox 1454">
            <a:extLst>
              <a:ext uri="{FF2B5EF4-FFF2-40B4-BE49-F238E27FC236}">
                <a16:creationId xmlns:a16="http://schemas.microsoft.com/office/drawing/2014/main" id="{D01BD83A-1C84-26E5-AE2D-578677B1064E}"/>
              </a:ext>
            </a:extLst>
          </p:cNvPr>
          <p:cNvSpPr txBox="1"/>
          <p:nvPr/>
        </p:nvSpPr>
        <p:spPr>
          <a:xfrm>
            <a:off x="8904312" y="1775187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W17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6" name="TextBox 1455">
            <a:extLst>
              <a:ext uri="{FF2B5EF4-FFF2-40B4-BE49-F238E27FC236}">
                <a16:creationId xmlns:a16="http://schemas.microsoft.com/office/drawing/2014/main" id="{FD523132-B9F7-736E-8B54-817846C79BE4}"/>
              </a:ext>
            </a:extLst>
          </p:cNvPr>
          <p:cNvSpPr txBox="1"/>
          <p:nvPr/>
        </p:nvSpPr>
        <p:spPr>
          <a:xfrm>
            <a:off x="9213028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7" name="TextBox 1456">
            <a:extLst>
              <a:ext uri="{FF2B5EF4-FFF2-40B4-BE49-F238E27FC236}">
                <a16:creationId xmlns:a16="http://schemas.microsoft.com/office/drawing/2014/main" id="{39EBEBDC-96B8-1245-6066-41755DC7C987}"/>
              </a:ext>
            </a:extLst>
          </p:cNvPr>
          <p:cNvSpPr txBox="1"/>
          <p:nvPr/>
        </p:nvSpPr>
        <p:spPr>
          <a:xfrm>
            <a:off x="9521743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8" name="TextBox 1457">
            <a:extLst>
              <a:ext uri="{FF2B5EF4-FFF2-40B4-BE49-F238E27FC236}">
                <a16:creationId xmlns:a16="http://schemas.microsoft.com/office/drawing/2014/main" id="{E93A428F-C065-865F-D4E7-691257574BBF}"/>
              </a:ext>
            </a:extLst>
          </p:cNvPr>
          <p:cNvSpPr txBox="1"/>
          <p:nvPr/>
        </p:nvSpPr>
        <p:spPr>
          <a:xfrm>
            <a:off x="9830458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1459" name="TextBox 1458">
            <a:extLst>
              <a:ext uri="{FF2B5EF4-FFF2-40B4-BE49-F238E27FC236}">
                <a16:creationId xmlns:a16="http://schemas.microsoft.com/office/drawing/2014/main" id="{8A2FB544-A6B9-DE2C-CAD2-4011107A5EB9}"/>
              </a:ext>
            </a:extLst>
          </p:cNvPr>
          <p:cNvSpPr txBox="1"/>
          <p:nvPr/>
        </p:nvSpPr>
        <p:spPr>
          <a:xfrm>
            <a:off x="10139174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1460" name="TextBox 1459">
            <a:extLst>
              <a:ext uri="{FF2B5EF4-FFF2-40B4-BE49-F238E27FC236}">
                <a16:creationId xmlns:a16="http://schemas.microsoft.com/office/drawing/2014/main" id="{C30076D5-98F2-305D-4547-2D9FE0B09BF7}"/>
              </a:ext>
            </a:extLst>
          </p:cNvPr>
          <p:cNvSpPr txBox="1"/>
          <p:nvPr/>
        </p:nvSpPr>
        <p:spPr>
          <a:xfrm>
            <a:off x="10447889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461" name="TextBox 1460">
            <a:extLst>
              <a:ext uri="{FF2B5EF4-FFF2-40B4-BE49-F238E27FC236}">
                <a16:creationId xmlns:a16="http://schemas.microsoft.com/office/drawing/2014/main" id="{AF6B5B89-ED0C-A2E5-1945-115E1E432501}"/>
              </a:ext>
            </a:extLst>
          </p:cNvPr>
          <p:cNvSpPr txBox="1"/>
          <p:nvPr/>
        </p:nvSpPr>
        <p:spPr>
          <a:xfrm>
            <a:off x="10756605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462" name="TextBox 1461">
            <a:extLst>
              <a:ext uri="{FF2B5EF4-FFF2-40B4-BE49-F238E27FC236}">
                <a16:creationId xmlns:a16="http://schemas.microsoft.com/office/drawing/2014/main" id="{21257F87-01CC-C427-598C-B7C3D5617A0A}"/>
              </a:ext>
            </a:extLst>
          </p:cNvPr>
          <p:cNvSpPr txBox="1"/>
          <p:nvPr/>
        </p:nvSpPr>
        <p:spPr>
          <a:xfrm>
            <a:off x="11065320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i="0" u="none" strike="noStrike" kern="0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33</a:t>
            </a:r>
            <a:endParaRPr lang="ko-KR" altLang="en-US" dirty="0"/>
          </a:p>
        </p:txBody>
      </p:sp>
      <p:sp>
        <p:nvSpPr>
          <p:cNvPr id="1463" name="TextBox 1462">
            <a:extLst>
              <a:ext uri="{FF2B5EF4-FFF2-40B4-BE49-F238E27FC236}">
                <a16:creationId xmlns:a16="http://schemas.microsoft.com/office/drawing/2014/main" id="{A64A6AA3-E5F5-BCD6-6571-66C6077337BA}"/>
              </a:ext>
            </a:extLst>
          </p:cNvPr>
          <p:cNvSpPr txBox="1"/>
          <p:nvPr/>
        </p:nvSpPr>
        <p:spPr>
          <a:xfrm>
            <a:off x="8904312" y="194800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W18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4" name="TextBox 1463">
            <a:extLst>
              <a:ext uri="{FF2B5EF4-FFF2-40B4-BE49-F238E27FC236}">
                <a16:creationId xmlns:a16="http://schemas.microsoft.com/office/drawing/2014/main" id="{29D43C54-E14B-FC3E-AA81-7329A1BF4CE2}"/>
              </a:ext>
            </a:extLst>
          </p:cNvPr>
          <p:cNvSpPr txBox="1"/>
          <p:nvPr/>
        </p:nvSpPr>
        <p:spPr>
          <a:xfrm>
            <a:off x="9213028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5" name="TextBox 1464">
            <a:extLst>
              <a:ext uri="{FF2B5EF4-FFF2-40B4-BE49-F238E27FC236}">
                <a16:creationId xmlns:a16="http://schemas.microsoft.com/office/drawing/2014/main" id="{24B88D63-FA2F-FA78-32C8-612BD492221F}"/>
              </a:ext>
            </a:extLst>
          </p:cNvPr>
          <p:cNvSpPr txBox="1"/>
          <p:nvPr/>
        </p:nvSpPr>
        <p:spPr>
          <a:xfrm>
            <a:off x="9521743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6" name="TextBox 1465">
            <a:extLst>
              <a:ext uri="{FF2B5EF4-FFF2-40B4-BE49-F238E27FC236}">
                <a16:creationId xmlns:a16="http://schemas.microsoft.com/office/drawing/2014/main" id="{F5D8AE13-FC86-CBE3-36DB-DA107AE699E3}"/>
              </a:ext>
            </a:extLst>
          </p:cNvPr>
          <p:cNvSpPr txBox="1"/>
          <p:nvPr/>
        </p:nvSpPr>
        <p:spPr>
          <a:xfrm>
            <a:off x="9830458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7" name="TextBox 1466">
            <a:extLst>
              <a:ext uri="{FF2B5EF4-FFF2-40B4-BE49-F238E27FC236}">
                <a16:creationId xmlns:a16="http://schemas.microsoft.com/office/drawing/2014/main" id="{9C0464C8-9C20-684F-0A22-0514F958A94B}"/>
              </a:ext>
            </a:extLst>
          </p:cNvPr>
          <p:cNvSpPr txBox="1"/>
          <p:nvPr/>
        </p:nvSpPr>
        <p:spPr>
          <a:xfrm>
            <a:off x="10139174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8" name="TextBox 1467">
            <a:extLst>
              <a:ext uri="{FF2B5EF4-FFF2-40B4-BE49-F238E27FC236}">
                <a16:creationId xmlns:a16="http://schemas.microsoft.com/office/drawing/2014/main" id="{B34DEEE4-E37C-9D48-24CF-D15001461981}"/>
              </a:ext>
            </a:extLst>
          </p:cNvPr>
          <p:cNvSpPr txBox="1"/>
          <p:nvPr/>
        </p:nvSpPr>
        <p:spPr>
          <a:xfrm>
            <a:off x="10447889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9" name="TextBox 1468">
            <a:extLst>
              <a:ext uri="{FF2B5EF4-FFF2-40B4-BE49-F238E27FC236}">
                <a16:creationId xmlns:a16="http://schemas.microsoft.com/office/drawing/2014/main" id="{979C308F-338F-E760-ADF6-E43520E1EB0D}"/>
              </a:ext>
            </a:extLst>
          </p:cNvPr>
          <p:cNvSpPr txBox="1"/>
          <p:nvPr/>
        </p:nvSpPr>
        <p:spPr>
          <a:xfrm>
            <a:off x="10756605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0" name="TextBox 1469">
            <a:extLst>
              <a:ext uri="{FF2B5EF4-FFF2-40B4-BE49-F238E27FC236}">
                <a16:creationId xmlns:a16="http://schemas.microsoft.com/office/drawing/2014/main" id="{280E9DE9-6176-D300-65ED-93E8DB1AB791}"/>
              </a:ext>
            </a:extLst>
          </p:cNvPr>
          <p:cNvSpPr txBox="1"/>
          <p:nvPr/>
        </p:nvSpPr>
        <p:spPr>
          <a:xfrm>
            <a:off x="11065320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endParaRPr kumimoji="0" lang="ko-KR" altLang="en-US" sz="10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1" name="TextBox 1470">
            <a:extLst>
              <a:ext uri="{FF2B5EF4-FFF2-40B4-BE49-F238E27FC236}">
                <a16:creationId xmlns:a16="http://schemas.microsoft.com/office/drawing/2014/main" id="{60398DAA-6748-4A8F-8D2C-996EADFB28B4}"/>
              </a:ext>
            </a:extLst>
          </p:cNvPr>
          <p:cNvSpPr txBox="1"/>
          <p:nvPr/>
        </p:nvSpPr>
        <p:spPr>
          <a:xfrm>
            <a:off x="8904312" y="212082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W19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2" name="TextBox 1471">
            <a:extLst>
              <a:ext uri="{FF2B5EF4-FFF2-40B4-BE49-F238E27FC236}">
                <a16:creationId xmlns:a16="http://schemas.microsoft.com/office/drawing/2014/main" id="{1913EE38-BE47-D23C-0288-2F46470CAA9B}"/>
              </a:ext>
            </a:extLst>
          </p:cNvPr>
          <p:cNvSpPr txBox="1"/>
          <p:nvPr/>
        </p:nvSpPr>
        <p:spPr>
          <a:xfrm>
            <a:off x="235493" y="109602"/>
            <a:ext cx="1338508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 Calendar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90" name="직사각형 1489">
            <a:hlinkClick r:id="rId59" action="ppaction://hlinksldjump"/>
            <a:extLst>
              <a:ext uri="{FF2B5EF4-FFF2-40B4-BE49-F238E27FC236}">
                <a16:creationId xmlns:a16="http://schemas.microsoft.com/office/drawing/2014/main" id="{5CFED4A3-35D1-BCE9-4765-F400E50BBF9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491" name="TextBox 1490">
            <a:extLst>
              <a:ext uri="{FF2B5EF4-FFF2-40B4-BE49-F238E27FC236}">
                <a16:creationId xmlns:a16="http://schemas.microsoft.com/office/drawing/2014/main" id="{EC40DC5D-11C9-1C73-FCE3-5168EAC7FEC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1496" name="직사각형 1495">
            <a:hlinkClick r:id="rId60" action="ppaction://hlinksldjump"/>
            <a:extLst>
              <a:ext uri="{FF2B5EF4-FFF2-40B4-BE49-F238E27FC236}">
                <a16:creationId xmlns:a16="http://schemas.microsoft.com/office/drawing/2014/main" id="{43ECC649-9FCE-4C4E-AE4A-6AB0F2CE21A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497" name="TextBox 1496">
            <a:extLst>
              <a:ext uri="{FF2B5EF4-FFF2-40B4-BE49-F238E27FC236}">
                <a16:creationId xmlns:a16="http://schemas.microsoft.com/office/drawing/2014/main" id="{677F1E72-E559-7288-2810-9147E1E91329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81" name="TextBox 1580">
            <a:hlinkClick r:id="rId61"/>
            <a:extLst>
              <a:ext uri="{FF2B5EF4-FFF2-40B4-BE49-F238E27FC236}">
                <a16:creationId xmlns:a16="http://schemas.microsoft.com/office/drawing/2014/main" id="{764F40BC-802E-5DAF-3DDD-D5071D700304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582" name="TextBox 1581">
            <a:hlinkClick r:id="rId62"/>
            <a:extLst>
              <a:ext uri="{FF2B5EF4-FFF2-40B4-BE49-F238E27FC236}">
                <a16:creationId xmlns:a16="http://schemas.microsoft.com/office/drawing/2014/main" id="{4B2062A1-712B-DB39-A07B-E8BE372E9976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83" name="TextBox 1582">
            <a:hlinkClick r:id="rId63"/>
            <a:extLst>
              <a:ext uri="{FF2B5EF4-FFF2-40B4-BE49-F238E27FC236}">
                <a16:creationId xmlns:a16="http://schemas.microsoft.com/office/drawing/2014/main" id="{EF9CDD74-985F-BB24-0F5A-2B95099BF03F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9" name="TextBox 1598">
            <a:extLst>
              <a:ext uri="{FF2B5EF4-FFF2-40B4-BE49-F238E27FC236}">
                <a16:creationId xmlns:a16="http://schemas.microsoft.com/office/drawing/2014/main" id="{D862CE66-54C6-EB4C-2B2D-ADC037A31AB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C8961F1-39D0-F475-8A0E-8D4445386048}"/>
              </a:ext>
            </a:extLst>
          </p:cNvPr>
          <p:cNvSpPr txBox="1"/>
          <p:nvPr/>
        </p:nvSpPr>
        <p:spPr>
          <a:xfrm>
            <a:off x="6042941" y="2132856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rPr>
              <a:t>W14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B86BB1E-48E6-BDBE-C718-7829BDD2553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27FD7635-0BBD-799C-D989-1C7B3734ACC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7" name="직사각형 6">
                <a:extLst>
                  <a:ext uri="{FF2B5EF4-FFF2-40B4-BE49-F238E27FC236}">
                    <a16:creationId xmlns:a16="http://schemas.microsoft.com/office/drawing/2014/main" id="{1F1E20F4-7619-E519-F960-3EB12174543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64AB2BF-6C49-7467-CB2A-7EAD4D912811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4C975F2E-0FEA-7B35-1FD0-5A2894CC00A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" name="직사각형 5">
              <a:hlinkClick r:id="rId64"/>
              <a:extLst>
                <a:ext uri="{FF2B5EF4-FFF2-40B4-BE49-F238E27FC236}">
                  <a16:creationId xmlns:a16="http://schemas.microsoft.com/office/drawing/2014/main" id="{5ADF01FF-C924-D060-AFF3-E4ECB85B966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1DD0C02A-F5A4-22EF-4CEB-316587163A4F}"/>
              </a:ext>
            </a:extLst>
          </p:cNvPr>
          <p:cNvSpPr txBox="1"/>
          <p:nvPr/>
        </p:nvSpPr>
        <p:spPr>
          <a:xfrm>
            <a:off x="3207570" y="3878854"/>
            <a:ext cx="28551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ko-KR"/>
            </a:defPPr>
            <a:lvl1pPr marR="0" lvl="0" indent="0" algn="ctr" defTabSz="457200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800" i="0" u="none" strike="noStrike" kern="0" cap="none" spc="0" normalizeH="0" baseline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/>
              <a:t>W27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6923649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Thu</a:t>
            </a:r>
            <a:endParaRPr lang="ko-KR" altLang="en-US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31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03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04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W01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7660" y="1412776"/>
            <a:ext cx="38664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Jan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8" name="TextBox 847">
            <a:extLst>
              <a:ext uri="{FF2B5EF4-FFF2-40B4-BE49-F238E27FC236}">
                <a16:creationId xmlns:a16="http://schemas.microsoft.com/office/drawing/2014/main" id="{E63CD102-76BE-2797-1D67-5B8908AF02AE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849" name="TextBox 848">
            <a:extLst>
              <a:ext uri="{FF2B5EF4-FFF2-40B4-BE49-F238E27FC236}">
                <a16:creationId xmlns:a16="http://schemas.microsoft.com/office/drawing/2014/main" id="{BBE00FE9-9DA8-B462-BF5C-59DCB0DEA82D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새해</a:t>
            </a:r>
          </a:p>
        </p:txBody>
      </p:sp>
      <p:sp>
        <p:nvSpPr>
          <p:cNvPr id="850" name="TextBox 849">
            <a:extLst>
              <a:ext uri="{FF2B5EF4-FFF2-40B4-BE49-F238E27FC236}">
                <a16:creationId xmlns:a16="http://schemas.microsoft.com/office/drawing/2014/main" id="{E2A56505-86BB-5B97-29D5-2F7D07BCD513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새해</a:t>
            </a:r>
          </a:p>
        </p:txBody>
      </p:sp>
      <p:sp>
        <p:nvSpPr>
          <p:cNvPr id="851" name="TextBox 850">
            <a:extLst>
              <a:ext uri="{FF2B5EF4-FFF2-40B4-BE49-F238E27FC236}">
                <a16:creationId xmlns:a16="http://schemas.microsoft.com/office/drawing/2014/main" id="{87B230AA-3BEC-8008-CCE9-274D7E998E59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852" name="TextBox 851">
            <a:extLst>
              <a:ext uri="{FF2B5EF4-FFF2-40B4-BE49-F238E27FC236}">
                <a16:creationId xmlns:a16="http://schemas.microsoft.com/office/drawing/2014/main" id="{84C367DB-0E59-5C71-8403-16374316D657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853" name="TextBox 852">
            <a:extLst>
              <a:ext uri="{FF2B5EF4-FFF2-40B4-BE49-F238E27FC236}">
                <a16:creationId xmlns:a16="http://schemas.microsoft.com/office/drawing/2014/main" id="{C839945D-B9F4-EB41-6BB3-73E8AC32493D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 </a:t>
            </a:r>
          </a:p>
        </p:txBody>
      </p:sp>
      <p:sp>
        <p:nvSpPr>
          <p:cNvPr id="866" name="직사각형 865">
            <a:hlinkClick r:id="rId5" action="ppaction://hlinksldjump"/>
            <a:extLst>
              <a:ext uri="{FF2B5EF4-FFF2-40B4-BE49-F238E27FC236}">
                <a16:creationId xmlns:a16="http://schemas.microsoft.com/office/drawing/2014/main" id="{1A834704-CA0F-7702-EA85-5C67A1D19657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867" name="직사각형 866">
            <a:hlinkClick r:id="rId6" action="ppaction://hlinksldjump"/>
            <a:extLst>
              <a:ext uri="{FF2B5EF4-FFF2-40B4-BE49-F238E27FC236}">
                <a16:creationId xmlns:a16="http://schemas.microsoft.com/office/drawing/2014/main" id="{E9D7A26B-CC25-7717-0DEC-43679B4448C2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868" name="TextBox 867">
            <a:extLst>
              <a:ext uri="{FF2B5EF4-FFF2-40B4-BE49-F238E27FC236}">
                <a16:creationId xmlns:a16="http://schemas.microsoft.com/office/drawing/2014/main" id="{2AF8FE7C-3DD4-D561-3162-0C3ADE12D8F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869" name="직사각형 868">
            <a:hlinkClick r:id="rId7" action="ppaction://hlinksldjump"/>
            <a:extLst>
              <a:ext uri="{FF2B5EF4-FFF2-40B4-BE49-F238E27FC236}">
                <a16:creationId xmlns:a16="http://schemas.microsoft.com/office/drawing/2014/main" id="{DEA4C0A4-D7A6-B1E9-2F67-D36EEBBA3255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870" name="TextBox 869">
            <a:extLst>
              <a:ext uri="{FF2B5EF4-FFF2-40B4-BE49-F238E27FC236}">
                <a16:creationId xmlns:a16="http://schemas.microsoft.com/office/drawing/2014/main" id="{0036EB85-3CC1-7072-CDDE-655D5B773BC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871" name="직사각형 870">
            <a:hlinkClick r:id="rId8" action="ppaction://hlinksldjump"/>
            <a:extLst>
              <a:ext uri="{FF2B5EF4-FFF2-40B4-BE49-F238E27FC236}">
                <a16:creationId xmlns:a16="http://schemas.microsoft.com/office/drawing/2014/main" id="{A5EBD1D7-E837-9B42-B48D-A7ACE2E4899B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872" name="TextBox 871">
            <a:extLst>
              <a:ext uri="{FF2B5EF4-FFF2-40B4-BE49-F238E27FC236}">
                <a16:creationId xmlns:a16="http://schemas.microsoft.com/office/drawing/2014/main" id="{CE218C8A-371C-143B-C751-75EDE1B70BF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873" name="직사각형 872">
            <a:hlinkClick r:id="rId9" action="ppaction://hlinksldjump"/>
            <a:extLst>
              <a:ext uri="{FF2B5EF4-FFF2-40B4-BE49-F238E27FC236}">
                <a16:creationId xmlns:a16="http://schemas.microsoft.com/office/drawing/2014/main" id="{19C34A3D-FD88-B20D-D77D-AC6A852D8FF3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874" name="TextBox 873">
            <a:extLst>
              <a:ext uri="{FF2B5EF4-FFF2-40B4-BE49-F238E27FC236}">
                <a16:creationId xmlns:a16="http://schemas.microsoft.com/office/drawing/2014/main" id="{4BD40D98-52E8-F0B1-F52D-0BB57CC65CD6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875" name="직사각형 874">
            <a:hlinkClick r:id="rId10" action="ppaction://hlinksldjump"/>
            <a:extLst>
              <a:ext uri="{FF2B5EF4-FFF2-40B4-BE49-F238E27FC236}">
                <a16:creationId xmlns:a16="http://schemas.microsoft.com/office/drawing/2014/main" id="{53E247E5-F0C7-2428-338C-57D80C0BD16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876" name="TextBox 875">
            <a:extLst>
              <a:ext uri="{FF2B5EF4-FFF2-40B4-BE49-F238E27FC236}">
                <a16:creationId xmlns:a16="http://schemas.microsoft.com/office/drawing/2014/main" id="{3765BC4E-F2A9-F82E-9870-25C662C4B96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7" name="TextBox 876">
            <a:extLst>
              <a:ext uri="{FF2B5EF4-FFF2-40B4-BE49-F238E27FC236}">
                <a16:creationId xmlns:a16="http://schemas.microsoft.com/office/drawing/2014/main" id="{F7452DB1-EF68-A456-ED55-06EE5A9C1C51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5AB554C-73AF-5A4A-61BF-099EE479F148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347CDFC-EFA4-FB7B-343C-40FA562E490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22EB5E4A-E97D-4048-1A86-86C2E23013A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653367B2-0C0F-2CF0-60B8-1D006B61D61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3C0D2BC-C30E-AAEA-2183-157C9F01D70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438F93A3-13DC-8458-5942-DDA043C703C3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88283992-5FF8-1BBA-7A87-CF2C90AE7BD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8BF0E331-9734-7E25-D591-D6EAF64A5F7B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9754356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06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10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11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W02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7660" y="1412776"/>
            <a:ext cx="38664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Jan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1B088CA-2CA4-64DC-764F-B49081914D23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소한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29C133-90AC-8A7F-DD23-035BE76C1A74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421C89C-FCBF-B28E-C41F-04085B7DA1E4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50BD6A9-A588-CB1F-1637-8DE6D4B2611E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A28057D-E4EF-6085-26D6-3967AEB468CA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3937638-B9CF-2816-EA89-10617796F060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95939D3-A531-C9EF-0BFC-FF1BC2CA1C8D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0" name="직사각형 29">
            <a:hlinkClick r:id="rId5" action="ppaction://hlinksldjump"/>
            <a:extLst>
              <a:ext uri="{FF2B5EF4-FFF2-40B4-BE49-F238E27FC236}">
                <a16:creationId xmlns:a16="http://schemas.microsoft.com/office/drawing/2014/main" id="{BCC9BBC4-DADD-BAA1-5BA2-8B53F8E43493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1" name="직사각형 30">
            <a:hlinkClick r:id="rId6" action="ppaction://hlinksldjump"/>
            <a:extLst>
              <a:ext uri="{FF2B5EF4-FFF2-40B4-BE49-F238E27FC236}">
                <a16:creationId xmlns:a16="http://schemas.microsoft.com/office/drawing/2014/main" id="{282C689B-E2BC-55A0-CB3F-6DBF521D91C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C1FFC18-BF8F-F162-B002-C3A382CFF7D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33" name="직사각형 32">
            <a:hlinkClick r:id="rId7" action="ppaction://hlinksldjump"/>
            <a:extLst>
              <a:ext uri="{FF2B5EF4-FFF2-40B4-BE49-F238E27FC236}">
                <a16:creationId xmlns:a16="http://schemas.microsoft.com/office/drawing/2014/main" id="{49F0178A-2384-AE60-40D8-5A5C3A96387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C5CA1D8-1846-CFAA-7241-B46785B3A8D0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39" name="직사각형 38">
            <a:hlinkClick r:id="rId8" action="ppaction://hlinksldjump"/>
            <a:extLst>
              <a:ext uri="{FF2B5EF4-FFF2-40B4-BE49-F238E27FC236}">
                <a16:creationId xmlns:a16="http://schemas.microsoft.com/office/drawing/2014/main" id="{98F286A1-7C64-8333-B317-9CA0F0353718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2023DC6-2AAA-7448-EB49-91F23835081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49" name="직사각형 48">
            <a:hlinkClick r:id="rId9" action="ppaction://hlinksldjump"/>
            <a:extLst>
              <a:ext uri="{FF2B5EF4-FFF2-40B4-BE49-F238E27FC236}">
                <a16:creationId xmlns:a16="http://schemas.microsoft.com/office/drawing/2014/main" id="{609C466F-12EA-00FB-5A84-FEC97DD7609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1EC6BA0-04DF-4CB0-48A0-3AAEF5E435A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51" name="직사각형 50">
            <a:hlinkClick r:id="rId10" action="ppaction://hlinksldjump"/>
            <a:extLst>
              <a:ext uri="{FF2B5EF4-FFF2-40B4-BE49-F238E27FC236}">
                <a16:creationId xmlns:a16="http://schemas.microsoft.com/office/drawing/2014/main" id="{B077A058-39C8-4F8D-AC57-6F138A15C9E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2F629E9-971A-0E40-644B-A620A142F75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DB3195F-A74A-77C3-11FC-AA616E26371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C2C2D51-34CA-A008-8F48-C5A4B316B7CF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C15D60E-6E8F-2885-89F9-8E64E494A36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D803ABA6-0ADF-AA94-29D8-EB007B53357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0E217DB-530C-2200-4ED1-F1ADB999F8BF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734FD0E-A947-C26A-6243-A6F1C9E49F4F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3C6DF801-3D3C-E9FE-E3D9-68938AEA916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722435FF-2FA8-55B8-6299-9C334911509A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22258782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17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18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W03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7660" y="1412776"/>
            <a:ext cx="38664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Jan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786956-2F2F-19F4-9183-683164B857EB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2C21190-81B0-5B13-2B17-8B856C7C7EBE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7508953-A408-53DA-3499-E1C0457AE5F5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9E0CB24-A55F-0895-1B2C-A7C71A970EC0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3BF20FF-B70E-E99B-47A9-11A5BB6C1601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D092E85-13DD-D3EC-6113-5BF297A43B3E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67C2102-4D89-1594-C397-3EEA5C38F443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0" name="직사각형 29">
            <a:hlinkClick r:id="rId5" action="ppaction://hlinksldjump"/>
            <a:extLst>
              <a:ext uri="{FF2B5EF4-FFF2-40B4-BE49-F238E27FC236}">
                <a16:creationId xmlns:a16="http://schemas.microsoft.com/office/drawing/2014/main" id="{DC3F8116-22B5-3F01-928D-3C755E6D08E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1" name="직사각형 30">
            <a:hlinkClick r:id="rId6" action="ppaction://hlinksldjump"/>
            <a:extLst>
              <a:ext uri="{FF2B5EF4-FFF2-40B4-BE49-F238E27FC236}">
                <a16:creationId xmlns:a16="http://schemas.microsoft.com/office/drawing/2014/main" id="{5301EDE8-EAB7-00B9-A49B-18E20455DA7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723C2BC-37A6-5484-5F97-D9899D34315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33" name="직사각형 32">
            <a:hlinkClick r:id="rId7" action="ppaction://hlinksldjump"/>
            <a:extLst>
              <a:ext uri="{FF2B5EF4-FFF2-40B4-BE49-F238E27FC236}">
                <a16:creationId xmlns:a16="http://schemas.microsoft.com/office/drawing/2014/main" id="{CD621499-D402-4BE7-1AD9-DA233B9C194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A24BB17-B4D1-B675-D3FB-DB7C7E3A68B2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39" name="직사각형 38">
            <a:hlinkClick r:id="rId8" action="ppaction://hlinksldjump"/>
            <a:extLst>
              <a:ext uri="{FF2B5EF4-FFF2-40B4-BE49-F238E27FC236}">
                <a16:creationId xmlns:a16="http://schemas.microsoft.com/office/drawing/2014/main" id="{9FAB1A38-912D-A80C-4703-9EF8313A02F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302CA287-70DE-E634-1E6C-C3F6AE50B27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49" name="직사각형 48">
            <a:hlinkClick r:id="rId9" action="ppaction://hlinksldjump"/>
            <a:extLst>
              <a:ext uri="{FF2B5EF4-FFF2-40B4-BE49-F238E27FC236}">
                <a16:creationId xmlns:a16="http://schemas.microsoft.com/office/drawing/2014/main" id="{721ACB9B-8F74-F241-691F-026F4B75E76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9470E41A-4F36-445A-FCE1-2376BCF27798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51" name="직사각형 50">
            <a:hlinkClick r:id="rId10" action="ppaction://hlinksldjump"/>
            <a:extLst>
              <a:ext uri="{FF2B5EF4-FFF2-40B4-BE49-F238E27FC236}">
                <a16:creationId xmlns:a16="http://schemas.microsoft.com/office/drawing/2014/main" id="{35525752-7E11-27E6-1FA0-077343FDB72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DA7FAD69-8CF4-88A7-4C31-A9C958602BC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7A564BBA-9085-6DEE-1359-CABD52DBFC7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4E70F7E-0367-2727-91CC-AC475CECD2F9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D9646315-2C08-3EAD-8CB5-EC229839CF7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781CB22-FA77-E2CA-110F-DC83A85E98F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FBBF06CA-CA06-7C70-C442-49BDBBA23C7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268081C-1243-9190-A8E0-70331B4EDD0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74B12A69-8BC4-5FC9-7E81-212D79E52B4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99467B07-0445-0649-230F-78016EE28EF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8330142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24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25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W04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7660" y="1412776"/>
            <a:ext cx="38664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Jan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32651FC-8C7A-A688-F58D-7099157F004C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B1858FC-B693-FABA-2B2B-7A9A60F9714A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대한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49FA429-46F4-1C71-81EE-9A23D1F679B4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83D8566-A219-C0EB-072C-2579910A1FFF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8C3F208-EC56-322A-4BDC-6194CF125EC3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D472923-880E-1B96-EA64-AF3EF5A103EC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5BE7DD2-92CC-419B-A56A-F0698FF23474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0" name="직사각형 29">
            <a:hlinkClick r:id="rId5" action="ppaction://hlinksldjump"/>
            <a:extLst>
              <a:ext uri="{FF2B5EF4-FFF2-40B4-BE49-F238E27FC236}">
                <a16:creationId xmlns:a16="http://schemas.microsoft.com/office/drawing/2014/main" id="{097EE6B3-EE83-2164-CB89-89763BF9656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1" name="직사각형 30">
            <a:hlinkClick r:id="rId6" action="ppaction://hlinksldjump"/>
            <a:extLst>
              <a:ext uri="{FF2B5EF4-FFF2-40B4-BE49-F238E27FC236}">
                <a16:creationId xmlns:a16="http://schemas.microsoft.com/office/drawing/2014/main" id="{E3A4B463-A92F-E399-9905-990B6A7A65F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E6ACF92-BEE0-1994-19F7-2102D452C88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33" name="직사각형 32">
            <a:hlinkClick r:id="rId7" action="ppaction://hlinksldjump"/>
            <a:extLst>
              <a:ext uri="{FF2B5EF4-FFF2-40B4-BE49-F238E27FC236}">
                <a16:creationId xmlns:a16="http://schemas.microsoft.com/office/drawing/2014/main" id="{E0D07CBE-D7A3-4FAB-15DC-8969BC7BC49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620713D-AAE6-5605-93E4-94107F76B1E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39" name="직사각형 38">
            <a:hlinkClick r:id="rId8" action="ppaction://hlinksldjump"/>
            <a:extLst>
              <a:ext uri="{FF2B5EF4-FFF2-40B4-BE49-F238E27FC236}">
                <a16:creationId xmlns:a16="http://schemas.microsoft.com/office/drawing/2014/main" id="{481AFFD6-5EF2-3183-F157-1157624FB3D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163BE79-7E37-47CE-A665-167726C0095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49" name="직사각형 48">
            <a:hlinkClick r:id="rId9" action="ppaction://hlinksldjump"/>
            <a:extLst>
              <a:ext uri="{FF2B5EF4-FFF2-40B4-BE49-F238E27FC236}">
                <a16:creationId xmlns:a16="http://schemas.microsoft.com/office/drawing/2014/main" id="{7AC57C94-1AEA-E410-3FCB-102E2390B25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A8201F3-9A2A-2A21-5A3A-9C319C48E28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51" name="직사각형 50">
            <a:hlinkClick r:id="rId10" action="ppaction://hlinksldjump"/>
            <a:extLst>
              <a:ext uri="{FF2B5EF4-FFF2-40B4-BE49-F238E27FC236}">
                <a16:creationId xmlns:a16="http://schemas.microsoft.com/office/drawing/2014/main" id="{40D6C55D-2688-F675-2A97-07081CED069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7CDFC3F-F17F-874A-5354-1B974EF0D782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12C0994C-7096-BCC5-2EE0-D1892083782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245A0AA-D6B8-DD3C-E1EB-EB88D1860546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066C3BA-3AB1-DF86-94D4-C1B1D2C4376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20508324-C5E0-82BE-9953-E6F74A8CC120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4CF0E85B-B4B7-E7E7-3AC8-98DE2A50C81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FFD6463-D7AF-6EC1-19CD-E330DDC7097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F1D938BE-77EF-A065-9955-32AC288B23B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A65B7B74-CAA0-E9B6-4539-54342D3C2E2D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224027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Tue</a:t>
            </a:r>
            <a:endParaRPr lang="ko-KR" altLang="en-US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Thu</a:t>
            </a:r>
            <a:endParaRPr lang="ko-KR" altLang="en-US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26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27</a:t>
            </a:r>
            <a:endParaRPr lang="ko-KR" altLang="en-US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29</a:t>
            </a:r>
            <a:endParaRPr lang="ko-KR" altLang="en-US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31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01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W05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272972" y="1412776"/>
            <a:ext cx="6960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Jan-Feb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4B8AA44-BDB1-27A2-7CBA-DF7B19A9774C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CDA6FF2-483A-A426-F11F-5365812155AA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D21DAC5-C7DD-0190-3D21-993282E44BD8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847F4A5-9BAF-C065-0049-A9199E857929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E979440-C66B-A0C9-2928-2C4BA26AFB41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04D1534-9CF5-7D3F-3BE9-9594B1FEC326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6ECB1F6-A079-9BD9-15DC-FF7E4222AD7B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27A2F6EB-F264-63C5-EF7A-E5257FA3E445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7991D899-A213-71B0-1249-66D2B14F3D7F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680B16D-118F-AD60-87B6-A3173268716A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4F6A5ED5-9706-6FD2-EF83-6F2BC8B9298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0FA6548-55E2-1B04-126C-EE7CA01A761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C2A32439-62D0-23E6-F925-15E82A00172E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F2083BB-20F6-7776-F33C-523AF188FDB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135085C7-D59F-47AB-127A-CEB497728F5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3204509-C112-B75E-7942-630E7E635FD5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9B27EA8A-646D-4243-322A-CFF36BF91F4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A508F5B-1FC0-48D0-F64A-FD78806ED4F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079EB26-036D-AEC9-9D11-16D12FA6C6C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85A1365-A495-D574-10C7-60395509EAA7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06799BD-E645-86B4-4A47-22F61041AEAC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그룹 3">
            <a:extLst>
              <a:ext uri="{FF2B5EF4-FFF2-40B4-BE49-F238E27FC236}">
                <a16:creationId xmlns:a16="http://schemas.microsoft.com/office/drawing/2014/main" id="{528C71FF-2974-0B5A-6328-2A6246A1251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9248F262-71A8-665B-2C34-4B5DE4B74B0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7" name="직사각형 6">
                <a:extLst>
                  <a:ext uri="{FF2B5EF4-FFF2-40B4-BE49-F238E27FC236}">
                    <a16:creationId xmlns:a16="http://schemas.microsoft.com/office/drawing/2014/main" id="{15CEB401-0DB4-F9EF-AC7D-BB1EECAD51E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05E18C4-1790-A825-5DC2-15848A94335F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EBBA0958-BC40-A7ED-0B82-078F25DD86D0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" name="직사각형 5">
              <a:hlinkClick r:id="rId11"/>
              <a:extLst>
                <a:ext uri="{FF2B5EF4-FFF2-40B4-BE49-F238E27FC236}">
                  <a16:creationId xmlns:a16="http://schemas.microsoft.com/office/drawing/2014/main" id="{504E914C-F0FE-0960-648B-5130F8BB5D0E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3824861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06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07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08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W06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8844" y="1412776"/>
            <a:ext cx="40427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Feb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0F1CAE3-6C2F-69F1-8539-434C491D594A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0CA9397-6B1C-D623-E99C-5984E0805BCC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6DA757E-E891-8EB0-EFAB-39AFE53AE6D2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입춘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BC48CA8-F27C-AA0A-BD4E-AFE2AA9E679F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5834B4A-F1CA-B316-4950-72567954CA43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98653BF-B87F-0286-7795-CC7F7F92AC84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C59428B-6967-3CF8-5758-E008F0111D12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964EC336-0B64-DC07-2F4B-E5CDC76185B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9AAEBD55-B1F1-19CC-EA06-6D9A15734C5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18FA29D-6A6F-61F1-2B27-E26E7CAE070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8CBBB19D-BBD6-5110-916A-0EBF4D135565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42EB683-8127-DE74-B02C-191C9D2F926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CE677D5C-6EC3-F1C3-F67B-597EDDD8318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634FE40-0BB2-04F4-2D75-39D01328A325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C43468C4-8C25-259D-8A99-58902EAE61F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AFF4526-9316-7166-F714-E0A7F3EA899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A68112F6-CD78-8BEA-AFB2-35629D3D9672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8763956-FEEA-DBD6-0112-9A10945E8B00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58D9600-696C-E75A-459C-8C87F4515BAB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A7AB99B-002A-5E87-DA26-3D4355D75C3E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4CC69621-2E58-BEC9-DB82-27661F9D4DD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6F278D8F-A02C-90C0-5893-E40160F0B9F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15E2075B-E343-65AF-D99D-45EF89F2B1C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3B0C25E-FFA7-C8BE-74DD-74F9749BADA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32283A17-E63A-7DB2-58F0-AECD5F87D110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3CB5F712-E690-CD5F-2637-6FA6B6EE6D7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9650350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09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14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15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W07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8843" y="1412776"/>
            <a:ext cx="40427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Feb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A5D8FC5-2E44-0B43-6399-3007343F41A8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C6F4BCC-6FB8-67BE-3296-49C72711EAF2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83C9A25-42C8-CCD3-49B3-A086A3D69F76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3424D70-FEC1-69C9-68A9-D428DD6813F2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3F01418-AC8C-2B5F-B1EF-098B746A3189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5FF35BA-C6B5-ECB4-6588-E3371FEEB649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dirty="0" err="1"/>
              <a:t>발렌타인데이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B39A578-7EBA-858B-1B53-34B2016167EC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6E4BD210-072F-A405-68E6-737CDFD677B7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7B2AC742-CFCF-8E49-6019-2A586E212FD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A7DEE12-205F-8031-E9ED-7CCA65931E0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927B4D56-8F67-C818-2B0E-B87DD220F7D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4664197-FE18-E6D3-783C-093A7BCCF55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BAA92631-ABD7-C1AB-F8EB-769997A1992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70E3DA6-F86C-5B66-1BAF-5BAD623861BA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8F3150EB-C8A2-C696-1EFB-339CEC222F8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1D08C42-2260-836C-3A39-DFAC0D132BD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2EC83B7F-7712-0E8D-E959-320A6AFC7BA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FE9D4FD-7736-87CE-916F-AA8A6B37C18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386F9E4-37CD-1181-4AC1-E62755BC2FC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8771C32-D80C-5392-98A4-4FBE594F5026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0459C24-B16B-C9B0-24BF-9FA9933D695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7B3A8669-76E9-44B8-0450-4257E2D743A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D0AB0789-8458-F814-17D5-DF4335C22CC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B50A14-1E87-B89B-FCF9-498F3DAB7DBF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C21FCF31-E90C-6AF6-9491-F6FC5D10554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71B59084-32ED-22C4-A55F-CC6F7D52F002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9554832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Tue</a:t>
            </a:r>
            <a:endParaRPr lang="ko-KR" altLang="en-US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16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17</a:t>
            </a:r>
            <a:endParaRPr lang="ko-KR" altLang="en-US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18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21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22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W08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8843" y="1412776"/>
            <a:ext cx="40427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Feb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ADE61E1-F2EA-0925-5D76-11D0FF00309D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4C8A2D6-5C32-6E36-1513-C0F967D7CCAA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설날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19D0D3B-52FE-8CCC-937A-90BF21558DE7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093CEDC-D064-0D0F-83AD-DB8360F47178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/>
              <a:t>우수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4374D74-9C98-806E-ED27-EAAA57E06777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603247-61D3-CDF5-21F4-0E139C35F1BC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31AB3FC-60B4-B728-EEC8-E7424529FEDB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A7C3B6CB-2D4B-08D6-BCF4-1AF9B853E40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69028CAD-E335-2AC6-4076-FD53D39FA2E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AC85F9B-E072-77E4-AEF5-24FC5829EE4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C2AC7F4C-2958-2519-BCB3-68410FA99B9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5E420E5-2C6F-BCA4-A34C-13ACCECA964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7428FCC3-67B3-E358-A65F-5BB05100B2B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6313663-888E-CF29-212F-47FD8BC609A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C2D3AE12-E281-6267-45A7-5D5B7176CEE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48AFBD8-058C-675C-588D-2E90309617D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77B4B0F6-1161-3A7E-6380-D1920D432BD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AAA0155-ADD6-1E6B-9DB6-C6CB89A7AF5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BEF2A7-039B-69D8-2820-F197B601BDC0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CFD89C3-6D62-3592-CB08-FD6AFB0A33C8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215B6927-13CE-D779-0612-DAFB6C5E9564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7ACF6673-425B-76E3-57E8-BBEC86184DD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50134EBF-FA45-4E23-F40A-0BA1043C0F0A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F419398-40D1-2CF4-1007-ED42FD806D5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9F023841-D53D-2225-4641-A9267BB2369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D6DB5832-E534-ECEF-98FF-EFF8A946CC2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4751180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27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28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01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W09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197629" y="1412776"/>
            <a:ext cx="84670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Feb - Mar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877CD6F-A54F-DCED-6C3B-9706387D56AC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9F16823-EFC5-77BE-C90C-19DB2E514177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047F8F6-92C1-5139-26CC-5EAFE67CA393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2AF8F6D-DF22-9559-68E2-A3DB0E1C663A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AEA6DAB-BB72-F722-47EF-E1B4D8121058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935DB6B-EBDF-AA79-4163-DD71DDBFDC6A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>
                <a:solidFill>
                  <a:srgbClr val="8B8B8B"/>
                </a:solidFill>
              </a:rPr>
              <a:t>2.28</a:t>
            </a:r>
            <a:r>
              <a:rPr lang="ko-KR" altLang="en-US" dirty="0">
                <a:solidFill>
                  <a:srgbClr val="8B8B8B"/>
                </a:solidFill>
              </a:rPr>
              <a:t>민주화운동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41F6368-6D9D-8174-CB20-D27E6076F494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삼일절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14074A22-B61A-92A2-E897-EFD0D58D40E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A7BB75BC-4792-BD47-7F17-1B139E7BA9E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4CA641-0E76-48DE-5D7C-FB2D9913E5C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12563C7B-A94D-17FE-7004-A2C1062D1AF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2BD1858-C4E6-8C2C-2A35-4E49E2E0ECED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3F9D0B7A-25BE-8262-E7B7-81FB90286E3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A42BFAD-C83F-CE6D-7384-850932E3E3B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654D7BD5-71A3-5D6D-7A3E-6A35445F3549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432A75F-5827-FB71-12A9-7CC299A59587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296E5767-C73D-597A-0A36-AFCF9A07AD6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A0988FA-B889-8B41-F616-DA8A0C1CCA4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CBF55BA-8350-F683-C490-F8B089033E8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7B9147B-8831-DE09-FF8D-3E232EA72A69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26BE4321-1C1B-C7E6-34AD-B24D2E9DA6E3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20B8A269-0629-9BB9-A24B-A82E4785B23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837D361-D6A3-8162-9976-76FACBB3ED0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F921481-9E69-51A0-AE84-645659A9B77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73DD9394-15C4-20D2-4A20-E9D8CE87843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541C96CB-FBD8-C28E-36BE-C32D7C44574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79984215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04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07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08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W10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93996" y="1412776"/>
            <a:ext cx="45397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CC57C97-98E4-9768-B1AE-AFA8657811CF}"/>
              </a:ext>
            </a:extLst>
          </p:cNvPr>
          <p:cNvSpPr txBox="1"/>
          <p:nvPr/>
        </p:nvSpPr>
        <p:spPr>
          <a:xfrm>
            <a:off x="2970854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정월대보름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>
                <a:solidFill>
                  <a:srgbClr val="8B8B8B"/>
                </a:solidFill>
              </a:rPr>
              <a:t>납세자의날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2A14AF9-538D-310D-DEC8-F045F7CFB3CF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경칩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B2BCCA5-9530-5385-4B10-142BAB8B6B30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C0B6F78-1C0F-8C02-9ED3-247744ECCB0D}"/>
              </a:ext>
            </a:extLst>
          </p:cNvPr>
          <p:cNvSpPr txBox="1"/>
          <p:nvPr/>
        </p:nvSpPr>
        <p:spPr>
          <a:xfrm>
            <a:off x="10690112" y="4453001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sz="900" dirty="0">
                <a:solidFill>
                  <a:srgbClr val="8B8B8B"/>
                </a:solidFill>
              </a:rPr>
              <a:t>3.8</a:t>
            </a:r>
            <a:r>
              <a:rPr lang="ko-KR" altLang="en-US" sz="900" dirty="0" err="1">
                <a:solidFill>
                  <a:srgbClr val="8B8B8B"/>
                </a:solidFill>
              </a:rPr>
              <a:t>민주의거</a:t>
            </a:r>
            <a:endParaRPr lang="en-US" altLang="ko-KR" sz="900" dirty="0">
              <a:solidFill>
                <a:srgbClr val="8B8B8B"/>
              </a:solidFill>
            </a:endParaRPr>
          </a:p>
          <a:p>
            <a:r>
              <a:rPr lang="ko-KR" altLang="en-US" sz="900" dirty="0">
                <a:solidFill>
                  <a:srgbClr val="8B8B8B"/>
                </a:solidFill>
              </a:rPr>
              <a:t>여성의날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C46CCCEE-443E-DEA4-03F0-E08C9C9BC81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646A26AC-5073-5139-0C55-B4EC96A338E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D8D7642-A175-BF9E-2721-F98BDCE23D4C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70B5647F-30FD-4130-9A1B-EE5AA4027C6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B3DD884-15C8-A960-8B56-B5AF642D201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2C3B0691-B0CC-E08A-0753-BF3275FF0FF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2D164F3-2413-B640-7172-B67B52A362E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0BFD6167-4D75-4305-3877-7A2D5B6AC30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6D05561-BDF0-15C0-020A-623877BDC8E5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79315B3E-F550-6327-1320-BFA334BCCD7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81103CE-4DDB-5051-6915-6A080AA1E40C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F9CFD31-E42F-D0D6-7AEC-8198BBB075F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C7B8664-2847-6A8B-4E5F-70694CD6BD98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0BF860B-3536-EA0A-5FB8-120E5D4C5A5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41BDF494-A368-2D7C-9EA6-F1A67EF3A78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71EE3A1A-32D9-8467-8F4E-E611F6127B8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4F04353-B230-9DFA-8C88-FCA312A1B79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BB86C7D7-64C4-8108-56D1-21192000FA2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25011204-EA53-042B-BF76-25099939E0D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5970140E-D3D2-12CA-743E-F3170613AD5B}"/>
              </a:ext>
            </a:extLst>
          </p:cNvPr>
          <p:cNvSpPr txBox="1"/>
          <p:nvPr/>
        </p:nvSpPr>
        <p:spPr>
          <a:xfrm>
            <a:off x="1036071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대체공휴일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D795205-1469-6AA8-BF51-118A57432787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0F57CBD-DA2B-332A-97B4-0BCE2EA75F0D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>
                <a:solidFill>
                  <a:srgbClr val="8B8B8B"/>
                </a:solidFill>
              </a:rPr>
              <a:t> 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31220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14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15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W11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93997" y="1412776"/>
            <a:ext cx="45397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4538884-7D93-ACB6-FA9C-FD2AB8F804EB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0E2BA88-427A-8CC6-B2DE-82E129147343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7527E83-142C-BCFF-AF6C-6BEEA23892D5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84BD217-A255-A06B-3C3E-BF7A0866D315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4E4354A-7205-C62E-B7F1-18823450957B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sz="900">
                <a:solidFill>
                  <a:srgbClr val="8B8B8B"/>
                </a:solidFill>
              </a:rPr>
              <a:t>3.15</a:t>
            </a:r>
            <a:r>
              <a:rPr lang="ko-KR" altLang="en-US" sz="900" dirty="0">
                <a:solidFill>
                  <a:srgbClr val="8B8B8B"/>
                </a:solidFill>
              </a:rPr>
              <a:t>의거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B3D64452-4727-B218-9126-158B9E3D2D5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1E4686A2-A90A-61DC-949F-E8FF1C3793D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1470EB2-3B3A-56E9-FBBE-32F02254474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2CDED14B-B82F-C673-7F87-D9C9081E7CF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27AB78F-BBE4-B3D7-CECD-7C9C2D79625D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35F26ADC-8F35-06D5-3FC2-602AA0D7272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64AB404-4C0B-7CF0-B223-6D43339D813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ECF90D7C-8CC4-AEE1-DB09-7AB51DFDB87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FD0DBCC-2BC5-5902-11C5-F25CF4F0237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B00ED28D-FAAE-1C58-68FA-D97FE59F6D5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3333083-39AC-C4D5-98A5-7124B2346A40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C54FF8B-0689-A69D-9C64-416AA32BAC4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856BCCD-5FA7-477B-9AE8-CC8D300DBEC5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0939FC4-7D7A-E8EF-1B12-A9CD6B6426ED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E41D610A-0DA3-9B46-D3EF-8B522ABABE57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AD00778-4628-8441-1E81-AE1464BAA17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C999393-7754-C98D-CF60-45387F50DC2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2761C99F-953C-B8C8-2B2C-1D5D1F7DF0E1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D594A86C-DB38-AF04-473D-7569E5221A0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EDE7C07F-19E5-DF12-AE77-DA27B7AC50BE}"/>
              </a:ext>
            </a:extLst>
          </p:cNvPr>
          <p:cNvSpPr txBox="1"/>
          <p:nvPr/>
        </p:nvSpPr>
        <p:spPr>
          <a:xfrm>
            <a:off x="10690112" y="1925557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 dirty="0" err="1">
                <a:solidFill>
                  <a:srgbClr val="8B8B8B"/>
                </a:solidFill>
              </a:rPr>
              <a:t>화이트데이</a:t>
            </a:r>
            <a:endParaRPr lang="ko-KR" altLang="en-US" sz="900" dirty="0">
              <a:solidFill>
                <a:srgbClr val="8B8B8B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C8D434E-7E0C-DC9B-C7B5-EB1AE07F0DA9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69433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895274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895274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21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22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W12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93997" y="1412776"/>
            <a:ext cx="45397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05E253E-781D-6CE8-97E1-7AD47E1411F2}"/>
              </a:ext>
            </a:extLst>
          </p:cNvPr>
          <p:cNvSpPr txBox="1"/>
          <p:nvPr/>
        </p:nvSpPr>
        <p:spPr>
          <a:xfrm>
            <a:off x="1041040" y="191683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0E3D1D7-5096-8AF1-C6FE-9CCBBB10B9EF}"/>
              </a:ext>
            </a:extLst>
          </p:cNvPr>
          <p:cNvSpPr txBox="1"/>
          <p:nvPr/>
        </p:nvSpPr>
        <p:spPr>
          <a:xfrm>
            <a:off x="2970854" y="191683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9EC2786F-5057-2EB5-D959-F6AD37A1D86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7DBEA077-3C2A-7ABE-47B8-35E5E704D28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7FE542-6306-FA1E-AB51-57FB4E25617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AE5546F-DDA5-30B2-DED4-246497723EB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6CA5986-92F6-C055-A21C-A34F3F89CC7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EC3C2F3E-D395-D920-13AE-E87604E38766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9348E47-8321-3713-185E-5296BA49A4D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37B51AB4-100F-EC6C-1821-FAB5E81EE9A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08C9911-4F03-217B-455A-CAB309E99B86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12851C0A-8412-E524-5A1D-A56FAF3E362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36757E9-99D9-1705-4BA6-44D1113157B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70162F6-9BDF-1D86-5873-0EECD247B15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40F593F-7100-2ED2-E593-51598D8B154C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4DBDA92F-6289-9E2D-A817-89C0C173287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778E09E4-1DB4-13C8-D308-B34B7175C0B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B753514D-4E29-75A7-1FE2-03DB66F47C4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4D702289-C589-B74C-76FE-73D0FFA683C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820100A6-3799-9AE6-E49B-E5D25BEE5D6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8FF7B194-E11E-8243-FF9C-947A9AF38C9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1288B089-22CF-E4FF-03F5-D81684024D3F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상공의날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C605DBC-5358-DC04-2592-B7A094C47786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>
                <a:solidFill>
                  <a:srgbClr val="8B8B8B"/>
                </a:solidFill>
              </a:rPr>
              <a:t>의용소방대의날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980F0AF-5C3F-739A-8B7F-0F3F3585C9F8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E7CE8A1-E8FA-08B2-CD04-7063B0AF434D}"/>
              </a:ext>
            </a:extLst>
          </p:cNvPr>
          <p:cNvSpPr txBox="1"/>
          <p:nvPr/>
        </p:nvSpPr>
        <p:spPr>
          <a:xfrm>
            <a:off x="10690112" y="1925557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9851C13-DCFF-65ED-B44B-75696C768C42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춘분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8188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895274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895274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28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29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W13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93997" y="1412776"/>
            <a:ext cx="45397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84D6CC6-7E1E-CA59-C2C0-3BA9ACE4EDEA}"/>
              </a:ext>
            </a:extLst>
          </p:cNvPr>
          <p:cNvSpPr txBox="1"/>
          <p:nvPr/>
        </p:nvSpPr>
        <p:spPr>
          <a:xfrm>
            <a:off x="1041040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EFDFC19-C126-A814-BD60-1B6F566C1EB1}"/>
              </a:ext>
            </a:extLst>
          </p:cNvPr>
          <p:cNvSpPr txBox="1"/>
          <p:nvPr/>
        </p:nvSpPr>
        <p:spPr>
          <a:xfrm>
            <a:off x="2970854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49CDF9F-2501-EFCC-4673-522B658B8574}"/>
              </a:ext>
            </a:extLst>
          </p:cNvPr>
          <p:cNvSpPr txBox="1"/>
          <p:nvPr/>
        </p:nvSpPr>
        <p:spPr>
          <a:xfrm>
            <a:off x="4900668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E438D94-AF94-7EA0-0CD6-790B468068C0}"/>
              </a:ext>
            </a:extLst>
          </p:cNvPr>
          <p:cNvSpPr txBox="1"/>
          <p:nvPr/>
        </p:nvSpPr>
        <p:spPr>
          <a:xfrm>
            <a:off x="6830482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2394F67-5BCB-C0ED-6316-A9F2C8DB73AF}"/>
              </a:ext>
            </a:extLst>
          </p:cNvPr>
          <p:cNvSpPr txBox="1"/>
          <p:nvPr/>
        </p:nvSpPr>
        <p:spPr>
          <a:xfrm>
            <a:off x="10690112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0399D5C-BCB3-047F-EB0E-2346D4A04BA6}"/>
              </a:ext>
            </a:extLst>
          </p:cNvPr>
          <p:cNvSpPr txBox="1"/>
          <p:nvPr/>
        </p:nvSpPr>
        <p:spPr>
          <a:xfrm>
            <a:off x="10690112" y="4453001"/>
            <a:ext cx="99371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B093964C-FE7E-B703-59A0-AB37F850733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55876CF8-939B-21AC-BB04-D214320D3AD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4E274A2-ED3F-71F0-DAF0-2594D54F3BD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65848386-CC11-9824-F9F0-45058B1F8FE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A13455E-427D-A033-30E9-425D083614B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A559F8D8-162B-9C91-C140-9D320BFF33F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82C5FFE-13E8-D5F8-1CEC-4322038FD235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D5241D39-51CF-A801-BE40-8598FED6E459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6FB4940-69C6-EC2B-63FE-820E6DA3C41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C580777C-B83B-B453-6B12-1E86320C30D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EBD2353-479C-1DCE-24C6-7E958EA20EF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7BB83B0-65EF-E661-89F5-A3DE4F78EEC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E017C87-3946-1073-40AD-B3CD1FC3FB37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C6110DD-AB97-2CE1-C7A7-1C4E8F4CA07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389D5C5C-AE8C-43A1-91D5-1AD8A5D3712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EDA67C1-7743-5E99-D2A4-373D5D07B7D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D7FB8FD-7A9E-77FF-18C8-133189C9AD81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3494921-3416-19F9-DF36-12CE1728A123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7F8578AD-EC75-A22F-B7A1-4101DC4DE22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EFADD201-7AE4-6E86-A49D-7B725826F957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서해수호의날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2868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895274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895274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04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05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W14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189616" y="1412776"/>
            <a:ext cx="86273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Mar - Apr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594BBB8-77B3-C883-F511-5FAB96215914}"/>
              </a:ext>
            </a:extLst>
          </p:cNvPr>
          <p:cNvSpPr txBox="1"/>
          <p:nvPr/>
        </p:nvSpPr>
        <p:spPr>
          <a:xfrm>
            <a:off x="1041040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05733A-A1C5-11DA-2B5B-6896D949B236}"/>
              </a:ext>
            </a:extLst>
          </p:cNvPr>
          <p:cNvSpPr txBox="1"/>
          <p:nvPr/>
        </p:nvSpPr>
        <p:spPr>
          <a:xfrm>
            <a:off x="2970854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886FCCB-C999-951B-C82F-41D8FD54AA95}"/>
              </a:ext>
            </a:extLst>
          </p:cNvPr>
          <p:cNvSpPr txBox="1"/>
          <p:nvPr/>
        </p:nvSpPr>
        <p:spPr>
          <a:xfrm>
            <a:off x="4900668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29FE96-9BBC-043E-2C32-891E306E8B5F}"/>
              </a:ext>
            </a:extLst>
          </p:cNvPr>
          <p:cNvSpPr txBox="1"/>
          <p:nvPr/>
        </p:nvSpPr>
        <p:spPr>
          <a:xfrm>
            <a:off x="10690112" y="443711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dirty="0">
                <a:solidFill>
                  <a:srgbClr val="8B8B8B"/>
                </a:solidFill>
              </a:rPr>
              <a:t>청명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>
                <a:solidFill>
                  <a:srgbClr val="8B8B8B"/>
                </a:solidFill>
              </a:rPr>
              <a:t>식목일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02C5DB4B-91D2-C691-CABE-AFF229698DF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B3452DD5-DF65-1167-C441-568A53BE568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C748EAA-5EFD-61AB-4B57-76D5E55881BA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F21B358-09C1-5FF9-5963-0E0EB2A088C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9852497-442C-FAD7-FE1D-07FD3DB269F5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390E066B-F33A-8875-38CC-C3126222E96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5C9A3FE-ECB4-BD7D-9ABB-C7526DE1A16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05E3CAF5-8279-8578-F211-31CD43C1E34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CEAA6A8-9CEE-436A-43DC-D7FF2DDBC256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AA704643-013E-57BF-E470-E369D8A3E42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EA8109E-AAF7-E641-3B64-597A4E5C0362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BB4E54A-9717-5CE0-5F42-236C5D25337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48CC7D0-B21C-1288-CC67-F79E27192F56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D94EB42-6826-3BCA-E751-9AABA606F88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9D22F46E-2E0D-781D-C52B-A314C0C62F5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9696EFD-E8AD-A63F-8985-A4FB907782C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AF1A49D-31EE-6DEF-EA04-778517D5DE3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ECEFAD6-9777-1A8A-97D1-32EDBF7B4D4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CABF0086-4DD9-830A-4E82-B0C8FE90413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20C21C7C-FA47-5E19-AC6D-C829486ED72D}"/>
              </a:ext>
            </a:extLst>
          </p:cNvPr>
          <p:cNvSpPr txBox="1"/>
          <p:nvPr/>
        </p:nvSpPr>
        <p:spPr>
          <a:xfrm>
            <a:off x="6830482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AE6D28E-0191-4478-C60D-AF5413A43D77}"/>
              </a:ext>
            </a:extLst>
          </p:cNvPr>
          <p:cNvSpPr txBox="1"/>
          <p:nvPr/>
        </p:nvSpPr>
        <p:spPr>
          <a:xfrm>
            <a:off x="10690112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4F5C2CD-C39B-B218-BFB4-04FF0C5F3F9E}"/>
              </a:ext>
            </a:extLst>
          </p:cNvPr>
          <p:cNvSpPr txBox="1"/>
          <p:nvPr/>
        </p:nvSpPr>
        <p:spPr>
          <a:xfrm>
            <a:off x="8760296" y="1895274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>
                <a:solidFill>
                  <a:srgbClr val="8B8B8B"/>
                </a:solidFill>
              </a:rPr>
              <a:t>4.3</a:t>
            </a:r>
            <a:r>
              <a:rPr lang="ko-KR" altLang="en-US" dirty="0">
                <a:solidFill>
                  <a:srgbClr val="8B8B8B"/>
                </a:solidFill>
              </a:rPr>
              <a:t>희생자의날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예비군의날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749548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08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11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12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W15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0828" y="1412776"/>
            <a:ext cx="42030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Apr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6ADE708-4701-7D88-547D-34F9224DD244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>
                <a:solidFill>
                  <a:srgbClr val="8B8B8B"/>
                </a:solidFill>
              </a:rPr>
              <a:t>보건의날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4DB28FF-597B-B396-66BB-FB2CB68A4A0C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265F502-5A1E-9ACE-EAE5-01DA128FD2AB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A771CEF-6AA0-1808-5F4A-845E60D05EBA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>
                <a:solidFill>
                  <a:srgbClr val="8B8B8B"/>
                </a:solidFill>
              </a:rPr>
              <a:t>0000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44E797E3-8D63-4885-BA47-BA61FE19157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E9BC5569-D080-10DE-F69B-401CC9311C6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08A76A2-8AAE-373C-9F90-AAFCFAAA487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FD6A9618-3A0B-A646-7605-64DA91FCEC65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12CB37D-1DFB-F823-2CC7-3FAE14DF29F0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9ACE77E7-FE87-03D9-F69A-40DDCC506C3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B925173-D303-05B3-3D2F-F82B2762A6E4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2476037C-3B4E-8F14-65C7-E96F1136548F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5467FF5-4330-D484-CFF2-2A3E1CCA3EF5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4D6319BC-0470-0100-B467-A18123AC79F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4114D98-FA29-4FC1-14B2-413DB453AE7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488F957-51EB-F82D-7ECC-AC541FA08E8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9209AC2-851B-7C88-6AE6-1D5DD1DD0EEA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8300024-3273-09E1-9940-3CDCE12E19D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87B75094-ED5F-9CBA-5AD0-0B038E509A9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562FCB54-8238-2502-08C9-E300BCBF54FF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A10C151-D975-7323-EC96-58175D34A70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3824CA63-94E2-1A4B-2ACA-A88B98905F7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D01B7567-281D-63F1-8D17-4F84453069B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8F4527D9-D27F-9395-58D5-1820362FD8EC}"/>
              </a:ext>
            </a:extLst>
          </p:cNvPr>
          <p:cNvSpPr txBox="1"/>
          <p:nvPr/>
        </p:nvSpPr>
        <p:spPr>
          <a:xfrm>
            <a:off x="1041040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E05FCB8-D50C-5619-0337-7A66168A95A6}"/>
              </a:ext>
            </a:extLst>
          </p:cNvPr>
          <p:cNvSpPr txBox="1"/>
          <p:nvPr/>
        </p:nvSpPr>
        <p:spPr>
          <a:xfrm>
            <a:off x="10690112" y="1895274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dirty="0">
                <a:solidFill>
                  <a:srgbClr val="8B8B8B"/>
                </a:solidFill>
              </a:rPr>
              <a:t>임시정부수립일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도시농업인의날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9C8C22D-7800-9916-4A05-EFFA9DE90460}"/>
              </a:ext>
            </a:extLst>
          </p:cNvPr>
          <p:cNvSpPr txBox="1"/>
          <p:nvPr/>
        </p:nvSpPr>
        <p:spPr>
          <a:xfrm>
            <a:off x="8760296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>
                <a:solidFill>
                  <a:srgbClr val="8B8B8B"/>
                </a:solidFill>
              </a:rPr>
              <a:t> 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588910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18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19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W16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0828" y="1412776"/>
            <a:ext cx="42030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Apr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BE0C905-17EB-DA98-8B08-5E593B0197F7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13A96D-FDDF-CFC6-BBBF-586617E33422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F1C0F22-1F0F-8F81-66D2-05C0F9B7486B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국민안전의날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F80FF1B-24F9-8034-24C7-FEBA3F757296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2F2064AC-41FA-BE4F-B962-3E1AB058742C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B3BC7B03-8647-EEF7-1DA0-6714E78480D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84AE15B-3A2A-2657-BD5B-3645FE797D3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944AEAE-010B-FE47-13A1-8ECD1E70A70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126CF39-C36F-E84B-DBA9-77E70EC5FF2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B4355D44-A65D-E648-0BB2-C3885B64361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6886E7F-AD0B-5F0A-AF76-E2895CA9EE0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4A1757A4-2394-8221-53DD-AAC2FDA2EBFF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F6AAA3E-5E1B-ACEC-0953-2E6D14325BF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A0FC730B-C6F4-3A18-AEB6-8821200DB3A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537C262-917F-285E-BE15-E71B2E90DC1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1D7445E-B23D-0360-5BA4-B4CC806B5FF0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DF9C35-E743-173C-56BB-AE54E470D47A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93D7305-1E13-57C7-B16C-6869C7BFAC06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E48C31AF-CBB8-21CE-60BE-A431BFC4067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DD2DCBFA-8450-84FF-7AE2-F0EB4C8C25C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1D77D9C-EE35-AFAA-35AB-29E8A1640F8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CA73BCC2-C01D-776B-715A-7719DE9A168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396D96DE-C5D4-85FE-E081-A2FE0839166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4F4A8707-349F-3CFB-1C44-963E3708CA59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D48F98D-5751-6D01-F200-EAAA8B88DD34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>
                <a:solidFill>
                  <a:srgbClr val="8B8B8B"/>
                </a:solidFill>
              </a:rPr>
              <a:t>4.19</a:t>
            </a:r>
            <a:r>
              <a:rPr lang="ko-KR" altLang="en-US" dirty="0">
                <a:solidFill>
                  <a:srgbClr val="8B8B8B"/>
                </a:solidFill>
              </a:rPr>
              <a:t>혁명일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F478A7C-B8C1-869C-0CA3-B6F5CD7C882C}"/>
              </a:ext>
            </a:extLst>
          </p:cNvPr>
          <p:cNvSpPr txBox="1"/>
          <p:nvPr/>
        </p:nvSpPr>
        <p:spPr>
          <a:xfrm>
            <a:off x="10690112" y="1895274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>
                <a:solidFill>
                  <a:srgbClr val="8B8B8B"/>
                </a:solidFill>
              </a:rPr>
              <a:t> 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344812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25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26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W17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0828" y="1412776"/>
            <a:ext cx="42030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Apr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5AF4E6A-8192-CFA8-C095-4AD01ED7A756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정보통신의날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D1B5F87-C1BB-43C5-5815-DA4052FAFBAF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925ADC6-5651-95FB-0048-138C9C7ACB1A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법의날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DC8F58-ECE1-834B-55DC-28300FA8972D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B8121D19-8035-749F-30AD-23BCB693C15C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47335C45-A710-1EFD-5ADC-A60E1CD7B3EF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155BA6C-3655-F2DC-3904-4F40A4F5356C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85D6DBA8-27C7-A782-1C0C-FEFEE3B0F90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D951A5F-5CC8-0DD7-190F-FA7CFEAC4A2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3AD45563-908E-9726-B064-3E005E994E4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79FAE2F-B7B6-3642-DEDA-B3FD606A1B14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20BCB5B8-CDF5-BBDA-0FED-CB58BCA7199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31BE100-5543-E523-2C10-8D3D30FD99D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20752BA0-BF0F-E480-D925-688169979AA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73E25A6-91DC-4E2E-5C93-532BEE5BC29F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C1A7D39-2805-8066-6641-08ABBEF1D4F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00A0F11-C75E-A357-8BB1-811B9F1772D9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14CA33D4-1FF8-F1D2-4717-764050A1B57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8E3C89DD-98CF-DA43-B743-D630966296B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F849B25A-E3F0-EB91-66BC-CB00B71878F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A86D404-BAA8-C134-813A-D4BEA194F8B1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D9A26F04-49B5-D717-A2CA-8E87F00425C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2ACC1CEE-8211-2F89-71D0-F822C795C242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B3B7E112-663C-B5CC-8999-84877E6192DB}"/>
              </a:ext>
            </a:extLst>
          </p:cNvPr>
          <p:cNvSpPr txBox="1"/>
          <p:nvPr/>
        </p:nvSpPr>
        <p:spPr>
          <a:xfrm>
            <a:off x="1041040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곡우</a:t>
            </a:r>
            <a:endParaRPr lang="en-US" altLang="ko-KR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장애인의날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A30011F-5D33-B13E-FA81-664248791AAE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과학의날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93BAA7E-170E-DA7A-E3AF-89C9DAD7C932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 err="1">
                <a:solidFill>
                  <a:srgbClr val="8B8B8B"/>
                </a:solidFill>
              </a:rPr>
              <a:t>순직의무군경의날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824622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02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03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W18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181599" y="1412776"/>
            <a:ext cx="87876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Apr - May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532D0E7-CDAA-E83E-70E1-1BB35645FD3F}"/>
              </a:ext>
            </a:extLst>
          </p:cNvPr>
          <p:cNvSpPr txBox="1"/>
          <p:nvPr/>
        </p:nvSpPr>
        <p:spPr>
          <a:xfrm>
            <a:off x="2970854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충무공탄신일</a:t>
            </a:r>
            <a:br>
              <a:rPr lang="en-US" altLang="ko-KR" dirty="0">
                <a:solidFill>
                  <a:srgbClr val="8B8B8B"/>
                </a:solidFill>
              </a:rPr>
            </a:br>
            <a:r>
              <a:rPr lang="ko-KR" altLang="en-US" dirty="0">
                <a:solidFill>
                  <a:srgbClr val="8B8B8B"/>
                </a:solidFill>
              </a:rPr>
              <a:t>산업재해근로자의날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48C8B07-E044-A63F-1A3C-3042440AAEC7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EE563CF-3028-FEF3-995D-7B91A552BBE8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근로자의날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4E810C4-6D69-BCF3-63E9-CE1190622733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ACD79BC-D316-D967-B5D3-5196CA64DDA1}"/>
              </a:ext>
            </a:extLst>
          </p:cNvPr>
          <p:cNvSpPr txBox="1"/>
          <p:nvPr/>
        </p:nvSpPr>
        <p:spPr>
          <a:xfrm>
            <a:off x="10690112" y="443711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EDFABBE8-EC04-9159-975A-552ED2DF84A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BF834A44-AED9-A48C-5D4C-2320D10EEBF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4FB5722-328B-9190-35A1-B646567FAF7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4846BA5A-D227-4089-3D0F-BE1B9C9134D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87CF6E6-9CE4-8D5F-C120-BA8602DE78A3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16C29E3E-764C-FA0A-680C-64CE7F7F3DCB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522EEE7-02FA-6D3F-CA55-2F82415AE3B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BDAC694A-2E14-37F6-FB1F-9A05702A9BB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0DF1740-4D8F-2368-B06C-19822235106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C15FDAEC-E751-4ABD-E5F8-58AB65A3B0D4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1069EE6-A954-3589-F02F-00AAB7072279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F63BD60-61A5-C60B-EC18-76C53BFC787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4284AF9-968E-83A2-91C7-D30567A94902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24FBCB10-48FA-E091-9112-3D7BBB5DD4D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AE0A2DA-73B8-38D2-A88D-F48AABF4616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0531812B-54CF-D54D-1ABE-B7BA42182D60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84D8703-A242-212B-EF5D-FFF47547083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F813AB97-7A17-D0C6-3C2B-DAF8C48D03E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C4317A89-6403-2573-ADC8-153D718C938F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19506A01-CE2D-5E5F-94E1-87B5EA37DAE7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4D97A5E-BF37-117B-E30A-15C046CE4465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8041378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Tue</a:t>
            </a:r>
            <a:endParaRPr lang="ko-KR" altLang="en-US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04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09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10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W19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85982" y="1412776"/>
            <a:ext cx="47000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May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26D2DC9-889F-246E-B39C-953290630157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3574101-2CEE-56D6-F580-168592BCE2C6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어버이날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EE9DF19A-F78B-497A-F82B-2BEB2CAD041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4BFA5167-8192-1EAF-FB70-6BBF70EAF25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BFC2A95-CDBF-BD85-6695-0A8B4567EC4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386C8244-4D24-B054-C86F-11162F86DDE4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F4708D2-B23F-BFD7-CB56-B76C67D3CF6A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06EB00CC-F4FC-8B04-D8B3-E52CA8A0AE6E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F48D91E-BA4A-9D94-9192-B5DD9ACBC4A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C4485CF2-82E7-8444-3C44-DB6ADA9226B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BF61EEA-C832-E957-6B4E-9C10A2FB0DA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E3B83193-A8FA-DA99-0CC9-9DDE9C43555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978D984-E4AC-7671-5188-CD22B113D87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87D2CCC-6BCF-56B4-B0A5-A4F353CB60A5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FD64BCF-F66C-1C3A-8FF0-F4A1892BD56E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D2823FA-4DDC-ECDA-1168-0BBE976DC4F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30AC949F-23B9-D5E7-278F-0BACE2C2EFB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7DC239B3-1781-570D-A236-9394C3BB589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91B4E9E-B1F7-292D-029F-574F355B316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906FC843-672B-D42B-88C2-E35415F51050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3ADA0E6C-CC63-DA81-7AC8-2F55A95A78DD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409338EC-7E2C-2A26-4CC8-8931F4569E3F}"/>
              </a:ext>
            </a:extLst>
          </p:cNvPr>
          <p:cNvSpPr txBox="1"/>
          <p:nvPr/>
        </p:nvSpPr>
        <p:spPr>
          <a:xfrm>
            <a:off x="2970854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입하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>
                <a:solidFill>
                  <a:srgbClr val="8B8B8B"/>
                </a:solidFill>
              </a:rPr>
              <a:t>어린이날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1C21002-7DDB-D722-BF5A-FE3BF2241FFD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AA35BBB-F211-75E7-9B36-ABE9A92324EA}"/>
              </a:ext>
            </a:extLst>
          </p:cNvPr>
          <p:cNvSpPr txBox="1"/>
          <p:nvPr/>
        </p:nvSpPr>
        <p:spPr>
          <a:xfrm>
            <a:off x="10690112" y="443711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유권자의날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한부모가족의날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2F90FE4-89A5-4A9A-D314-39FB3AD44F89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AB5B63E-C7B0-BB9C-720E-9DFD5D2B27E7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9427202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13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16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17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W20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85982" y="1412776"/>
            <a:ext cx="47000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May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6FE5605-9139-6CCB-2170-1033D427EF77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1972070-F862-77CC-C224-C0CF72B1AED4}"/>
              </a:ext>
            </a:extLst>
          </p:cNvPr>
          <p:cNvSpPr txBox="1"/>
          <p:nvPr/>
        </p:nvSpPr>
        <p:spPr>
          <a:xfrm>
            <a:off x="8760296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스승의날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세종대왕나신날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389AF86-9A83-8B7B-50A8-09B4F4071CA4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3BC7C494-C1CD-84BD-D0FA-FF9ABCA4864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273FEDB0-F419-8431-6AD2-E379E565601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533CED8-FC87-2A8B-A963-E596BBC05E86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ED9B5BFF-EE29-C6A9-0AFF-6BCAE849430A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48117FC-403F-27CB-2346-0F6B36EF1FF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05E3DDFD-CB51-CBE3-A2EF-97385A8D7B2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2CD16B6-F314-D08E-6B4C-8799AFF289D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3222461C-4F84-0294-AFDF-B91BFA7CF7B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212437E-E293-39F3-6515-65D77D6424CF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DE57A5C3-52EA-CC85-3039-388F9BE9EF8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3E1EB96-55F9-930E-A5F3-64D0790F35BC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FA5AF53-AAFB-DF8C-C85F-4570A9F8B50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C26CC20-BBF6-602D-7B44-A6A15C6BE4DD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EBFE608-B66B-6F06-178F-303EE51AD90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0637E76B-6928-1EA9-7FDF-B7BA5D36BBF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7AF1FFF5-7D4E-4473-B186-F0647CA909B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F490B43-78C2-7C01-8F7C-FB763F5B637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770F38C3-601D-249A-B02B-74971F59DF6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5AD7B04F-4A0C-397D-1C66-CCF6B9A7D8D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E752A64C-2DCB-41E7-9987-5B7362D4BEF8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29BBC9C-7E0B-ABCE-9A77-88CEF3CEA808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식품안전의날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51D7368-A8BE-6CA2-240F-A58395D9FC94}"/>
              </a:ext>
            </a:extLst>
          </p:cNvPr>
          <p:cNvSpPr txBox="1"/>
          <p:nvPr/>
        </p:nvSpPr>
        <p:spPr>
          <a:xfrm>
            <a:off x="1041040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동학농민혁명</a:t>
            </a:r>
            <a:endParaRPr lang="en-US" altLang="ko-KR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입양의날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1AD01ED-7701-8570-F3E7-78885ABA913F}"/>
              </a:ext>
            </a:extLst>
          </p:cNvPr>
          <p:cNvSpPr txBox="1"/>
          <p:nvPr/>
        </p:nvSpPr>
        <p:spPr>
          <a:xfrm>
            <a:off x="10690112" y="443711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>
                <a:solidFill>
                  <a:srgbClr val="8B8B8B"/>
                </a:solidFill>
              </a:rPr>
              <a:t> 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196876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23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24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W21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85982" y="1412776"/>
            <a:ext cx="47000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May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BC803F2-1E64-A7CF-D627-9B136C661B92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4BEA8F1-9647-82F1-6E8B-15CD2B4CC0C0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석가탄신일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DDED70EA-0697-9A0A-506A-78321BC896C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E4CEC8C3-43DA-DED6-31CB-EA3E5AD22AB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450E77A-17BF-81CD-2AE2-5224A6A90AC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3F82B5F3-AB5C-B2AF-4B22-9C766A0A6370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A2D3AE5-0003-3C55-8F41-AD80F7C4D75D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654B8ED5-B5CE-1AC1-43C5-A4BBB047D47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7746F4D-8430-6865-DFEA-2C9AF61B8AA3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634D2098-9748-59DB-1C32-497C6C7CC5D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40442B7-F545-96B1-0F3F-7A6E539FEFB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6D505C85-280C-EF55-74E8-C8B98368FAA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257AB9E-D9B4-4ACF-B060-C6E1E15603F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758E426-27CB-D958-0606-785E9617B47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221068E-B4CF-57E0-4B0C-0A89E6A59EEC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4EE90250-BDDC-9DBA-4D89-4CF9EFD1317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7D01F2D2-E469-B7F8-23AA-E0B6C8DDDEA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1D089140-6F6A-D9C7-3141-B9C292764A50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2CB4DE0-9572-80C0-D180-F021F2B97C6C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3E5546A3-1DC1-CA8A-56E9-4C0841BDA4B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26789C7E-E355-8D3A-D87D-E631BFBAF24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0C32621F-2E2D-6CA6-3A32-4723C71FBA6D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발명의날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D003181-102E-66D7-3EBF-5985847037B0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2B61F9F-2B1F-99A3-29EB-8BE6DC7F7C1F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세계인의날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585767D-43F6-F565-5008-9CCA6D04C794}"/>
              </a:ext>
            </a:extLst>
          </p:cNvPr>
          <p:cNvSpPr txBox="1"/>
          <p:nvPr/>
        </p:nvSpPr>
        <p:spPr>
          <a:xfrm>
            <a:off x="6830482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소만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>
                <a:solidFill>
                  <a:srgbClr val="8B8B8B"/>
                </a:solidFill>
              </a:rPr>
              <a:t>부부의날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18C8FA3-CA11-C608-4C0A-9E9F3D662609}"/>
              </a:ext>
            </a:extLst>
          </p:cNvPr>
          <p:cNvSpPr txBox="1"/>
          <p:nvPr/>
        </p:nvSpPr>
        <p:spPr>
          <a:xfrm>
            <a:off x="1041040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5.18</a:t>
            </a:r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민주화운동</a:t>
            </a:r>
            <a:endParaRPr lang="en-US" altLang="ko-KR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성년의날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857328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25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30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31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W22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85983" y="1412776"/>
            <a:ext cx="47000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May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7BDB346-8B8B-E215-56B5-55FDC0496F06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대체공휴일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695F7EC-24E2-5897-3494-3797EDE88EC8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B13C3BF-3051-DAD6-229B-F9E147C551F8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우주항공의날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FB1A88-EA00-453E-666A-46874592141B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C059D2A-63E8-12DA-DB1C-B26C630E55BA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해외파병용사의날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270ACD5A-7223-5340-FCC7-A75B8C70845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AE3F7199-BBB3-3DEA-164C-CF36AAB7CE1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DDC4E5E-CB0C-526F-580D-E271EF983BF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E5B6DFA6-BF83-96AB-A90E-15274EC4849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5E8AB9A-F03D-6932-69C8-2016DF89D3F2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9632A2CF-E5E3-103D-5937-70623D99FB2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5A9033B-505E-4290-3A1A-5C2BBDD7506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8DD0E97C-4FDD-A116-EEE6-DA9F9EF1F62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6E2D341-1981-6C92-9C58-C6CEB2E952E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7E346777-B9AB-8CDA-1670-A8958C76A1D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9F64B0-42A3-5469-9EF9-D53DCC888C3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1CD088D-DE61-4A5D-3370-A7D5F952C9B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9A0D510-ADCE-47CA-6CC1-2EEEFD93CE00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435BC9D9-F298-3703-99BE-21FE5615AA2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1F31A5B-2068-9988-919B-7BFB23CE62A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5A51AAF9-AABA-0E5D-FCC6-9243F699981D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1776954-CC2D-71C0-0587-05D0AB0558B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28FFD931-AA13-8940-533D-5D4FFE6DEAA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CB862BAB-4297-B2A9-44FE-50AD078A851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E1C97597-8969-E4C7-B5A3-D2DF9A845F9A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57978AC-DB8E-5FD5-2610-40E2108C4D56}"/>
              </a:ext>
            </a:extLst>
          </p:cNvPr>
          <p:cNvSpPr txBox="1"/>
          <p:nvPr/>
        </p:nvSpPr>
        <p:spPr>
          <a:xfrm>
            <a:off x="10690112" y="4453001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바다의날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세계금연의날</a:t>
            </a:r>
            <a:r>
              <a:rPr lang="ko-KR" altLang="en-US" dirty="0">
                <a:solidFill>
                  <a:srgbClr val="8B8B8B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481738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Thu</a:t>
            </a:r>
            <a:endParaRPr lang="ko-KR" altLang="en-US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03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04</a:t>
            </a:r>
            <a:endParaRPr lang="ko-KR" altLang="en-US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06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07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W23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3654" y="1412776"/>
            <a:ext cx="3946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0A24B9-8968-295F-8632-03B5EC000B40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8DFFE25-DF84-A8ED-F5B3-66A66DBCEA71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C79F327-6117-E7AC-9DD5-555E32265D9D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전국동시지방선거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2D8EE97-E93E-C779-FCD8-1D7438D0BD65}"/>
              </a:ext>
            </a:extLst>
          </p:cNvPr>
          <p:cNvSpPr txBox="1"/>
          <p:nvPr/>
        </p:nvSpPr>
        <p:spPr>
          <a:xfrm>
            <a:off x="10690112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 dirty="0">
                <a:solidFill>
                  <a:srgbClr val="8B8B8B"/>
                </a:solidFill>
              </a:rPr>
              <a:t>망종</a:t>
            </a:r>
            <a:endParaRPr lang="en-US" altLang="ko-KR" sz="900" dirty="0">
              <a:solidFill>
                <a:srgbClr val="8B8B8B"/>
              </a:solidFill>
            </a:endParaRPr>
          </a:p>
          <a:p>
            <a:r>
              <a:rPr lang="ko-KR" altLang="en-US" sz="900" dirty="0">
                <a:solidFill>
                  <a:srgbClr val="8B8B8B"/>
                </a:solidFill>
              </a:rPr>
              <a:t>현충일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5D8DC23-46B5-0AB7-2C62-37087B42D32F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207C5DAF-9621-280A-EC5D-955A1F5A431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7E5099BA-8A70-7938-2A88-4AAC030080C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95D214E-B46F-6DF2-63DE-31BB484A868A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7244819-06FF-D456-E1A6-FC7FAA1FE62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00F5AE1-8D72-57B0-41F6-4B0CB86C3C4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4DA44F1C-BAD2-DC3E-D318-4CA2A5A4E53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9E49699-0827-ED00-BF8E-1AC554149CA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2FBC3693-8A26-D4E1-1081-366E886D325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EDEFE6D-FA8E-1B24-964F-4BFF776750A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0B3E98F4-58D4-56E8-E93C-3949FBED53AB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C711FAC-EAA4-D1B6-A980-79623F9CD08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802AB98-199E-1362-86A4-A9A4F7F1131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282E8C-B51B-1211-117A-E526DF751216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D612C160-A334-DC2D-D5FD-583A56ECB943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81A3C73-5860-1477-10DA-2F44E8AAAF9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4C7BE95E-32C9-FACB-CC24-A16FD9E6955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EB3F500-6E43-7214-A9F6-C758DC8EE60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88E15C55-1E85-FE29-E4C9-1AA59175EF6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16553D93-9AAA-37C9-8E55-B5C0ED3BD14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62C140F0-E41F-7944-A664-8170CA655515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D4A20BB-1420-6946-8FA1-6C1F36053B70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환경의날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958667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Tue</a:t>
            </a:r>
            <a:endParaRPr lang="ko-KR" altLang="en-US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09</a:t>
            </a:r>
            <a:endParaRPr lang="ko-KR" altLang="en-US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13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14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W24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3652" y="1412776"/>
            <a:ext cx="39466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14256E3-3CB1-E1C4-09BC-49ED61293B80}"/>
              </a:ext>
            </a:extLst>
          </p:cNvPr>
          <p:cNvSpPr txBox="1"/>
          <p:nvPr/>
        </p:nvSpPr>
        <p:spPr>
          <a:xfrm>
            <a:off x="4900668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6.10</a:t>
            </a:r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민주항쟁</a:t>
            </a:r>
            <a:endParaRPr lang="en-US" altLang="ko-KR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6.10</a:t>
            </a:r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만세운동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E027E0E-8209-3E00-AA36-C5B78E8D84F3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AF414B0-4BA0-BC25-2FC2-128C1D15B7E0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1C2E0A44-CD1D-04C2-5B42-8B5C7731F00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618EC1F5-5739-B106-5B14-CC4CF326F9C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6BA00D-20E4-7243-6FEF-CF808FBCD4A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4C954C1-B69E-3184-D22F-06A2E4626F6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DE77DAB-C603-4304-13B8-130C11B9E1E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EE0CF2F0-5687-FD28-2C7F-AA6272AF65D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D930BED-443C-2730-ECF8-001782CDD59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9105C2B7-542F-976E-4F17-0B13AF7730A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741F0B4-893C-4782-595D-76F522432FE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A1ED75C7-71DB-0A6C-E808-93D184DC6B0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BCC5A15-F828-05EC-800D-D6DE4D74B5B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DE05F0F-768F-065C-1484-ADF22B65A1C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CB791B-2585-4B2D-6A1D-D35F58AB9BF4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942413DE-3F5A-27D2-F4B8-956DF315B1F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99A24C4B-B970-B240-4DF0-2595F07D65C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4B399216-518D-7E6D-C43C-1339B205DE7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C8851B4-BBC4-342F-C220-B9DB10DBAE1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D89B99E4-B7C8-9E6F-A434-FF1B71CB3AE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62258CB8-D7C9-E16E-3445-B5768C1598EE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B203C9D6-CBE1-C14B-92FD-1194D9F6A773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 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06FD464-E31E-6154-02CA-79E65023AE54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구강보건의날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B112774-C196-4CF2-9712-9BB2F2706D14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07D8FEF-19D0-7BE3-D560-A6EC68B8D574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헌혈자의날</a:t>
            </a:r>
          </a:p>
        </p:txBody>
      </p:sp>
    </p:spTree>
    <p:extLst>
      <p:ext uri="{BB962C8B-B14F-4D97-AF65-F5344CB8AC3E}">
        <p14:creationId xmlns:p14="http://schemas.microsoft.com/office/powerpoint/2010/main" val="261381411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20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21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W25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3652" y="1412776"/>
            <a:ext cx="39466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248CCD0-F78B-2F65-7B56-7EE32957A16B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F6B19AE-B65B-F744-DE69-BA8A966AFD02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2551F14-8933-408E-D2F2-D6938865D57F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AFEBA35-1837-A053-7C65-41A468B7A402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60F1282-9845-44DB-7283-3EFED6858192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단오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51E6138-05A9-45D8-845F-C66B2CF69414}"/>
              </a:ext>
            </a:extLst>
          </p:cNvPr>
          <p:cNvSpPr txBox="1"/>
          <p:nvPr/>
        </p:nvSpPr>
        <p:spPr>
          <a:xfrm>
            <a:off x="10690112" y="4453001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 dirty="0">
                <a:solidFill>
                  <a:srgbClr val="8B8B8B"/>
                </a:solidFill>
              </a:rPr>
              <a:t>하지</a:t>
            </a:r>
            <a:endParaRPr lang="en-US" altLang="ko-KR" sz="900" dirty="0">
              <a:solidFill>
                <a:srgbClr val="8B8B8B"/>
              </a:solidFill>
            </a:endParaRPr>
          </a:p>
          <a:p>
            <a:r>
              <a:rPr lang="ko-KR" altLang="en-US" sz="900" dirty="0">
                <a:solidFill>
                  <a:srgbClr val="8B8B8B"/>
                </a:solidFill>
              </a:rPr>
              <a:t>해양조사의날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E3D21A19-6401-746A-5054-EE16A7AF1B5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2F56FA2A-C7E8-6EEA-D54A-9A1D62430CFD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70F96A0-D01A-95B6-2413-1CBECF628BF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F9611AF-F9E7-F690-A3BD-4D2A07932DF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944C34E-3597-B5D6-501C-8D2B596323B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6F50D805-80C9-812F-6CFE-F5EEB5795FB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197AA08-1D76-30A5-11E2-D1403632FE8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B7B78A7E-033D-4501-578A-9B5DEE5A586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7B8A18F-798C-A3BC-C236-6341823ADAC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74C0C61B-6069-C62A-3CF2-99EE5E970A3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C6C7484-7B48-9DC6-C9B1-648B1BE0D722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F7B4CA0-F496-CFBC-2894-40A438D4ECF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0BE0582-928E-FEFF-1346-67ADC2D881EB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1AC2B1C0-3F4B-5645-10AE-82A3A9646754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AF3335FC-3E42-4BFD-7887-E9C7F8BDD2B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E1D25D3-ED0C-DA02-621B-EEE755434670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C3AF35F-3F83-3D27-E8EC-9E3DFBEDB6F1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E072D4A1-F226-02EE-FF8D-46D05154B6A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491487D9-24FA-0111-B3BD-C6A3012AFC8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409B6499-43CB-7F2A-EEC1-B2BF280EEDCC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 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499934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27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28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W26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3652" y="1412776"/>
            <a:ext cx="39466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3981A6F-7BBB-0FF4-44E4-B9A62C86E537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854EC37-F715-8359-A2F0-B6D3C0B3B246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3B06963-DE06-07F2-7936-26495CEFABB2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>
                <a:solidFill>
                  <a:srgbClr val="8B8B8B"/>
                </a:solidFill>
              </a:rPr>
              <a:t>6.25</a:t>
            </a:r>
            <a:r>
              <a:rPr lang="ko-KR" altLang="en-US" dirty="0">
                <a:solidFill>
                  <a:srgbClr val="8B8B8B"/>
                </a:solidFill>
              </a:rPr>
              <a:t>전쟁일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3784D17-8234-3CC6-16B1-27099AAE92A4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마약퇴치의날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4A0B39C-7E82-353B-D79D-BE740870C8CB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철도의날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B26B8864-F1BE-9827-FEB0-45A307817D9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74E0A671-7367-0A62-85ED-053715E49B0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683CFC5-5F11-526A-2E21-71CF771DCFE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1CD447EE-D95B-92C7-273E-6B018B75873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19442A6-4F5F-1ACC-39BF-E01632C9B64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663676B7-D8EB-678F-17DF-1187AFAEF60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968F06F-2799-E365-33EA-7D33C105CEF4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B237B323-224D-596C-0055-FB9A759FBB3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9D4E089-081C-A9F3-51F9-3CEDD71A14E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483EB40E-D25A-190A-A4DD-DBD00622323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2884B56-601D-80D1-67D7-FEBCBDC2652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58B32F5-378D-B356-B9E5-8AA3E45B15E0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8EB3704-451B-F95A-3669-94E1FCB7AB8A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F6D988-8BFD-BEB4-2DD8-E85EB727992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F4338F1-CCA8-23F4-0F50-D8CEEDF832F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4C6850E7-87DD-3E61-70E9-40686316617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8506705-65E3-98CD-C841-5D258AB6722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424377B4-E298-F214-E59D-6BB422A0DAF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A6364DBA-9F27-8651-EFCE-26E850D41BEA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5DC85AAC-168D-7C2D-F45E-10EB073F115D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전자정부의날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718AF14-7DB9-752A-112F-985F73295B73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9160272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04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05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W27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252134" y="1412776"/>
            <a:ext cx="7377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Jun - Jul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20706EE-612F-53BE-7BFE-74D86A0C4979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65702A3-2362-58E6-E31D-F2E0997DAE84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481992C-91EA-699E-11E1-8854CC772BE9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사회적기업의날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F2E817A-37A6-76EF-F5C5-33A422219118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49F080E-D09B-2956-8A71-82B73A5C18E4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E498292-588D-20FF-4CA1-A5977132C873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E94E0CBE-E916-3968-E3B5-EA186B0F84F5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539F75B8-AA9D-37D6-B732-EDB6ACE7733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9D693CF-B1C6-EBD3-252D-9E267822C93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99E95304-FB89-00E0-B395-8C2A7FEB953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3E5CCCC-A8D2-6D3B-563B-C0CD10C203FD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808793C3-083D-2271-4563-D2894FB9BC9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AD5C48B-0C07-64DE-588A-929FF97603A3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BBB9B4D5-A0D3-BA3E-4E6D-D26E6BA432A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A282699-8781-0E2F-E621-B2B1A2CFB005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0DF7F6B7-EF80-E976-698D-8CA74DE5A00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6149D8A-456C-6845-930B-A1AC83FB7A2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BB2D8AF-C3F4-DD20-B779-D6D0849FA41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684E83C-A411-B86C-03BF-EB5DCC28B4F1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09C8C7E4-04E0-2FF1-2A38-8799F67DAA6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A3C24E54-F969-752B-D783-78AC8181CB2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EA030A9-A0DB-29F4-AD1D-5B331D50217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B60B58D-61A2-EF82-9BAE-5882A553C55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8A732618-5286-FB46-D160-66553B82123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82552C3B-6682-25A3-0CEE-2804FE639EB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9D374AC2-F695-2DAA-CA00-50B7D8B40DDA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8225404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11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12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W28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43690" y="1412776"/>
            <a:ext cx="35458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Jul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91FCBB-5FDA-FF09-7B85-73E3904B9369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소서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6DD9F08-0747-FF17-EFD6-B8922E0C9573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FC43110-525D-9381-6B3B-D1DA83FDF0C3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 dirty="0" err="1">
                <a:solidFill>
                  <a:srgbClr val="8B8B8B"/>
                </a:solidFill>
              </a:rPr>
              <a:t>인구의날</a:t>
            </a:r>
            <a:endParaRPr lang="ko-KR" altLang="en-US" sz="900" dirty="0">
              <a:solidFill>
                <a:srgbClr val="8B8B8B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A672480-D670-3F31-B0AA-956BAAECBE93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C0C64692-3A10-2BC0-E459-653288B884A3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DC6A4E87-D33A-7A6D-FECC-FFD80E4912A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05490B6-8DE0-8FCC-80B1-BEB51F85777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99880264-D82A-558A-F1C5-903E7AFC9F1B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8ADDB21-CBE5-12DD-A28E-FA91BB6DF5AA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8161EAE4-CD2B-41F8-73CC-A4C80CF74B6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B6CCAA3-CF2A-D75A-7724-82F9CBF1D91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29E8D795-C44F-2867-AFCB-4342B8A8A1C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AC6441B-6E39-07A0-41A3-0B4C9BFFA378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1A3DDBA2-5907-7266-6542-0E9A31B477CB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D65E37E-8CB9-70C3-A00A-DCA7A120560D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071367-FED6-A11B-A338-63BC0A748B9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0846827-7758-C734-2311-C3D0AE902119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0A9010AB-9159-865D-39B1-C319B376658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7AD9AB1E-7DF0-F76F-E0E6-19319CCE9E8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3D254D36-592E-F724-77DF-5338210F5B5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CF648F7-23BC-4079-8BE4-DA7B222BC7C1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FC268BBB-D5C0-584C-D64D-198F5D11246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891E45A3-68E2-B8C1-4830-B01EA9521D37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1FDB1D59-7E08-8269-9C09-6FBBE270C399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CAA424A-0961-5AB6-CF97-3C8287CE19F7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정보보호의날</a:t>
            </a:r>
            <a:r>
              <a:rPr lang="ko-KR" altLang="en-US" dirty="0">
                <a:solidFill>
                  <a:srgbClr val="8B8B8B"/>
                </a:solidFill>
              </a:rPr>
              <a:t> 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FE005A1-AFD4-14B5-8BFB-70BDD5B69D8D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3194597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18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19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W29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43690" y="1412776"/>
            <a:ext cx="35458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Jul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ACCD1AE-B41A-DBA9-C278-4DEFE0499602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B7D9219-3FEB-C5D8-62F8-E438F1B1FFCA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북한이탈주민의날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E344B8-0272-0740-72EA-813D1EFAB364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초복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667B724-8FF4-632A-E0E4-3B27AE52227E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제헌절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29DF945-5381-51B2-AC81-E214FEF0885B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>
                <a:solidFill>
                  <a:srgbClr val="8B8B8B"/>
                </a:solidFill>
              </a:rPr>
              <a:t>연안안전의날</a:t>
            </a:r>
            <a:endParaRPr lang="ko-KR" altLang="en-US" sz="900" dirty="0">
              <a:solidFill>
                <a:srgbClr val="8B8B8B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5DBBED58-6BA0-9426-453C-EFA0BE527EF3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5658F3CF-81EF-3BBB-AA2F-B2FED467117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031F9B9-506C-A52D-C587-B648E3B403F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CDB7CBA7-BDCB-68E3-2360-8AF820B91924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4351865-2C08-3F55-3201-6AB1655CD56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77984A40-BC91-DF78-814F-2EF0B3572F3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4446A2D-FB7D-3017-9CA7-3E61A7EE0A93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CAAC8C90-2E33-9929-B30F-40BC8101F76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DD0C8BA-3020-2BDC-AA71-97B9C111679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7B354B66-6130-C280-05B1-399B35FADD4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9356CEE-273E-9FDA-8597-FBB6296A74B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5CA833C-1F2E-DE46-4382-958831BF6651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EEB044A-6DAE-8B41-4A0A-D7F47E121C88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0DF4051D-A170-D5DB-CD8D-A0A30DA9DC6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D4A2452E-D5EA-86CE-4BA5-C4E5C04BE50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6B34ADFC-2CA8-2D94-B107-0B7D670B5B6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5048732-9EA6-5D7C-5A17-130EBA5C666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8D1DB9E9-E941-9188-1265-D2199AABBCA8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0072E42B-8237-2030-5BA3-6CA5932A9BA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6AAE20BC-1054-725A-D65D-339A3CEA7EB1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4EDE53D-3B9B-2066-97DF-215D93352565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>
                <a:solidFill>
                  <a:srgbClr val="8B8B8B"/>
                </a:solidFill>
              </a:rPr>
              <a:t>칠석</a:t>
            </a:r>
            <a:endParaRPr lang="ko-KR" altLang="en-US" sz="900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983055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25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26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W30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43690" y="1412776"/>
            <a:ext cx="35458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Jul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6042665-060E-31E4-5B47-31087451AD95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6B28615-9FC8-01CB-14C7-B08B7566C8E1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186A252-11DF-6873-D8B3-29CDB20DE407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대서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EDA4B6E-7AD5-881C-D87B-EEDD3C922615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106E6C0-5B01-2C5B-7920-B8390598346B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dirty="0">
                <a:solidFill>
                  <a:srgbClr val="8B8B8B"/>
                </a:solidFill>
              </a:rPr>
              <a:t>중복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7B74A46-9D32-99E2-DC78-B6EA87CC5CFC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6B70E655-CC7F-8744-BE26-E14718BD893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24C0B4DE-E9C7-265E-86DB-F4F34B3A79F2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015DC13-903D-AC9C-9DC8-06C86C136C3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7743C9D5-7E44-A1ED-41BB-C9769E3799A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586ED1-F0FE-E75C-0736-7A1ED44DC1D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1BB1D384-8D9A-FC6D-E923-C7DFCB5BCEC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AA7F953-AB07-F040-AFF8-FFA3AF2F008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2C899BF4-9C4F-8F19-B1D5-4283A01DD64F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9EF27A5-4FE2-8417-A219-FD286D7497CF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E234B739-56E8-ABE0-B39F-D5453E82017B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970419C-0994-586F-37D4-4273D0FCDD6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C308BEE-0138-5EEA-E098-459B1959C50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52D1AD6-6B7E-0A7B-2982-98757802964B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3011D76-B3EF-ACC4-2E1E-6905B8CD36C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8C6FFDB6-503E-F28A-21C5-DCE4C18AB07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2A596556-1B3C-6C70-CE7A-106160445E80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C02E87D-FC39-ED9F-67FB-59A32EB3803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E6633165-F700-CA3E-786B-5C68333E6027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DB019ADA-452C-24E2-CFEC-CD2559987DB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AE69D270-88A5-EE29-359F-3BB1ACA47855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331175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01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02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W31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272971" y="1412776"/>
            <a:ext cx="6960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Jul-Aug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BAAB16A-331E-FC94-3143-61B2AD8C0B2A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유엔군참전의날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EC7C3D8-571F-083B-9BE8-4BD253FCF750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361F0F7-3A49-1CB0-DBC4-A5238854C51E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12B6950-8857-E887-A84A-CF33C0C345D6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882DB5C-2CCA-9A63-0851-103D3466C0BC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5FF2A68-B0BE-6E13-2BAE-BB3CD797EABD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A59AECBD-56F7-4119-FC5D-841CC8B6C3AC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1462FB71-A11C-E7DF-2411-118A7902F5D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408A6C3-DE5C-5CA8-72C2-1932E7E0B2C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A07224B4-87CF-D3B4-DA0D-75BABB3F427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30187CA-D27D-0696-20D0-DB3686705610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BD099553-F7E2-6745-8FFD-EAD1B83CE6A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733D06-66F1-DBA9-CE57-CCDA24259E50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010C6EEA-854D-2403-5F20-1894A6EE817C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6763715-E036-26F1-BA85-F6A9A0B2E31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35C53369-5B97-D536-FFC8-B8BB96FC5AB5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1EC9028-479E-E361-8D7E-D408CC58935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A1600A3-7A0F-CA86-14D8-21F2D1A1175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779EA34-509C-CF7C-A2E8-32E4F7EC0EB7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E6C74B5-0FD3-18D3-7A07-52F42C086C9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3251B6F-E9CB-8E68-A112-84411054B97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26EAF90D-EFE3-5B93-8757-8C3A5BA8A8D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5526616-78F7-E5BB-9768-13B2716ADEE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54F94725-DBD9-0E3B-02CF-CF0525F3A408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1F3B3A65-063C-373C-16E9-61470006617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E3E3AAB8-B46C-4A41-290B-19CF9BB87E11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2481641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08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09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W32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02813" y="1412776"/>
            <a:ext cx="43633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Aug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8443AE-DD48-7184-D015-59CF4DFFBDCD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C0D9387-470F-3CC2-A7CD-FAEB217D95FA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64996AD-9CE0-65C8-A4C5-E814419D7F77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D61CB30-9C5E-72DD-F6BB-897E9768AE2E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입추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E7ACC43-3FDA-A9D2-1375-109168E78064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33DB57D3-A3AF-0A5D-D317-32B2E94E8F9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722AD48F-7A65-23E7-1610-8954C26CFAC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CB42AC4-B640-83C7-CC94-C293E5CAAC2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F37896CA-7B57-3885-69F3-AE7D84E7174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1990406-0570-5D22-14D2-1FB76043FA12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10ED5D95-C49B-9233-5724-5E00BC385CE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2DC604D-6672-A073-F06C-EFC6292854A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CD9CCC85-746C-7C8B-724B-1887B88C177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F0B5C9A-ED39-0FCD-086E-3E6859C14A8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FC6B9CDA-85CE-A25F-AD7C-FAFF55695F45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E24FAC0-8FA5-5853-87D7-DFF771FC487F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0F5BB93-3085-1E1D-BD94-FAC08DC5A42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C2BD696-7B9C-9CAE-2E31-503AA166FDF7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91276E4-2170-7C2D-6DDA-40D9AD64AE8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568887A6-9A53-72D2-2031-A9E29BA307E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A89E8F7D-C1E8-0FDD-821B-1A62E210204A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A7CFA21-878D-0B70-07D9-E408D136C695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501E8A9-C3AC-273B-6615-53C1154C988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E6E31DB7-4D06-CB78-B503-2110FA69005A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FF3E8C54-0EA0-9137-1636-7755DB3FEB9F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E8FD7A3-3BDE-C4F7-7327-20202F12DC3C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>
                <a:solidFill>
                  <a:srgbClr val="8B8B8B"/>
                </a:solidFill>
              </a:rPr>
              <a:t>섬의날</a:t>
            </a:r>
            <a:r>
              <a:rPr lang="ko-KR" altLang="en-US" sz="900" dirty="0">
                <a:solidFill>
                  <a:srgbClr val="8B8B8B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1623870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Thu</a:t>
            </a:r>
            <a:endParaRPr lang="ko-KR" altLang="en-US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13</a:t>
            </a:r>
            <a:endParaRPr lang="ko-KR" altLang="en-US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14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15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16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W33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02813" y="1412776"/>
            <a:ext cx="43633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Aug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7A86033-FB1F-E1C3-CAF3-A37EB2850751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A60CD07-96C2-CAFF-02CA-650A24791ABC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8FEC0E8-0E4C-9683-66C8-C7DE39EA9EE7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24DEC86-9703-65D2-6A15-9320C8A8EDBF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73813D-4006-D94B-B1E0-790F0490F42C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 dirty="0">
                <a:solidFill>
                  <a:srgbClr val="8B8B8B"/>
                </a:solidFill>
              </a:rPr>
              <a:t>광복절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415EEC6-A944-F510-037B-5B117ED1F250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446E13FF-1095-ACBF-0020-D3CE2A64334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2E3336EF-87E0-D706-E989-279217FFD7E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BDB35B4-53C4-F30B-A20D-5BB6E14153F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C0108F43-EDF7-0E5E-4F39-49D07F661DD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F5771AD-BAC8-7E5A-6F6E-568CACCC9C7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0D4C1551-3118-57D2-9FDC-1B5DD9857D4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12A2137-5169-8250-0918-A319EC46BE14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A4F3281A-9636-B634-9FD0-1638F479593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5873868-5160-B8C2-09B1-DB3B3458478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4D2E66DF-702E-221D-15FB-2A5DD7F5737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85EB8B6-1ABC-3EC2-3020-FE37B791D19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9E75376-A5CC-E2B9-C135-09757335987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D882F62-B2EE-B309-C5B6-B34B72F0A59D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F127E82-31AD-C5EF-6EBB-4D55B72409A4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D39DECEE-4916-AFB2-2815-0EF04E86D16A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F2E34AD-CB29-B3D8-3D65-FC22D1F5979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EA09242-DEC8-1097-892E-05ED9C65A60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7243FF63-37DC-9AF2-6727-7FA55600550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AFBA2DA4-7ADB-CC5F-59A4-23BDC4633C3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23A91FB-71E7-72B6-AA30-A1FFB7360923}"/>
              </a:ext>
            </a:extLst>
          </p:cNvPr>
          <p:cNvSpPr txBox="1"/>
          <p:nvPr/>
        </p:nvSpPr>
        <p:spPr>
          <a:xfrm>
            <a:off x="8760296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말복</a:t>
            </a:r>
            <a:endParaRPr lang="en-US" altLang="ko-KR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900" spc="-15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일본군위안부피해자의날</a:t>
            </a:r>
            <a:endParaRPr lang="ko-KR" altLang="en-US" sz="900" spc="-15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3566695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Tue</a:t>
            </a:r>
            <a:endParaRPr lang="ko-KR" altLang="en-US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17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18</a:t>
            </a:r>
            <a:endParaRPr lang="ko-KR" altLang="en-US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22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23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W34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02813" y="1412776"/>
            <a:ext cx="43633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Aug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141704B-086A-553C-4C93-E8FEDD642D68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대체공휴일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0B4FA5-8374-EB3A-B7DC-699807DFD43C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5444C9A-5948-C6B9-DDB6-C55A1555A8A6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칠석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D5286FA-9114-862D-B1B0-6ECAA4186166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87108BA-DAD2-5B08-59C3-6A9A434508D6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427509E-CF17-4C44-7830-C406B43C9794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>
                <a:solidFill>
                  <a:srgbClr val="8B8B8B"/>
                </a:solidFill>
              </a:rPr>
              <a:t>처서</a:t>
            </a:r>
            <a:endParaRPr lang="ko-KR" altLang="en-US" sz="900" dirty="0">
              <a:solidFill>
                <a:srgbClr val="8B8B8B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87154A59-A703-C08A-E0B9-6162716C921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97EFD6BF-C51D-00FA-B23F-BBDCF837198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37515D-C69D-D8EA-6B9C-E52EE54C404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5A4A586B-DBEC-68AF-498E-0756D3DBBD1A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18CC8BF-AEBB-BB3B-C638-1170F9CA295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B2440936-C8CC-FB4C-FF77-5E160C4FBC6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85CB1A-5D47-1568-A16C-CEEE56CAE11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B002607C-1187-69EA-3E31-237F4484E84F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6C9CFE1-9BC6-539D-3822-18C72E50072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2D0AF5E9-6AD5-6D55-5A80-05BDF4A078C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53025DE-8ABB-2DBA-AC73-E61368D3983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605C975-C2FE-7872-59AD-A80C4975294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F23F7C2-E22A-A07B-A7DF-DC908678860F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39A2F76-7859-F93B-0174-E5558092272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A3064D2-87E0-3D82-72F1-C7E061C4235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6DD1DC0C-CE04-33F2-2304-8D55D5F4141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440267A-141A-F0A4-5CB2-5152BFD7A8CC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D8E5D1EB-6A85-4E45-F3D8-C1FD9B7EF50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57C254BC-DE4B-D779-5FA8-A6155866580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27D92BA0-B916-34E6-676F-ABB468E611D3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dirty="0"/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40773439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29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30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W35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02812" y="1412776"/>
            <a:ext cx="43633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Aug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FF4C410-FA5F-799C-33F5-F9DBACC43E7C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0619D82-B68A-0AD0-AB07-52B945D740DE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D224716-D223-E86D-46E1-B79AA12CEC58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7582629-99ED-0618-B372-9C349805F0A2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772ACD6-15C1-AAB7-D1E8-730EE36589BA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4AB0556-2C35-7D49-12A0-1E50BB4E2866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6811CE1-59D9-AC0E-DFC4-D881BFD1D796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36248325-1725-9B3E-CEFB-54E6AC0712A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B31D8B7A-1B05-D49F-97C0-5306A66DA81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8F8CC7E-0055-EFC8-AB05-A7A5BD968E0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C9DDA120-36C1-B1BC-9F20-FA619D8EFAB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82028E1-71DD-917A-0608-F245603684F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46DF786B-93EA-54D5-BC71-72EB71B16F0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E09CBB0-8CC0-8359-D8E2-5AE31C03BD6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33316D60-884B-B461-D246-C8F12169095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624A475-7C2C-51D8-1452-F168AAC00C1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DB7B0C6D-9596-DF8F-0B31-D113F770C62B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D132C29-23AD-7BDF-37FB-2BB691853F9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79C22B-CD68-0010-80C6-5E356BFC52C5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B6122C4-2FE2-DCE1-DE68-967E039D396D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AAE8F60-3716-115F-E2C3-440BB285267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207E1177-1100-8B0A-32AC-1E37C2629BE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AAF92DD-512C-2D2D-1D64-E87EFAB319E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2196538-A4CC-1CA2-E63B-09239C11E22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188F3AAE-9C9D-76E6-864A-57108FD039CA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E433F2B6-9766-8FC9-CD42-399D01B26B0A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4886075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05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06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W36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209652" y="1412776"/>
            <a:ext cx="82266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Aug - Sep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9C7D053-A391-AEF0-5512-680AE1BF38B1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3A617E2-730E-670E-9A9F-ECA45F2AEDC3}"/>
              </a:ext>
            </a:extLst>
          </p:cNvPr>
          <p:cNvSpPr txBox="1"/>
          <p:nvPr/>
        </p:nvSpPr>
        <p:spPr>
          <a:xfrm>
            <a:off x="2970854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통계의날</a:t>
            </a:r>
            <a:endParaRPr lang="en-US" altLang="ko-KR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여권통문의날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ECB5C33-7C99-FBE6-01DB-E07A262BD0C7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2B6BFB4-1043-D6AC-28A8-FA75EF03066C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5ACE695-6B38-9D88-B217-F1021A6A4947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15CE3950-395D-2761-C6CB-403829BA44C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1D993673-8C22-8FEF-6947-21F57423410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3953CAB-9AD0-92F0-16EA-F6F34ACE11DA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524DC26-DA42-2F00-B6F8-9EE1362677B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066C2D2-71E2-7D14-0940-3A99A2B2638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1CE59B9A-0BD2-364D-A314-5DFAE663C03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D6F56DC-55AA-3CE4-58E7-8492764F66A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B4F3D9E5-6157-2188-8D87-30835599159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F389811-5FA2-9415-CE1D-B7ED6253C33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FB27C216-65BB-1C2B-6E17-FDB99ED90E2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39FFD5A-367C-A641-E669-17F595895EA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DE616D9-E1BB-7D2E-0768-76F7362C784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7405D4-BCE5-3ADE-7928-D3093567B315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D66D41F4-13AB-DEEC-B494-4E9153AC4B0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3B10731B-32F3-E2CE-00DE-EDCE4F03CCF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8C9ECA2-BDED-BEA7-7A34-FBA6965CC398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B9806C1-3D02-FAAA-83C1-BB7E270B56F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F89FEFE6-D8BF-F87E-18A2-6B50F2EE6218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23C9CBEF-F041-0517-C8CE-00A139FBF3A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C951D3FD-3C7C-2BA6-7E68-1AB6CEE591C4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4D2B4BD-DCE4-0542-7578-8A4B9C189F76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400352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12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13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W37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2049" y="1412776"/>
            <a:ext cx="39786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Sep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42A638B-F172-E437-F747-D27DB058B33E}"/>
              </a:ext>
            </a:extLst>
          </p:cNvPr>
          <p:cNvSpPr txBox="1"/>
          <p:nvPr/>
        </p:nvSpPr>
        <p:spPr>
          <a:xfrm>
            <a:off x="1041040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백로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푸른하늘의날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11A378E-E74A-F88E-9314-840A30DF952B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해양경찰의날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053EFCC-B649-2D6E-4120-DD7F6AFE7285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1E12E4-7454-A210-7580-30A0609A4888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4E1534A-2EEC-BC39-F1E6-2187BBDEEAD9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9C935D08-C6FE-C1E8-8165-F173E886448C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hlinkClick r:id="rId5" action="ppaction://hlinksldjump"/>
            <a:extLst>
              <a:ext uri="{FF2B5EF4-FFF2-40B4-BE49-F238E27FC236}">
                <a16:creationId xmlns:a16="http://schemas.microsoft.com/office/drawing/2014/main" id="{A90C1AAA-3A0B-507D-791C-39A1E3BCB61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5CCBDC96-0DA6-545B-739A-EB7736BFA202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9DE24AF-D369-F24B-515A-C623434CAB3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88B67783-ED18-8E15-694D-66AC2C389FC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D2A4EAE-ADEC-F85F-C378-314C14BD3DF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9FA742B9-D469-7626-C843-0FA3DB7FF11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7E08533-3FF6-39AC-7975-3669EC1E642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6" name="직사각형 25">
            <a:hlinkClick r:id="rId9" action="ppaction://hlinksldjump"/>
            <a:extLst>
              <a:ext uri="{FF2B5EF4-FFF2-40B4-BE49-F238E27FC236}">
                <a16:creationId xmlns:a16="http://schemas.microsoft.com/office/drawing/2014/main" id="{03EAA45E-E806-96B5-8029-37FF1145ED5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BD3D1EF-A73F-AC85-0E7A-C6412E2D428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8" name="직사각형 27">
            <a:hlinkClick r:id="rId10" action="ppaction://hlinksldjump"/>
            <a:extLst>
              <a:ext uri="{FF2B5EF4-FFF2-40B4-BE49-F238E27FC236}">
                <a16:creationId xmlns:a16="http://schemas.microsoft.com/office/drawing/2014/main" id="{C0195666-0218-A9BD-1EB6-C9429FE69EC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65C7FAE-3EDB-CDD1-812C-EE1A309912D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392316A-DEDE-FF8D-230A-4E89CFAEB05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69D20C2-D814-2782-CFAB-5D11E087CA6F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D42C9CD2-53D8-1010-B3D0-0314004A4253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97D6040D-BBD9-A56A-F666-9F3A8529E97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456E0CF5-DA7C-24FD-294E-6776FC2202DA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53F6D0E-883A-AA1B-60A9-0DDE26C3A98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9F11C034-D071-5C56-3643-3809A5C3206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1C703286-78EC-BA8D-2BF5-960D69FDF3C7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1241D931-E88D-20E2-7C77-03A2C97BE4D4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DB44AC6-FCAD-78F3-FBDE-1FC9232A9ADB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숙련기술인의날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898936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Tue</a:t>
            </a:r>
            <a:endParaRPr lang="ko-KR" altLang="en-US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14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15</a:t>
            </a:r>
            <a:endParaRPr lang="ko-KR" altLang="en-US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16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19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20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W38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2049" y="1412776"/>
            <a:ext cx="39786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Sep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2EB2BBF-29A2-5B20-382C-07F7DDE81CE4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A31EEEC-0411-898A-4534-72217E8FB223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C1D80F4-0A83-5072-22DC-E2E57A781DDE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5A40036-410E-703B-BDA9-2E521E60BBF6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F14ED5C0-8192-7B93-CABC-1FE191749374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hlinkClick r:id="rId5" action="ppaction://hlinksldjump"/>
            <a:extLst>
              <a:ext uri="{FF2B5EF4-FFF2-40B4-BE49-F238E27FC236}">
                <a16:creationId xmlns:a16="http://schemas.microsoft.com/office/drawing/2014/main" id="{0073C9D8-32C3-3983-4004-18E9588D6042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6DA52D10-7390-6491-7548-2892D32F38A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04F9CFA-9736-A9D6-6CCF-02A15672549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928F5E6A-9D1B-0496-6CD4-880B0636FEC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6B3E193-8721-9B89-5B2A-37906BD4619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8DB452E7-5A13-E258-DB1C-F9B61F95E49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26A9A87-AB93-82E2-962F-BD5FD63F901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6" name="직사각형 25">
            <a:hlinkClick r:id="rId9" action="ppaction://hlinksldjump"/>
            <a:extLst>
              <a:ext uri="{FF2B5EF4-FFF2-40B4-BE49-F238E27FC236}">
                <a16:creationId xmlns:a16="http://schemas.microsoft.com/office/drawing/2014/main" id="{BD71ED6B-5EB7-F96C-F8FC-41C0A77D0C2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7D83022-5A7B-67AE-FC37-28493BC06D6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8" name="직사각형 27">
            <a:hlinkClick r:id="rId10" action="ppaction://hlinksldjump"/>
            <a:extLst>
              <a:ext uri="{FF2B5EF4-FFF2-40B4-BE49-F238E27FC236}">
                <a16:creationId xmlns:a16="http://schemas.microsoft.com/office/drawing/2014/main" id="{084E19AC-CC69-11B3-711B-61C4B6DD622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3FACBE4-55EF-6870-F45C-B872E5BF839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C1E7CBD-D3D1-3EE4-0802-1CAA6B2F086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4146C25-BF58-B0F3-4CF4-17C263E89164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AE3B231-0432-52F0-E059-54896A65897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5E846919-E385-5E56-2E34-79C6321FB31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D1269BF-3703-657F-1513-F2F2FE65300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397A3CD-F3B8-F508-C729-353F12A44BA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A54E8214-1826-E817-C311-7FEB1937113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5FCB7757-9398-0553-91CB-8D441C717B5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E671FE46-621C-6E5D-D654-E7A2ABB7D111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31CE806-3E19-0B79-7327-DFB2ADC1243B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 dirty="0" err="1">
                <a:solidFill>
                  <a:srgbClr val="8B8B8B"/>
                </a:solidFill>
              </a:rPr>
              <a:t>청년의날</a:t>
            </a:r>
            <a:endParaRPr lang="ko-KR" altLang="en-US" sz="900" dirty="0">
              <a:solidFill>
                <a:srgbClr val="8B8B8B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766926B-ACED-DEAA-8C78-D6277860F6F8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086721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Thu</a:t>
            </a:r>
            <a:endParaRPr lang="ko-KR" altLang="en-US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24</a:t>
            </a:r>
            <a:endParaRPr lang="ko-KR" altLang="en-US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25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26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27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W39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22049" y="1412776"/>
            <a:ext cx="39786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Sep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690DBFC-494F-EB2F-585A-A10B99DBA5A4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치매극복의날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8434656-3235-2CAA-7B40-49CE10665D14}"/>
              </a:ext>
            </a:extLst>
          </p:cNvPr>
          <p:cNvSpPr txBox="1"/>
          <p:nvPr/>
        </p:nvSpPr>
        <p:spPr>
          <a:xfrm>
            <a:off x="4900668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추분</a:t>
            </a:r>
            <a:endParaRPr lang="en-US" altLang="ko-KR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이산가족의날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F6F2AA7-DA5B-CCBF-EE90-5370AA382463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843360B-69CB-E0AB-968B-FA2DA8FCB25F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추석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59ABC70-8ACE-B473-F68D-BA6027DAAB77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8DC0788-4279-F0E6-0F4C-308FA8F1E4BB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E58C628E-2EDC-B827-B75F-96CA64255A94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hlinkClick r:id="rId5" action="ppaction://hlinksldjump"/>
            <a:extLst>
              <a:ext uri="{FF2B5EF4-FFF2-40B4-BE49-F238E27FC236}">
                <a16:creationId xmlns:a16="http://schemas.microsoft.com/office/drawing/2014/main" id="{20010F4D-5927-3467-84EC-1D6D6BCFDCB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005B8740-F649-0326-BFEB-4F42F1447C8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53C07AE-9B90-C80C-C36B-84FC56F20FE4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6B05690C-649B-49FB-83FB-5F97679F2F1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5B1CA05-3557-508F-5808-488E55430E7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152C713B-27A8-7773-42FD-7169F3FD9B88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34C4AB9-6915-0EC7-CB44-19DA03F87B93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6" name="직사각형 25">
            <a:hlinkClick r:id="rId9" action="ppaction://hlinksldjump"/>
            <a:extLst>
              <a:ext uri="{FF2B5EF4-FFF2-40B4-BE49-F238E27FC236}">
                <a16:creationId xmlns:a16="http://schemas.microsoft.com/office/drawing/2014/main" id="{DBDB2306-FC79-314B-408B-01D8D18A52F9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01F8737-262E-85AD-96F0-DEB28547C575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8" name="직사각형 27">
            <a:hlinkClick r:id="rId10" action="ppaction://hlinksldjump"/>
            <a:extLst>
              <a:ext uri="{FF2B5EF4-FFF2-40B4-BE49-F238E27FC236}">
                <a16:creationId xmlns:a16="http://schemas.microsoft.com/office/drawing/2014/main" id="{07806764-BED2-07D2-26E2-980A98BABA6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11A555B-4F94-8D62-D6DA-168710E7D09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33D1291-FAB8-32BD-60BD-D8465538777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005992E-FA02-0DAA-8D16-E50FBF775F60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99D92601-0DB0-861A-D623-0219F82252A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D6D0C996-7238-D6B0-C554-C4DBE8F898DE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AB8AF88F-C450-B656-0784-90FE58D7496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1CD6693-24D5-35E9-980E-91A7E325077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F20DA6E7-6863-35F7-FCD6-FF0A3AA58E50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CD7BC5DC-D6DE-A5C8-23BB-6B0A739EF58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5F8EC0CE-42D9-10B1-8720-66A062774C10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8133516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Thu</a:t>
            </a:r>
            <a:endParaRPr lang="ko-KR" altLang="en-US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b="1" dirty="0"/>
              <a:t>01</a:t>
            </a:r>
            <a:endParaRPr lang="ko-KR" altLang="en-US" b="1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02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03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04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W40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261749" y="1412776"/>
            <a:ext cx="71846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Sep-Oct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48B966B-F9FF-4245-78F9-379C131A486B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8B81F1C2-6055-61D7-2366-755907B1E727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1BFDAF0F-2675-16A9-B146-6CC794696E7D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B09A7BC-E9E0-DA68-99B6-96C3A4D80DD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BD6F3B42-3D08-3974-9F6E-AA1409BEDDE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3329E8D-2E00-947B-3C29-3F087DEE232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6853C23F-93B4-3DC4-6089-5DC93587C3B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048DF04-C341-A0E6-B0AB-269613D146C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3553C4AA-7498-0C8D-D53D-577E92666FC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A356BAF-A5FD-E257-86D0-54B1D24921B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14BAC7C0-3961-9902-8D44-52BDE66BFB4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1830C4C-13B8-0B06-78E8-C44F6419D08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ACE353E-1611-469F-DA1A-16AEFD142FD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13E817E-C15F-62FE-6C42-C3AC619A9855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26693B96-2EA6-B6E0-5F57-402A4BE4C6D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053C5CE3-5527-D4A8-50C0-BF869BAF57A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3B3AC677-57C7-DD52-B3FD-13E342C3694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81B267E-449C-9BD4-C5D9-B3726BFAEAC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5E6D81E6-D12C-5146-A839-17C2DBA51D9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90B739CF-C1C3-135C-9D70-4FB6B3ED3C3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614C3F1F-F677-D86F-FA4B-F32466FBC633}"/>
              </a:ext>
            </a:extLst>
          </p:cNvPr>
          <p:cNvSpPr txBox="1"/>
          <p:nvPr/>
        </p:nvSpPr>
        <p:spPr>
          <a:xfrm>
            <a:off x="4900668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조달의날</a:t>
            </a:r>
            <a:endParaRPr lang="en-US" altLang="ko-KR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개인정보보호의날</a:t>
            </a:r>
            <a:r>
              <a:rPr lang="en-US" altLang="ko-KR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2AC06B5-37A3-D879-4E97-210E389D3CAD}"/>
              </a:ext>
            </a:extLst>
          </p:cNvPr>
          <p:cNvSpPr txBox="1"/>
          <p:nvPr/>
        </p:nvSpPr>
        <p:spPr>
          <a:xfrm>
            <a:off x="6830482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Ten:One</a:t>
            </a:r>
            <a:r>
              <a:rPr lang="ko-KR" altLang="en-US" dirty="0"/>
              <a:t>™</a:t>
            </a:r>
            <a:endParaRPr lang="en-US" altLang="ko-KR" dirty="0"/>
          </a:p>
          <a:p>
            <a:r>
              <a:rPr lang="ko-KR" altLang="en-US" dirty="0" err="1"/>
              <a:t>국군의날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B5BD9AB-98F0-506B-8C6A-8FE2DD4F616B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노인의날</a:t>
            </a:r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9CFF4DC-3A78-44F1-488D-1804A5BFB11E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개천절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DF30076-A5AD-496C-8154-300C57A39F10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 dirty="0">
                <a:solidFill>
                  <a:srgbClr val="8B8B8B"/>
                </a:solidFill>
              </a:rPr>
              <a:t> 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9E26EC2-1693-98E0-1ED4-A65D226C1EE9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3390735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Tue</a:t>
            </a:r>
            <a:endParaRPr lang="ko-KR" altLang="en-US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Thu</a:t>
            </a:r>
            <a:endParaRPr lang="ko-KR" altLang="en-US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05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06</a:t>
            </a:r>
            <a:endParaRPr lang="ko-KR" altLang="en-US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07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08</a:t>
            </a:r>
            <a:endParaRPr lang="ko-KR" altLang="en-US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09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10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11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W41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3233" y="1412776"/>
            <a:ext cx="41549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Oct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3707E28-6CBA-66C4-D886-3B4011F21188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76F0BB1-CA7B-C160-C27D-EA1CB1FBA62B}"/>
              </a:ext>
            </a:extLst>
          </p:cNvPr>
          <p:cNvSpPr txBox="1"/>
          <p:nvPr/>
        </p:nvSpPr>
        <p:spPr>
          <a:xfrm>
            <a:off x="10690112" y="443711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05E5BB12-1A16-8714-07C8-664AF427056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7787F7DE-B400-58E0-6504-8F7019BF90B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2BE2425-1FC9-B393-7A86-9F76DCFF9AC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E9E3BE98-7BAD-8E5D-53F6-BEBC7B96073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6302247-74E7-3493-BF4B-1E0366F4C34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2FA1CECE-8F0D-CE90-BC24-BBCF7419A73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7214136-6AF4-11F4-5FA8-8D85E05356E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A2747D0F-3E5F-EA4C-18F4-59E01351D64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A04F554-7BA6-4D1E-62C5-8D9848D70690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1C8A1AFF-88C7-F306-525D-3237F13128E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D35B514-ABD9-9B22-B08A-8CD7EF8BEF7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8073BE3-7BE4-E404-926D-DBAED6D21D1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040938-18B0-720E-F84B-4621DB71D79C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8F86B79-5CE6-B511-2979-56423880C49D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DA2280E8-FAFF-D487-2A9A-10494B3782C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B53526A7-F85C-50A5-A92D-B4420457142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B3C7D22-DC8E-7B19-0547-1B7B20AE7D1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4F45EAE6-7913-5D08-2961-0AA179D6D9B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A3631132-A29B-D9BC-3440-93330D3CD71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99DDB268-28E7-536C-C30D-53A33569410B}"/>
              </a:ext>
            </a:extLst>
          </p:cNvPr>
          <p:cNvSpPr txBox="1"/>
          <p:nvPr/>
        </p:nvSpPr>
        <p:spPr>
          <a:xfrm>
            <a:off x="1041040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대체공휴일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세계한인의날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E94C77D-27B1-2FCB-BD4D-8E786BDDF275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7AF140F-CAE0-DF61-C3D6-E9165D0BF6FD}"/>
              </a:ext>
            </a:extLst>
          </p:cNvPr>
          <p:cNvSpPr txBox="1"/>
          <p:nvPr/>
        </p:nvSpPr>
        <p:spPr>
          <a:xfrm>
            <a:off x="6830482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한로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재향군인의날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E312B19-5B39-3327-9EA3-CD991036B4A9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한글날 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9341602-F2AF-4B93-757A-60D4F541DDAC}"/>
              </a:ext>
            </a:extLst>
          </p:cNvPr>
          <p:cNvSpPr txBox="1"/>
          <p:nvPr/>
        </p:nvSpPr>
        <p:spPr>
          <a:xfrm>
            <a:off x="10690112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임산부의날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정신건강의날</a:t>
            </a:r>
            <a:r>
              <a:rPr lang="ko-KR" altLang="en-US" dirty="0">
                <a:solidFill>
                  <a:srgbClr val="8B8B8B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394764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12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17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18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W42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3233" y="1412776"/>
            <a:ext cx="41549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Oct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0C98CBB-4888-8D38-305C-0E7278F04C6E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61141D3-3A68-C4EE-2D77-5EECD5DDE20E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9A68E93-27D8-3439-B1E1-B92E43C95C98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9B9A288-FEC6-AAC1-63FA-1FE99C6742B7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5AD083FF-B91C-DDB7-87D2-29B32749D5D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A8D6BEFD-DCA6-D374-0C5F-4E4800F7C4D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4974E7F-56B1-0813-BD51-0B2BD2787EB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A3F1462E-CD21-AF46-DBD1-EBFB4FB27F7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7190651-779B-B650-545A-EEFA42E4735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40A1A4AB-53F2-7D19-084B-E7AA270870D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7310797-EE60-4C4F-F166-9E8BAEA6F0E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66219AC0-C25B-9576-9BC3-F554BA55E009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E44B024-78FA-721D-F5FB-DDED496E390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FDE14F96-BC74-33CD-BC4F-04F4D45D93A1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3C74C9B-56EE-350D-4221-8895B8FF8FC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FDF854E-F02B-A123-4881-AEFEEFF3319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20B17E-FEDB-BF6F-A7EB-2C0A002D2C34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CBDCE80-42C9-A2F1-7B76-391E580E887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5C9C948A-EAC8-9EA8-36C7-35F9B7522AA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E54D70B5-CCF8-0FF6-C318-33001DFA9AE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E2F7872-D597-C096-659A-BA861174EB5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9E4699A3-9767-D2BD-B659-0B41AB3BFED1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73B53404-6536-D64E-44ED-BC15475B894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571465D4-55B5-7DEB-B9EC-CE79AC361C9A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B24D47C-603A-6978-C690-BCAD19B18EC1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55CE7EA-6314-F464-AB44-4438A7BF6852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6485591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24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25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W43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13233" y="1412776"/>
            <a:ext cx="41549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Oct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ED87E4-360D-B943-222C-2B02F9948BDC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AB5B50C-BC16-AE49-1398-F49D1482D365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경찰의날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B336BA1-0499-8CE9-BCE1-839E470CCE85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69FBE6BC-BC0F-B6F7-0634-D0CC0862093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F19189D4-5ED2-9629-1CC6-B0449B41673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75B4839-9B44-5B54-412A-F9D4ACD47F6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5AC759BA-F4CE-6157-8B65-8262DBCDE3E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1424F36-DF32-3F7A-0D98-1B6E7BFEC8E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B903D3FC-4638-DAFA-8343-135AF4093E2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942750C-1A53-E935-7E1E-6FD5EA94FE53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5BB7C97F-124E-C186-59E8-75A86A3F484F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3221449-20D6-6E37-1BC1-5BC93B9585B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5749AF26-8F6D-94EE-4D07-7BDA8F43D25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288FB96-6916-7877-ACD4-1ADE36849E4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E9D3CB4-7185-45AB-3F53-1BCCC77A5A4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CFC4AA2-1B47-6936-8F9D-DFEC958B1326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1F1B37D9-FA47-5885-FACE-98274C83D52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69C374FE-F5CE-6296-4908-0897894E5D6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24FEE8A-3D47-23DE-06C4-34437899CB3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20B5D45-9B6E-8C5D-CAAE-3D70B38E4FA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E32DBE58-3A34-291F-6442-9EB6B4775CEA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FD41BE0D-9787-D1D1-DBA0-300C05627FC7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605836CB-650B-2489-9F65-62FAC3E9AB3A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상강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E645B4C-3225-1FAC-9E1E-EB04F14D2CF3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국제연합일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C7DD0D4-E4D1-6549-286F-8E17AAA595A0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1DBE27A-4736-81E0-2FA9-6EE5581186F1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9107373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31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01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W44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234499" y="1412776"/>
            <a:ext cx="77296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Oct-Nov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738E478-67C0-6035-42E9-58B8619B3B23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D6C951B-3D8B-EF57-41D5-BE0820A22A1C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 err="1">
                <a:solidFill>
                  <a:srgbClr val="8B8B8B"/>
                </a:solidFill>
              </a:rPr>
              <a:t>지방자치의날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5F92AC8-0EB4-CEA4-1227-D58B30F59CC2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C2F3EAB1-F7C8-48E5-03AD-DAB4C66123C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A02A22E1-50B1-72C9-0746-FB6E5286B42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265EAC3-C5BA-47EC-E1E2-93C74A82B40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AFE30098-0983-3DBF-609C-C43F28CC993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84ADE7A-4887-A848-138E-A5AF04CC7A15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F12C9D81-B115-DADC-F1AE-B9E8B1E1E88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B35DFA3-1D7A-2BC9-CBC5-7125EAB94F2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4199BE59-5D15-6723-69AF-1D1D4B7E1F9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7E476EE-816F-57CF-E981-0B4359897C25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E9907AAC-13E3-8F11-6E8E-D0B8753D7A8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A6B40BF-173E-ACC9-D9C3-85EB67379A7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4C848B5-74C5-B968-58CE-F3BDC3EB25D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251AEB-AC1F-6D57-C74E-9C6673E23AA0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1A5F3BF-2FA1-C326-AA21-6CD0748516E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FD047A4D-E3A9-4885-DB8E-0FFD84863351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C985FF8-5880-3592-B261-822919F1D76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FA4E74E-76C3-59BA-77E7-D2C85A0F8D1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F26909BB-A3ED-5494-2392-7FE1159190FF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6318BA9B-D998-6AAF-85B6-C17A1E69F36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6A80B61C-1867-D409-A6B2-ABEC8C9AD170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교정의날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525A58C-A5A4-588C-EC53-0845825D69F1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금융의날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CA66EE3-5FAA-DAFF-E01B-777E26F69475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8836DD9-E3D3-4776-5D1F-BCB6BE759219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8372202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07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08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W45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94798" y="1412776"/>
            <a:ext cx="45236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Nov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A3A6FCA-1CCA-D926-439F-24199A4FA72D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20040FD-262C-D4FF-4077-8E9B5FCA9107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입동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DA0D76FF-BC28-3573-1E1B-FF446632A99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486CA3EA-355F-8E40-FD6E-EC794FBDA77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AC7B9B1-019F-8EA8-EA25-AB1D7AED20E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E52C09AC-ED6F-36BF-B859-E3FCF15A9935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9554048-CBE9-5D94-E0C7-0826076B479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A5434D75-4EC4-878C-2614-6864F2BBEF2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0DF14C9-EEA6-D8BA-14D0-93B16FCCE4F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8C812F3A-1031-4362-C705-AEE789938D9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248306F-C906-117B-0E9C-13655882A99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149617B8-B2B5-23DB-95A1-9E6CA92FAAA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63A335D-1525-CE4A-E07E-02C626B3A90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7B2F21D-C817-F5D6-AFC0-43D707A2C55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70E9EAA-7A65-DA2C-66E1-A8A38DA13AE0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5114ECC-A1AE-9387-9BEA-60AA7B8FF4FD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2D9FCF05-957F-701D-7789-C316284E035E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6BC0E49E-39EA-650C-25B2-3E3A0495571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88390B8-E0A1-F836-2607-A3410F76571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3F383AD-B7B1-2EC5-9112-35F7D75C7F5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1F69D200-6091-D759-A0A9-3D136813CE7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5E13A663-9482-A649-00A0-2167BD618EC2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AFC292C-FA50-B664-FCA2-E2AF20D16C06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  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92929FE-907F-EDD5-39A3-420DEA3BD97F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학생독립운동기념일 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B9A7620-A004-8E33-6BF1-680FDC54249D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AD9742A-9F99-53C3-1EAA-3C607947308C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13481998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14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15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W46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94798" y="1412776"/>
            <a:ext cx="45236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Nov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9F6562-F314-408A-C238-2A7CD07F231B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 err="1">
                <a:solidFill>
                  <a:srgbClr val="8B8B8B"/>
                </a:solidFill>
              </a:rPr>
              <a:t>소방의날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9318045-4E0A-55CE-C147-6411105A9BDF}"/>
              </a:ext>
            </a:extLst>
          </p:cNvPr>
          <p:cNvSpPr txBox="1"/>
          <p:nvPr/>
        </p:nvSpPr>
        <p:spPr>
          <a:xfrm>
            <a:off x="4900668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 err="1">
                <a:solidFill>
                  <a:srgbClr val="8B8B8B"/>
                </a:solidFill>
              </a:rPr>
              <a:t>농업인의날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빼빼로데이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D624BEA-8ABD-E14B-7327-0F29FA47AC6C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A73F31A-B1BB-42BE-52DA-8A044E65B9B6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DB8938-4623-E5BE-8C3F-8B80B7D95B25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9D95CC0-9534-8E52-CB65-F08663097D86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ED66CDA0-4BBF-6A08-CC4D-A9279EA34ED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7E283723-6B9B-2F00-534B-9BFCFC66454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6773449-DFE8-B198-D0A0-CBDAC62546F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A73C026-E650-864E-95AB-5E54D7DA806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BB77585-0EDD-7EA6-8712-B96935D6C0B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FB37AE06-0ACF-7DA4-86D1-40963CC5E67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3EAF88E-3ADD-3F50-9817-DAB94F22136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E3E8AC10-39C0-77FC-67C4-B9DAE505B9FF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2294A0A-E3DA-491A-3C8B-521AEA2A3CC7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F457D3AE-FBB9-FD6F-1009-1DFECBEFC2F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D0248C6-C61C-4A90-4399-02B13C2364CD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FB5F694-229E-2151-4E41-B335982CB6F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06F7644-941A-EDC9-810F-BB3812778322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B44B685-6719-3898-BA76-14068009D27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2DA3F8F2-26B4-93BC-27E7-D321E074387A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E3C43F03-85BD-6F1F-4918-9A85E5D9CA6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38E5AE1-2C45-18D7-CC9D-2E9A7051A85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169B8DD4-9FA9-C7F9-2F32-1D9B322CCA1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1BD6BFE0-D509-A6C0-10FE-0C41C95B772A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76701114-FD59-8161-2AFB-0074B0813A53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55500667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21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22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W47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94798" y="1412776"/>
            <a:ext cx="45236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Nov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D67AFCF-B2FA-343E-D795-04EB94198C13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 err="1">
                <a:solidFill>
                  <a:srgbClr val="8B8B8B"/>
                </a:solidFill>
              </a:rPr>
              <a:t>순국선열의날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712214A-FF0E-C4E3-0D3B-A75EF889CCFD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아동학대예방의날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AC05F3E-E21C-9786-5FAD-5FF38B3D105E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712A88E-D0C0-A33C-B4A0-9E1561763407}"/>
              </a:ext>
            </a:extLst>
          </p:cNvPr>
          <p:cNvSpPr txBox="1"/>
          <p:nvPr/>
        </p:nvSpPr>
        <p:spPr>
          <a:xfrm>
            <a:off x="10690112" y="4453001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소설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 err="1">
                <a:solidFill>
                  <a:srgbClr val="8B8B8B"/>
                </a:solidFill>
              </a:rPr>
              <a:t>김치의날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ADE01ED4-1E0C-A254-F0DB-3426F3A0F56A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DCB1DED2-1E57-B5E8-6EB8-3AEAC364B92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F0F32E8-5666-2563-27E3-BE417FA5CB8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9725B543-0177-8D12-1954-B12F78ECBC9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521F11F-227A-568B-405C-1175EBA55005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A64B80E3-77B8-F85D-A714-E84C232C502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A528463-4D9B-5CA6-0E39-43A32E6C6B7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D20B37E4-7CDB-C8CA-EEF4-18D79824207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9A9F226-EB97-8DD0-5F8D-781FEA91270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819CA83D-AC11-22E7-CA7E-AE2155F4F43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0401A24-6085-8942-F188-D071183F1F7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A137875-4AAB-8F29-CB41-1C908D778A7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EAEA647-D40F-5582-FD75-4491F35BC84C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299D545-99BA-8648-FA2B-2AFFA70910E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FE77147-9045-30E7-D75D-CADC0191662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AC9348A4-7D61-A082-DA0C-20EF78B5AED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22BF897-DA09-DBA8-67DA-04861423BCD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DCEFAAB9-A15F-7499-BB94-DACDD2B7ED2F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BCBC7B46-DF46-5D19-86ED-5CC76806A87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9471C2B3-766B-5BF5-1436-EF22321D6ABA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  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DBED33D-7AD9-1ED1-1611-4FD39C54523F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B30E525-8FEA-E86E-782F-2420EF729972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1184244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28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29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W48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394798" y="1412776"/>
            <a:ext cx="45236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Nov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75AB6DE-AA96-9F53-1919-20DD374097BA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81FF52F-1B7E-9241-8F76-00697413F9AD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FA62E24-1C40-58F2-FCD4-55F49B3E893C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6706073-9F95-C372-A934-1A2CE6B1FE63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B35451-AF65-FFA4-63B3-B6541B648477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F10228E-AE8F-67AE-31E7-D9C2CF6958A6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6F7E298-0887-00A2-15F5-541DEA0A585A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5581CB63-DF4F-6E2D-58EB-7DF334D0930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B5F8E99F-EACB-DA26-03F0-C80813B86B8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E299ACD-1555-B5F3-B706-8472B2FB5484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6C686AA-B24F-8E33-6D49-BBD43740487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AF44B0A-6CAC-2792-40EC-446F6B7F1C7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AB5DCC67-5568-F6FA-71CA-48F95B2A9CF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429E520-DF97-4336-D581-BA880E7A723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E7018693-30A4-801A-FD06-DEF9BDC1F8B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AE09961-50BA-0606-4684-B8D719F69815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1F825B82-A810-AB57-326E-A05681C3C914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9B70B33-014B-EF9E-6A51-203BE561F93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D2BA06F-906B-B33A-6C0A-0E1653DA503B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728FCC7-35F4-DFB1-3737-364B7E811871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3705C6F-1076-9A1F-EEEC-A4D032484A6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AAF826E8-A9E6-2D76-5164-500D01E8580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D24A02EE-9AAA-0835-6AFD-077D310CA65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FE813DD-00DC-4FFF-59F0-8E5CC06735E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F9F5B408-845A-9403-E285-1AE8BE9EF3C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BF0D6D03-A769-C281-7922-3AC3FFB99AD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95262812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05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06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W49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188814" y="1412776"/>
            <a:ext cx="86433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Nov - Dec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9EF37B5-EEAE-7BC7-B0C6-774A4C96D8B2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D32E551-975D-D506-690F-90480C2D20AE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CFF7B9F-B415-4DCF-A4AB-800BED1434CD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>
                <a:solidFill>
                  <a:srgbClr val="8B8B8B"/>
                </a:solidFill>
              </a:rPr>
              <a:t>소비자의날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6470F7B-D35D-5E14-C02A-C2B946811330}"/>
              </a:ext>
            </a:extLst>
          </p:cNvPr>
          <p:cNvSpPr txBox="1"/>
          <p:nvPr/>
        </p:nvSpPr>
        <p:spPr>
          <a:xfrm>
            <a:off x="10690112" y="1926052"/>
            <a:ext cx="99371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dirty="0" err="1">
                <a:solidFill>
                  <a:srgbClr val="8B8B8B"/>
                </a:solidFill>
              </a:rPr>
              <a:t>무역의날</a:t>
            </a:r>
            <a:endParaRPr lang="en-US" altLang="ko-KR" dirty="0">
              <a:solidFill>
                <a:srgbClr val="8B8B8B"/>
              </a:solidFill>
            </a:endParaRPr>
          </a:p>
          <a:p>
            <a:r>
              <a:rPr lang="ko-KR" altLang="en-US" dirty="0">
                <a:solidFill>
                  <a:srgbClr val="8B8B8B"/>
                </a:solidFill>
              </a:rPr>
              <a:t>자원봉사자의날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DA3B8E01-1D11-883D-1925-C4A7655C227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CE43A4FB-0FE9-C602-9B77-779FF9893F52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9F67374-A281-E99C-36EC-418BE160A7A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5D9712A3-9A28-DCAD-C02E-0F16734DB210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B1BF168-6FBE-E70E-F7FF-45F3659E291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1D72D0A4-10A4-EAF4-FCF1-8EF33211120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C3A9EA3-EC9A-2199-DEFC-824CF478A43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AC3C65EF-5ED9-CCCA-1EED-7E31DCCD071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42881CF-5748-2D81-DDC4-8AA776B2679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BD9E7202-DB80-6B13-4F28-ADC944C6A44B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50D3935-3743-B5FE-39CC-CD0F8AFE627C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ABF2CF3-4DE3-E725-6EA0-E318A5B9086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57134E4-CFD4-3508-4DC7-841A5C06110A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8CE5222-ECE4-24E2-A830-B7869CA8004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1E3015C0-D4B1-AC42-3391-6291FA307E5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6B7CAD7C-7C2C-DD1A-4547-6C65784E20C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5A07B48-20B5-FC61-A16F-E5897C2F1C3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3E119156-D3A9-7F6D-8798-1A0148AAB2E8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CAE46F11-CBB3-D101-15C1-CDBFBB21F4F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0AD64EEA-1005-1A33-9865-644F6490556A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D340046-2939-8AC3-5F37-214125A2E37A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4800B0C-8485-5E8D-E9A8-4446FF368ED5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280550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12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13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W50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09223" y="1412776"/>
            <a:ext cx="42351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Dec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74F576E-EF52-F923-86DC-3CCC295A9FF4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>
                <a:solidFill>
                  <a:srgbClr val="8B8B8B"/>
                </a:solidFill>
              </a:rPr>
              <a:t>대설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20CD63-7033-8D8B-2E4F-A2C45F496909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D64D79A-2A8E-D781-BA5A-649093B6DD64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681B034-86EB-073E-F2BB-D29BB8C55524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25604CE-4CA1-A6A6-C0DD-94C3F82DD0DB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7411316-1235-E089-C47E-CFAFE3D13E0F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079F0D5-8DED-097C-7518-9C530B885A81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F0D1B705-8F0B-A3E3-5E5D-3350853905A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152E3163-1E54-BE64-9BB8-EF9AC9BC2A4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2D6197F-5406-0F06-F4DF-8EAB37629374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4B1042FE-CCC6-A291-F415-C2E746F4F79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4DB6825-D06E-16F1-40DE-F368E07B18A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F5FB9B59-9A78-607E-396A-D8E1377ECFC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3F4CB6F-997C-DA16-543C-7F9283B8E41E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C56C95E9-B1F3-A3D6-015D-26D46FE1164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6B99140-7454-7867-B1EB-FC1578C43550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BCCBF111-564E-6402-93F2-C5520A8E25F5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26FCDA5-A2D5-4D38-6989-F68B66FB7290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F8AE29A-E40C-62CF-A8B9-3A38964547B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53EBF23-0D2A-7573-2701-D45104DD91B3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675BC7C-241C-0B26-1B79-47A2E5892EE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9D7AC33B-0890-4CFA-7D05-574D87BA0BC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982AEFFB-033C-E8F3-3943-2CED9897FEAF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4EC7791-A50F-FBB4-8324-F0D05EDC90A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6FC205DE-85A5-8C87-F05E-E03FF639D0D3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8508637F-2359-BCEA-3E27-A5736A9847CD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4819129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19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20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W51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09225" y="1412776"/>
            <a:ext cx="42351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Dec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56EA538-60AA-B64E-7791-5541E0B5E84F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C388020-7C21-74C4-DADC-4B621AD70CA3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E9AD2FF-947F-B3E2-28EA-31696871D76C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925A831-362D-FEB7-6A6D-8CF219313C1F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1BC63C9-D733-66D5-E378-71547A5EE079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FB6A0E5-CDD7-8FB3-00CD-BB66C0FE9F54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0C07904-EEB7-9085-FF66-80E5873D770C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E695DC43-BAA6-BCFA-F180-F20B3D03361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5D990341-D6C5-09AF-8D9B-B5D9ABAFDB0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7D17C72-495D-D923-F6F0-0F886F9D441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3ED608C8-DC3D-3DDE-537D-395406844FB0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D5A12DA-BC63-C3D9-9D0E-7A40BCF962C5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B46118A9-2127-C4E4-D5F4-0E4B9DEAA4E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804CABC-4F94-7E9B-3C80-2F0C2118922A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2E5B2087-09F6-8CBB-EC45-7405827F23A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F105A3E-974E-5475-B10A-A346775CBAA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4D7D5DC4-5A8B-604E-1B9A-39C03F14AE5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0893B60-11C2-A53B-D49E-D948DCEAF219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5F9414A-80EA-0579-2996-5E9D61F4DF6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51D2270-2BD1-E8FD-3EED-01FEBAAF3646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57B7886-A6A2-88EA-9EE8-59D8E62FC256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4E9D7023-CF37-00E7-0615-8092D205C39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0B886FA2-FF58-7077-DF50-AAE529DBDB60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543253-55C2-8B12-9D6B-B35F2701173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668E1DE8-7D88-0AD1-2A4D-9F25894C84D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7251EE7C-4A15-915F-265B-759DC616EC3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9137505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Mon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Thu</a:t>
            </a:r>
            <a:endParaRPr lang="ko-KR" altLang="en-US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23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24</a:t>
            </a:r>
            <a:endParaRPr lang="ko-KR" altLang="en-US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25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26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27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W52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409225" y="1412776"/>
            <a:ext cx="42351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Dec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5117FFE-1274-C0EA-8E69-906A1C470AB8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동지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59FE516-03C8-55E7-D483-6BBAD1B85F3A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34A1887-C1E2-CB15-881C-BA555CBDB35A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>
                <a:solidFill>
                  <a:srgbClr val="8B8B8B"/>
                </a:solidFill>
              </a:rPr>
              <a:t>성탄절</a:t>
            </a:r>
            <a:endParaRPr lang="ko-KR" altLang="en-US" dirty="0">
              <a:solidFill>
                <a:srgbClr val="8B8B8B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6ED4296-9207-23A1-7EC7-D353E3DB538F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ko-KR" altLang="en-US" sz="900" dirty="0" err="1">
                <a:solidFill>
                  <a:srgbClr val="8B8B8B"/>
                </a:solidFill>
              </a:rPr>
              <a:t>원자력의날</a:t>
            </a:r>
            <a:r>
              <a:rPr lang="ko-KR" altLang="en-US" sz="900" dirty="0">
                <a:solidFill>
                  <a:srgbClr val="8B8B8B"/>
                </a:solidFill>
              </a:rPr>
              <a:t> </a:t>
            </a: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D8B08471-E0BA-AA5D-EBB0-069DE4510293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042FE7C5-10B1-2889-3939-93F0D2F3B55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1F6A517-4BB1-BC26-058E-5C194759A22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A68F7B49-E9E4-8038-494F-E75FC1C4A3F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203246B-8E6E-B5C7-26D4-D8DB27A6B60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0F8BF4A8-0D07-DE34-14FA-1549DDD9D36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4A7D08D-8BAC-314E-DF02-605E2541B0D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4F287BC2-53A4-916E-C22D-943817211D46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EF2433D-9AFC-486A-3004-E138998AD9C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79B6B9ED-0DAC-A9C3-80D6-349CF6B13A21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B16A0A2-91EE-60EA-0711-81C02A3E7F8F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65C035A-961C-59F3-D285-45848244D47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29308A4-7035-7B5F-7BFD-5E5E088B28E9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DACA95A-998E-E934-02E9-4C1BA5FE100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368966B4-F835-FDF3-D6B0-142A143E549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734F3A1D-F770-DBD9-50EF-512777F4FBAA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E87A683-515A-75FC-0833-766159A0E69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2D0A830E-5248-E3B2-A52E-3CF10EE193A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AE13D8A4-C19B-B40D-10A5-49BB0077C34F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4AAC1272-702D-A478-0389-1538320DD9DF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C5EE11E-4DFB-B1C9-40FB-243E90EE97D3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7AB3E68-6D46-916F-A429-C59C58C39E29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3570649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Wed</a:t>
            </a:r>
            <a:endParaRPr lang="ko-KR" altLang="en-US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Fri</a:t>
            </a:r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28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30</a:t>
            </a:r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31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02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03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W53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263352" y="1412776"/>
            <a:ext cx="71526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Dec-Jan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0AE4777-2AC6-AF75-E285-AB94F9FDE4E9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8916E52-10C6-11E2-8BDA-628F6C9A938B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F9F62ED-2EE1-5E4A-F024-914EBFF153B1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8DCEAA2-E68C-F916-E067-F3A0851D85D6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새해</a:t>
            </a:r>
            <a:endParaRPr lang="ko-KR" altLang="en-US" sz="900" dirty="0">
              <a:solidFill>
                <a:srgbClr val="8B8B8B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274625E-45BC-46A2-CA4F-923F46C41C07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7B5231F-9C95-D55C-D48B-E6B2A086FB08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5849A6F8-56AE-A498-3249-5EFC7F358FA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9D4BA578-588C-EFB6-5B6A-414FD5FCD40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7970AC2-4342-14E7-00F6-9D01463509C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7D205C8D-132F-0645-FF44-B7A16D5A0074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9387BDB-D98E-FB05-27BB-AB54C33A4A0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1D7701DC-FCAA-B2B2-9558-DA9D09A53C1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3687AD1-4432-027C-CA03-39634E6882D5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4A82C6DF-729F-1CCC-B9B3-CEF381E77B6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3473623-62F1-7C5E-6108-62175189522F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3D3DA7D6-2A78-0817-5F07-63795432AA8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5701B41-65A1-7B90-A518-5CE6D6563DB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BA5BC75-F8CA-8032-1797-D633AA58E4C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D3A8659-B27F-CBD4-ACDB-230BB0BF4024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58CAC41-6402-0881-8623-5C1BA576C723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ED49819-B587-ABA1-5258-949257F447E7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34F2D475-41AA-8239-4966-546C8389E3EF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F807C1F-8D35-9777-842B-FACE788FCA2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33C420F-1992-1D6F-7E39-CA84B323382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A03483A0-F8D9-82AF-006A-B45C191A5C5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5F8F3A1D-903C-744A-69B2-4CAF1449992C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8B8B8B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dirty="0"/>
              <a:t>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9711244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3FF5850-0202-F88E-88FB-CAF22450AA56}"/>
              </a:ext>
            </a:extLst>
          </p:cNvPr>
          <p:cNvCxnSpPr>
            <a:cxnSpLocks/>
          </p:cNvCxnSpPr>
          <p:nvPr/>
        </p:nvCxnSpPr>
        <p:spPr>
          <a:xfrm>
            <a:off x="302419" y="1758986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87F955-98E9-E603-0C95-1834DD587128}"/>
              </a:ext>
            </a:extLst>
          </p:cNvPr>
          <p:cNvCxnSpPr>
            <a:cxnSpLocks/>
          </p:cNvCxnSpPr>
          <p:nvPr/>
        </p:nvCxnSpPr>
        <p:spPr>
          <a:xfrm>
            <a:off x="302419" y="6525150"/>
            <a:ext cx="11434056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D7E686B6-0948-3DB6-AE3F-023135F14786}"/>
              </a:ext>
            </a:extLst>
          </p:cNvPr>
          <p:cNvSpPr txBox="1"/>
          <p:nvPr/>
        </p:nvSpPr>
        <p:spPr>
          <a:xfrm>
            <a:off x="1127448" y="265090"/>
            <a:ext cx="6518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Focus</a:t>
            </a:r>
            <a:endParaRPr lang="ko-KR" altLang="en-US" dirty="0"/>
          </a:p>
        </p:txBody>
      </p:sp>
      <p:grpSp>
        <p:nvGrpSpPr>
          <p:cNvPr id="592" name="그룹 591">
            <a:extLst>
              <a:ext uri="{FF2B5EF4-FFF2-40B4-BE49-F238E27FC236}">
                <a16:creationId xmlns:a16="http://schemas.microsoft.com/office/drawing/2014/main" id="{24B7C7BD-98ED-FA07-18F9-9DC0FC624F12}"/>
              </a:ext>
            </a:extLst>
          </p:cNvPr>
          <p:cNvGrpSpPr/>
          <p:nvPr/>
        </p:nvGrpSpPr>
        <p:grpSpPr>
          <a:xfrm>
            <a:off x="1127448" y="489897"/>
            <a:ext cx="3264243" cy="1066895"/>
            <a:chOff x="1408304" y="398347"/>
            <a:chExt cx="3264243" cy="106689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F8547CA-C54C-35C3-2BA0-49F4A3AAE8E2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398347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BCE49EC-4BCC-6119-1BFC-CC86B7A42E40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665071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A33E598-AF1F-4F47-14AD-46E0D14E1B56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931795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340F7A3B-E65C-D456-1255-BF0CAB40D4DD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465242"/>
              <a:ext cx="326424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B398D6B-064A-14F0-670D-05C08FCADC1F}"/>
                </a:ext>
              </a:extLst>
            </p:cNvPr>
            <p:cNvCxnSpPr>
              <a:cxnSpLocks/>
            </p:cNvCxnSpPr>
            <p:nvPr/>
          </p:nvCxnSpPr>
          <p:spPr>
            <a:xfrm>
              <a:off x="1408304" y="1198519"/>
              <a:ext cx="326424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EEDBC863-3EFC-1CFF-9C43-C8558D35666A}"/>
              </a:ext>
            </a:extLst>
          </p:cNvPr>
          <p:cNvSpPr txBox="1"/>
          <p:nvPr/>
        </p:nvSpPr>
        <p:spPr>
          <a:xfrm>
            <a:off x="673002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Mon</a:t>
            </a:r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6027928F-2309-6160-85DF-E600F26995DA}"/>
              </a:ext>
            </a:extLst>
          </p:cNvPr>
          <p:cNvSpPr txBox="1"/>
          <p:nvPr/>
        </p:nvSpPr>
        <p:spPr>
          <a:xfrm>
            <a:off x="2602816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Tue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130B221-D3CB-B89C-BD69-FB6721A36E79}"/>
              </a:ext>
            </a:extLst>
          </p:cNvPr>
          <p:cNvSpPr txBox="1"/>
          <p:nvPr/>
        </p:nvSpPr>
        <p:spPr>
          <a:xfrm>
            <a:off x="4532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Wed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34077646-0906-6128-782D-4417562D63D6}"/>
              </a:ext>
            </a:extLst>
          </p:cNvPr>
          <p:cNvSpPr txBox="1"/>
          <p:nvPr/>
        </p:nvSpPr>
        <p:spPr>
          <a:xfrm>
            <a:off x="6462444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Thu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CE2F744-9ED3-E603-C2DB-E1D218754B06}"/>
              </a:ext>
            </a:extLst>
          </p:cNvPr>
          <p:cNvSpPr txBox="1"/>
          <p:nvPr/>
        </p:nvSpPr>
        <p:spPr>
          <a:xfrm>
            <a:off x="8392258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Fri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1158FFB-C03A-02E0-9716-FE8D17AB77F2}"/>
              </a:ext>
            </a:extLst>
          </p:cNvPr>
          <p:cNvSpPr txBox="1"/>
          <p:nvPr/>
        </p:nvSpPr>
        <p:spPr>
          <a:xfrm>
            <a:off x="10322074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Sat</a:t>
            </a:r>
            <a:endParaRPr lang="ko-KR" altLang="en-US" sz="11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A92DA096-0E9C-523B-11A1-3528BFC7EF09}"/>
              </a:ext>
            </a:extLst>
          </p:cNvPr>
          <p:cNvSpPr txBox="1"/>
          <p:nvPr/>
        </p:nvSpPr>
        <p:spPr>
          <a:xfrm>
            <a:off x="302419" y="1895274"/>
            <a:ext cx="310430" cy="169277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algn="ctr" defTabSz="457200" latinLnBrk="0">
              <a:defRPr sz="11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 dirty="0"/>
              <a:t>01</a:t>
            </a:r>
            <a:endParaRPr lang="ko-KR" altLang="en-US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80C995-4129-A536-70D0-686466E2B1AA}"/>
              </a:ext>
            </a:extLst>
          </p:cNvPr>
          <p:cNvSpPr txBox="1"/>
          <p:nvPr/>
        </p:nvSpPr>
        <p:spPr>
          <a:xfrm>
            <a:off x="2243630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02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735F9AC-97DB-6C58-DB66-61C92289F57A}"/>
              </a:ext>
            </a:extLst>
          </p:cNvPr>
          <p:cNvSpPr txBox="1"/>
          <p:nvPr/>
        </p:nvSpPr>
        <p:spPr>
          <a:xfrm>
            <a:off x="4184841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03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80C53CA-0694-096D-D259-275CD6F997C5}"/>
              </a:ext>
            </a:extLst>
          </p:cNvPr>
          <p:cNvSpPr txBox="1"/>
          <p:nvPr/>
        </p:nvSpPr>
        <p:spPr>
          <a:xfrm>
            <a:off x="6126052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04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5E46226-7F4A-F7FE-477A-A726AC92EC47}"/>
              </a:ext>
            </a:extLst>
          </p:cNvPr>
          <p:cNvSpPr txBox="1"/>
          <p:nvPr/>
        </p:nvSpPr>
        <p:spPr>
          <a:xfrm>
            <a:off x="8067263" y="1895274"/>
            <a:ext cx="31043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05</a:t>
            </a:r>
            <a:endParaRPr lang="ko-KR" altLang="en-US" sz="11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D521E1B1-8559-6D26-F095-1DD18E29F65C}"/>
              </a:ext>
            </a:extLst>
          </p:cNvPr>
          <p:cNvSpPr txBox="1"/>
          <p:nvPr/>
        </p:nvSpPr>
        <p:spPr>
          <a:xfrm>
            <a:off x="10008475" y="1926052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06</a:t>
            </a:r>
            <a:endParaRPr lang="ko-KR" altLang="en-US" sz="110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D0EB111-0FC0-448F-0D59-7E27CCCCA9A1}"/>
              </a:ext>
            </a:extLst>
          </p:cNvPr>
          <p:cNvSpPr txBox="1"/>
          <p:nvPr/>
        </p:nvSpPr>
        <p:spPr>
          <a:xfrm>
            <a:off x="10322074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Sun</a:t>
            </a:r>
            <a:endParaRPr lang="ko-KR" altLang="en-US" sz="1100" dirty="0"/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EAE6E41-C325-97C0-ACF9-EF8CC7195E45}"/>
              </a:ext>
            </a:extLst>
          </p:cNvPr>
          <p:cNvSpPr txBox="1"/>
          <p:nvPr/>
        </p:nvSpPr>
        <p:spPr>
          <a:xfrm>
            <a:off x="10008475" y="4453001"/>
            <a:ext cx="310430" cy="138499"/>
          </a:xfrm>
          <a:prstGeom prst="rect">
            <a:avLst/>
          </a:prstGeom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defTabSz="457200" latinLnBrk="0">
              <a:defRPr sz="900">
                <a:solidFill>
                  <a:srgbClr val="FF669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pPr algn="ctr"/>
            <a:r>
              <a:rPr lang="en-US" altLang="ko-KR" sz="1100" dirty="0"/>
              <a:t>07</a:t>
            </a:r>
            <a:endParaRPr lang="ko-KR" altLang="en-US" sz="1100" dirty="0"/>
          </a:p>
        </p:txBody>
      </p:sp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0C0A1DF7-7551-810F-056E-243DFA7BE34C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grpSp>
        <p:nvGrpSpPr>
          <p:cNvPr id="630" name="그룹 629">
            <a:extLst>
              <a:ext uri="{FF2B5EF4-FFF2-40B4-BE49-F238E27FC236}">
                <a16:creationId xmlns:a16="http://schemas.microsoft.com/office/drawing/2014/main" id="{87B7A10F-C0E2-A03C-DBD0-FF58C9E4C0CB}"/>
              </a:ext>
            </a:extLst>
          </p:cNvPr>
          <p:cNvGrpSpPr/>
          <p:nvPr/>
        </p:nvGrpSpPr>
        <p:grpSpPr>
          <a:xfrm>
            <a:off x="302419" y="2190352"/>
            <a:ext cx="1728000" cy="4208191"/>
            <a:chOff x="426032" y="2190352"/>
            <a:chExt cx="1728000" cy="4208191"/>
          </a:xfrm>
        </p:grpSpPr>
        <p:cxnSp>
          <p:nvCxnSpPr>
            <p:cNvPr id="433" name="직선 연결선 432">
              <a:extLst>
                <a:ext uri="{FF2B5EF4-FFF2-40B4-BE49-F238E27FC236}">
                  <a16:creationId xmlns:a16="http://schemas.microsoft.com/office/drawing/2014/main" id="{113048DD-F766-2A46-0830-524672FB2C9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5E766853-ED05-323D-1BDA-85261F9689C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37C6D7CF-5DAA-9922-1F65-B959C837DE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56344B29-E7CA-0DA7-3384-05551A843D0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4F5DE619-201D-3832-00F9-4B7E4C914D9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직선 연결선 620">
              <a:extLst>
                <a:ext uri="{FF2B5EF4-FFF2-40B4-BE49-F238E27FC236}">
                  <a16:creationId xmlns:a16="http://schemas.microsoft.com/office/drawing/2014/main" id="{808E4E4D-92B7-7DCF-BE1A-CF06C02D0C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D197708F-6B91-9A30-C9D5-1C60B9F1ABB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E202D1F8-A672-ED01-01EE-60A9F00729F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17056DF7-6332-F110-DFD2-DB2CF480238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871F45CB-526D-E076-E12F-EF91F67DB90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2F3EC15B-C3B9-7EB0-8D89-2D3826B871D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8387B6C6-5BDF-9A4A-850E-84251CEB49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69A89F01-1C8B-3D13-B31E-AFB70C7969A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DC3DFFCA-C14A-7DBD-CDDA-125417B2A63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2A6DB497-8C36-B026-E1D9-39CE388324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561DFCFA-054C-FA7C-A60B-874E0DA49C5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811361F-C2F0-E05E-9F77-99EEE998DB4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E5422C2-7A70-F7B0-5990-FD98A428B69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DDEF3EB6-2EDB-0D2F-1138-694CF76137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EBC9704-6EB5-FA57-17F4-E76E5F607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C6CE133-DF00-55F4-C21A-110861A6D48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7F6F8CB-638C-E60E-A94A-D51243F9CC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61B0342-B874-2F8F-68E3-F3D0244DDF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49BF6563-6126-A839-62CE-CEEE98E07F6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A9851E4-506C-08F4-2358-3ABBA1F5C5E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3253255-ABC8-6CEF-9CB9-7280641386D9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328AC31E-943B-B302-32CD-3AA05374CB8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88C6D6C-DE07-21DC-36E8-DE99E9FB8212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9F1B7B-252D-C28A-BDEB-95632134F386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0A723F6C-3A69-5821-2A46-09F12EB63320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D296B511-54D3-3FA8-BA02-C2118562804E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9CAC34FD-8E76-FBC2-0504-B4AA4B09B4D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FEB5E87-23AF-BC44-1ED9-39574D95013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CED03749-1273-AF44-963D-1E3F761F97FF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A332D705-35A1-230A-0D58-A0504976D19B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100CEB0E-44DE-3B8B-CD54-94B07132E3FD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520A445-BE76-A93D-78D6-CA876DB00165}"/>
              </a:ext>
            </a:extLst>
          </p:cNvPr>
          <p:cNvSpPr txBox="1"/>
          <p:nvPr/>
        </p:nvSpPr>
        <p:spPr>
          <a:xfrm>
            <a:off x="4551432" y="265090"/>
            <a:ext cx="103306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algn="l"/>
            <a:r>
              <a:rPr lang="en-US" altLang="ko-KR" dirty="0"/>
              <a:t>Must Do</a:t>
            </a:r>
            <a:endParaRPr lang="ko-KR" altLang="en-US" dirty="0"/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F76DFBD6-4CA8-CC34-552D-8D0D18B7EBBC}"/>
              </a:ext>
            </a:extLst>
          </p:cNvPr>
          <p:cNvGrpSpPr/>
          <p:nvPr/>
        </p:nvGrpSpPr>
        <p:grpSpPr>
          <a:xfrm>
            <a:off x="4551432" y="489897"/>
            <a:ext cx="2969003" cy="1066895"/>
            <a:chOff x="4871864" y="398347"/>
            <a:chExt cx="2969003" cy="1066895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10DF1F5E-F065-2542-C6F6-3E9E8F9D813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398347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B892906D-5EB1-CD0A-48B5-47ED405F4CFD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665071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B1CE90EC-A585-796C-5DF4-87A435960D8A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931795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55EFD6B6-CE48-5237-5CEF-BF3D63DE8ECB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465242"/>
              <a:ext cx="296900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41910E7-1F15-BAE5-1B05-3EEC55A04213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64" y="1198519"/>
              <a:ext cx="296900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70AFAA8B-EF6D-7A81-4DB9-2F8CE945EEDA}"/>
                </a:ext>
              </a:extLst>
            </p:cNvPr>
            <p:cNvSpPr/>
            <p:nvPr/>
          </p:nvSpPr>
          <p:spPr>
            <a:xfrm>
              <a:off x="4925207" y="477709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B1380998-930E-D467-A6D6-1A412F3FD8EF}"/>
                </a:ext>
              </a:extLst>
            </p:cNvPr>
            <p:cNvSpPr/>
            <p:nvPr/>
          </p:nvSpPr>
          <p:spPr>
            <a:xfrm>
              <a:off x="4925207" y="744433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B1C7308C-8B41-CE98-9CFA-0742BCA00108}"/>
                </a:ext>
              </a:extLst>
            </p:cNvPr>
            <p:cNvSpPr/>
            <p:nvPr/>
          </p:nvSpPr>
          <p:spPr>
            <a:xfrm>
              <a:off x="4925207" y="1011157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EF4C37D-AF2B-F032-0CA7-AAB8FEBD14C0}"/>
                </a:ext>
              </a:extLst>
            </p:cNvPr>
            <p:cNvSpPr/>
            <p:nvPr/>
          </p:nvSpPr>
          <p:spPr>
            <a:xfrm>
              <a:off x="4925207" y="1277881"/>
              <a:ext cx="108000" cy="10800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45" name="TextBox 444">
            <a:extLst>
              <a:ext uri="{FF2B5EF4-FFF2-40B4-BE49-F238E27FC236}">
                <a16:creationId xmlns:a16="http://schemas.microsoft.com/office/drawing/2014/main" id="{AE60CD6B-5F15-809F-CB42-CD16BA6061B7}"/>
              </a:ext>
            </a:extLst>
          </p:cNvPr>
          <p:cNvSpPr txBox="1"/>
          <p:nvPr/>
        </p:nvSpPr>
        <p:spPr>
          <a:xfrm>
            <a:off x="317854" y="941145"/>
            <a:ext cx="606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spc="-3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W01</a:t>
            </a:r>
            <a:endParaRPr lang="ko-KR" altLang="en-US" sz="2000" b="1" spc="-3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664DA37-9E35-F121-1C8D-78A78EBEB378}"/>
              </a:ext>
            </a:extLst>
          </p:cNvPr>
          <p:cNvSpPr txBox="1"/>
          <p:nvPr/>
        </p:nvSpPr>
        <p:spPr>
          <a:xfrm>
            <a:off x="263352" y="1412776"/>
            <a:ext cx="71526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NanumMyeongjoExtraBold" panose="02020603020101020101" pitchFamily="18" charset="-127"/>
                <a:ea typeface="NanumMyeongjoExtraBold" panose="02020603020101020101" pitchFamily="18" charset="-127"/>
              </a:rPr>
              <a:t>Dec-Jan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NanumMyeongjoExtraBold" panose="02020603020101020101" pitchFamily="18" charset="-127"/>
              <a:ea typeface="NanumMyeongjoExtraBold" panose="02020603020101020101" pitchFamily="18" charset="-127"/>
            </a:endParaRPr>
          </a:p>
        </p:txBody>
      </p: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2C4F9FB3-50ED-3D32-0122-83023B9CE3D5}"/>
              </a:ext>
            </a:extLst>
          </p:cNvPr>
          <p:cNvCxnSpPr>
            <a:cxnSpLocks/>
          </p:cNvCxnSpPr>
          <p:nvPr/>
        </p:nvCxnSpPr>
        <p:spPr>
          <a:xfrm>
            <a:off x="7680176" y="476672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2DF168-5DEF-1BFE-56C4-D38918F2D400}"/>
              </a:ext>
            </a:extLst>
          </p:cNvPr>
          <p:cNvCxnSpPr>
            <a:cxnSpLocks/>
          </p:cNvCxnSpPr>
          <p:nvPr/>
        </p:nvCxnSpPr>
        <p:spPr>
          <a:xfrm>
            <a:off x="7680176" y="74339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C150C2D0-EC45-13BE-326F-8721CB04706D}"/>
              </a:ext>
            </a:extLst>
          </p:cNvPr>
          <p:cNvCxnSpPr>
            <a:cxnSpLocks/>
          </p:cNvCxnSpPr>
          <p:nvPr/>
        </p:nvCxnSpPr>
        <p:spPr>
          <a:xfrm>
            <a:off x="7680176" y="1010120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D5D05BA3-F196-D995-FEE1-ACE7D3A13D5C}"/>
              </a:ext>
            </a:extLst>
          </p:cNvPr>
          <p:cNvCxnSpPr>
            <a:cxnSpLocks/>
          </p:cNvCxnSpPr>
          <p:nvPr/>
        </p:nvCxnSpPr>
        <p:spPr>
          <a:xfrm>
            <a:off x="7680176" y="1543567"/>
            <a:ext cx="4049123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8DE589EF-05B3-849A-F7FA-ABC070F4D5CA}"/>
              </a:ext>
            </a:extLst>
          </p:cNvPr>
          <p:cNvCxnSpPr>
            <a:cxnSpLocks/>
          </p:cNvCxnSpPr>
          <p:nvPr/>
        </p:nvCxnSpPr>
        <p:spPr>
          <a:xfrm>
            <a:off x="7680176" y="127684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8BFBFCEC-71A4-0FEB-3AC4-682FEA1A9A88}"/>
              </a:ext>
            </a:extLst>
          </p:cNvPr>
          <p:cNvCxnSpPr>
            <a:cxnSpLocks/>
          </p:cNvCxnSpPr>
          <p:nvPr/>
        </p:nvCxnSpPr>
        <p:spPr>
          <a:xfrm rot="5400000">
            <a:off x="916468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24B4F7CE-EB03-BE35-829E-6A32FFB447B8}"/>
              </a:ext>
            </a:extLst>
          </p:cNvPr>
          <p:cNvCxnSpPr>
            <a:cxnSpLocks/>
          </p:cNvCxnSpPr>
          <p:nvPr/>
        </p:nvCxnSpPr>
        <p:spPr>
          <a:xfrm rot="5400000">
            <a:off x="887546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11E0219C-81D8-0E76-1FF2-F1210F24B77D}"/>
              </a:ext>
            </a:extLst>
          </p:cNvPr>
          <p:cNvCxnSpPr>
            <a:cxnSpLocks/>
          </p:cNvCxnSpPr>
          <p:nvPr/>
        </p:nvCxnSpPr>
        <p:spPr>
          <a:xfrm rot="5400000">
            <a:off x="71401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5CA8A3D4-7A1A-146E-929D-ECEC34A904AA}"/>
              </a:ext>
            </a:extLst>
          </p:cNvPr>
          <p:cNvCxnSpPr>
            <a:cxnSpLocks/>
          </p:cNvCxnSpPr>
          <p:nvPr/>
        </p:nvCxnSpPr>
        <p:spPr>
          <a:xfrm rot="5400000">
            <a:off x="858623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45C639FB-3CF5-6D3B-B0DD-CCC8236307B7}"/>
              </a:ext>
            </a:extLst>
          </p:cNvPr>
          <p:cNvCxnSpPr>
            <a:cxnSpLocks/>
          </p:cNvCxnSpPr>
          <p:nvPr/>
        </p:nvCxnSpPr>
        <p:spPr>
          <a:xfrm rot="5400000">
            <a:off x="1003235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57F46D2E-DD76-E46A-7E2C-20331759C2BC}"/>
              </a:ext>
            </a:extLst>
          </p:cNvPr>
          <p:cNvCxnSpPr>
            <a:cxnSpLocks/>
          </p:cNvCxnSpPr>
          <p:nvPr/>
        </p:nvCxnSpPr>
        <p:spPr>
          <a:xfrm rot="5400000">
            <a:off x="974313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ED6FA12-70D5-E3A2-035E-67ADCE41DE20}"/>
              </a:ext>
            </a:extLst>
          </p:cNvPr>
          <p:cNvCxnSpPr>
            <a:cxnSpLocks/>
          </p:cNvCxnSpPr>
          <p:nvPr/>
        </p:nvCxnSpPr>
        <p:spPr>
          <a:xfrm rot="5400000">
            <a:off x="945390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7B998BB2-1670-15D9-9EEE-ADEB8D1A1E2A}"/>
              </a:ext>
            </a:extLst>
          </p:cNvPr>
          <p:cNvCxnSpPr>
            <a:cxnSpLocks/>
          </p:cNvCxnSpPr>
          <p:nvPr/>
        </p:nvCxnSpPr>
        <p:spPr>
          <a:xfrm rot="5400000">
            <a:off x="109000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7A557D4A-9ABF-A830-B867-0A5D80BB677F}"/>
              </a:ext>
            </a:extLst>
          </p:cNvPr>
          <p:cNvCxnSpPr>
            <a:cxnSpLocks/>
          </p:cNvCxnSpPr>
          <p:nvPr/>
        </p:nvCxnSpPr>
        <p:spPr>
          <a:xfrm rot="5400000">
            <a:off x="1061080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8A716628-74D6-928C-D0EE-32F74B0E7009}"/>
              </a:ext>
            </a:extLst>
          </p:cNvPr>
          <p:cNvCxnSpPr>
            <a:cxnSpLocks/>
          </p:cNvCxnSpPr>
          <p:nvPr/>
        </p:nvCxnSpPr>
        <p:spPr>
          <a:xfrm rot="5400000">
            <a:off x="1032158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1D93B729-4024-920C-0F9C-841DEBE2EC05}"/>
              </a:ext>
            </a:extLst>
          </p:cNvPr>
          <p:cNvCxnSpPr>
            <a:cxnSpLocks/>
          </p:cNvCxnSpPr>
          <p:nvPr/>
        </p:nvCxnSpPr>
        <p:spPr>
          <a:xfrm rot="5400000">
            <a:off x="11189239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44747400-7835-A583-659D-E530126C72F5}"/>
              </a:ext>
            </a:extLst>
          </p:cNvPr>
          <p:cNvCxnSpPr>
            <a:cxnSpLocks/>
          </p:cNvCxnSpPr>
          <p:nvPr/>
        </p:nvCxnSpPr>
        <p:spPr>
          <a:xfrm rot="5400000">
            <a:off x="800778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3" name="직선 연결선 612">
            <a:extLst>
              <a:ext uri="{FF2B5EF4-FFF2-40B4-BE49-F238E27FC236}">
                <a16:creationId xmlns:a16="http://schemas.microsoft.com/office/drawing/2014/main" id="{00A79A0C-1796-818C-0F3F-4C6D7EF6CD15}"/>
              </a:ext>
            </a:extLst>
          </p:cNvPr>
          <p:cNvCxnSpPr>
            <a:cxnSpLocks/>
          </p:cNvCxnSpPr>
          <p:nvPr/>
        </p:nvCxnSpPr>
        <p:spPr>
          <a:xfrm rot="5400000">
            <a:off x="771856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직선 연결선 613">
            <a:extLst>
              <a:ext uri="{FF2B5EF4-FFF2-40B4-BE49-F238E27FC236}">
                <a16:creationId xmlns:a16="http://schemas.microsoft.com/office/drawing/2014/main" id="{87EF23D1-96D7-3B40-2062-22A8A6049151}"/>
              </a:ext>
            </a:extLst>
          </p:cNvPr>
          <p:cNvCxnSpPr>
            <a:cxnSpLocks/>
          </p:cNvCxnSpPr>
          <p:nvPr/>
        </p:nvCxnSpPr>
        <p:spPr>
          <a:xfrm rot="5400000">
            <a:off x="74293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0EFFCD1E-7A6F-7F6A-8870-F4DE623BEAAD}"/>
              </a:ext>
            </a:extLst>
          </p:cNvPr>
          <p:cNvCxnSpPr>
            <a:cxnSpLocks/>
          </p:cNvCxnSpPr>
          <p:nvPr/>
        </p:nvCxnSpPr>
        <p:spPr>
          <a:xfrm rot="5400000">
            <a:off x="829701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25C20BF0-C533-BB64-803C-05D7826CFCE3}"/>
              </a:ext>
            </a:extLst>
          </p:cNvPr>
          <p:cNvGrpSpPr/>
          <p:nvPr/>
        </p:nvGrpSpPr>
        <p:grpSpPr>
          <a:xfrm>
            <a:off x="2243630" y="2190352"/>
            <a:ext cx="1728000" cy="4208191"/>
            <a:chOff x="426032" y="2190352"/>
            <a:chExt cx="1728000" cy="4208191"/>
          </a:xfrm>
        </p:grpSpPr>
        <p:cxnSp>
          <p:nvCxnSpPr>
            <p:cNvPr id="632" name="직선 연결선 631">
              <a:extLst>
                <a:ext uri="{FF2B5EF4-FFF2-40B4-BE49-F238E27FC236}">
                  <a16:creationId xmlns:a16="http://schemas.microsoft.com/office/drawing/2014/main" id="{9D056983-67C9-BBEF-EBE1-4EFC848C28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직선 연결선 632">
              <a:extLst>
                <a:ext uri="{FF2B5EF4-FFF2-40B4-BE49-F238E27FC236}">
                  <a16:creationId xmlns:a16="http://schemas.microsoft.com/office/drawing/2014/main" id="{6AD3EE78-25AC-B6AD-CB09-E5878A6C16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665AF0F-4A46-3B53-B41D-5CC6F7DB8B6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직선 연결선 634">
              <a:extLst>
                <a:ext uri="{FF2B5EF4-FFF2-40B4-BE49-F238E27FC236}">
                  <a16:creationId xmlns:a16="http://schemas.microsoft.com/office/drawing/2014/main" id="{239ADE41-0B74-4000-3EF7-40DFA73A9F5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직선 연결선 635">
              <a:extLst>
                <a:ext uri="{FF2B5EF4-FFF2-40B4-BE49-F238E27FC236}">
                  <a16:creationId xmlns:a16="http://schemas.microsoft.com/office/drawing/2014/main" id="{EEDDD68C-80B9-1627-3F1E-BF3CEA6AD3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85D23B53-9FA1-B810-1D94-CF7F229ACA0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8" name="직선 연결선 637">
              <a:extLst>
                <a:ext uri="{FF2B5EF4-FFF2-40B4-BE49-F238E27FC236}">
                  <a16:creationId xmlns:a16="http://schemas.microsoft.com/office/drawing/2014/main" id="{30D88662-A56A-D4D5-341A-F91B4294858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직선 연결선 638">
              <a:extLst>
                <a:ext uri="{FF2B5EF4-FFF2-40B4-BE49-F238E27FC236}">
                  <a16:creationId xmlns:a16="http://schemas.microsoft.com/office/drawing/2014/main" id="{115126F6-4F6C-C69E-3862-39E60A681DD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8B879EBB-7292-1B75-7B0D-A41EC4191D7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직선 연결선 640">
              <a:extLst>
                <a:ext uri="{FF2B5EF4-FFF2-40B4-BE49-F238E27FC236}">
                  <a16:creationId xmlns:a16="http://schemas.microsoft.com/office/drawing/2014/main" id="{8F55DA2B-A8AC-E186-714D-01F65DFB334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직선 연결선 641">
              <a:extLst>
                <a:ext uri="{FF2B5EF4-FFF2-40B4-BE49-F238E27FC236}">
                  <a16:creationId xmlns:a16="http://schemas.microsoft.com/office/drawing/2014/main" id="{C72D63D8-C2BC-767C-BA44-C861E13CA93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E4B66D7C-9D8A-0FDD-3546-D26DEF56B4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73C2D4E2-4470-9955-A264-9C3541D4E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>
              <a:extLst>
                <a:ext uri="{FF2B5EF4-FFF2-40B4-BE49-F238E27FC236}">
                  <a16:creationId xmlns:a16="http://schemas.microsoft.com/office/drawing/2014/main" id="{99AC4350-AD6E-B3C7-80C8-1955CDA154B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직선 연결선 645">
              <a:extLst>
                <a:ext uri="{FF2B5EF4-FFF2-40B4-BE49-F238E27FC236}">
                  <a16:creationId xmlns:a16="http://schemas.microsoft.com/office/drawing/2014/main" id="{C5E1CE1B-C478-F611-F58F-8904FD366EC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직선 연결선 646">
              <a:extLst>
                <a:ext uri="{FF2B5EF4-FFF2-40B4-BE49-F238E27FC236}">
                  <a16:creationId xmlns:a16="http://schemas.microsoft.com/office/drawing/2014/main" id="{CA312335-590D-AE4D-8759-47578D175CE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직선 연결선 647">
              <a:extLst>
                <a:ext uri="{FF2B5EF4-FFF2-40B4-BE49-F238E27FC236}">
                  <a16:creationId xmlns:a16="http://schemas.microsoft.com/office/drawing/2014/main" id="{22F687D7-14A4-91AC-814E-9E32BD5176B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직선 연결선 648">
              <a:extLst>
                <a:ext uri="{FF2B5EF4-FFF2-40B4-BE49-F238E27FC236}">
                  <a16:creationId xmlns:a16="http://schemas.microsoft.com/office/drawing/2014/main" id="{7B0C97C2-E59F-2E29-7925-545BD96F56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0E67CDF1-DCAE-C828-FB89-042059762A3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직선 연결선 650">
              <a:extLst>
                <a:ext uri="{FF2B5EF4-FFF2-40B4-BE49-F238E27FC236}">
                  <a16:creationId xmlns:a16="http://schemas.microsoft.com/office/drawing/2014/main" id="{85432E19-AD37-6E5B-356A-DF0125C84E3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DA3D115F-44B1-D53B-0ECD-EE186F7B6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직선 연결선 652">
              <a:extLst>
                <a:ext uri="{FF2B5EF4-FFF2-40B4-BE49-F238E27FC236}">
                  <a16:creationId xmlns:a16="http://schemas.microsoft.com/office/drawing/2014/main" id="{98F877F1-DEFE-9C15-5A8B-7069DBA269D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7BED96D0-B8E0-72EC-6C8D-F836DA2E4F1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직선 연결선 654">
              <a:extLst>
                <a:ext uri="{FF2B5EF4-FFF2-40B4-BE49-F238E27FC236}">
                  <a16:creationId xmlns:a16="http://schemas.microsoft.com/office/drawing/2014/main" id="{B09FCBCD-BF08-451E-3693-3C0295484D0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직사각형 655">
              <a:extLst>
                <a:ext uri="{FF2B5EF4-FFF2-40B4-BE49-F238E27FC236}">
                  <a16:creationId xmlns:a16="http://schemas.microsoft.com/office/drawing/2014/main" id="{E7443F95-5C72-80D1-4F4A-85550CFF6FF2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33861180-2F5E-42BA-1D90-9570456195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8D0A12F1-625B-F9C8-EA39-D16708B2F2F4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9E5F6A83-0DBF-4D63-921D-24018A6E99E9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0" name="직사각형 659">
              <a:extLst>
                <a:ext uri="{FF2B5EF4-FFF2-40B4-BE49-F238E27FC236}">
                  <a16:creationId xmlns:a16="http://schemas.microsoft.com/office/drawing/2014/main" id="{35EB6239-CEB3-0E32-8281-9229BB77E104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1" name="직사각형 660">
              <a:extLst>
                <a:ext uri="{FF2B5EF4-FFF2-40B4-BE49-F238E27FC236}">
                  <a16:creationId xmlns:a16="http://schemas.microsoft.com/office/drawing/2014/main" id="{FFA71D11-8070-7323-2B65-A2153A738984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93596E1F-E986-8F3B-1330-F410C91977FC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3" name="직사각형 662">
              <a:extLst>
                <a:ext uri="{FF2B5EF4-FFF2-40B4-BE49-F238E27FC236}">
                  <a16:creationId xmlns:a16="http://schemas.microsoft.com/office/drawing/2014/main" id="{FF7E6AEC-221D-4142-0979-8E34C6F5B84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AC161231-8E1A-FEBF-941D-EC9E78E9272D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C19FE494-4AC1-34AD-1033-8F40FCC6B7A5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0A7DDD5E-A36F-205D-4F3E-AD4253104D7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7" name="직사각형 666">
              <a:extLst>
                <a:ext uri="{FF2B5EF4-FFF2-40B4-BE49-F238E27FC236}">
                  <a16:creationId xmlns:a16="http://schemas.microsoft.com/office/drawing/2014/main" id="{24DB1348-DF67-A58A-AB7C-77A10393478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668" name="그룹 667">
            <a:extLst>
              <a:ext uri="{FF2B5EF4-FFF2-40B4-BE49-F238E27FC236}">
                <a16:creationId xmlns:a16="http://schemas.microsoft.com/office/drawing/2014/main" id="{0392370A-0C7D-9EAC-ABD7-96CD4A501B15}"/>
              </a:ext>
            </a:extLst>
          </p:cNvPr>
          <p:cNvGrpSpPr/>
          <p:nvPr/>
        </p:nvGrpSpPr>
        <p:grpSpPr>
          <a:xfrm>
            <a:off x="4184841" y="2190352"/>
            <a:ext cx="1728000" cy="4208191"/>
            <a:chOff x="426032" y="2190352"/>
            <a:chExt cx="1728000" cy="4208191"/>
          </a:xfrm>
        </p:grpSpPr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1E173ED2-5146-5976-0C64-546ADACBF42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1CE41DC0-5B88-CFB2-C481-9DD4BA6881F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1CB9C875-90E4-2B3D-EF64-B23FF3016A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51EB4BEB-B08B-EE50-0203-EE720E156E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E5C18842-1B6B-8104-498A-45835CFCA1D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직선 연결선 673">
              <a:extLst>
                <a:ext uri="{FF2B5EF4-FFF2-40B4-BE49-F238E27FC236}">
                  <a16:creationId xmlns:a16="http://schemas.microsoft.com/office/drawing/2014/main" id="{E120506B-529B-F2C5-9EB9-AF32662097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E0D789C1-25A1-E996-AA73-F2DA1566D3E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직선 연결선 675">
              <a:extLst>
                <a:ext uri="{FF2B5EF4-FFF2-40B4-BE49-F238E27FC236}">
                  <a16:creationId xmlns:a16="http://schemas.microsoft.com/office/drawing/2014/main" id="{683CC8B0-A882-F886-6725-216F79EAD33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직선 연결선 676">
              <a:extLst>
                <a:ext uri="{FF2B5EF4-FFF2-40B4-BE49-F238E27FC236}">
                  <a16:creationId xmlns:a16="http://schemas.microsoft.com/office/drawing/2014/main" id="{C5EAA5BB-2A84-807D-F796-7385D15053C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직선 연결선 677">
              <a:extLst>
                <a:ext uri="{FF2B5EF4-FFF2-40B4-BE49-F238E27FC236}">
                  <a16:creationId xmlns:a16="http://schemas.microsoft.com/office/drawing/2014/main" id="{2220D94C-127D-04E3-9606-B1AD705302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9D0E73EC-BFED-DC9D-7198-061FC8AE261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직선 연결선 679">
              <a:extLst>
                <a:ext uri="{FF2B5EF4-FFF2-40B4-BE49-F238E27FC236}">
                  <a16:creationId xmlns:a16="http://schemas.microsoft.com/office/drawing/2014/main" id="{184AD18E-250C-93DA-26A3-BC52DD94F5A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EEE136C5-F0A7-5B93-78F8-17609E08717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직선 연결선 681">
              <a:extLst>
                <a:ext uri="{FF2B5EF4-FFF2-40B4-BE49-F238E27FC236}">
                  <a16:creationId xmlns:a16="http://schemas.microsoft.com/office/drawing/2014/main" id="{016DA47D-A571-B369-CDE7-C68C1D3F0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58EF8F27-F0B5-3EDA-0759-CBE495D1135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직선 연결선 683">
              <a:extLst>
                <a:ext uri="{FF2B5EF4-FFF2-40B4-BE49-F238E27FC236}">
                  <a16:creationId xmlns:a16="http://schemas.microsoft.com/office/drawing/2014/main" id="{9F447F93-9866-0C35-2D51-F9F4E592C56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1CC7C4E9-64D5-C4B0-F1C8-AECDC01CD0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직선 연결선 685">
              <a:extLst>
                <a:ext uri="{FF2B5EF4-FFF2-40B4-BE49-F238E27FC236}">
                  <a16:creationId xmlns:a16="http://schemas.microsoft.com/office/drawing/2014/main" id="{76760422-EE77-2CF1-F604-23A24240E2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직선 연결선 686">
              <a:extLst>
                <a:ext uri="{FF2B5EF4-FFF2-40B4-BE49-F238E27FC236}">
                  <a16:creationId xmlns:a16="http://schemas.microsoft.com/office/drawing/2014/main" id="{7B4D8EFB-CD95-5455-FC48-551C00CC4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직선 연결선 687">
              <a:extLst>
                <a:ext uri="{FF2B5EF4-FFF2-40B4-BE49-F238E27FC236}">
                  <a16:creationId xmlns:a16="http://schemas.microsoft.com/office/drawing/2014/main" id="{1BCC3701-F5B6-75CF-D87B-25BCDDDED56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직선 연결선 688">
              <a:extLst>
                <a:ext uri="{FF2B5EF4-FFF2-40B4-BE49-F238E27FC236}">
                  <a16:creationId xmlns:a16="http://schemas.microsoft.com/office/drawing/2014/main" id="{E76195E9-0E5F-3EF8-1C83-175713C0687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직선 연결선 689">
              <a:extLst>
                <a:ext uri="{FF2B5EF4-FFF2-40B4-BE49-F238E27FC236}">
                  <a16:creationId xmlns:a16="http://schemas.microsoft.com/office/drawing/2014/main" id="{8A9A84CC-67F7-35DF-ED67-BFF96631B1D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91ACE516-C6A2-D024-BE48-9FFA52029F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460E5559-A955-7C14-8E33-8E195935366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직사각형 692">
              <a:extLst>
                <a:ext uri="{FF2B5EF4-FFF2-40B4-BE49-F238E27FC236}">
                  <a16:creationId xmlns:a16="http://schemas.microsoft.com/office/drawing/2014/main" id="{25643ECE-948B-819D-786B-42B82EEB5DF7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FE5A0573-F0D0-D7CB-460C-F2B0146A0A52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A68DB30A-EDB6-2032-55C5-68D9B0F5EBCD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A2D0ACF4-27C5-27AC-58A3-8D6B1AF7EB9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1CAA37F3-1804-E6D0-13B4-E9B24C4A753F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CFFD27E-81E2-04CE-6BEE-CD49DE0DE7CC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9" name="직사각형 698">
              <a:extLst>
                <a:ext uri="{FF2B5EF4-FFF2-40B4-BE49-F238E27FC236}">
                  <a16:creationId xmlns:a16="http://schemas.microsoft.com/office/drawing/2014/main" id="{75A20436-6BA4-FFA9-7DA4-9CD89172AAD8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A85798DD-0659-9A21-52FD-7A56202BC93F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D6623838-48FC-53B1-4325-F175111C91B2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C4204BE7-9E3A-A702-224E-95F6D626A9FE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1D8FF3C2-04DF-CEAB-3D8D-2D8591B0DEC4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4" name="직사각형 703">
              <a:extLst>
                <a:ext uri="{FF2B5EF4-FFF2-40B4-BE49-F238E27FC236}">
                  <a16:creationId xmlns:a16="http://schemas.microsoft.com/office/drawing/2014/main" id="{10D38DCC-9115-849D-9888-71B09687AF2C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EA18B663-3B74-D041-EAEE-3E4D3608A615}"/>
              </a:ext>
            </a:extLst>
          </p:cNvPr>
          <p:cNvGrpSpPr/>
          <p:nvPr/>
        </p:nvGrpSpPr>
        <p:grpSpPr>
          <a:xfrm>
            <a:off x="6126052" y="2190352"/>
            <a:ext cx="1728000" cy="4208191"/>
            <a:chOff x="426032" y="2190352"/>
            <a:chExt cx="1728000" cy="4208191"/>
          </a:xfrm>
        </p:grpSpPr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12C387A-522A-87E1-1B42-EA0256F3A53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직선 연결선 706">
              <a:extLst>
                <a:ext uri="{FF2B5EF4-FFF2-40B4-BE49-F238E27FC236}">
                  <a16:creationId xmlns:a16="http://schemas.microsoft.com/office/drawing/2014/main" id="{6F5DA1C1-35F7-4D7E-E6DB-7E331D4F284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396A4BC9-054E-1E76-55FC-56AB7836B76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>
              <a:extLst>
                <a:ext uri="{FF2B5EF4-FFF2-40B4-BE49-F238E27FC236}">
                  <a16:creationId xmlns:a16="http://schemas.microsoft.com/office/drawing/2014/main" id="{BD99CE73-0597-1FD6-838B-65A60688314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직선 연결선 709">
              <a:extLst>
                <a:ext uri="{FF2B5EF4-FFF2-40B4-BE49-F238E27FC236}">
                  <a16:creationId xmlns:a16="http://schemas.microsoft.com/office/drawing/2014/main" id="{AF7ACE8F-839A-3F6E-CDF6-5A01D16F6215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1B3A5BEB-A799-4B53-8985-65483E55B61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직선 연결선 711">
              <a:extLst>
                <a:ext uri="{FF2B5EF4-FFF2-40B4-BE49-F238E27FC236}">
                  <a16:creationId xmlns:a16="http://schemas.microsoft.com/office/drawing/2014/main" id="{1B27EB49-1A24-6CAB-C4F7-758E45A23AD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직선 연결선 712">
              <a:extLst>
                <a:ext uri="{FF2B5EF4-FFF2-40B4-BE49-F238E27FC236}">
                  <a16:creationId xmlns:a16="http://schemas.microsoft.com/office/drawing/2014/main" id="{CC38B411-A033-7B1B-296E-53FFE5BB01F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직선 연결선 713">
              <a:extLst>
                <a:ext uri="{FF2B5EF4-FFF2-40B4-BE49-F238E27FC236}">
                  <a16:creationId xmlns:a16="http://schemas.microsoft.com/office/drawing/2014/main" id="{88E432AC-16FC-1A70-D0E1-4B1F8A24AE8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직선 연결선 714">
              <a:extLst>
                <a:ext uri="{FF2B5EF4-FFF2-40B4-BE49-F238E27FC236}">
                  <a16:creationId xmlns:a16="http://schemas.microsoft.com/office/drawing/2014/main" id="{3A068323-8385-A74A-941A-99DAC3CE149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직선 연결선 715">
              <a:extLst>
                <a:ext uri="{FF2B5EF4-FFF2-40B4-BE49-F238E27FC236}">
                  <a16:creationId xmlns:a16="http://schemas.microsoft.com/office/drawing/2014/main" id="{F53C35AF-B6FA-DD00-0E0C-28AE84C7E9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직선 연결선 716">
              <a:extLst>
                <a:ext uri="{FF2B5EF4-FFF2-40B4-BE49-F238E27FC236}">
                  <a16:creationId xmlns:a16="http://schemas.microsoft.com/office/drawing/2014/main" id="{B59E1A8B-AD45-E77B-E757-2AD969A8891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직선 연결선 717">
              <a:extLst>
                <a:ext uri="{FF2B5EF4-FFF2-40B4-BE49-F238E27FC236}">
                  <a16:creationId xmlns:a16="http://schemas.microsoft.com/office/drawing/2014/main" id="{F52DD063-08A3-6E51-5B75-479DF1D97D9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직선 연결선 718">
              <a:extLst>
                <a:ext uri="{FF2B5EF4-FFF2-40B4-BE49-F238E27FC236}">
                  <a16:creationId xmlns:a16="http://schemas.microsoft.com/office/drawing/2014/main" id="{AAC2CFF2-26B5-0593-E3FC-4D123E4733B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직선 연결선 719">
              <a:extLst>
                <a:ext uri="{FF2B5EF4-FFF2-40B4-BE49-F238E27FC236}">
                  <a16:creationId xmlns:a16="http://schemas.microsoft.com/office/drawing/2014/main" id="{507F9088-D4E9-545B-B543-EBAFF4E07CA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직선 연결선 720">
              <a:extLst>
                <a:ext uri="{FF2B5EF4-FFF2-40B4-BE49-F238E27FC236}">
                  <a16:creationId xmlns:a16="http://schemas.microsoft.com/office/drawing/2014/main" id="{6F8B8731-2D19-A475-A150-DC5FCF33EC8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직선 연결선 721">
              <a:extLst>
                <a:ext uri="{FF2B5EF4-FFF2-40B4-BE49-F238E27FC236}">
                  <a16:creationId xmlns:a16="http://schemas.microsoft.com/office/drawing/2014/main" id="{FC2F97EA-4E0F-6F4C-6502-A44B3D73637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직선 연결선 722">
              <a:extLst>
                <a:ext uri="{FF2B5EF4-FFF2-40B4-BE49-F238E27FC236}">
                  <a16:creationId xmlns:a16="http://schemas.microsoft.com/office/drawing/2014/main" id="{C9BC9373-2D8E-7A7C-9FB8-8EBA43886B0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직선 연결선 723">
              <a:extLst>
                <a:ext uri="{FF2B5EF4-FFF2-40B4-BE49-F238E27FC236}">
                  <a16:creationId xmlns:a16="http://schemas.microsoft.com/office/drawing/2014/main" id="{C24C2459-EB05-71F7-63E8-7967386A5C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E429D06C-CAA9-983B-88DC-B3980F62E2B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직선 연결선 725">
              <a:extLst>
                <a:ext uri="{FF2B5EF4-FFF2-40B4-BE49-F238E27FC236}">
                  <a16:creationId xmlns:a16="http://schemas.microsoft.com/office/drawing/2014/main" id="{9D9F67BE-8207-7C2D-F55A-E9F9FFE3EE5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7929579A-13D8-A8CC-BBC7-76B89648D071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직선 연결선 727">
              <a:extLst>
                <a:ext uri="{FF2B5EF4-FFF2-40B4-BE49-F238E27FC236}">
                  <a16:creationId xmlns:a16="http://schemas.microsoft.com/office/drawing/2014/main" id="{E1CFB88A-0BFA-9A8C-7160-1A6901BDA2F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직선 연결선 728">
              <a:extLst>
                <a:ext uri="{FF2B5EF4-FFF2-40B4-BE49-F238E27FC236}">
                  <a16:creationId xmlns:a16="http://schemas.microsoft.com/office/drawing/2014/main" id="{DB45C1C4-3C2F-2928-7536-FCDE2D1C2A0A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C902AE39-69B7-08C4-99F2-EA85403E62D6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1" name="직사각형 730">
              <a:extLst>
                <a:ext uri="{FF2B5EF4-FFF2-40B4-BE49-F238E27FC236}">
                  <a16:creationId xmlns:a16="http://schemas.microsoft.com/office/drawing/2014/main" id="{8217D2D3-4CAE-A673-C965-811720B3FF1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D8E1DE52-AD10-799E-BC10-6B7B24D3149B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9458F611-3701-41A3-F4A4-0FD8F8B72730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61A8613E-E20D-BA4F-A75A-7F2B7BDABFF7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2515D651-09C7-B80A-AE24-92CBFB33FDCE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F5E489FB-A492-E828-D018-D74FD4C6D0D0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F63BF668-089B-903E-FC11-0EE51360E457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4F025FA2-AFBC-C288-ACEC-8701AA43F760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A6B4E216-77DC-5BF6-252A-ED191A660179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9F401548-F013-B9EC-7195-1726D7B0CD6A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B0CD89B0-FEE3-457E-AF1F-AB85B9FD8312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F19A5608-FA97-3583-8F8A-EB0DA1FC349B}"/>
              </a:ext>
            </a:extLst>
          </p:cNvPr>
          <p:cNvGrpSpPr/>
          <p:nvPr/>
        </p:nvGrpSpPr>
        <p:grpSpPr>
          <a:xfrm>
            <a:off x="8067263" y="2190352"/>
            <a:ext cx="1728000" cy="4208191"/>
            <a:chOff x="426032" y="2190352"/>
            <a:chExt cx="1728000" cy="4208191"/>
          </a:xfrm>
        </p:grpSpPr>
        <p:cxnSp>
          <p:nvCxnSpPr>
            <p:cNvPr id="743" name="직선 연결선 742">
              <a:extLst>
                <a:ext uri="{FF2B5EF4-FFF2-40B4-BE49-F238E27FC236}">
                  <a16:creationId xmlns:a16="http://schemas.microsoft.com/office/drawing/2014/main" id="{7CC96AB4-7A22-3AFB-C04D-FA393347FA4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4" name="직선 연결선 743">
              <a:extLst>
                <a:ext uri="{FF2B5EF4-FFF2-40B4-BE49-F238E27FC236}">
                  <a16:creationId xmlns:a16="http://schemas.microsoft.com/office/drawing/2014/main" id="{FC9F7D68-E0FC-6941-4BDB-EE938CE2FF3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직선 연결선 744">
              <a:extLst>
                <a:ext uri="{FF2B5EF4-FFF2-40B4-BE49-F238E27FC236}">
                  <a16:creationId xmlns:a16="http://schemas.microsoft.com/office/drawing/2014/main" id="{54481EE7-2F8B-1742-6D00-C7F5E277F0E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직선 연결선 745">
              <a:extLst>
                <a:ext uri="{FF2B5EF4-FFF2-40B4-BE49-F238E27FC236}">
                  <a16:creationId xmlns:a16="http://schemas.microsoft.com/office/drawing/2014/main" id="{FD1F9A6A-2830-B270-81AF-03C9A79375C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직선 연결선 746">
              <a:extLst>
                <a:ext uri="{FF2B5EF4-FFF2-40B4-BE49-F238E27FC236}">
                  <a16:creationId xmlns:a16="http://schemas.microsoft.com/office/drawing/2014/main" id="{749704C8-9F25-D554-B830-1B39B1B81C46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직선 연결선 747">
              <a:extLst>
                <a:ext uri="{FF2B5EF4-FFF2-40B4-BE49-F238E27FC236}">
                  <a16:creationId xmlns:a16="http://schemas.microsoft.com/office/drawing/2014/main" id="{7A4F98F7-B547-3E8C-3F18-A3F0EB005354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17713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직선 연결선 748">
              <a:extLst>
                <a:ext uri="{FF2B5EF4-FFF2-40B4-BE49-F238E27FC236}">
                  <a16:creationId xmlns:a16="http://schemas.microsoft.com/office/drawing/2014/main" id="{418A2280-54EC-01FA-9404-EE9D6ED2DB4B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직선 연결선 749">
              <a:extLst>
                <a:ext uri="{FF2B5EF4-FFF2-40B4-BE49-F238E27FC236}">
                  <a16:creationId xmlns:a16="http://schemas.microsoft.com/office/drawing/2014/main" id="{9FE7B1F7-628B-AAD2-6A26-6B1E67F9E84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53837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직선 연결선 750">
              <a:extLst>
                <a:ext uri="{FF2B5EF4-FFF2-40B4-BE49-F238E27FC236}">
                  <a16:creationId xmlns:a16="http://schemas.microsoft.com/office/drawing/2014/main" id="{24B3F8C4-7D8C-93E6-C9B4-1AFDE786622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직선 연결선 751">
              <a:extLst>
                <a:ext uri="{FF2B5EF4-FFF2-40B4-BE49-F238E27FC236}">
                  <a16:creationId xmlns:a16="http://schemas.microsoft.com/office/drawing/2014/main" id="{95A2C38F-845A-3178-1B7F-438CE44CD078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직선 연결선 752">
              <a:extLst>
                <a:ext uri="{FF2B5EF4-FFF2-40B4-BE49-F238E27FC236}">
                  <a16:creationId xmlns:a16="http://schemas.microsoft.com/office/drawing/2014/main" id="{39D894E7-86B4-D725-EC54-45C1B85A4C99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직선 연결선 753">
              <a:extLst>
                <a:ext uri="{FF2B5EF4-FFF2-40B4-BE49-F238E27FC236}">
                  <a16:creationId xmlns:a16="http://schemas.microsoft.com/office/drawing/2014/main" id="{979A96B2-E253-71F4-A296-C1704FD414F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직선 연결선 754">
              <a:extLst>
                <a:ext uri="{FF2B5EF4-FFF2-40B4-BE49-F238E27FC236}">
                  <a16:creationId xmlns:a16="http://schemas.microsoft.com/office/drawing/2014/main" id="{2A2989B2-B492-9CD0-0E75-F2B1CE6A7EBD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28D6FC89-570B-E47F-CD3E-FD95DDB84D5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7E031268-9F8F-43EC-2B82-A2040762247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>
              <a:extLst>
                <a:ext uri="{FF2B5EF4-FFF2-40B4-BE49-F238E27FC236}">
                  <a16:creationId xmlns:a16="http://schemas.microsoft.com/office/drawing/2014/main" id="{EF6AC29F-12E3-29E5-03FE-3D996E1BE8A7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직선 연결선 758">
              <a:extLst>
                <a:ext uri="{FF2B5EF4-FFF2-40B4-BE49-F238E27FC236}">
                  <a16:creationId xmlns:a16="http://schemas.microsoft.com/office/drawing/2014/main" id="{23FF914D-F6A2-0E06-DCE9-F311A93BE29C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직선 연결선 759">
              <a:extLst>
                <a:ext uri="{FF2B5EF4-FFF2-40B4-BE49-F238E27FC236}">
                  <a16:creationId xmlns:a16="http://schemas.microsoft.com/office/drawing/2014/main" id="{599701D2-122C-911B-65B0-FCB6B7B20CD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직선 연결선 760">
              <a:extLst>
                <a:ext uri="{FF2B5EF4-FFF2-40B4-BE49-F238E27FC236}">
                  <a16:creationId xmlns:a16="http://schemas.microsoft.com/office/drawing/2014/main" id="{86D086A5-7325-D6AB-D1A7-7D16546137AE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2" name="직선 연결선 761">
              <a:extLst>
                <a:ext uri="{FF2B5EF4-FFF2-40B4-BE49-F238E27FC236}">
                  <a16:creationId xmlns:a16="http://schemas.microsoft.com/office/drawing/2014/main" id="{8FB10924-C2CE-34FA-F137-CFDF8F766713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435775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3" name="직선 연결선 762">
              <a:extLst>
                <a:ext uri="{FF2B5EF4-FFF2-40B4-BE49-F238E27FC236}">
                  <a16:creationId xmlns:a16="http://schemas.microsoft.com/office/drawing/2014/main" id="{E832B6B6-B6AB-29D8-D6BD-B16E63A26F9F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4" name="직선 연결선 763">
              <a:extLst>
                <a:ext uri="{FF2B5EF4-FFF2-40B4-BE49-F238E27FC236}">
                  <a16:creationId xmlns:a16="http://schemas.microsoft.com/office/drawing/2014/main" id="{C48C324F-BC97-93A2-CD54-FF86CBAD204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직선 연결선 764">
              <a:extLst>
                <a:ext uri="{FF2B5EF4-FFF2-40B4-BE49-F238E27FC236}">
                  <a16:creationId xmlns:a16="http://schemas.microsoft.com/office/drawing/2014/main" id="{1067EA79-8D80-BCF9-C78C-AF5375420222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6" name="직선 연결선 765">
              <a:extLst>
                <a:ext uri="{FF2B5EF4-FFF2-40B4-BE49-F238E27FC236}">
                  <a16:creationId xmlns:a16="http://schemas.microsoft.com/office/drawing/2014/main" id="{16F449AA-C1C7-3F62-AC72-0249CBCE7700}"/>
                </a:ext>
              </a:extLst>
            </p:cNvPr>
            <p:cNvCxnSpPr>
              <a:cxnSpLocks/>
            </p:cNvCxnSpPr>
            <p:nvPr/>
          </p:nvCxnSpPr>
          <p:spPr>
            <a:xfrm>
              <a:off x="426032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7" name="직사각형 766">
              <a:extLst>
                <a:ext uri="{FF2B5EF4-FFF2-40B4-BE49-F238E27FC236}">
                  <a16:creationId xmlns:a16="http://schemas.microsoft.com/office/drawing/2014/main" id="{027D2379-8845-5B65-467A-AF1AEAD59DA9}"/>
                </a:ext>
              </a:extLst>
            </p:cNvPr>
            <p:cNvSpPr/>
            <p:nvPr/>
          </p:nvSpPr>
          <p:spPr>
            <a:xfrm>
              <a:off x="429991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8B31A1B9-B8C2-4154-32F1-C51A036B899C}"/>
                </a:ext>
              </a:extLst>
            </p:cNvPr>
            <p:cNvSpPr/>
            <p:nvPr/>
          </p:nvSpPr>
          <p:spPr>
            <a:xfrm>
              <a:off x="429991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9" name="직사각형 768">
              <a:extLst>
                <a:ext uri="{FF2B5EF4-FFF2-40B4-BE49-F238E27FC236}">
                  <a16:creationId xmlns:a16="http://schemas.microsoft.com/office/drawing/2014/main" id="{F7F272CD-8A5B-8BE9-C6F7-9984FD8127C5}"/>
                </a:ext>
              </a:extLst>
            </p:cNvPr>
            <p:cNvSpPr/>
            <p:nvPr/>
          </p:nvSpPr>
          <p:spPr>
            <a:xfrm>
              <a:off x="429991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71167ABD-3892-FD0E-D796-7912EFB1EEBD}"/>
                </a:ext>
              </a:extLst>
            </p:cNvPr>
            <p:cNvSpPr/>
            <p:nvPr/>
          </p:nvSpPr>
          <p:spPr>
            <a:xfrm>
              <a:off x="429991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2F3E0D42-01CA-5D8C-4A6C-5473D1CA942C}"/>
                </a:ext>
              </a:extLst>
            </p:cNvPr>
            <p:cNvSpPr/>
            <p:nvPr/>
          </p:nvSpPr>
          <p:spPr>
            <a:xfrm>
              <a:off x="429991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BA494210-B834-3CF1-5D21-7B2761B34433}"/>
                </a:ext>
              </a:extLst>
            </p:cNvPr>
            <p:cNvSpPr/>
            <p:nvPr/>
          </p:nvSpPr>
          <p:spPr>
            <a:xfrm>
              <a:off x="429991" y="412313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3" name="직사각형 772">
              <a:extLst>
                <a:ext uri="{FF2B5EF4-FFF2-40B4-BE49-F238E27FC236}">
                  <a16:creationId xmlns:a16="http://schemas.microsoft.com/office/drawing/2014/main" id="{139EC0BF-FE98-74B3-98C0-D97F42A50BCF}"/>
                </a:ext>
              </a:extLst>
            </p:cNvPr>
            <p:cNvSpPr/>
            <p:nvPr/>
          </p:nvSpPr>
          <p:spPr>
            <a:xfrm>
              <a:off x="429991" y="448437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8F8FB15D-5448-E5A9-D011-7B693597810A}"/>
                </a:ext>
              </a:extLst>
            </p:cNvPr>
            <p:cNvSpPr/>
            <p:nvPr/>
          </p:nvSpPr>
          <p:spPr>
            <a:xfrm>
              <a:off x="429991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5" name="직사각형 774">
              <a:extLst>
                <a:ext uri="{FF2B5EF4-FFF2-40B4-BE49-F238E27FC236}">
                  <a16:creationId xmlns:a16="http://schemas.microsoft.com/office/drawing/2014/main" id="{D6FCD76B-7F33-4239-147A-B737F434483E}"/>
                </a:ext>
              </a:extLst>
            </p:cNvPr>
            <p:cNvSpPr/>
            <p:nvPr/>
          </p:nvSpPr>
          <p:spPr>
            <a:xfrm>
              <a:off x="429991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6" name="직사각형 775">
              <a:extLst>
                <a:ext uri="{FF2B5EF4-FFF2-40B4-BE49-F238E27FC236}">
                  <a16:creationId xmlns:a16="http://schemas.microsoft.com/office/drawing/2014/main" id="{A334CDC7-7953-A0FD-9F2B-C0445BD05283}"/>
                </a:ext>
              </a:extLst>
            </p:cNvPr>
            <p:cNvSpPr/>
            <p:nvPr/>
          </p:nvSpPr>
          <p:spPr>
            <a:xfrm>
              <a:off x="429991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7" name="직사각형 776">
              <a:extLst>
                <a:ext uri="{FF2B5EF4-FFF2-40B4-BE49-F238E27FC236}">
                  <a16:creationId xmlns:a16="http://schemas.microsoft.com/office/drawing/2014/main" id="{1F490AFD-863B-3885-1CC4-A17BBAAED6C1}"/>
                </a:ext>
              </a:extLst>
            </p:cNvPr>
            <p:cNvSpPr/>
            <p:nvPr/>
          </p:nvSpPr>
          <p:spPr>
            <a:xfrm>
              <a:off x="429991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4A1AB901-D0D0-CFE9-D14B-1A4EE18AB089}"/>
                </a:ext>
              </a:extLst>
            </p:cNvPr>
            <p:cNvSpPr/>
            <p:nvPr/>
          </p:nvSpPr>
          <p:spPr>
            <a:xfrm>
              <a:off x="429991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6" name="그룹 815">
            <a:extLst>
              <a:ext uri="{FF2B5EF4-FFF2-40B4-BE49-F238E27FC236}">
                <a16:creationId xmlns:a16="http://schemas.microsoft.com/office/drawing/2014/main" id="{221C7BA4-152E-BAB1-05B5-D46AA88C7B08}"/>
              </a:ext>
            </a:extLst>
          </p:cNvPr>
          <p:cNvGrpSpPr/>
          <p:nvPr/>
        </p:nvGrpSpPr>
        <p:grpSpPr>
          <a:xfrm>
            <a:off x="10008475" y="2190352"/>
            <a:ext cx="1728000" cy="1806170"/>
            <a:chOff x="10008475" y="2190352"/>
            <a:chExt cx="1728000" cy="1806170"/>
          </a:xfrm>
        </p:grpSpPr>
        <p:cxnSp>
          <p:nvCxnSpPr>
            <p:cNvPr id="780" name="직선 연결선 779">
              <a:extLst>
                <a:ext uri="{FF2B5EF4-FFF2-40B4-BE49-F238E27FC236}">
                  <a16:creationId xmlns:a16="http://schemas.microsoft.com/office/drawing/2014/main" id="{17C01A0B-88B5-4214-F98A-FE6F46D77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19035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1" name="직선 연결선 780">
              <a:extLst>
                <a:ext uri="{FF2B5EF4-FFF2-40B4-BE49-F238E27FC236}">
                  <a16:creationId xmlns:a16="http://schemas.microsoft.com/office/drawing/2014/main" id="{0EEFB949-4CB6-07E5-5B2C-FFE6A6D614E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73220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6AEDE5F9-485D-0F79-7FF6-A66B810E5971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09343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EB3E2E3C-F392-5F10-AB4F-ABAE062BDD1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81590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66258DC6-7D3D-59F1-4533-A923290A27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45467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>
              <a:extLst>
                <a:ext uri="{FF2B5EF4-FFF2-40B4-BE49-F238E27FC236}">
                  <a16:creationId xmlns:a16="http://schemas.microsoft.com/office/drawing/2014/main" id="{39964F70-BC0E-A464-9C1E-2B9E794DF67B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37096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직선 연결선 792">
              <a:extLst>
                <a:ext uri="{FF2B5EF4-FFF2-40B4-BE49-F238E27FC236}">
                  <a16:creationId xmlns:a16="http://schemas.microsoft.com/office/drawing/2014/main" id="{37613360-A3ED-4B55-8871-85BFD3B5BF9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55158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직선 연결선 793">
              <a:extLst>
                <a:ext uri="{FF2B5EF4-FFF2-40B4-BE49-F238E27FC236}">
                  <a16:creationId xmlns:a16="http://schemas.microsoft.com/office/drawing/2014/main" id="{182C2857-CCD1-54BB-FC1E-35F90490FF3E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291282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직선 연결선 794">
              <a:extLst>
                <a:ext uri="{FF2B5EF4-FFF2-40B4-BE49-F238E27FC236}">
                  <a16:creationId xmlns:a16="http://schemas.microsoft.com/office/drawing/2014/main" id="{30D41E8E-A285-79C5-9824-E010276D8B7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63528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직선 연결선 795">
              <a:extLst>
                <a:ext uri="{FF2B5EF4-FFF2-40B4-BE49-F238E27FC236}">
                  <a16:creationId xmlns:a16="http://schemas.microsoft.com/office/drawing/2014/main" id="{C347D6CF-557F-B291-C158-349E76B3926A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27405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직선 연결선 796">
              <a:extLst>
                <a:ext uri="{FF2B5EF4-FFF2-40B4-BE49-F238E27FC236}">
                  <a16:creationId xmlns:a16="http://schemas.microsoft.com/office/drawing/2014/main" id="{EC315984-2E71-A7B0-ADCB-99C0B0EA9F54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399652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4" name="직사각형 803">
              <a:extLst>
                <a:ext uri="{FF2B5EF4-FFF2-40B4-BE49-F238E27FC236}">
                  <a16:creationId xmlns:a16="http://schemas.microsoft.com/office/drawing/2014/main" id="{7861BBF1-FE11-CCB4-D471-2565BBD59EF1}"/>
                </a:ext>
              </a:extLst>
            </p:cNvPr>
            <p:cNvSpPr/>
            <p:nvPr/>
          </p:nvSpPr>
          <p:spPr>
            <a:xfrm>
              <a:off x="10012434" y="231696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AFE278A-8321-BE1C-0C32-CF67B7C8F203}"/>
                </a:ext>
              </a:extLst>
            </p:cNvPr>
            <p:cNvSpPr/>
            <p:nvPr/>
          </p:nvSpPr>
          <p:spPr>
            <a:xfrm>
              <a:off x="10012434" y="267820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341864B0-B0D2-B90B-561B-AFB97A9EF26A}"/>
                </a:ext>
              </a:extLst>
            </p:cNvPr>
            <p:cNvSpPr/>
            <p:nvPr/>
          </p:nvSpPr>
          <p:spPr>
            <a:xfrm>
              <a:off x="10012434" y="303943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CE388999-7276-9682-5A2C-2F551497785E}"/>
                </a:ext>
              </a:extLst>
            </p:cNvPr>
            <p:cNvSpPr/>
            <p:nvPr/>
          </p:nvSpPr>
          <p:spPr>
            <a:xfrm>
              <a:off x="10012434" y="340067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648CF71C-9AFD-148F-5E51-0C9676942977}"/>
                </a:ext>
              </a:extLst>
            </p:cNvPr>
            <p:cNvSpPr/>
            <p:nvPr/>
          </p:nvSpPr>
          <p:spPr>
            <a:xfrm>
              <a:off x="10012434" y="376190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E996D618-28C1-E79C-3797-D9F30001266F}"/>
              </a:ext>
            </a:extLst>
          </p:cNvPr>
          <p:cNvGrpSpPr/>
          <p:nvPr/>
        </p:nvGrpSpPr>
        <p:grpSpPr>
          <a:xfrm>
            <a:off x="10008475" y="4718990"/>
            <a:ext cx="1728000" cy="1679553"/>
            <a:chOff x="10008475" y="4718990"/>
            <a:chExt cx="1728000" cy="1679553"/>
          </a:xfrm>
        </p:grpSpPr>
        <p:cxnSp>
          <p:nvCxnSpPr>
            <p:cNvPr id="786" name="직선 연결선 785">
              <a:extLst>
                <a:ext uri="{FF2B5EF4-FFF2-40B4-BE49-F238E27FC236}">
                  <a16:creationId xmlns:a16="http://schemas.microsoft.com/office/drawing/2014/main" id="{47110C7E-7D88-F0DB-03B6-222C1B8BDA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899607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>
              <a:extLst>
                <a:ext uri="{FF2B5EF4-FFF2-40B4-BE49-F238E27FC236}">
                  <a16:creationId xmlns:a16="http://schemas.microsoft.com/office/drawing/2014/main" id="{E1BE4A5C-C8D7-D84A-78A9-D634F4005459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260841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>
              <a:extLst>
                <a:ext uri="{FF2B5EF4-FFF2-40B4-BE49-F238E27FC236}">
                  <a16:creationId xmlns:a16="http://schemas.microsoft.com/office/drawing/2014/main" id="{E5217B0F-858B-B802-B2C8-28B768CA775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983309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>
              <a:extLst>
                <a:ext uri="{FF2B5EF4-FFF2-40B4-BE49-F238E27FC236}">
                  <a16:creationId xmlns:a16="http://schemas.microsoft.com/office/drawing/2014/main" id="{C87AC15E-53E4-1566-25A8-4DB79E6453F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622075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>
              <a:extLst>
                <a:ext uri="{FF2B5EF4-FFF2-40B4-BE49-F238E27FC236}">
                  <a16:creationId xmlns:a16="http://schemas.microsoft.com/office/drawing/2014/main" id="{F93DFA03-A98C-C5DD-EDF5-E5D0A98C4662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344543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직선 연결선 797">
              <a:extLst>
                <a:ext uri="{FF2B5EF4-FFF2-40B4-BE49-F238E27FC236}">
                  <a16:creationId xmlns:a16="http://schemas.microsoft.com/office/drawing/2014/main" id="{0EFCB3AF-9419-E1B5-E78E-1C92B34770D3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4718990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1F0E6CAF-560B-040B-1E00-58009BEBF010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080224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직선 연결선 800">
              <a:extLst>
                <a:ext uri="{FF2B5EF4-FFF2-40B4-BE49-F238E27FC236}">
                  <a16:creationId xmlns:a16="http://schemas.microsoft.com/office/drawing/2014/main" id="{4A6FACF0-4D85-D028-A472-F03A12483228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802692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직선 연결선 801">
              <a:extLst>
                <a:ext uri="{FF2B5EF4-FFF2-40B4-BE49-F238E27FC236}">
                  <a16:creationId xmlns:a16="http://schemas.microsoft.com/office/drawing/2014/main" id="{8DD132BA-C1CB-4ACD-89A0-6A169F5BB9BD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5441458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8A1AA251-2DF5-B40E-9917-6B08F4E63165}"/>
                </a:ext>
              </a:extLst>
            </p:cNvPr>
            <p:cNvCxnSpPr>
              <a:cxnSpLocks/>
            </p:cNvCxnSpPr>
            <p:nvPr/>
          </p:nvCxnSpPr>
          <p:spPr>
            <a:xfrm>
              <a:off x="10008475" y="6163926"/>
              <a:ext cx="1728000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33D71F9-0FF7-E78D-9EFE-3F8A54A62811}"/>
                </a:ext>
              </a:extLst>
            </p:cNvPr>
            <p:cNvSpPr/>
            <p:nvPr/>
          </p:nvSpPr>
          <p:spPr>
            <a:xfrm>
              <a:off x="10012434" y="4845607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77C705A7-F8F5-57D8-C0EF-D9B88A9BDB8F}"/>
                </a:ext>
              </a:extLst>
            </p:cNvPr>
            <p:cNvSpPr/>
            <p:nvPr/>
          </p:nvSpPr>
          <p:spPr>
            <a:xfrm>
              <a:off x="10012434" y="520684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0A00E60B-4AB8-1240-55E8-9B39D237154C}"/>
                </a:ext>
              </a:extLst>
            </p:cNvPr>
            <p:cNvSpPr/>
            <p:nvPr/>
          </p:nvSpPr>
          <p:spPr>
            <a:xfrm>
              <a:off x="10012434" y="5568075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4" name="직사각형 813">
              <a:extLst>
                <a:ext uri="{FF2B5EF4-FFF2-40B4-BE49-F238E27FC236}">
                  <a16:creationId xmlns:a16="http://schemas.microsoft.com/office/drawing/2014/main" id="{CA94DA5F-65C3-F3E5-89E9-3DDE5EE420C5}"/>
                </a:ext>
              </a:extLst>
            </p:cNvPr>
            <p:cNvSpPr/>
            <p:nvPr/>
          </p:nvSpPr>
          <p:spPr>
            <a:xfrm>
              <a:off x="10012434" y="592930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241DFD78-E856-E6B3-D07D-A91DA48F9B6B}"/>
                </a:ext>
              </a:extLst>
            </p:cNvPr>
            <p:cNvSpPr/>
            <p:nvPr/>
          </p:nvSpPr>
          <p:spPr>
            <a:xfrm>
              <a:off x="10012434" y="6290543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cxnSp>
        <p:nvCxnSpPr>
          <p:cNvPr id="819" name="직선 연결선 818">
            <a:extLst>
              <a:ext uri="{FF2B5EF4-FFF2-40B4-BE49-F238E27FC236}">
                <a16:creationId xmlns:a16="http://schemas.microsoft.com/office/drawing/2014/main" id="{018CE141-8EF8-FA8E-3AE3-3C47BE6F2E0B}"/>
              </a:ext>
            </a:extLst>
          </p:cNvPr>
          <p:cNvCxnSpPr>
            <a:cxnSpLocks/>
          </p:cNvCxnSpPr>
          <p:nvPr/>
        </p:nvCxnSpPr>
        <p:spPr>
          <a:xfrm>
            <a:off x="7680176" y="610034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9A1D0969-A981-90B7-8194-DD1B22CC298E}"/>
              </a:ext>
            </a:extLst>
          </p:cNvPr>
          <p:cNvCxnSpPr>
            <a:cxnSpLocks/>
          </p:cNvCxnSpPr>
          <p:nvPr/>
        </p:nvCxnSpPr>
        <p:spPr>
          <a:xfrm>
            <a:off x="7680176" y="876758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69B68053-F54A-13A2-0668-7203F56B29C6}"/>
              </a:ext>
            </a:extLst>
          </p:cNvPr>
          <p:cNvCxnSpPr>
            <a:cxnSpLocks/>
          </p:cNvCxnSpPr>
          <p:nvPr/>
        </p:nvCxnSpPr>
        <p:spPr>
          <a:xfrm>
            <a:off x="7680176" y="1143482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597C30A9-36C0-3072-1940-1D22EE7966AE}"/>
              </a:ext>
            </a:extLst>
          </p:cNvPr>
          <p:cNvCxnSpPr>
            <a:cxnSpLocks/>
          </p:cNvCxnSpPr>
          <p:nvPr/>
        </p:nvCxnSpPr>
        <p:spPr>
          <a:xfrm>
            <a:off x="7680176" y="1410206"/>
            <a:ext cx="4049123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직선 연결선 822">
            <a:extLst>
              <a:ext uri="{FF2B5EF4-FFF2-40B4-BE49-F238E27FC236}">
                <a16:creationId xmlns:a16="http://schemas.microsoft.com/office/drawing/2014/main" id="{9088E757-74D2-9CAD-5845-11E96D391A76}"/>
              </a:ext>
            </a:extLst>
          </p:cNvPr>
          <p:cNvCxnSpPr>
            <a:cxnSpLocks/>
          </p:cNvCxnSpPr>
          <p:nvPr/>
        </p:nvCxnSpPr>
        <p:spPr>
          <a:xfrm rot="5400000">
            <a:off x="728472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4" name="직선 연결선 823">
            <a:extLst>
              <a:ext uri="{FF2B5EF4-FFF2-40B4-BE49-F238E27FC236}">
                <a16:creationId xmlns:a16="http://schemas.microsoft.com/office/drawing/2014/main" id="{635E6027-C152-256F-650C-0A674109CC67}"/>
              </a:ext>
            </a:extLst>
          </p:cNvPr>
          <p:cNvCxnSpPr>
            <a:cxnSpLocks/>
          </p:cNvCxnSpPr>
          <p:nvPr/>
        </p:nvCxnSpPr>
        <p:spPr>
          <a:xfrm rot="5400000">
            <a:off x="757395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4FF48201-6C30-C4C8-72CA-852B91E6CD4C}"/>
              </a:ext>
            </a:extLst>
          </p:cNvPr>
          <p:cNvCxnSpPr>
            <a:cxnSpLocks/>
          </p:cNvCxnSpPr>
          <p:nvPr/>
        </p:nvCxnSpPr>
        <p:spPr>
          <a:xfrm rot="5400000">
            <a:off x="786317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D0198C66-8C17-2A8C-2DE5-4E1DFB01DEA5}"/>
              </a:ext>
            </a:extLst>
          </p:cNvPr>
          <p:cNvCxnSpPr>
            <a:cxnSpLocks/>
          </p:cNvCxnSpPr>
          <p:nvPr/>
        </p:nvCxnSpPr>
        <p:spPr>
          <a:xfrm rot="5400000">
            <a:off x="815240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C5EE92B4-FCF9-210F-BB42-67E887EAB05C}"/>
              </a:ext>
            </a:extLst>
          </p:cNvPr>
          <p:cNvCxnSpPr>
            <a:cxnSpLocks/>
          </p:cNvCxnSpPr>
          <p:nvPr/>
        </p:nvCxnSpPr>
        <p:spPr>
          <a:xfrm rot="5400000">
            <a:off x="844162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8" name="직선 연결선 827">
            <a:extLst>
              <a:ext uri="{FF2B5EF4-FFF2-40B4-BE49-F238E27FC236}">
                <a16:creationId xmlns:a16="http://schemas.microsoft.com/office/drawing/2014/main" id="{5D0E8BDE-A524-BEB4-6BA0-2EF3DDB65FDF}"/>
              </a:ext>
            </a:extLst>
          </p:cNvPr>
          <p:cNvCxnSpPr>
            <a:cxnSpLocks/>
          </p:cNvCxnSpPr>
          <p:nvPr/>
        </p:nvCxnSpPr>
        <p:spPr>
          <a:xfrm rot="5400000">
            <a:off x="873084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직선 연결선 828">
            <a:extLst>
              <a:ext uri="{FF2B5EF4-FFF2-40B4-BE49-F238E27FC236}">
                <a16:creationId xmlns:a16="http://schemas.microsoft.com/office/drawing/2014/main" id="{C25066F4-6C34-E597-094E-5A4B6112892D}"/>
              </a:ext>
            </a:extLst>
          </p:cNvPr>
          <p:cNvCxnSpPr>
            <a:cxnSpLocks/>
          </p:cNvCxnSpPr>
          <p:nvPr/>
        </p:nvCxnSpPr>
        <p:spPr>
          <a:xfrm rot="5400000">
            <a:off x="902007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806E539C-015D-8A09-7E2D-4C93E0406101}"/>
              </a:ext>
            </a:extLst>
          </p:cNvPr>
          <p:cNvCxnSpPr>
            <a:cxnSpLocks/>
          </p:cNvCxnSpPr>
          <p:nvPr/>
        </p:nvCxnSpPr>
        <p:spPr>
          <a:xfrm rot="5400000">
            <a:off x="930929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8949920F-4FCD-D528-EF03-5FB18D8C5E4C}"/>
              </a:ext>
            </a:extLst>
          </p:cNvPr>
          <p:cNvCxnSpPr>
            <a:cxnSpLocks/>
          </p:cNvCxnSpPr>
          <p:nvPr/>
        </p:nvCxnSpPr>
        <p:spPr>
          <a:xfrm rot="5400000">
            <a:off x="959852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73A4E75F-ECEF-7BFE-61D6-6481E7B0D138}"/>
              </a:ext>
            </a:extLst>
          </p:cNvPr>
          <p:cNvCxnSpPr>
            <a:cxnSpLocks/>
          </p:cNvCxnSpPr>
          <p:nvPr/>
        </p:nvCxnSpPr>
        <p:spPr>
          <a:xfrm rot="5400000">
            <a:off x="9887744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5778FD52-2457-8BEB-0A5C-8CF599DAF487}"/>
              </a:ext>
            </a:extLst>
          </p:cNvPr>
          <p:cNvCxnSpPr>
            <a:cxnSpLocks/>
          </p:cNvCxnSpPr>
          <p:nvPr/>
        </p:nvCxnSpPr>
        <p:spPr>
          <a:xfrm rot="5400000">
            <a:off x="10176968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ACA36352-C638-923A-027E-B92CC041CCFA}"/>
              </a:ext>
            </a:extLst>
          </p:cNvPr>
          <p:cNvCxnSpPr>
            <a:cxnSpLocks/>
          </p:cNvCxnSpPr>
          <p:nvPr/>
        </p:nvCxnSpPr>
        <p:spPr>
          <a:xfrm rot="5400000">
            <a:off x="10466192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B2E1AE6F-8F74-C10C-266A-86CE0663170C}"/>
              </a:ext>
            </a:extLst>
          </p:cNvPr>
          <p:cNvCxnSpPr>
            <a:cxnSpLocks/>
          </p:cNvCxnSpPr>
          <p:nvPr/>
        </p:nvCxnSpPr>
        <p:spPr>
          <a:xfrm rot="5400000">
            <a:off x="10755416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42C21ADF-47D9-3742-BFEA-2FCBA3BAFEDB}"/>
              </a:ext>
            </a:extLst>
          </p:cNvPr>
          <p:cNvCxnSpPr>
            <a:cxnSpLocks/>
          </p:cNvCxnSpPr>
          <p:nvPr/>
        </p:nvCxnSpPr>
        <p:spPr>
          <a:xfrm rot="5400000">
            <a:off x="11044640" y="1016732"/>
            <a:ext cx="1080120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E1165786-E06F-1ABE-753F-CBC8F4B3611F}"/>
              </a:ext>
            </a:extLst>
          </p:cNvPr>
          <p:cNvCxnSpPr>
            <a:cxnSpLocks/>
          </p:cNvCxnSpPr>
          <p:nvPr/>
        </p:nvCxnSpPr>
        <p:spPr>
          <a:xfrm>
            <a:off x="7680176" y="404664"/>
            <a:ext cx="1656184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0" name="직선 연결선 839">
            <a:extLst>
              <a:ext uri="{FF2B5EF4-FFF2-40B4-BE49-F238E27FC236}">
                <a16:creationId xmlns:a16="http://schemas.microsoft.com/office/drawing/2014/main" id="{5C4DD2E9-6925-5D9B-1BBE-BF38A6B18F83}"/>
              </a:ext>
            </a:extLst>
          </p:cNvPr>
          <p:cNvCxnSpPr>
            <a:cxnSpLocks/>
          </p:cNvCxnSpPr>
          <p:nvPr/>
        </p:nvCxnSpPr>
        <p:spPr>
          <a:xfrm>
            <a:off x="1127448" y="404664"/>
            <a:ext cx="43204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직선 연결선 842">
            <a:extLst>
              <a:ext uri="{FF2B5EF4-FFF2-40B4-BE49-F238E27FC236}">
                <a16:creationId xmlns:a16="http://schemas.microsoft.com/office/drawing/2014/main" id="{D839F461-64E1-8440-F7AB-66D0A78A7765}"/>
              </a:ext>
            </a:extLst>
          </p:cNvPr>
          <p:cNvCxnSpPr>
            <a:cxnSpLocks/>
            <a:endCxn id="48" idx="2"/>
          </p:cNvCxnSpPr>
          <p:nvPr/>
        </p:nvCxnSpPr>
        <p:spPr>
          <a:xfrm flipV="1">
            <a:off x="4551432" y="403589"/>
            <a:ext cx="516534" cy="10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5" name="TextBox 844">
            <a:hlinkClick r:id="rId3"/>
            <a:extLst>
              <a:ext uri="{FF2B5EF4-FFF2-40B4-BE49-F238E27FC236}">
                <a16:creationId xmlns:a16="http://schemas.microsoft.com/office/drawing/2014/main" id="{0D94EFAB-7A2B-9BC8-1899-A5A1708B7F29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6" name="TextBox 845">
            <a:hlinkClick r:id="rId4"/>
            <a:extLst>
              <a:ext uri="{FF2B5EF4-FFF2-40B4-BE49-F238E27FC236}">
                <a16:creationId xmlns:a16="http://schemas.microsoft.com/office/drawing/2014/main" id="{17648659-9517-3717-8D7B-BCE42DFB893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FB3AD33-913A-EF28-4A66-97DCA3788198}"/>
              </a:ext>
            </a:extLst>
          </p:cNvPr>
          <p:cNvSpPr txBox="1"/>
          <p:nvPr/>
        </p:nvSpPr>
        <p:spPr>
          <a:xfrm>
            <a:off x="1041040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/>
              <a:t>새해</a:t>
            </a:r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4C35A04-6DF2-B944-07F3-4F1ADBDE8F1C}"/>
              </a:ext>
            </a:extLst>
          </p:cNvPr>
          <p:cNvSpPr txBox="1"/>
          <p:nvPr/>
        </p:nvSpPr>
        <p:spPr>
          <a:xfrm>
            <a:off x="2970854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0000</a:t>
            </a:r>
            <a:endParaRPr lang="ko-KR" altLang="en-US" sz="9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D136650-A44C-0A0B-6DFF-395475C91501}"/>
              </a:ext>
            </a:extLst>
          </p:cNvPr>
          <p:cNvSpPr txBox="1"/>
          <p:nvPr/>
        </p:nvSpPr>
        <p:spPr>
          <a:xfrm>
            <a:off x="4900668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0000</a:t>
            </a:r>
            <a:endParaRPr lang="ko-KR" altLang="en-US" sz="9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51BE863-5258-C951-46D4-BD88044C31F8}"/>
              </a:ext>
            </a:extLst>
          </p:cNvPr>
          <p:cNvSpPr txBox="1"/>
          <p:nvPr/>
        </p:nvSpPr>
        <p:spPr>
          <a:xfrm>
            <a:off x="683048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0000</a:t>
            </a:r>
            <a:endParaRPr lang="ko-KR" altLang="en-US" sz="9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080F810-39A4-A330-EC6B-47CC91DFE902}"/>
              </a:ext>
            </a:extLst>
          </p:cNvPr>
          <p:cNvSpPr txBox="1"/>
          <p:nvPr/>
        </p:nvSpPr>
        <p:spPr>
          <a:xfrm>
            <a:off x="8760296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0000</a:t>
            </a:r>
            <a:endParaRPr lang="ko-KR" altLang="en-US" sz="9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AD80523-CDC9-54F8-339C-5195D67CAD67}"/>
              </a:ext>
            </a:extLst>
          </p:cNvPr>
          <p:cNvSpPr txBox="1"/>
          <p:nvPr/>
        </p:nvSpPr>
        <p:spPr>
          <a:xfrm>
            <a:off x="10690112" y="1926052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ko-KR" altLang="en-US" dirty="0"/>
              <a:t>소한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CCD5EA4-E006-8E69-E9F6-0588736F28E0}"/>
              </a:ext>
            </a:extLst>
          </p:cNvPr>
          <p:cNvSpPr txBox="1"/>
          <p:nvPr/>
        </p:nvSpPr>
        <p:spPr>
          <a:xfrm>
            <a:off x="10690112" y="4453001"/>
            <a:ext cx="993710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10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defTabSz="457200" latinLnBrk="0">
              <a:defRPr/>
            </a:lvl2pPr>
            <a:lvl3pPr defTabSz="457200" latinLnBrk="0">
              <a:defRPr/>
            </a:lvl3pPr>
            <a:lvl4pPr defTabSz="457200" latinLnBrk="0">
              <a:defRPr/>
            </a:lvl4pPr>
            <a:lvl5pPr defTabSz="457200" latinLnBrk="0">
              <a:defRPr/>
            </a:lvl5pPr>
            <a:lvl6pPr defTabSz="457200" latinLnBrk="0">
              <a:defRPr/>
            </a:lvl6pPr>
            <a:lvl7pPr defTabSz="457200" latinLnBrk="0">
              <a:defRPr/>
            </a:lvl7pPr>
            <a:lvl8pPr defTabSz="457200" latinLnBrk="0">
              <a:defRPr/>
            </a:lvl8pPr>
            <a:lvl9pPr defTabSz="457200" latinLnBrk="0">
              <a:defRPr/>
            </a:lvl9pPr>
          </a:lstStyle>
          <a:p>
            <a:r>
              <a:rPr lang="en-US" altLang="ko-KR" sz="900" dirty="0">
                <a:solidFill>
                  <a:schemeClr val="bg1"/>
                </a:solidFill>
              </a:rPr>
              <a:t>0000</a:t>
            </a:r>
            <a:endParaRPr lang="ko-KR" altLang="en-US" sz="900" dirty="0">
              <a:solidFill>
                <a:schemeClr val="bg1"/>
              </a:solidFill>
            </a:endParaRPr>
          </a:p>
        </p:txBody>
      </p:sp>
      <p:sp>
        <p:nvSpPr>
          <p:cNvPr id="18" name="직사각형 17">
            <a:hlinkClick r:id="rId5" action="ppaction://hlinksldjump"/>
            <a:extLst>
              <a:ext uri="{FF2B5EF4-FFF2-40B4-BE49-F238E27FC236}">
                <a16:creationId xmlns:a16="http://schemas.microsoft.com/office/drawing/2014/main" id="{EF0AE6F3-7B4D-A176-D48D-005024BFED9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" name="직사각형 18">
            <a:hlinkClick r:id="rId6" action="ppaction://hlinksldjump"/>
            <a:extLst>
              <a:ext uri="{FF2B5EF4-FFF2-40B4-BE49-F238E27FC236}">
                <a16:creationId xmlns:a16="http://schemas.microsoft.com/office/drawing/2014/main" id="{2DF1175B-28FA-964E-1FC0-CA2C49CF351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B4774ED-F4B0-9B95-29DE-44CAC885891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1" name="직사각형 20">
            <a:hlinkClick r:id="rId7" action="ppaction://hlinksldjump"/>
            <a:extLst>
              <a:ext uri="{FF2B5EF4-FFF2-40B4-BE49-F238E27FC236}">
                <a16:creationId xmlns:a16="http://schemas.microsoft.com/office/drawing/2014/main" id="{00AD8DCF-F7F7-77B0-6908-4AE637B5C2F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FD1FF6F-1E80-DCB7-F6CB-E5A38137A805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3" name="직사각형 22">
            <a:hlinkClick r:id="rId8" action="ppaction://hlinksldjump"/>
            <a:extLst>
              <a:ext uri="{FF2B5EF4-FFF2-40B4-BE49-F238E27FC236}">
                <a16:creationId xmlns:a16="http://schemas.microsoft.com/office/drawing/2014/main" id="{1D4F9A7B-077B-7B13-4FE0-F94C49063A6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1A11932-9C55-5CF2-855C-5AB1B8E338D4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5" name="직사각형 24">
            <a:hlinkClick r:id="rId9" action="ppaction://hlinksldjump"/>
            <a:extLst>
              <a:ext uri="{FF2B5EF4-FFF2-40B4-BE49-F238E27FC236}">
                <a16:creationId xmlns:a16="http://schemas.microsoft.com/office/drawing/2014/main" id="{84C8C083-9182-33B5-57F6-C82E6812388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F359B69-8527-DD6C-9C27-DF6B4AA3B55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7" name="직사각형 26">
            <a:hlinkClick r:id="rId10" action="ppaction://hlinksldjump"/>
            <a:extLst>
              <a:ext uri="{FF2B5EF4-FFF2-40B4-BE49-F238E27FC236}">
                <a16:creationId xmlns:a16="http://schemas.microsoft.com/office/drawing/2014/main" id="{37DF26ED-8D65-170E-9564-01CC8525CA94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A7AC00B-915B-B86B-FFA0-912C496C154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DBAF71D-4077-70F3-39FF-ED0ADA5897BB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ADCABDC-B017-60E6-2DA5-A6CAD6939B9A}"/>
              </a:ext>
            </a:extLst>
          </p:cNvPr>
          <p:cNvSpPr txBox="1"/>
          <p:nvPr/>
        </p:nvSpPr>
        <p:spPr>
          <a:xfrm>
            <a:off x="379078" y="727484"/>
            <a:ext cx="474489" cy="235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1528" b="1" dirty="0">
                <a:solidFill>
                  <a:prstClr val="black">
                    <a:lumMod val="50000"/>
                    <a:lumOff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2026</a:t>
            </a:r>
            <a:endParaRPr lang="ko-KR" altLang="en-US" sz="1528" b="1" dirty="0">
              <a:solidFill>
                <a:prstClr val="black">
                  <a:lumMod val="50000"/>
                  <a:lumOff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7DE6343-3FF0-5F37-D960-E826C797A68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BA50D6D-EBA2-3663-6E37-580BB32DAA07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14914151-18E4-469F-744D-382D0F5F683D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1181D18-BF00-2ABB-0447-39CEBABAD29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0A783D5-2464-4AFE-5241-8CCF6BCDF53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직사각형 4">
              <a:hlinkClick r:id="rId11"/>
              <a:extLst>
                <a:ext uri="{FF2B5EF4-FFF2-40B4-BE49-F238E27FC236}">
                  <a16:creationId xmlns:a16="http://schemas.microsoft.com/office/drawing/2014/main" id="{54A69D7C-F367-35CE-2C50-F70DDFDF3EDD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6362569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5" name="직사각형 194">
            <a:hlinkClick r:id="rId5" action="ppaction://hlinksldjump"/>
            <a:extLst>
              <a:ext uri="{FF2B5EF4-FFF2-40B4-BE49-F238E27FC236}">
                <a16:creationId xmlns:a16="http://schemas.microsoft.com/office/drawing/2014/main" id="{60659494-0C67-B868-0D7F-A3CB1057054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6" name="직사각형 195">
            <a:hlinkClick r:id="rId6" action="ppaction://hlinksldjump"/>
            <a:extLst>
              <a:ext uri="{FF2B5EF4-FFF2-40B4-BE49-F238E27FC236}">
                <a16:creationId xmlns:a16="http://schemas.microsoft.com/office/drawing/2014/main" id="{A0205ECE-E0FD-5FCE-E7B2-9F959B62B0F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08340952-DFD9-6BA8-1482-8D56EBCE04E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98" name="직사각형 197">
            <a:hlinkClick r:id="rId7" action="ppaction://hlinksldjump"/>
            <a:extLst>
              <a:ext uri="{FF2B5EF4-FFF2-40B4-BE49-F238E27FC236}">
                <a16:creationId xmlns:a16="http://schemas.microsoft.com/office/drawing/2014/main" id="{CD1683F2-989E-5B11-ECCE-4B64A5453D80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0E4044D1-C027-33B0-0623-650945DD2B62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00" name="직사각형 199">
            <a:hlinkClick r:id="rId8" action="ppaction://hlinksldjump"/>
            <a:extLst>
              <a:ext uri="{FF2B5EF4-FFF2-40B4-BE49-F238E27FC236}">
                <a16:creationId xmlns:a16="http://schemas.microsoft.com/office/drawing/2014/main" id="{572B5CB5-D812-9A45-4059-B2B641E386D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97D2928F-EE29-285B-B5D0-39D807A66B8A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02" name="직사각형 201">
            <a:hlinkClick r:id="rId9" action="ppaction://hlinksldjump"/>
            <a:extLst>
              <a:ext uri="{FF2B5EF4-FFF2-40B4-BE49-F238E27FC236}">
                <a16:creationId xmlns:a16="http://schemas.microsoft.com/office/drawing/2014/main" id="{7E43DE52-B75F-39E0-5A8C-FA5D015396B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075D4263-4286-C42D-319B-A743EA8B0A5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04" name="직사각형 203">
            <a:hlinkClick r:id="rId10" action="ppaction://hlinksldjump"/>
            <a:extLst>
              <a:ext uri="{FF2B5EF4-FFF2-40B4-BE49-F238E27FC236}">
                <a16:creationId xmlns:a16="http://schemas.microsoft.com/office/drawing/2014/main" id="{2629609D-5C37-C234-399D-515723D30002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1A63C121-A664-1762-63A5-0AC45D73BD7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AA3E3E26-3A1D-E0E0-8BF6-8DDE12DC082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A0A34FB-19FE-7898-6ACE-AE56DDBEAB1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9345F160-D86C-30AF-9144-D9DD0BA4744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10" name="직사각형 9">
                <a:extLst>
                  <a:ext uri="{FF2B5EF4-FFF2-40B4-BE49-F238E27FC236}">
                    <a16:creationId xmlns:a16="http://schemas.microsoft.com/office/drawing/2014/main" id="{4761BC58-6721-6B42-D09A-F753EBE9F958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6B540AF9-5CEF-2295-4585-7EF8741DF03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7B3CF80D-DDB2-5219-5E6D-67049ADDFC91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" name="직사각형 3">
              <a:hlinkClick r:id="rId11"/>
              <a:extLst>
                <a:ext uri="{FF2B5EF4-FFF2-40B4-BE49-F238E27FC236}">
                  <a16:creationId xmlns:a16="http://schemas.microsoft.com/office/drawing/2014/main" id="{5FD84BDC-2448-5743-5A01-264171D8BA4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7958522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4784308B-ACA9-3D9A-08DA-0CB7EAAF3DC5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B34657C0-237D-858D-B3F5-9AD09420ACF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F1A0811-D131-5491-595A-B07EEF22270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03154BA4-FCC7-5F27-BC3A-E728C9C67D0B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22EE5AE-4F6C-9A97-839E-9B7A5CF39E72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32E7DC74-FEFD-A74B-DACF-69E4C1A7B9D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A87EC5F-F625-98B3-465E-A38C9E09456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F4EEBAD0-927A-BF5F-14F7-086DDF7D2F19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32BCFFB-6CD5-C92A-9B68-71BD42F6A35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5C70FD17-BF9D-19F2-CFF8-BDAC6902228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4A08DB0-17A4-E204-86C6-D3EAB000517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8E25F35-0952-7118-11D7-06B971B03EB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1691B471-40A3-D7AD-032B-04BA2DC4F509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C501C76F-CF8F-5B5D-E760-8078621C8D8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DA23BC79-146B-E0C3-0997-A58824C7AFF8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76F5390-5A6E-D9A6-4A35-9269415ACBA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C53FF978-64B6-69F6-F57A-135947B2124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148EA5C8-61D7-60CA-8D24-0B4ABAAF947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3700879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17DC18F6-2607-35B3-DD9B-4609A4348EF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B724611B-F565-696A-3089-B43DC016480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229CD76-B581-A0DC-601A-E1393BFA308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FC6B4128-6B3D-19B9-4122-EB029256E5E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01903E7-4E05-7F23-B66A-0A161446227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39ABAC77-FF8E-8E1F-FBB8-0A730DC4991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54B2A22-BD33-75DA-08AB-F1B8B3265AA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FCF9BD17-AD9B-B3D3-119C-718AE53203A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B5A0166-83EE-CD78-258A-1F031595063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A2C4D5DE-84FC-24C4-D925-A87B7284263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CA9CA43-460B-C17D-6018-A82DBB111AD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DBD6CA9-D1E5-DFCF-4853-A25C1302FFD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EF356C6-C03F-3712-AC37-ADD2D08137D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5CFF176A-C76B-BAC6-1153-B317FBAF192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E52B3B47-BEB7-F12E-E4FE-1347C0F1289E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79FB162-8545-90EF-3B1E-607300D6375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B402D4A2-9C6C-D09A-6E86-EEA4AFAAE16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AF85BB35-FDCA-A271-6081-75DC29A23872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6209740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0D380A5F-9510-EC98-2A79-A2E14357F0C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FD97EAE8-22E3-3DB2-4FC2-48D3CFD24E4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7DE9FE2-F967-4CD5-A1DA-DD8970F02EB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04BD1608-B6D9-3729-1B73-DA34E4924F2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9DB127A-BC47-44FF-3195-957F5A65CFB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FFEFAD35-031D-484E-1CBF-0EF0014B27F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7A01EB3-A0D4-F82D-A4C6-A368F850E96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8ED6D927-FCD1-4FEF-FFF8-4CEE5F13A183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9001AD2-91BA-8059-512B-0763D9D86E0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D7CAC876-B3EC-C15B-4B48-E58D9B012B2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FBF29D1-632F-1EAC-5B82-F4F23CD5EC1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B604074-471B-9640-7300-3E2C3D752C4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CE28FDA1-124A-796A-F50F-CB7C375FB5F3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051E5D60-5A51-0269-4499-951F05CC8DEE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44AADFA0-5ACC-0DE7-B688-0616AAF57C2A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501C7215-0DD5-2FD4-BDCB-3AB5B1B2AEB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C2BA8982-EA0A-0C16-212F-E4892F3F5C9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DCECD6AA-732D-313B-4E36-DF8D62CE8E77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03172542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D551627D-BE46-B25F-ABEB-0F3418563E4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CC410359-107D-1474-BDE8-47D5B54C1E78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00E3090-46E1-6442-BEFD-2817CC3A86D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DB9DF6AC-4D15-D33E-B8E3-CCD1246AA52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F51B220-2C35-2FC3-8EA7-7B293B98B26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5A0D3EE0-0430-5715-9E5C-AF7533261E0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A5D9486-4BBA-8E9B-923E-28820A79063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C047F131-C1C1-317B-F864-32423F57B0E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4334B4A-956C-6F69-5558-CBCAF4E9287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59F9B31A-26E8-3AE4-CBD9-6331729FE865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9D9D4CE-5424-F2F4-3DCD-6B16B24D970C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59CBA79-B8E0-EC75-9BB9-B6718448A21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482F4D57-BAAD-3602-FEBC-E392DB4B171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C4A235B4-E78B-AB18-2E84-9FDEDA531AF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DD09103B-A570-7764-4DB9-0E4779443DCF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5AB9834C-CC06-60B6-75D2-3A5F80A4414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F22E4B1B-B49E-8BD3-56D1-38B61F15073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ABEB0601-BD10-AF7C-D2FA-4B28062B075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77191392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1666FD42-D6E8-D436-6190-750CE236477C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CF1251E7-B107-BB72-993E-9DFE70DE14E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598FD97-2A62-25E8-59A1-E9D2088A98E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53B8D0B5-BBFB-327C-B3A7-AF02009D901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3B63E6B-3A96-D028-A5A5-CC85316B2BD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BC21FF97-A02A-6305-0A35-F9EC334D735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DB98DF0-7407-93D2-DD3F-60FAE18FB94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B6735564-4E83-6CE4-CDBF-46DE03F12F4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4F4AE62-E7E3-91F5-DA60-1BDB68017818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FD63B762-6B02-B229-5633-43857F59B374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CD8A85D-B683-7580-AAEE-CA3693B198F9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B9B72A-8D2A-19EA-FA28-EA76ACCE127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BDA175A-DE90-5DE7-AB1A-9C77096E5B29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6F12F651-5501-0906-E949-90E3B2406680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E0CD01A7-0A61-F16F-A6AF-B3FE01CA46E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9C0D549-0040-B383-2B34-D95F351A459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E7EE53BA-07EA-F533-1C16-037720DE3657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3B248DD8-6762-94DA-D45E-AFDBB53548D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97795889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670EEEA9-F817-1557-AAA5-6322DD2ECCD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3D4C41BE-1FFC-DC67-F5D5-2B5295DDE272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07B0D13-A3B1-79EF-822E-94D60EC776D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F55BEAE9-97A0-EBF5-5BD7-0C2790A99BB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269ADD1-C744-6F0A-248C-487F3B56D4C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15D4EF19-9C46-C16A-9984-FD89F339A60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2FC5B19-A576-DD24-FC3F-FAE743A9DCA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39204363-C5AD-80CF-CF18-2A911B4759C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1827239-EE85-76C8-709D-7EDE8B0F794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9EC60A80-9044-8171-3AD8-DD76E9586FA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839EA0D-A192-8FE5-AA15-BBFE9351E64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ACA6976-F369-B98C-2FA0-757ED414B4D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CC2DEC3F-F37B-5F35-F453-871294D09D6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17100DCC-57F4-2489-925F-6DA344F1FAC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715C85B1-C9B5-78B0-F673-DBD8F2461A6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26E4425-5A85-DBF9-ADFD-8A08E0F3C4C0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88265BC4-39F0-C574-F241-26BE59D615A3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7653A5CE-EB42-50FF-335A-01D17DF16CD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4582110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E43EA3A8-9131-2670-8D29-E6BFE6070CD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C0F6A68B-F36E-CB98-744A-F74395A4410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6C7103B-69F5-A996-43A7-FF283B27C84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F4C545C7-A330-D9E2-0B03-052BFA40AF0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A9C20ED-B9AF-5E56-EAFA-D1C52C6AE5E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7AE71448-CD34-5FF1-D7F3-B676DC61031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D1689D7-3D05-8489-3151-0922B5C3F2DE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3507722D-CDFE-0D41-8CEB-74A45626488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74089E9-02AC-A149-9576-1CE65F01663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6927435A-05DA-FCC7-B14A-1A23B927105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51A1081-EA47-2185-4CB0-ACD485CED5D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C433664-5F31-6741-599A-3791856EA21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4B875DD-AA51-FD8C-DDC1-43AB8231BC19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7893FFA2-ED07-EF97-BF9B-B4B98BB8657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08D4B232-DB28-4A8F-0EEA-CE81064AF22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13E7A51-4B25-1295-8788-3E59DD9FE9F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5CC053AE-E8DC-B06D-6FCA-AE7215880B88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7B2512AB-CE7C-D320-799D-1E412F4CDE5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76761885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B4BE2121-98E8-AFAB-6800-A4EC06148C2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3384435F-670A-D5D4-5EC4-9BBA04C905D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9A41F9E-B204-1567-A935-0F6108FE916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B8E262F6-DD9D-DE25-72D2-CEE53EE58BA5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EE53C76-993A-AB74-1E90-5247FABB8CD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04E1984C-4F2A-AA6A-1666-C65D208C247B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A7B1479-3327-B03F-168C-CA0586C46DB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306EC3F2-CF24-F999-5A58-5238F16D130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2CBC0C9-2386-7939-71EB-B19CE0B785DF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24DF58EA-3A73-582D-86BB-93116E19C104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2D8D925-67C8-C12D-CBFC-2D9F825D7ED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2B059A0-4E83-A870-EE77-502427D85F45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5C1DDCD-A086-3149-56AA-19ED8091182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40B4893D-80A8-98AA-8B0E-5E67E194CC3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1CF171C5-6550-C2CF-A589-893F68A3150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763312E2-1B8F-C63C-394A-40E301E3BE05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D79041E0-B967-5FE0-71AD-125000BBE470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4789E68E-BA23-970F-D930-1F5586CA1C9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1717895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88C02E80-9A3C-9B3C-B3B8-FCA7B718F2A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B57FBDCD-C595-38C3-0474-026AF2659EE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5C579A-18A1-82A7-F933-FB72B33BFFB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4ABFDEDC-4F2D-F891-7DB3-CC82148F4C4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1FBA2B6-CBAF-032E-072E-CA69DC07F34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9088C8FF-8CA6-805B-377A-7ABE61E5E5AE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031361E-74B2-48F5-B27B-8CC70BB16CA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6343A508-D409-DCCF-2731-FE1589C0797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61E3004-EDE4-E8DB-1F74-3F44BA03A2B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7788497E-5ECE-1E8C-498D-1FE35C530DF4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5B78494-8B6F-F224-107B-2CE4587ADE9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55E05B5-D183-2F2B-A37C-D470D1CC0CB1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9D3D55F4-6057-03A5-9CCF-A82B9CDAEC4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614C53D2-E294-C3A2-A153-41C8355E3B9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F2F4B05A-A39C-408E-D3C6-9FED06620E0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8EE07F8-43AD-0F63-1BA4-EF702726DBE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FE98C171-9A85-D5E1-7E4A-7ABB9E69B46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5BF88FE1-D3D2-7AC3-9C7F-0EADADF2BDF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65206657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A494904A-8CA9-CDB6-13EC-EAEFFE442595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C1565FA3-955B-58B0-0CB9-9A77DDEBC522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F7FFB52-538C-0D75-BC4A-66247D81095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3C7EC6EB-DCBD-066B-3FAB-771A8C4E098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3564A82-7D43-9546-9E5C-ADBB008A49FB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464511FB-69C6-B919-B23C-1E15E3E6113E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728151B-96B9-3441-E172-5E8DB6FEFDDE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F6BAE288-A1FE-E6A3-D9A3-5D60335C45E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D8CBA7E-9CD8-C104-B82F-BDF93013B07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1EEC2511-4166-7020-BAB8-2A31F4DC711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B5D9E27-C70D-5187-F00D-81CE176764D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7D75BE4-6004-7F00-E546-D04221782CF0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5749B270-CD4A-92AA-C6DB-AEDF78FC3BE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517D7194-5353-73E8-83E5-2D35ABD74771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80B2D795-2B32-1ADE-FF31-424233C56E3E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7345A1EC-0A29-1A0A-B360-A219BDB6C38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0E5A087A-127F-160C-C244-18D6D59D73F7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7DFED100-0CE1-0583-C38F-727EB9B1944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0536090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4BAD8897-9268-9DC5-A767-B4D1969759AC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4A14F405-5930-7B5D-443B-DF79EF0B290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3C261E-993D-7F50-B6FE-A9A37F5E8E8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BD6BF098-BF88-8DDB-2E68-5DBC804F6774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311A295-3052-69A3-F829-CBFDFC42F5C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EFEDBD37-EBB3-F29F-216F-12F8BF4319B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B437DA6-A05D-9283-11DB-2459F262AC8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520EC918-3895-5E05-0FD4-F2954017244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3C4344A-C8D3-E391-6AC4-9F8B0EA90F6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853E871D-2D93-EA5B-2DDA-DA29AE1F01FA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57B57F9-496D-D30C-A1DB-98C8E59C9AF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4C2A970-F714-C52B-0FDB-A3B70543DBD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7DC8176F-3ACA-8E44-29CC-DBD520EDDE8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2AEA2BA6-498B-F432-B16A-E450486F7F9E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EC753A18-3248-F463-4F9C-37FB03A744B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536A27E8-E173-CE7D-762C-B00327939C7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C4B4E474-48ED-DE10-05AE-965CF0E928F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3E835A8B-8354-87B0-6C21-C337B52E777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853146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05AB806F-81F5-FD52-CD9B-D3AFD34E448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EB636330-9DFD-475E-52DE-8DCBC9D9E2E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F5F596B-846F-80E8-4462-1F3A812926E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538212E6-23F0-EC86-4B19-12B7FA28CF2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C84D3C1-1EDF-0D13-DF30-FBFD48681B1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68D87616-2DB6-3253-F54F-23B88F0FA47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1708C46-2329-3A0F-A2C5-84E782E51BE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29B8EBC6-9DBE-4A6D-544C-44C0245420BC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4C8E4D-A3D8-B1C1-7398-F38B113F94B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3EC8084F-412C-B1E7-56AB-FC48047D1378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C7C5E96-1012-B53B-43A8-38F8387E837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ADCEFB0-B5D7-F74A-6872-90BD1949BC2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ACFECD62-2C3C-5F69-9A0F-F2AD7E8DCBD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53DC77C9-3C14-FBD4-A6C0-9C868C7AAB8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FD8AF65C-C217-8EE4-595C-12883CE57FF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1B300897-0BA0-011F-0860-3AF51E968F0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5B4559BE-16CD-0161-2817-61D8F847953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483B8F49-A754-D98B-EE7D-0AA4BC62E47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5249128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C2CC6BE2-EA0E-2C0F-E7A4-584FDD88B7E3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0CC48164-B173-6C63-6ED3-5E196684E24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9AC71A3-ED79-E2BF-7E57-145CC58D264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AE148459-197B-527D-E65D-BBC7297E9DB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D5CF1CF-4980-0F34-C6C2-BB9EFB6348AA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AE1D414F-0C96-4BC6-1D33-986A8391C6E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4BFE8C8-B9CB-4F51-9991-F4D4A290654A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A0061F14-D38E-9054-8415-FF4C1A0388B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9C5BE63-013E-C2FC-2396-2FFDB7C8ABB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D7681FFE-D358-CFA7-14ED-FFA30A7CC75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51748A6-0CCD-0604-F6D4-844B9A2B2210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1AE3873-0ED4-2388-E870-00DBD536F165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767A18A6-FAA5-4ECB-E8E3-49A2B631EC0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F0C1BFD0-A890-A5ED-9BC4-DCD3F269C14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89CE8670-239C-EB88-4F9F-8DEB3687276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D524E0F-EC3F-3331-FDCF-95CA42822BD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A6423226-F948-FFC1-C94C-F729951C5363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82633FFF-5C5F-214E-4131-3E1D7EFB1A8F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92755171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7CFD01BA-C00C-1826-DDF7-573F89A9E492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9CE9F727-2E28-035B-147D-C09F27D8174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1E30CC0-10FB-F997-1261-EC008BD0F91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9C75B22F-97FB-6C82-7F60-6886354C8010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A51C6B7-9117-8DF3-E321-894C7741CBF3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A9C63A74-0F27-32EE-9E3F-3E67FDECEEC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F54C5E1-7C37-39E9-6F9C-4A8F48E5EAA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23B046AA-92BB-08F4-47D7-C24E2E47DE9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23057D7-CDF8-8A7A-E20F-384EBB0358C7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6F28983A-6576-1217-6AAF-2D2941EF78E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3930048-6989-971D-FDB7-D24A378C087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8AE9E69-5DB5-3EFD-D59F-0BA9233738E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89F88168-0917-582F-28D9-1CFD376BAA7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7EFE61D4-623D-F49B-7945-13C875F9FF8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4485893D-A45F-C5A3-BB9F-80094A0AB9F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D975D65-EA27-CD7A-368D-1F2EA3970AC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4B572681-3CF7-EC00-80EC-80AD9D949F7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1D2F1E94-EF63-73B3-F9EA-942112B3E05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7251440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EDA7B262-D1D8-BD26-E441-05F725BD2FF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A3A4BF6C-2366-7599-4860-C42804249C5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D5865-672A-0942-000B-0D0B3B53516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EBA84410-CAB0-8FB2-A7BD-1B0F0832AA7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DF6FC1E-94C4-56F1-2551-CF75848D77E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B6CACEB6-20A9-58B7-7F74-C0979FC37E5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891F247-F3F6-58FF-DD00-7CA70AD42C33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1541724D-4E84-49F3-1BD3-D6371E5B25A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85DDA7B-E967-AFDE-3CC3-12FDD04C6AC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6C4A3C1A-6413-642C-0F94-E77F11CB0135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EA36F40-F323-200D-76D1-D08A5E895F2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347F4CE-011F-D4CE-DEE4-6A7A1533331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0B45B69-3438-15E1-6119-F5D5291DB5E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180CE7D9-5AF6-CC73-4956-8C8CAF60DDC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6B494EB4-DE87-06D7-C5BD-2A91B73BA6D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E6580D6-FAA7-337D-9B7E-CABCB484998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AC771149-8FE4-42F7-5CDB-974A2A81F66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A8913DA0-0310-AAEA-E4C0-E7F5A915BC1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59157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866A36BC-11F7-9993-6ED0-CA1742BF9D4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D571F969-B599-6477-38D1-C76E66E31E4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D907DC5-7AF2-306A-34CD-07B8A34D834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39D7E377-5A5D-752E-3FF3-937ABAA1D3A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5F4112A-1895-57A2-D384-48CD5A8F991A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72461702-9178-7D3F-88BA-29A4550B52D8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031A61F-94F1-61DC-0FF8-57B3FE4EF0C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8F758221-AB04-F303-EEAF-485FE47B39E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D6ED17F-7245-5658-8321-6F1863517AA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96EED9AA-714B-649C-7106-C44EB4A90E3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B51CE36-5770-EA2B-1CD6-88B11A759142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E4DDAC3-B5CE-B8FD-59FA-63954D5C0361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72A9DBBF-413E-86DD-0B67-53CC7B7DB78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384CA446-F488-E59B-376A-3CC41847BF6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D0975FCA-4C35-410A-2450-8BDF5A44569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869AC01-8355-30FB-F492-491262337F9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07C2C10F-430B-4297-C400-015C1127F11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F7E7363B-999A-4D17-480C-B6131446807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790969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4984782F-C55C-24FF-73A6-D21EB048D06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953FBAFA-6221-FEE5-1E83-5BC9ED6BA15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3E1E921-C15E-1F55-CFBF-5C591F7DC8A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F6F7EA11-F752-EB4E-4FC4-44C047088BD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AF8AEE9-E618-B1FC-10B8-609A0A881E7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110D620A-C58D-D5B7-6356-91CF3CC8876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CBF1060-2A98-7F02-1871-DD1430B59215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0883E670-CD4F-41A8-C810-576122DB969C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BFD530-BC3F-45FD-DF50-9853FEE5214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12C950E7-CC78-509A-1E08-1870275B162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0EE686E-1D3A-E3AE-4E53-436C51D9BFE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EE0FD2E-8A30-9E8D-FC90-0E75C8FED875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809C6D05-5D4B-C8FD-1EAD-217359CFE99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B6CD4266-DFC8-FCBD-57BA-1A73035E019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9FF503A5-141C-A02C-FFEF-EAC927DDD3E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A4FE5BF-FBCA-5F20-DA3E-68D2DB3524E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DE93FDF1-CD86-F287-AAFF-416A8639431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F45129C7-46A5-5160-9700-43563AC58B8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6630723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98E3DF51-40FE-07F4-9D92-7C3CD32044E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84C3333A-D4CC-6B65-3E7D-4D1EC0881B2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416A245-6B18-AB99-D3F3-1856EEF6EDE6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D346443C-3AFB-58CE-9382-75A22AB010E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CD88920-A99F-8D9F-4788-1DBD157EF2CD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96E833F0-F446-3F0E-3AC8-4A57ABE8E046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8DDEA0A-94BE-01BD-251D-A81D7D7C1D2A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48167343-7741-6853-98D3-10716CB7350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DE64233-414F-33E9-782F-74EE524BDC8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255885EA-138D-4821-7AD2-210FB8B7EA7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F3226AD-6828-D057-5493-F972761CF230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6177928-8BCE-B700-FC5B-92FAE9FD8B01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D847D84-5D9B-FFF0-F347-60A74BC3803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D8099421-6CDD-D78C-CAD1-38998ADC7EF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5D4E7AED-FFBB-3E0C-0200-B8D22E17F80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64900B5-EBC3-B32D-0B80-E3EDFA7ADCE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033C7F32-F7E0-A8D4-0E24-770D4BF1C31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F7473E2F-BBDF-D045-2951-7119A058904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86921019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19B8A2-D7B0-026A-8C81-C56B4F763BB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EEC27A35-B485-9003-BCFB-C8987A57193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9BCB88C5-9A54-33B9-1D0B-9A98B57A7E42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hlinkClick r:id="rId5" action="ppaction://hlinksldjump"/>
            <a:extLst>
              <a:ext uri="{FF2B5EF4-FFF2-40B4-BE49-F238E27FC236}">
                <a16:creationId xmlns:a16="http://schemas.microsoft.com/office/drawing/2014/main" id="{11445AD4-9006-C5BD-63A1-7D9DDC948C0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" name="직사각형 2">
            <a:hlinkClick r:id="rId6" action="ppaction://hlinksldjump"/>
            <a:extLst>
              <a:ext uri="{FF2B5EF4-FFF2-40B4-BE49-F238E27FC236}">
                <a16:creationId xmlns:a16="http://schemas.microsoft.com/office/drawing/2014/main" id="{1FC28A38-0554-94DE-904A-878F02F53C9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8D7F86C-BBE6-1019-2D12-1759AC80E224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10" name="직사각형 9">
            <a:hlinkClick r:id="rId7" action="ppaction://hlinksldjump"/>
            <a:extLst>
              <a:ext uri="{FF2B5EF4-FFF2-40B4-BE49-F238E27FC236}">
                <a16:creationId xmlns:a16="http://schemas.microsoft.com/office/drawing/2014/main" id="{0936B51B-CF3A-BA4E-5B01-AE36190438D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CA9CBA9-8DEC-70A6-058C-8F499391F80B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1" name="직사각형 20">
            <a:hlinkClick r:id="rId8" action="ppaction://hlinksldjump"/>
            <a:extLst>
              <a:ext uri="{FF2B5EF4-FFF2-40B4-BE49-F238E27FC236}">
                <a16:creationId xmlns:a16="http://schemas.microsoft.com/office/drawing/2014/main" id="{E6ACC24F-6F8E-CF34-10A9-F8F8AEF64EA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666E67E-3EA4-CCAA-E389-2DC4EE56178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23" name="직사각형 22">
            <a:hlinkClick r:id="rId9" action="ppaction://hlinksldjump"/>
            <a:extLst>
              <a:ext uri="{FF2B5EF4-FFF2-40B4-BE49-F238E27FC236}">
                <a16:creationId xmlns:a16="http://schemas.microsoft.com/office/drawing/2014/main" id="{C6BE3CB1-7E05-1270-A172-6C4BE55BA44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77A5072-3A6D-19F2-2C68-A8566A9118E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25" name="직사각형 24">
            <a:hlinkClick r:id="rId10" action="ppaction://hlinksldjump"/>
            <a:extLst>
              <a:ext uri="{FF2B5EF4-FFF2-40B4-BE49-F238E27FC236}">
                <a16:creationId xmlns:a16="http://schemas.microsoft.com/office/drawing/2014/main" id="{F82F135B-F341-EB0F-2FD8-3A0837A7334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4B006C0-2250-1680-67D0-433369B8143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B00D131-B309-5396-F15E-6676821DF9EA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093C8EDC-C938-47B9-DAB1-9A12BF703A5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1178BEAF-796E-2F8E-EC35-B12CDC84BDF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6A1E398D-3D39-8D78-96FE-9E899887598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5F47599-7DEC-766E-BE7F-C94B7E99D5EF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F89895CA-53EE-CAFA-1D6D-25B666B9E75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직사각형 36">
              <a:hlinkClick r:id="rId11"/>
              <a:extLst>
                <a:ext uri="{FF2B5EF4-FFF2-40B4-BE49-F238E27FC236}">
                  <a16:creationId xmlns:a16="http://schemas.microsoft.com/office/drawing/2014/main" id="{BA029ABA-FDBA-0B73-0D62-8DFD66AD206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3750147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B7D7F352-CB33-7D65-8A49-944DE447D76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04C0B294-AF68-3432-C05C-3F663C6A962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E9D0865-89E7-C026-FE9A-B0EF82166C5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7A830B4A-6464-3491-A22D-D9FB1D55963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5E1C3B3-F58C-D479-50C5-5A812A24647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13204F8-032B-5FCC-E911-29888D12CC8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F5A7BED-EEFE-98A1-ED6A-FAAE69A22CE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73D66D4A-CD09-EE31-9156-D68C77D7A34C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EAF0768-4CBC-EAD6-90CD-0D8D54C7C6B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4609F205-5F31-0360-B1B9-844C130A4BC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B1EC593-E7F4-B904-3A04-518FECF0C1B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1979306-5874-F77A-80DD-64B57C943F3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BA5D156B-51CD-232C-4514-5AC7A668B284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EC01B148-7056-A80B-14B8-0A96E3389767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8C7B275A-90DC-3CB4-02C2-1F7037FDAB7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FEF37A7-07B7-C3C6-A35B-C7ADDB41A9C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4DE11E1-6584-E395-E65B-E03AB337E71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BD1E4474-D338-3CF8-338E-0AD0EFE7963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4344393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10DAFE97-AE7A-5026-1544-39583A172C2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1F5137EC-F407-F645-B51C-2A5BE898400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C7402B5-CC94-08BC-280E-7F3FA3C78F5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1B2C28EF-EB2E-B2B8-3358-029BB8656BE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75C9247-FF2F-601F-4378-56711DB12B2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7DFFC2C8-E67A-6C17-791E-B02CE84BFD9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AFB2C60-271A-7308-600A-4AF246ECAD9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A0AE641E-1DC3-1F39-B03B-F422CAEBEA7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CC9F23F-6346-6346-EA12-D8F5E0917CA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DC1707C1-CB80-1030-CA3D-81E5D9029668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BA9DD2E-FF1B-8DB5-FC3F-F4DED2FFE4CD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3158D78-1BCB-7A11-EC2F-D5258C3959E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91C4C14-2FE7-88BB-D6F6-642C42C7ED9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D8176B0B-53DB-1F82-43DE-91DFB658E32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BF0A1F25-8845-0AC1-0762-BB2EF989FF10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7A61FBF7-509F-218E-DC9F-FC27C4DBDA90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FBF6A41-13A6-FEEB-3F4C-2B6FBC0869A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79D30586-B157-99E0-231C-CDEE473278B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1907597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FB5B13B5-D571-9FC9-114C-D37691387CFC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4BC9F7D2-15EE-2763-9839-95D8019FF4DF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97C40AD-0D12-37A3-8F12-9C1B45EF7014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03457A94-794F-3399-7B13-5F1CED1D25F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C867EB4-9EC0-84AA-2EB8-B6701A7264FA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4CDB98F-E9B4-7DA1-216B-05702078300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2FE272D-7BB6-B497-AA02-053E03FC4E3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CBA4A8B3-4604-85C6-472D-84702A0A9F69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3235AD7-F4F8-7566-F4D3-B708572AC1C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97CBE8C5-DEB4-0C05-00C2-14DE66C7E52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2F6CD84-4EEB-6AB2-1EC0-C6444314D4E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1AE8B46-263C-0C5A-112A-6D7F36EAEAE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9F063AD-F2D9-7BD0-18A3-D7578B2D9C5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5713E8C5-CB6A-C94C-9BB1-7B72FA10676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7BB0DD66-D9E4-EA01-D966-326D07B31C9D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D5F9134-454A-F4CF-2D35-8F9E91C47BC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2EE2F9E8-916F-D084-7F36-B3884A912E5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3484FB0C-5BF7-9296-BDF3-EB6712FB52E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5903440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57C685A2-9D8F-43A9-A18F-FA2E7FDDD7D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1CA58983-BDF8-7F29-F7AD-FFD75CBB86F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B145205-E371-6B3A-23F3-9B7B8CED20E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D8C811F8-54FA-072A-2734-5ABED3DDD1B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0B98DB0-341B-BA9C-5FB5-3C22EE90E1D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1D997A7A-813D-92C5-A814-2CF54EE0B35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FB20769-A73C-9380-D10E-4A6E894C4BFE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64E74DFD-78F2-16FF-CA58-C578810E309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94CBD95-66D3-3BAA-A801-A116C4EABFA7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046BF176-31B6-6B16-FCCA-870E519C15E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89C6834-319C-D602-281D-0EC13A2631DC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5D6AA4C-244A-D476-41B9-9F571B83ADA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1DE1E93-A347-8537-904F-3EBA1C5328B4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3024320-A334-303F-01BE-A8BDECE3802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1BFB4BC7-6331-0C70-E068-C0475DBEEF6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2B242A4-222C-FBEA-5E65-8343DA99C371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6941653A-43D0-D636-FEC4-580443F09BA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6342CF47-CF72-0CFF-2FE2-403D2C9E6D36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9301177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A6A1F705-13CD-C3F2-9958-5AA95300DB65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BD4EFF78-7BB8-E0BC-573B-E3CB6298D26F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D9BC8F6-3A0D-7468-970E-4B4F27A1177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09DBE736-A10F-D524-C7C0-76781119D80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38EA4CB-946E-3AC4-BCAA-D00132FADB1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239DD433-5AF8-AF87-C7CB-421043298F8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3760974-29D3-DC51-EC3C-70DF6933BD7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C283BA94-218A-C079-4A55-09D4667BD40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553540E-A0AA-85CD-9699-34A339FFD25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8EEDC25B-05E8-ADB5-6148-C372E51D2CC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FB73368-D818-37EA-D9DC-952B16EE37A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7453477-8543-7F21-DFB1-3150BBAE926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C1E0CCF-4C7D-2BCB-01CA-313B4134CA8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19C292ED-E6BB-4AB9-0502-FEA76C2924B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3CA691A-D440-DB40-B131-57601B07835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9623B8F1-F6A0-FCB5-1810-255A6015532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5C25275D-717B-8CFE-41D5-7018F0EACF0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0EAB7CBF-14FD-3F65-5F74-F53077B8B06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9140407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AF7DB876-DDF7-73D1-75FB-EACAD28AA3D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2E6FC98E-064C-A75E-BDD9-056CBF49821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E574037-AB81-C510-1FAA-F8B167224C3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7CDAD0E9-C484-DF69-3753-869AD05E684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8F32C43-17C3-1814-CDF1-B153F81F1DB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ADD8D308-20DF-3802-F8EE-CC8A7B188366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85EA2DC-5BFF-1300-E76F-43B58343EA84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5569038-91E4-7DD1-76CB-1682580BA8C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1852549-0133-7122-22ED-3D2495A17A3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148001F7-7605-0013-0A7D-85F7CFF7EF8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3BA58F0-3859-64C9-D0E8-205C586019D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8BEE5B5-6E7A-E15A-46A8-F4A4F0F4B5F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1F5D7218-799B-4BD7-2D57-8802A125607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E79F850D-739B-E83D-2CF1-6D194BC5418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7A32756D-BA2A-4990-3C47-56AC6EE8023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7671F13E-E6DC-26E7-D0C3-B9E5E62EE98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54B4D794-0575-63BB-C036-7A499A55C02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BF819AF2-3D05-D318-AB20-9FECF2C9277D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2091636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E7CCBF15-1791-9CFB-D586-3ADA3D6B34D3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E4E7CCA0-E76E-1E86-5168-290A8FC4CFF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03C746D-F612-93D2-4C10-37D8A6E5E49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B9A591F9-0A72-F710-2DE7-4DA99816AEB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636946C-A7E0-0527-5A89-186166983BD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3BEB9EFA-168E-DFE6-FCC0-384CB85CC1E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6AD0AF4-6A06-77E4-4388-9B188CEE1AFF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248F0458-E613-6945-C32E-E5D7AB5B933C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69C444D-BA6B-8BF6-5ED2-B64AB78622C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5A189CD-E3DC-ADAE-4F0F-73A6520E53C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6997F0A-C997-9068-065C-976D64A09F7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4D7E7AC-DCB2-921D-8280-D3796686506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3BA961A-05B6-511A-8976-384453F9CB1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1CA47DA9-DAE7-76F4-A9F8-BBF602B7D6EE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844D099-6261-CAD2-7495-F4BFB3B2E0E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BFCA060-46D9-F16A-A4BF-503FAC9769E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318DCD3D-1C7B-6273-0DDA-1B04F6D6DF7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0E9335EB-28D2-5FA9-216E-A99C9F632CDE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82869363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ABC8873B-75CC-624C-345D-BF3C75DEB9FC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D7336DE0-4150-B765-9F07-3C493E50FC7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37A32C5-AB5A-A0EE-1D32-D91E877C540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B41FDE6A-880E-DE16-F668-BD95B4CEDF9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3B55C1B-F62A-0AA7-8F7A-15E53C85E7E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32B7E01E-442F-3FDC-691E-90D8E07FD19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CD4C586-7228-7FBD-8E58-E3E8A459DE40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1EE66DA0-120B-3357-31D0-07A4B2C6600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043465F-7181-A4E4-6609-DAB2AA3EA61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999ADA7-BF66-9B5D-EAB7-76164651E26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306CBC5-8B5C-A117-C03E-1DC8DE35822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50F011D-61B7-5929-86C7-AFD7433217BA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92CCA77D-D81F-89D4-66D5-D4F14527CD6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DAEEAB0E-B32C-FB74-B656-D6176ED829B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F5B9C701-AC46-E085-9FCE-30128ABF8DC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358F734-9892-D853-9AB7-5DB86995FB35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D6F9B961-8A3A-5B3E-C551-01BEC57AD6CF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C81129FE-D312-A1A6-90C5-74B86CEB2D9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1095925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FAE1EA76-31D1-B56E-C991-6C142791AC1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964CAC36-9074-43A1-A872-18F3875EEF9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FABE4C9-E1D1-9401-BA41-01315A0A0A9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26F62C51-C5D3-2ABF-6AF6-D3C9A68AE2C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F4E20F1-9383-08D8-8288-DE7DBFA46F0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9F036867-2206-506E-7482-AC9A9BCDA32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07A3B88-4B5F-D9E8-F0B1-FBC331FEFF15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C2C5B056-C5D7-EE4B-C85A-791E336D50C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5FA1970-D4EE-052B-A689-4EDAC02BCF7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01D8848F-6544-0A11-5DE3-785A3DC2495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6FC95F5-C5E4-A09D-EB31-192DE01308E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2B4AD26-26FF-CA78-97B1-101F9582903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E5296D4-5D83-92BC-2491-5A12FC33FD6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58C51650-E97F-6267-5988-08028A9E9EC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8AB70B3D-C578-12F0-C7F5-CDDAEAA1B11E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FDEBD8A-D7D6-1E18-55B4-D97527C577A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861C3E24-BEFC-CBA0-B1CA-539170B38F9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7C9C1DAC-9C79-8A62-7B28-0CDDD058119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099492884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767B290F-AD45-81E5-A747-13BC7A019E3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B936D2DE-A266-8A75-A74B-1B2CFC1F7CB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FC0F91-5F49-3944-CBFA-1BEE1ECF3C6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93601256-E388-6546-C0C7-71D4AED8355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26D1FDA-EA46-97F7-4373-E7945BE3290B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3DE064F9-22B0-FCCC-16EE-C2D7DF77F3B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92FB57F-91E6-9D69-5561-E2F2524822D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040095D9-2E0A-3BE9-3CA1-3C01D9DE670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B5B993-008F-A4A2-8E67-232C5E55CB3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CD6172E-1648-165A-DE8C-45767479290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B0DEB05-2B74-0A4A-7D4C-B9EE66649B5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24322D-9498-B813-F58E-DAB2638BB92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EB05624-F793-A7ED-9214-B2EFA37A876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D102FB4-6F19-EB91-A202-E3D612DD0E6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39C5CA56-F99D-8BC0-087A-581AA637ED5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79C791A-5FA6-0122-0EFE-825E1A423E7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DB4B8C68-038F-775D-19E3-8CDB293E01B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C9927D82-3493-4B8B-B470-CA1D996D3A0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9309339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08239642-3EFA-D808-59A5-08591EB09F47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2DE99AC2-0302-4B4B-A63C-63288F40411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688F1B7-24C3-18CB-B27E-CCB983B1491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573FBD28-9FD2-77E0-FDC8-E890A53B9ADA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15F2E42-2686-D057-39FC-3D2734851505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10B1E77-AE00-868F-5A16-E92E0069576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8542280-F3F7-21CA-7232-A9531ECD18EF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4A45B2C-BF76-D3AB-5AD2-3504AF11B07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76EDB31-DA33-ADDE-C6A6-F1E7B7720E15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B35BC38A-7A54-35F4-B3BF-1FE2826EB0B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C131B6B-9DCE-6D9F-C484-1F8510325AC2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9685163-8D44-0750-05A0-C35B65DA7CB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88965F5-2048-856B-844E-8733D498106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6AEFD367-89BF-A9E7-636F-53CFB3FD6530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CF50C723-5DF7-3342-5D94-9A14D94F03C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7BB90EF0-9194-D504-FF07-762CF5249F4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124E4DBA-47B6-64A6-71FD-A0EF4F71596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87ACB0BC-62ED-2D76-0A33-1E2E2425873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0743872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A2C50A8-3CE2-2278-B25F-E30F4E3E98B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EC6D55EB-49E7-D5A1-FEF1-3ED9D9B91598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B728069-804D-BF34-B438-4B3AA6B24D1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2F4760DD-136D-2F7A-55E4-0300AC1FE9A4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FE7EA16-6688-57B2-A486-64B4F88E686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FB57835E-EEE6-FBC8-459B-E44B2130758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10A744B-CB6D-5959-B044-8C5B39BBE99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287730AA-74E2-F249-CE12-8F50B9CA62C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77D756D-7BD0-9685-3216-27AF7B0FD78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BC395AF4-A7AA-69B1-CEE1-C6AC94FC50D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F79EA9B-FF2C-AABB-D8BA-9099E0024000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E2914C3-2102-60B2-FEAC-A52AA9EA154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14C0885D-A719-1517-FAD0-08473EED616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19D82E56-DCA4-294C-F669-A14002AB0BD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24C65394-DA58-B9CB-39FB-D75159C8752D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B40E1F64-D3BA-9D1A-D8EF-4BEDC8B7AA5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CA1F68AE-EB7F-5E76-424E-2A4A22FE0DA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B37CD3A9-CC2F-D866-83CC-1CEA576E1F7A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5331163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BD115807-465A-8B41-59AA-4ABB499DFEA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A5A27326-109F-9F77-6B10-786CAFB1E0C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83CE541-6C01-3CFE-EAEB-BD0C6E8A8D3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2654F9DD-4528-0D2B-9FB6-02AB61665E7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26679C6-D982-1E45-A1C6-FED9712374B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582FEB0-66AD-AA41-2AFE-B03C6003C84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48EE718-32B5-2E7D-0A43-CC1B3C24F2B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7D8A15FD-B780-D3C9-7ADA-CAAC675D8A4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D4E9482-116D-8F48-2123-E79D0D16554F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CBC15191-E652-53BF-B315-B7C3528C6D44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23DB089-5E74-FF26-0F58-B88ECB09AF6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726BD03-9129-493B-51B8-A73A235A05D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39EF5E6A-2C96-E6F6-2F3C-7B9A3C44EFA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BC10F216-AFF5-070E-2668-899DFB2E79D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8B07D520-9071-CC98-7C1B-D84E6142E17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EA28D74-BF09-5675-DD85-1CBBE1E9AE1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C454E9EA-72FF-B8CB-ED20-9EC432FA194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2EA36D8D-48DD-0AFC-B065-2CB58954CCA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886656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A40E9625-1DFF-C74A-A41F-C76EE580AE7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AA009C1A-D7D9-F15C-CF4B-61974D2E315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92CFF8A-081F-B100-5E21-2A6284E43E6A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22441E28-BE83-574A-214D-7204E9A564C4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034F852-AC97-63F0-7425-D4D0DBCE18C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F6740B0F-FA94-A755-17BB-923FB75B96B8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2C10F41-2457-EECC-832C-824952CF706A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D7E338E5-A9F5-F498-99C9-4AF6CC82575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1DF0438-2BC0-1408-9698-69171E3943C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8E08B18-920A-C732-5E5E-7419B3DA1EE2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EA3CF3C-42AD-91EE-D351-83B38A0B2AF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7A5A2A4-62BD-BBAA-CC02-3E5E0462CCD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9BAD9591-A8D8-5373-788A-D8548F4D11D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AA9A5A84-86E0-E9B7-4A53-D524FB6219D7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D4046462-776B-6068-59EC-292558EBF92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3468BA2-F65C-A1B9-A11B-6F43CC6B316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291B3A78-B0CF-6B8A-00FB-FF5F0823C0B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2E0B51EB-E2CF-0AEA-2435-3EEBA5647F76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9233145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9293E510-667A-121E-AED6-7D9487713B0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02000FA5-3767-95A3-B1B2-99C9AFEB25B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9612E9B-D28E-DCCA-1080-E49A95611DC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6EAA3EB4-A2A2-51E9-F85E-7E344D815BD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2C3F52B-6673-1A89-26BE-B0E2092E068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DE31C0D4-AA3F-7A4D-49F7-8CF75BD84AB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2887171-6DC6-D3EC-A2A6-64D9F16C4F4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856C7C4B-2F79-6EB7-6662-BF2C4EBBA65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C643F3E-B8EB-9C38-BC16-E0DFCCCED127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CC25231-076B-9B91-288A-159A5FE48FA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68F61A2-1FB9-3A29-0265-16A2B227E6D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D05D529-EC10-8AC4-FB22-2EF19730D31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3CD2D8C-DADA-C951-6D65-7B559AB1E15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204C2941-93D1-F9E0-9E59-F998795232F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925D74F-DF79-9406-F21C-73C90CD18F0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D6A105C-BB6E-6D68-43B7-0F641B0FF67C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865895AF-C57E-3DEA-1A7F-185A65B34961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D79DE080-1FB8-BED8-1146-DB7E040119A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63347124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45F74165-33A8-77BA-67EA-D89D69076915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9F4F9688-C9DC-94AC-49CD-3445A5CE5A9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12F123D-5D9F-CACF-EE7F-76D85217B6F6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0359FB72-8E26-75E8-F8A9-27566D388F8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B98DDA3-2C7C-3125-B0E7-E5C15E2FDA8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77A9706-CCC7-7C28-E4C3-46B10C67683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1BC64D3-B3C2-BB61-BAAE-B18B4D671D7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8C02000B-ABDA-7BBD-E25C-7065BB34459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968129A-9B85-99A6-0D2C-490E46565A9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ED714A9E-1A6A-C980-F8E3-BD7C2A492D8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2DA35F3-8941-6256-1811-14D1DDFB5E2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D9C17D9-45EF-614C-F8D7-D2BCB326FEF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4A7E970-701E-DA7D-A8AA-D29A397B5ED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290924F-B953-19FE-81EF-79AACF2E412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0F13B7D-5C8B-06CE-7CB3-D048B9E1344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5D27E62-D7AD-811E-D116-0F22F2BFC7E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278683D0-85B9-FDC2-698E-6FE68CC2025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417B267C-EE38-C758-1F64-3820BBB2376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39235553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0656197D-644A-8F77-110F-5A36886A46B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C24D8042-D7A7-8680-2D52-8192B9BDAC4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2524621-0FE3-E0EB-BDC0-FD97AEEE0016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860B8828-C738-66B6-CDD8-D2C9C82423E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6ED2C29-292D-A7A0-9FCD-FDD313CF92C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FA2B4E6D-D008-70B6-6F3D-0723C53D782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4D4D0D0-607F-916F-D288-F7B3D9CC41D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319F6366-047C-B4A2-B908-5E64999D6A1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B289825-A8A9-5A21-B0AC-64FC66319B2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ECA8293B-3C44-1E70-AEAF-AD15B85310D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50EF9DB-75E9-E135-5D5F-EB24C82B00E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6174DC2-A798-A2E9-164A-F6E9D5DA841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C5BAFB3-1DA5-9088-7358-31505B8F2E5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A4DF0191-A277-34F3-5C2B-4B2EC69212C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FB015974-7FB6-D16C-ADAA-F1FBF2B44F0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A06B3CE-B6A1-79C4-2A2D-30EEA7450421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6F7DAF50-EAC1-637A-99C1-39B58EEA7D7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D48CD216-00FA-BC12-91FE-4E68963563F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0672129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2AB0112F-F334-21E2-69A2-72EBC755D33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8CE2D0DC-27CF-1381-0222-C82F001FF1D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C041966-1F64-BA08-B6DD-EB491E076F4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F1513D00-2090-6A81-9692-78745796A39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05B7B1C-4A7D-1761-B420-680647D190D2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2B7B95A-F211-2BD9-05F3-BB0F885C056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4F1E488-75F9-DF16-6C37-2A5BB74B9B45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6C5D1514-5C04-B119-55C2-352DF36B779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4EF64B1-8816-0207-A716-7C6262DC722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2AC63025-594E-5C9F-2CF7-3FA58A01979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49E07E3-6DC5-AB7F-D39D-4C58E050D2D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DCAF9EA-D706-AD48-7F55-E679FA690E3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20AC768-4358-9BCB-7152-F77EA828AB9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DF63FE41-C66F-CE80-68F2-D5A0238C730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34D1D583-4A67-93FF-0BC2-5E9CF5D62D5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C6E607A-A0F6-98B1-D7ED-609BC1CCBE6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95FFCD2B-670A-3996-4FF4-8FB0BF02F00F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C6C12547-E172-1CA9-9367-038C8E525B4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9441074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EE14DC6D-E5B4-D370-F8B2-941E512C04D2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2ACC81CC-06A6-4DA0-F87B-DCE0AD1549C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5DA5807-B73F-AE7D-4C27-C61976AF2D6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BAE3637E-7BD4-2847-13F3-21FEF83A660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36DBDB5-521B-793C-E6D1-CC463BB259A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5870337-BC4F-E0BB-401D-49D02A0D9C0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4750AAD-6AB5-5E88-F03C-CFD1F26AE12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A88D535E-A461-B258-8D99-F178E6FFA79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969B1C-2C45-C12E-B43F-31F602021C1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CD55A416-4046-848B-2102-EC383269020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88C8A1F-A14E-58AA-D41F-5D0B77191F5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22F6427-8D37-1F5D-8B50-2B02DFCE4D7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CE3BC4CA-6FC0-D678-AD98-40D92EA5DBC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C8CDC580-0499-7DDB-7882-FF8CD68550C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B499021A-4CB2-4AB7-E194-ECA3FAD9397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86E9595-7208-D87B-99A6-B9CF9F1ECA1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F509B286-4A37-B1AC-7DBF-D38094E8021A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6A2E5408-DAB7-2A9B-B031-0730D14C176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17054871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1927648-26F2-6F9E-7B06-BA01AFD12A4F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31FCC14-8497-7C76-AF64-BEEFB50ADC92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58BFCE1B-132E-88FC-19DB-89AF55D5A8EA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4C9A70E9-7BA0-6550-AFA6-335EFAFC67C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35A93A80-4FBA-3CE4-6CC1-4A959DC0D11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F2EDC37-FE1E-8C39-556B-55EC305724D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FF081FAA-6F87-96B5-86DC-F6788E8E961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B93AADD-E163-3EE7-6418-4F4DBAEBE18A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DB63C60C-10EA-EDEE-F481-68A123EC0B9B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E81E1C8-D696-6406-6672-B656A592EB7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0EA7EBEA-2101-B8EC-416B-423C2423FEEF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8BBA19A-CDA1-0BB7-808F-7C4557C892D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69F63181-8CB0-9C6E-6BCF-A4B0DAFD918B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9141559-EE0B-A0DC-E273-64628F4414C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44BFB49-E813-B486-2B93-1121648B28BB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A76585B7-B49C-D79F-7786-E1CF3F7CCA5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F9C61AA-9B41-E441-D994-BA60F41E280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2279EFFF-C48C-717F-E276-AE46F6CEE8A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1A052D7-F27C-6CAF-E5EE-ACF463F0045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C5A16154-7CA5-A021-114A-488C92EBF60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02C5B974-9399-BA15-D31C-FF613AA8B39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879984980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340266EF-547E-F5DA-98B6-5692BEAC3127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347D3CD9-64C9-4F7E-F8FD-E7884F5D671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4E4A661-BC2D-328B-7A46-0250C769E5B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039815C6-A31B-16F8-A447-89BC1DC99210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5AFB9B0-46FE-FA0B-7762-272250E34C6B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15F64370-CB0A-F74E-B65B-A4EA1EB9A36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3D19A58-8633-1E65-4E4E-38BA2CC166DE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03473763-08FD-26E1-C288-CF559515E49C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85FD37B-E6A6-5371-E55B-61E1D511E0D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AFAC9C3D-B463-B223-CF72-08ACCB848C45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1DE7EB5-852E-9DB3-CC99-B678018621AD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73D853D-8A6E-A29F-24C7-E4577A880E0A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0372FC-C73A-116C-BA4E-5046BC9BFEC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D1175A8-E566-381E-A4A2-19F6F9A0726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19E7FF2C-0903-40B0-E764-2329FADF849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C67D222-2D49-6085-CF43-D642543512D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1E6C2ADE-55C8-3B5F-862B-49E70D1A79DA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835A4F27-0AF4-C2BD-C264-09BF0661818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731591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758C8314-615D-CDF9-DE7B-58FB994D777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9AF80926-92B5-02D6-84E1-DBDE0B31C9F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4E7B991-280E-7C8E-FD1E-705E770EBA9C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EEF3BF5F-221C-88DC-3574-156411D100BA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7E56C21-DE42-C37F-5E9F-20BE5ACA7AF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9255F1B-776B-E336-2C88-DDC71F6A7D3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9AFC45B-73AC-2646-1A58-DDDE96BA7E6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97C5D99-3391-0317-C50F-B9095BA94C8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8A9EC3D-B371-AB45-8515-0997AD5B8F9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649F6ED-8E0E-7D9E-2BC3-89EA76707618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6A87146-D930-F99B-BE4C-DB1358A744B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29E4FE9-FDF3-5459-E3B4-0C1EE51335E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8F93A77-F1B1-3B57-CBEA-19A1148332A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C46BEA9E-786E-F6E6-373C-0D69ACE7ADE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9E0F2F35-B553-5566-9426-83E0CEDF77E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72E37EDA-DC33-7B21-81FB-53206742FA2F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CBEE2FC9-9600-4C1D-AE04-382E741A82D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B1EF02BE-7D23-E408-2364-CB9620FCD466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6241708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962BA24D-9F6A-CDF5-E5A3-2A5C173719E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838F7FC2-F06E-513D-4828-AEE1831ED378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57F8DE0-3687-BD37-C3F0-3B292C931BE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169589AF-E17E-9FDF-5C11-51162A0D775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FDF2EAE-0579-D8A8-77FE-7054C3CF3C7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9AAF1D37-95AB-2191-519E-6545A43F854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E622BBD-824A-75D0-3013-410DA86F09D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4F6F1501-C6A3-C782-F754-8C29CA949DA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D2A6BA4-D411-1573-F819-07E0BCDFC8C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CB376642-D265-C651-3DFE-35C4220C1DB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716DF48-C15C-C506-28CD-607536EF809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B9C1020-DB93-B5A5-1394-A92FB8219C7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3D69FD8-A89B-8372-81B3-1C836C05786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DE5E55C1-5510-6970-3D5F-29293C51D42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EF6785A2-DBF7-11CC-1F7D-34C5BAE7A5D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F1BE59C-7E0B-5F6A-5974-9D436371817F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9BFC7A64-B301-A628-E8F5-6C5C02D2F78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64B6E531-61AA-C280-8AE1-6133579556C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6162746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853C45FF-00F3-C1A1-477B-33229E9F559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D9350FFC-B3CC-AD44-32EC-277A3177A06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5741FFD-12F4-807E-C36F-5BAFAACC4CF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24469C9D-1243-0A33-EB09-7EF7110A49D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D3715C5-41DB-5F14-AE0E-682DB379CA5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F873516D-0799-C9F5-BF2C-DBE522787A7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B3B1661-A8DD-275F-DD1C-113AD660144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4E305A7-A88C-FE07-817F-284302577ED6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743A3C7-70E4-D3E6-1615-7B05BC55BC1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05200401-5A06-9C50-FEC1-93D3565FDB3A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0D923E4-7653-DB7E-3C09-237D9DE3587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DA31CED-C02D-2CE5-8E94-D291FBAEECBB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B554546B-26DC-863F-8E57-114D3844575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B14AC4B1-1A48-28B9-1AEB-AB2C2E990150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E94D1CF9-7727-CF39-49A5-C899A8A8E1E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50ECCA6-BEF1-DBE0-C578-1D0FDBFF5A8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F7A74F37-CA52-FED7-399C-68C6EB4A956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FC6A525E-375C-7734-113D-EF5EAAC308E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6199013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192A57C8-AEDD-1AC5-21D8-28BCB28104F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A616D63C-8C56-6B3C-0DAC-1E4A933CABF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1E18F86-E4BA-B5E6-45BA-A074859C274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9B1F8A2E-9C12-70E7-D60E-738A2FD5714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AE962C1-60AB-7644-B277-823D4CA471D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2BC39379-CAF3-76E9-B770-2F4CB29C97A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170B568-2270-2380-EA12-200792978875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E74B4EC-51D5-0FF7-076B-D1EBFC3AB5D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27E73FD-0BB5-386D-06FD-03DCA7A8A92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00BED48F-2119-5BB2-7512-E37E71B3FE15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743AB5B-3C9B-F6D3-2198-B21B381F51CD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B6C4E77-25DF-BC03-8354-81734292B60A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CEC466FB-6BAD-5ECA-342A-E115E9930CF4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76F8EB5C-ADF0-86F1-48E2-AF1FC459150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C3EAE589-292C-A3CD-3A6C-E136301D8F6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E7C6C6F-0589-138A-3D91-D7DD7F3A1B8F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1AB82B48-6D5E-02B0-4AC0-340A40E92B5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860AD864-CE3B-40D3-A773-ED633378400D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2344505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4E6A6E07-B353-9170-34F3-84FCF0C0487A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C348DE40-475F-ACE2-01C0-C51878BD149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622B0BD-2B51-EA15-5659-474DD46051C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8E32687D-273D-C96A-5E87-AD75EDFB99B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5FEFE6F-5841-2135-7411-9F1CBE91371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586186AB-6E8D-9FDE-FFFE-77A46393379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B6C074C-C857-DAB9-81E3-4663F91F65D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D8BF82A6-1F20-A1DA-787E-60E0856F892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C1C1DBE-B98A-F342-8D78-B73F79512FD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E12843CD-39C1-FA2B-AF92-EDC9EB7C70B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D98160A-F264-652B-0198-89FA51FF2E3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83A548B-F18E-4F8C-F8BA-046A0DEC8A4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B75D19A6-843E-EA67-CDE8-51BE77FDE03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E2732C29-C30F-049C-617E-ABE064CADAC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3338549D-BDC4-4070-1750-E2349898D1C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035057-95DD-680E-667A-623A9CA0624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DFE1EF16-0D94-4A31-791F-E6F1FB8C6AA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4E1D833A-8DF0-00DB-59FF-996A79EEB0D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0226711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C5EA8B32-FEFC-AA58-D128-7EB68B1E145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4E9C6338-A07C-A4A0-F04A-4140DB259CA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589E0BC-343A-F09A-049F-D6D57562285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384F9EDD-45F1-4DD0-1A38-777E3044F1E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1A972D9-EF3E-C9AD-0052-90AF64DEB77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49D23E02-45E7-46E7-040D-0643721B465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D39ABFC-3DF4-03AF-E11D-82F6A3648FE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0166B22-A831-DED4-3529-2FF0BEAEB2B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9F55ADC-3F01-C48B-6D41-A00BE3A8D527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9116E8B3-7BCC-DAA0-FC4F-2F4693EB8A3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22B8F3F-EB4D-D8A7-B581-D698544F0DF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58C649B-0D98-0EE4-89D2-9905ED16AAC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0A665D6-340C-D34E-641B-127F911D866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316D2D9-592D-BDD7-8367-987B9CFE640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8C995842-FBEF-8A9E-7E30-A3795C80C63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81DE152-C49A-489F-EB81-15666C672B9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22BEF17B-5A3E-EBEB-D521-34F9436F8E8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2F95D292-0ED3-D662-ED0E-E44299ACC3A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06092713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C98803E1-3D6C-EEE2-8F81-99E3BB7B87C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86585083-1031-8B43-68D8-7432D9AC131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C45125F-CCE4-95D4-44E3-85CB296CCD8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307D88E7-4E61-66E0-E3DE-67E0B221CF5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ADF14BF-6166-4FE2-BAA6-C8C1773C2F0A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499C304B-1D1F-F7EA-9E15-7ADE06EBB4A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A5EC194-A773-3680-20FA-3A32869BE68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2303CE9B-0D86-E3D6-6A3C-7F95369239F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6F34383-7885-F54E-308F-7D1BCC01977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D9674E5C-A004-0CF7-71CB-0C8BC9BA89F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025C17D-A0C4-8040-4C79-50B6C9DB1D0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7510E13-FDE7-4E90-F282-BC0601FDD0F0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7B1154-18BA-159A-769D-C3B721FA4516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BE1077B5-629B-B859-884B-077AA5471AE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A3F1ABCA-98F2-1EC8-E124-8F472848D69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347EBB0-EFCD-05FD-92FB-706046BE14D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8A54E37E-046C-C0B4-B214-9E091390F47F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BEDC3C21-4B56-58A6-86DA-B28C4A55913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29220049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29D12DD-7018-B64D-F48D-4B7EFCE2C84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C6CF818A-2A80-7C6C-6F26-FB3A6A54A39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02EC454-2C93-B340-79FE-D24E9CC7A98A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F9F956E7-ADBA-40B0-D3D7-33FF9D91BCEA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7F3B9F6-78B6-5DCB-D988-64FCD7312E3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2F4EB400-4F97-132A-A8F8-8DFF6930317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1F665B4-1FB8-5763-D9B2-694B61A053D4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7B7DF6E6-7DD6-4B60-DF2A-53F7493CDF9C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599A612-C565-5B93-21C4-BEB15CED69B8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458BF2E7-4D1A-D9D2-F919-1076ECE51142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F643459-8BE1-7A17-1FA3-BD358F8B20F0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E87626E-E69E-48F5-EAE6-5CF5DAF9383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4F23530-7818-C25F-260F-41DC85E47E1D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A51C32F-94E9-B1ED-C4DA-3A870FFF0191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130F5929-381B-7D9D-734A-4A788155800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067439F-E5B1-6B13-BDF0-4A033DE10535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22752BE6-DB9D-193C-BC16-47CED637DA3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F1A9C4AA-A2E0-94BA-0FDB-936B626D42D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0169374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C8880518-494E-F4C1-3654-A731566436E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0867354E-527D-1FF7-8782-ECD1F0A579C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58A3947-BE43-108A-9FD5-36129505075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F0C947AE-49E1-6CF8-4AA3-7EAAD75B01A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20AE629-FCBA-7F31-E7AF-FABB473A837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B0ADEB6A-C374-25A7-7179-F3A6960B4BEB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5A5FA64-8F5A-0795-7D45-760444D3C110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984B8BB4-CBE6-777E-1E13-3A26A2B0B75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1D2410D-27A0-4EDC-1E19-1A55EA429A1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045BFD8-9CE4-180C-296F-7BCED4983C4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9E9103B-CA24-A484-18B1-FA918EE291CF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68A88E8-A96F-C5B6-2325-2EC9B1A3424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6A2FE2D-D31A-F816-926C-82099DEA588D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E6B89F59-9153-A928-02C8-E7B8F004E61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9F9F9DEA-452A-034A-ED5D-49B835AD203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D1F317B-99B1-CBD1-ADA9-80DEBF0B351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8D8C003C-0BCA-8DA3-2637-5EA4BC98BFDA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8C1678C2-6772-4D36-93A8-2381538D500A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090806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949E8BBF-1C08-E26A-7BA0-096299145A0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F888B0AC-887C-7F75-752E-29CDFACB2B3D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9BD6510-A431-500B-57B7-64707F05BA9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46A4B260-F81F-0041-D4B1-E0BF35A37E9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022752D-8A8E-DC80-7008-59181049B4A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8265BA70-E44C-FC60-2117-258BAB984BE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357E1E0-8613-97AA-E0AB-ED175010A76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B7EBAD56-7F32-1882-0A60-CB5EBC992AE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A6D13A9-7367-5918-7319-1BE6E90F35D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3D49B590-2447-9398-E9A5-7B3B892C4F0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502CB0B-EEBC-58AD-4669-A418A8138C5F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766FE9B-E5B4-DB3C-0122-A77DC7055EB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592AC06-1027-135F-009B-E81A2D5BE3E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72FA34C7-FA8F-52F6-B9A0-A7D5BBA8C247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64D41B2C-4ED2-8037-B3E1-9E864131D17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6CAD0B2-E5C9-5FA4-2ED8-626421DE8A35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D3872A5-0813-1364-AE8C-4AE1CC686E37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5EF7AF9D-3868-C036-31A0-2326D694173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7531721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4C684A42-9176-EC3A-62FF-671D3D4A2E13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734925B6-3585-82A9-415B-E0303A4A05B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14C1714-8B07-C103-4E1D-BBD9F41E11D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1607951E-4D30-8952-EA69-7BA7B259A64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EAFFC01-B42C-5743-90E1-FE9233D49690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6512C487-7C1E-5708-CA8C-EB0E77C1638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0204D7E-5D5E-5739-88BB-A399D6CDC4CF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0F38FDCB-7E08-C8C4-4F90-11D55C93720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8403123-1A4B-F20D-0D13-AA6666A4729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9B86C4A2-0F5F-CE2E-C2DF-59D557A6D80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94553AB-C990-AA02-33E2-6B5260ACEAE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C8A7F2E-4100-D8D6-9BA3-C5A6813F824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36268DC-A479-8A08-0837-E48F74725AC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DCAAB3B-740A-1AC6-D39A-95BE58A2968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2F307866-31B2-E2CF-B006-D859436556EA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E5363BA-51BB-BC2F-EDA9-23C7BAF718D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3E16878D-E205-15AA-5F19-F824B2D5903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235953DA-6C2B-A6C2-F4C3-8F7B7FE33B6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20905345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749CDE17-47F0-7613-E63D-E3269627E11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0D5D637A-DBC1-62F1-0104-850D0F7FA74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18ED161-1F4D-BE12-5844-1F0218935AB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DEA3C449-BE17-5FFA-F15D-9CCE22D195A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E0C69AC-0A47-64C1-108F-AEFE338DC8D2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FA8704FF-2813-94EE-1E0F-FE1E688AFBD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BB0396B-C7C3-6502-58D7-BFD3F369D180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2B7127C0-7BEB-92A0-827E-70BC7210E2E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0839F91-4003-80BD-226B-2EA7AB74FDE0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2C98BF35-092E-B3C9-66E6-52712036613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C703227-9251-E7CB-C6AD-A574F11DB772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68EED10-A38D-FFEE-FDAC-66AEC0ADD1F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DB43304-9965-06E2-23E0-4298AAABEEF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1D805F4-1DB0-B842-7A9B-A406F530502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B9F6B409-83C4-70C7-3C8E-E5C204B3FE4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48F0E91-F960-E3DF-D22B-508BD79F4D6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4A742940-66AD-512B-853E-203FD43EEB6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DF836BCE-2E4B-0968-428B-C7FEFBF2682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67869373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543809E8-6570-9D13-C2FB-F70FAEDBF6E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9F18209D-23F3-C310-61E1-89DAD826C7F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3720863-58C8-ABC9-76F9-47EA566FBD1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B60A4E6D-C915-9CE3-8114-E48AF660BB5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98B452F-F1DC-CF36-6C2F-EC76F7568B6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01BBEFA2-A50D-B975-0CBC-5D694ABE748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56D21E3-FE6B-E495-00EC-39E9DE055DBF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8A4A14E6-4ED6-8391-283C-4FC0F01EDDF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48736CF-5CBB-7FBC-9FAB-47B3C03D156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930BBFDA-84D8-AA8B-7F1C-95B3D8061695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0797BB0-A96D-8A2F-FC47-6C5FA6C8700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1B0D19E-5D60-EEF0-D4FB-B3F75F3C528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FB8849A-22B9-2D66-F780-BBFA67B8907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B604BB7-AE05-E375-A41D-3AA5396F29FA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67CC249-83BE-2883-5B3B-B2DE5CFD5C2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41896F3-E26A-176F-37C5-AFA2A49AF41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F99A3A67-3B54-E12E-1B21-F734E32E5141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E5FE2C2C-1720-D96F-1540-EF7B40B2444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49944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485902BB-09A2-8B3E-2F33-B61FD94650E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78455839-6467-5878-455C-85F64D6A024F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1479278-B1B8-6B1F-E13A-35BFFFD5B48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EE7651A2-A5AD-6496-45A9-A1DEDA68ABC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761506E-44ED-5BE0-1DC4-F4D020B5143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36038BF7-5FCC-639B-DC9F-8F618013730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2093272-7214-C275-91C1-0A2A4801430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5C3DF2EC-68C6-2B09-BBA4-D6953420B0F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6FB7045-E6A9-BCF4-81BC-5F5C585ADA5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1F9F56C9-DE94-7DEE-8E41-00C4D03514E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0D1AD55-B9DB-CB5C-AF3D-5F59E984667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B82D8FE-67A2-C384-59C1-263851D86B4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84E54C2-BBB6-B1FE-5FD7-0BED4A4BEDE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772D5C09-43FA-D3BF-2E21-12DEAD67BF5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B10DBA48-9395-322E-20BD-765B968FAD1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3761234-6816-8CA8-F0A7-D7C277716CB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0DA126E-8CA0-FD9D-171A-8FA59282C853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F1225DF0-15E6-9C32-7415-7904C918D767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08658764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44729E50-2DA1-5B0C-E60C-4BB8A8680BA7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6D13EBC3-9B18-0A78-65B0-837BC299A14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FD09D3B-27E5-A671-AF74-8A1286BE1965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9FB81F65-0E68-9A26-09F4-1CD791F0C57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CC6032D-C43D-765F-0895-5B7B7A55C2AD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8716319-07CC-2D83-C550-5910C817AAA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9D7B12C-B9AD-98FA-8F19-1B430E2C2F0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5408A9C7-B2B3-97D5-2F56-569FFF74738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4625AA2-B2C8-4946-B97E-F8DA7F6CC9F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86D6BCB3-CF4E-93E6-01DD-284FF9372DA2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F29AFF0-A0C2-2A2F-2E21-20B584DF7CD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AB8CF94-DFB8-9B5A-0D79-28E310D13AC1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55FB9C2-8D43-DA15-3B66-F5ED57A6178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1163B556-1648-1DE7-BFA1-3B31565071BE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92C20882-8BD7-DA07-3722-3FF72266CF08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F65404A-6BC5-F4D7-121D-85077120A1D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A0C77C7E-283D-EDEF-E9C4-4DFD440D20A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B44EAA39-A47A-B3A3-695E-E45FC57A0A3E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53713625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685033E4-03F8-208B-E423-F4CB1B765863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C2E8AB8E-F77A-8DE3-C611-AD2725C09A7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D28D5D-8229-3E69-64B0-E69D9B18581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0C00E4C4-2338-3CAC-BAC1-73E106CCE42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A2A3F1D-E5A1-C4CE-0B7E-115030E55C4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E636696-B926-5E2B-A5E6-B911F9A6E74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A024AF5-D57B-07BE-4935-828BF8287D2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B0D7D3E8-E59B-E3C5-7D2A-729BC88134C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68BEB88-3FD9-B47A-5C3A-67220DED4E6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B4E80BC7-B05F-4E84-E15B-7085BB7941F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E66B0B4-24D6-8D11-D7A0-FF64B02AA9CA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3AFDA56-4D7A-63E9-58A6-1A8268D3F489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1C53ECD1-1160-33C9-0F1F-33F3FEF42F5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CEBAC384-233B-1373-CE83-0C2D19A478C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7D39B0E7-E302-1797-A3D5-79477CB5F39E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AC20FDE-9E1D-8853-8DBD-9C4893BB879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D8B2357-8ED0-E600-720E-F0C6EA4CF75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DE482D59-A3ED-B1FB-FEA9-382469BD558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159376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10296918-8C83-B630-1760-E060EA3B0DD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DBAA24DB-B1BC-5EED-9EB0-20AE4D59864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1848099-93D2-BB39-D9C3-DFF97B01692C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1119C75D-E0F7-C324-2B7C-3F62230FD2D0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09CC63A-9964-BA89-C43A-3897BDF4F14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A56A624B-065C-E569-1083-5BCD6E0ADEF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DE1E0E7-63F2-F19F-48DB-21E33EBAFF1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9FB7408-050C-ACB0-C8EE-064F069FB16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297DB2B-2CA1-82D4-41F5-A905E3E70F3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77CC203-06E5-394E-0719-C1DF34DCC68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AC676B0-306F-93C7-A6A1-80022BC3AC4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08EA142-4878-93E2-CE55-66C4ACD7F4F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E58A512-D839-F3B4-5865-6088C4D81BFD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DABA7BD2-84B4-9E26-3A72-5C3B969BD75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D4B0A816-F3EF-E50F-6D28-492B83BCE82E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EA61BB8-8ACC-23D6-A2FA-D6D6BF9D299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FAF447E4-AD5E-A0EB-F9CA-7A07A0ABB63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A1AEEA7D-D4D4-48A8-EFCF-AF97173EEF9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5639394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39FA0A63-9CC2-9C53-18EF-BF1C68C7423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D65F1108-DEF0-CBE0-719D-AF8C251436DF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F05483A-BC73-0B81-758A-4753B8482896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20EBB9BE-F68A-44F6-3A42-1F0E02B02E1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93B74EE-96AA-5D7B-DF46-5AC2D70AD10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B291FAED-A975-E276-8F97-123F42EAC88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AAE0D7F-A193-391A-A5E8-29230FC0B48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28CE20ED-83F7-0B1E-FC4C-6FE09199100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5E91E2F-ED08-7F42-9DAC-E431E895B46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32776D80-1AFE-225A-30AE-A1A6C1A5DEE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FAA3D26-1BAD-1482-4439-5FFE0C13C5B9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022053C-FBC4-24A4-CDBC-33F237896090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9260BBF5-570D-177B-AF1D-B1C682A1BC5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FC77897F-E246-3063-F4BA-B54F77E54B40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EA9527A-DCB5-ACED-D002-1EF04181E47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F6C8989-A2C5-89CE-7A1E-4ACBC5F5133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ADB05C25-B6B5-9065-FD51-86D4859807D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09DC2013-E1E0-836E-9606-E4996D18CAB6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4682640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68D30D-2992-D554-157B-41AE6A2D946D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III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65D7C8F-07CE-C5D5-D15D-DA30426752ED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FAE1648-8603-2BC4-18F5-058192ED14C1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EBF75AE-BC48-B29B-480C-1DA17C759897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66BE92C9-799B-6943-9966-6BC138426F3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B71DEF4-5804-D0D3-DF9A-B7B98E34A72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11201A33-04A3-309D-6432-998BB165C40B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4A7B01E-F02F-505E-5347-B865C445A31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8691AB49-D115-0273-DAF9-2CDC2043876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937AE33-1F65-E9D1-8175-84B8A1B0F16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B9ACF2B4-CD95-5057-D24B-C09438B31C3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E63A64D-2517-E1C0-B4AA-6E5A6AE4109F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EBEDCF6F-4CBC-5E20-B91C-EE45E467871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BD97A67-20EC-C518-AF0B-AB55A973C7D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051308A-A58D-A1F4-AD95-CD195821FACB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79D0350-BCEA-9095-C646-05FF8F6C262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66060C42-72CB-6F1C-5716-094BA678501A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F3C13102-F146-C7ED-B051-E9ACA52DE11D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96E1724-C7D1-DE37-2A4E-9A25B2BFCEBF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394CB528-5EFE-D9A0-E32B-0728EE48BE68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FF409B42-589B-B9CF-5FFF-1744CED30DA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9127353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5AC1B52A-D169-DB59-3210-C4CB259887A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CA3C16C3-2CA4-59E1-5FC2-E8262B8F000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515039F-5704-BC1C-E47D-5BBA5E310A76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658DFFA0-4BF0-ED10-DAB0-74E5D4CB4E40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C47B003-14B3-5B3B-089F-718A5AC6D4D3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9112ABF0-33C5-EC6A-0F27-25C821D88CA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77B7AA2-FA62-143F-FF68-772F9F0E5B7A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F2FD8609-04FC-A9C8-C808-20383490141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EAF13AF-A646-D8F0-379A-0309D9BE524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BADA3AE0-5126-E9B9-BB16-F8ADD643C6E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C193A64-C808-CEBB-BB6C-CA4977F61F0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4B2386F-1671-1DF3-1C1C-B53BA2599D7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6D86AE16-427F-92D5-9112-D98093B2500D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28E683F-0869-2C39-6737-54BD098B5F3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EDFEAC61-8232-DA7F-5C9C-77D41CB5E8A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70E664E3-061C-6819-53D9-DD92B5A740B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40E51F4-FBB7-B2FD-A8C9-1BC13001F2C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9A42068E-6818-4423-80D5-5184756265DC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4164604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43752299-B669-7D3B-EDF1-DD0C22224BE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53B1E9BA-BD4E-2693-50EE-8CB4A7C6198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480F393-E136-33AE-DC18-D5429EFAD82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4BA15599-6BDD-E6EC-5CCD-7B2D8F3E8EC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F318A80-598C-C261-6C5B-9426D3D20CE0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9D8B03D0-618E-AAD2-9CE7-65287A76895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090DD1E-DB7C-0C36-34E8-C7B5CC0D2A0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5A59198B-3407-B719-514D-FFE576A603E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F282A8B-FCDB-887F-D57C-9B02923BA178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D602A1DB-D6C3-F6FE-5FE8-341B663820C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CABA55F-CE31-2957-56AB-401AEB42EB3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D45D2D9-4B01-B474-AAE0-99A648D798EB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35AD94E-ADF1-90F0-E82F-D0D40CF3BEB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27E6728-E23C-6AA2-4982-F2663FFB5AAD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550E688D-6E37-C819-F6A9-F083E4F47C3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59138978-B032-6B3F-3087-C88FB9B21DA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11DD891-DC88-0926-DC67-7D26780761F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671E3E37-5C67-523E-EDE9-31D7BD2119E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3756551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9E6F8D76-6062-DC9C-7421-B5B836A34225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96002619-C679-367D-7013-D9E80D69F670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9886821-D236-B5E1-CBA1-C089E30425D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7E46FB63-8BAF-DFD5-D7D6-4631DF7A09A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D4B28C4-940E-721A-10EC-68F7B826D28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B1153667-A9B6-7C52-9682-9F31AF2EB2C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F76F15B-A21C-1108-2F75-85B089C154E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727CDDE3-A07F-0311-F4AC-841D352D61B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A8C31FC-FC01-D02F-6F11-81E1AB3382E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48075BF3-CCEC-4B3B-114D-675D63A0897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72F43DA-A123-E4DE-D0B3-21B0154EB8EC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088E100-5619-B4DD-2C26-6FC757D1FA0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39C20D50-86E7-86BF-1E11-F0AF15509519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8D6026A8-806F-038A-E673-9D1CC42BAB8A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51CF4AE3-F75F-7323-5EA0-AC805257AF5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146592C-A96D-CB2A-8460-1128CE2D110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D9414103-6128-1471-F108-A5B01159989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99848E5C-C257-C103-BC16-D68C3F0D3566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47556853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938D4B96-7811-8CE6-ABF4-FC4515C7DF6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A6A44038-1299-DED1-94BA-87BF80A2E64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929BB78-BBF2-63D7-5B69-C20CA9826C9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459F4173-C666-2832-2689-DF729138AA7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169498A-7E12-00B0-6E90-1129A5732D0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A3C4F6EB-FEBB-E4C5-727A-69A60E5DCCB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84592E0-514D-628B-5622-065F1869FA3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56DFA70F-CE41-8C45-0344-D94620889EA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3987449-797B-F947-CBAE-85E37E2BB7AF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25EEB3CB-8B35-6CE9-7196-C90BA64473B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9229D6-C7E9-322A-DFC4-05F5F54E1C4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7496731-FC79-050F-3D3B-CE77D774211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B1726B1-BBF1-278A-F9FF-DF170B0B8BE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D983CC2B-422F-7744-FDC3-5E538602AE1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927EC5C-217B-1683-93FD-E49342CE3AE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4EBA337-B4AB-C826-5949-F7B0BC1FDA30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3C2D7618-6551-E06C-7720-79EDC03EF46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0A7C05A8-FEC1-1D12-CFF9-9A3C5C04BD7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47968369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F32C6E70-D191-A3EB-DF87-5280E3B63F6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9E92983C-AE74-EB90-E61B-40F76A1E657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6A0E3D1-7E22-18F4-FE7E-DCF85709860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723B8BA4-62D3-3E95-D0DC-F3C3E76B59A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8EC95A5-04CC-163D-E013-8CE6F912C14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6C399CDF-CA0D-45BC-5761-A84681174D1B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3F31CC2-E7F7-C2C1-8F23-DCCDF6E0854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19732988-C93E-89BC-631D-B4FFDABE1096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BAC8C9F-33CD-4909-0354-EA8037290ED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15A300C2-51E3-BB7A-C954-C55E759AFBCA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F08ABE6-DC02-90AC-6BCA-8CFFA4616B9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A74AF21-AAA9-BB23-DFDB-80091EAF968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8E4F735-3D2D-BB28-FC21-2E67B4D702A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67759E9D-6E6D-F8B8-FC75-5540D126EC8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E12039B5-DE49-6A12-4D0C-82C5790B8F48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5D1BF7D-46F2-F046-9C14-00048902474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A9C5E718-122B-7EEA-87C6-48DD2163E7C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40729641-76F9-7CD4-5DF4-B97F7C03478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72393926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49477EE4-BD8D-FB66-9FC3-2E39DB36045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0A7A7681-2738-75BE-1EAC-DB543EF7C188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DCED298-EF92-6099-2C9E-4C3C9DBE069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4F7EDE4B-7AA9-51B8-C21A-C0E33AE3F4A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0E244F-E89B-3F6B-8B0A-61000A8CEDF4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9118EAA2-C087-4FD5-D5A5-8BEA9AC4448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5197E4B-8750-4618-6A9F-005030554AE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46486B7C-211D-FBB0-FC58-FA08BA38A96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D771EEA-D6FD-B508-8046-9A122D2D258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FDEE0B69-D8A5-4B72-223F-270376A5490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CA375A3-28BB-CB48-71E6-9BFC5376A30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FBE55B7-84B7-EF50-205B-B2F43CBF798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115C0B8D-75E6-5E25-D8CC-2747F3AF512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2D6E2F6A-678F-033A-89C2-95A89957909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2D1536E4-5F70-607A-64BD-75505B3306A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6FFD993-0561-0C91-B1A6-77FB4D0E3DE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939C5D9C-A723-CF79-82C8-F3EAEC8EDAB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24E66B07-8A4F-4A88-422D-68C9CCAABB9E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66283195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9E8EE37A-646B-4C51-C82C-7C7FD823A33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622494EA-DBB7-430C-C8FA-42E36CA9B9B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445A529-330A-2299-E4FA-DE469134C53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F29FF582-C9E7-A937-A689-9CFD83758B5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052C2C1-751B-97AC-10DB-D205D947FAF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4665A880-3AF6-5F3A-731B-CD8A052EF2DA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DEDA8D1-8258-1206-6E7C-D9477B0B49F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5CD51A52-81DA-B0A8-E07E-F8E8B839F2D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347F4F2-8082-708D-BF38-F14FFE67B5F0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70E9EC30-179E-1FAF-BF62-B394BDF24268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C448227-0537-5493-D742-3CFCDECF451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FC54250-547F-FE69-BD32-6255D852A7D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4080C22-0FF0-BF83-B0A8-9570EDF29DB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4C65785A-5340-AA8B-327D-D8DB6B2D4EA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B42DB484-15B7-7841-990C-A0F9A0520AA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B73907EC-B619-B719-D423-7B7D253E6DD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F9BC4AD5-A2C0-0A59-413B-5878595BEAFA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7A1864C0-3F1D-4516-AB0B-55EB6FC1509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5576711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0CE8B3AA-A99D-4D46-8B75-0E30C8734C7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19335A78-7EDA-0CDE-8D3B-20540CFC240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F21AAE0-421A-AE50-C063-28FC5110CE1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0AEAD10C-68B0-9850-776B-6BDC9769540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3006249-DFF7-E896-CC94-18B3AF8EAD3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15E5DA96-F5D9-006D-6BF9-9154BD88B27B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533F723-D956-A6A5-5ACF-31EA1841E84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8EA516F2-6FE9-7A9D-7D72-186056174953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411B85D-B06D-134D-AC70-4C15CB81D84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4193B417-251D-37AC-C45D-871AC07EE91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E42ABFD-2FF5-80CC-B827-E5E6DB25E5D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4A01690-47FA-BEE8-2A3E-7BCA25B9CCCC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9CA567E-FFF6-32FB-F312-EC0DD8591CC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56774DD2-13DF-F19D-326B-7CA8302D28B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C592596-F97A-AA4E-C9AB-2D8BCAAD4140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8C18ED1-F167-01C3-BD56-2EBAA3AA675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BDAC7CE7-8803-761C-ED86-D955E5E707D8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86A5E769-7086-4091-DC0E-4834BFFAC78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08033875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B6C4D751-F82B-7BBE-3BC5-A30C324AF20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290C812C-B443-4EE3-0D76-FAB9F92F638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A10B0B4-FE3C-81E0-E30B-96EFDCAE8BA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0549C6ED-7BD3-5D59-DEA6-2D606FB35EA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08379DB-DC0C-501C-A66B-83B62DCA11D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64B49468-876B-BBF6-944F-2028D840595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7437A07-86A2-A952-661F-EDB60BE65C1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23086F8-F258-6046-190E-64C426EDAC3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6DB89D5-A236-41C9-580A-76CAB34DF23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C77E76E7-A1A5-24FD-D7EB-A8ED5BF0359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C8336D6-F012-AB4E-C773-827581494DE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5E52167-79D7-008A-6A97-83E91AC69A2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6EDC058-8FC4-8D3C-52C2-D03940781DB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B46A81E5-7AEF-2702-4FF8-848E881C9F0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2F197957-F12C-B4D2-F9AE-CFFCC7ED5176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CF76F16-2840-8E87-065C-1A1AB590E19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272C28C4-8C45-C3C0-C470-A013943B5D07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62D7B878-F374-FDE0-1CAC-83C724361D9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31411133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033358C8-EBEF-1DEF-9A31-629BC9278A4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453F3AE8-6918-A1DA-8A3B-58DB83E8E94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1843A25-D0F1-FB7D-41A5-26B5B32F71B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9C35C7F0-5710-FA65-9D39-D4F342D17E1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C34FF5C-E570-0553-59D4-D0A89595EC9D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447D6805-037C-6E4E-8E0E-EE2A476D0A7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3DF6921-1F31-1B6F-D51F-7602641B9EC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B914A107-3015-39F6-3D98-87E4426C7A9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75C30AE-3956-007F-45F1-71857FCA925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C34CD813-BBC4-8B3E-63FE-E9C8766773B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1A62BD5-4DB4-F874-8382-98A35811DAD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441B4A5-B301-AF9E-7387-0CF0DFCFCB05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E2B25FF-1DFC-3BF1-DF4F-EC9BCEC94E5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78ADCFCE-AE81-F3CA-874F-96521C2D1151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CE8B452-0195-0F11-293A-1B0C11025FFF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921C2CD3-A728-81FE-2834-FC6172AFF96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B6FA4728-C878-A276-78BD-A0292F7C68B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EDE18C4C-E15C-686B-909E-3D97CCCF34E2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9726052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4BB8108-A9C5-805A-601A-F6A8F48F28F9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4C2A91C4-33A1-EB04-800F-5CBC8E6D647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53EAA6D-A341-12F1-983D-E55FBAB5AC0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F3F247A9-A768-1CD2-E5E0-72F288A44CB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FEC681D-EE4D-DFE8-3164-16CEF804AA5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30B285C6-F6FE-9217-8431-21891A34295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01B1B29-927C-6EE0-7B9A-341E621C396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2F07F52-EC4C-A8D1-9DBE-4333B6E2C3F4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142B1E9-CA59-8C81-C706-1CC124178C2B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ED5F3CEF-DCDA-60A8-ABC1-4B3B586B0BE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CD1FD3E-5872-47A6-6570-AD98A6F40A4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02948C4-C0B7-6C28-D561-60FF450F736D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C4D5D997-04B4-42C9-69CB-34D75F69EA34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DC1A3BDF-0AC4-C340-850F-1165558279AF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6225EB3D-7F1B-95F8-FD17-0C8483FA086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656265C-89CC-E0F6-B418-076D3768B961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914E76F-A125-31C2-A1B7-1A64E2B3BBB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C6804813-EE7C-777B-8DD1-8221A726B50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1747640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C4CC3F2-1929-BE4F-A7C2-9BF00AE19A3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6E622EDE-EB36-B204-6217-0C45AAAF1946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AB5A84F-FC48-9FFC-5D3C-8EE66369321A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E07FC460-2BDC-3FE2-4878-F0487FF33365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E234333-BF22-C7EE-0B22-182724A5BA1B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7051ECB-A80F-DC01-6828-7300A9DB219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C31CC07-391A-0B80-28D4-738B34D2B97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61DB78F7-DF2F-4132-8132-9CA5ABE802B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17DE1E2-96DF-ECD9-D2CE-2190D3472BC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EFDBF13-07BA-C73C-99B3-40AE7A0BEA00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59B5A56-5B2F-8E21-9084-EEE657C46DD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2E6B8CB-7509-E374-8DB2-93AF6362ECB3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1A70E01-9292-FD4F-88BE-6D630C2F1C3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15E56C6-67F4-BB34-1B83-BBCFB263AE0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800FE31A-963A-B35C-7EC4-C3BBCCE7988D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B708E65-790B-3B22-5178-7505571E116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61F0B6CF-791F-D80A-6341-28D8CEC5286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2F9217D1-0019-DF09-91B4-01071B3FD64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7807591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C7A17D3F-2810-0918-F3B9-C0B990AA29C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24D3C178-B56D-4D95-3AE3-6B11113BD3C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97A6360-66E6-3C37-9B24-FC9441D1A03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A29BD468-4B29-4DD7-C9FF-C8B105A6649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90D2FAB-FDAE-2825-67C3-72C7986BF18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BEEA037-420F-047B-B23F-9DB1AD8E8E37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C4615EA-6FBA-303F-E601-BAF632B3125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4AD36F42-786B-4C7B-C915-98B947A51015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8B153F9-F2AE-E055-BFCD-16D82F2D6586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457E7332-719F-42D3-6CB0-AC8B51DAB8B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52A9D85-D8C4-479A-A252-96E738C5C46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710085B-8711-E2B6-862A-2B7DD617CF8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A22CED6-31C3-25FE-95AD-50CC9E98BF0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C9CC2574-10D0-2C8C-721D-DECD50F5C6FA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3C78FAF9-B9BC-F5F7-5F7A-C3ADAF77A66C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992A409-B51B-EA89-3C3C-93A013EBCD6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77E45F1-2378-2C62-37CA-9E8215FAF05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385AB807-CCC7-B889-04EC-8DF920FADDC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37927654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242DAB50-E736-6996-BC9E-9BD83F909487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2BBCD355-2213-67DA-BB6B-48602E5E0DF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6C6720E-B651-A5AF-F8B0-696E371A092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F8B24095-DB26-B6AE-A6C4-3D3300D95D0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2F09E18-4FA0-1A22-6E5B-1F46F12E2B93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6F88D03D-8327-9E9F-2403-B44FDA7E10D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F4DB14B-0E05-A789-8959-331B8AEBEE7A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0E1DCE7D-BF87-62AA-9195-29490DB972A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EDC1DE1-F23E-4B3B-2FA8-2EA4678244B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7521990F-0161-B6D9-49CD-7E56A6DB27FB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32C6695-8E1E-8D34-E33E-13AA03B5CB2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A6DD8CA-F00B-E6CD-2B28-85F35136F7D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C0A1A9A1-CF70-A745-0A54-A2EA780E5F2A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C56FCFAC-F8D7-6F1C-10F5-4F617B32B01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ED3A543-51F8-A850-545A-311BDB7D15A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180E437-6C49-A4C6-8CF6-C97AA638B5C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1416A54-90BC-8B71-329A-0F7CAEA83C9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46E52497-78BF-1F9A-1821-100C4739E8A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85553092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E9F641D-7BF7-C9DF-EE16-37C545A6DD2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10BE2FD1-4DBD-092E-6C0D-F69C18766BF8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1673A66-BE4B-15F9-C722-FF69698076B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16DFA3AC-0CDB-9315-8A83-49BA6A9B3A5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CE8572E-72C1-00F7-46F8-1569A4C43A2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7C94762B-92C6-A15F-B2C8-B4E89FAD1E3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0939C47-597F-D22D-95C2-EC45848EAF3E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6B68E8E8-D3BF-4795-8C36-C8EAE7E44A73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77976CE-4B29-B100-B057-81CCE727D497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936CFBE4-756D-304A-F482-102830F126C2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586F6D5-21C4-25D3-9BE2-CC9CAEDC490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2400810-1946-426F-CA7C-789D5D56F911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41454F2-11AD-6B05-BA17-18E86CACAA8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59382367-9458-369D-CFD0-1FEB919CABE7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B5D5891B-2E32-E30D-0016-822B8424B58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34B6C6D-59E2-713E-A607-24FA34D6A8B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C134D33D-3272-9A27-748B-D317FE8C5DD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D8DC74E1-FB08-8977-DA68-5052498D7E7B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09569841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39F5CE03-07D1-16C5-1A05-B9F9056F594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DB0BB2C1-CC9F-F5F3-AEEF-5ED144F64EDD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D6271F4-7A6C-BBAC-B75E-924A2F8E3B2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46E32678-447F-05E6-F1C7-15C10E72556D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80DA4A1-A2D9-6426-6ED3-7EF2D58DA90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69484350-6BF8-70F2-D0E4-DD7AE7F4C85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CB3FA82-782A-0622-AD35-F0329BEC4BCE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3BA895F8-E550-3609-9C5E-7DA6056458FA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2A687A5-B201-2E1E-6D03-BDFFFDDCE708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D4F8C51-78A5-4AC0-8DBA-E0ED7238B7E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C2671F4-3A56-C400-EFF3-E6AD64CF03B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CA6293F-07F0-024C-2515-27DEA4DD0F7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6E003476-E76C-24BC-A26F-446CF89640D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CEE7D227-DD83-D2C8-9C1D-A8097E5E1A5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5781117F-FE8E-AAB2-EDAB-71D5F85BD78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27AD2E3-FBF2-2864-5C05-98D37DD57200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F3F2AFBC-37A7-5CA3-0542-967830AFB09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A032BD83-93AC-A256-507E-36AD0D2CBE0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40047781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10A266CE-FDB9-AC1B-8204-413F9AF0D8D2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258BAFAF-EA7B-8473-B792-9E4B9B62B69F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76D6596-F37A-9571-B093-DF4E4DB1006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99F9A00F-DC1D-9AAD-3B69-AAD1C51319B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9EBB83C-05ED-E29B-B2B5-CA784E18F34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7B7DD64-9BD6-06CA-D5F7-E587F31D60F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65C759D-E8C4-2D0E-3AFD-1CB69975A98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13084F32-AE2E-09F1-67E3-24C9DC65B00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93AE64C-2A29-2CFB-7D10-DA909BB164E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CCE330B9-30D6-FD37-A1C5-F0BDC368F02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8B9D09A-E4F9-1EBC-9B0E-E0F7C935294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42F865F-9F59-098E-F12F-DEBC3C7C471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E81F239-B06C-FD09-325C-BFBD7B2B386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A014C51A-0198-FB77-451B-FAD7C2E59EF3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C12C6396-503D-09B3-BFA5-411AE694EC2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18EA301-7CD5-E193-C255-1EE89F5AE828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72DD4393-1A73-2C9E-C333-AF003E66B66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3EF6AE21-3855-BF96-C8C2-A78F6148FCF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55417066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37DADB43-7C53-93C7-F1B5-C407C8D0DB3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1136B71B-A7AB-CA57-19B0-61913118504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643A211-F017-2520-4BEA-3C3AF371FDF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FAB66BF7-C0E3-B078-CB3D-43FB55F8075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72D4D34-9367-371F-8A24-AA2910F3044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7D8FA556-C74D-DFE5-C8FD-1B5AD997C70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21E365C-C311-FEF0-3642-19C1F0CE1FF0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1E494D22-5E0E-141E-EBB9-42FF5F126D2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DEB0B71-7EE7-CF58-C227-2DA29FADA29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DC7F1698-AE41-3766-89CF-CB46F0D5E84B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E00233C-43AC-0957-466E-569CDE214566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1335E94-2EAC-3F93-2D79-E380336E8D0A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6344DF70-2EC0-A0B6-32E2-8942B9E69EE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2839A70F-8BDB-E7F1-8A66-8FCF40716AC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BA5238EA-CC9D-8D56-313E-89171ED4513A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99522CF-EB15-50B8-B7B7-66D6F8EB72D2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B3C8D71-61E4-A0AC-1F3A-124C18FCBD6E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25784541-2980-B689-0EB4-B75A3B887390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31495705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A2F04E0-BE83-ADD1-D916-7B9D672873F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1B9376E3-F55F-8B3E-29A6-4E80070D777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C218A09-FDA3-F709-019A-87BA4D0C8F0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EED17204-AB77-A632-C678-AE6953A5B755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9C70331-9115-24AA-993B-64B94AD3A85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A023269-58D8-5574-414F-E3CF9647B55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EBAC961-6760-3178-CBD2-3ECD34060775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BF1A03AA-0C6D-DD6A-A121-2E81C92CDE3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B602FDF-EFC3-D332-AB14-6F64A9E0E41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D1EF7EF7-2F19-90A1-B06A-0F160102754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64E4586-8135-0B85-CA8A-0940E707520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5D1FFF7-11DE-9D57-2674-4CCB58E65785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FE630CB-65AA-CD9A-C3A7-EBB4001FC1E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A7C50EB6-7BD5-0C4B-08D6-721AC977B57E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CB199A59-0E6C-3D68-DAFF-A0911C99B4B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279B742-41C7-3E15-27E5-58BEE6BBF77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EB805A9-525A-5EAE-69F1-D8D81C622CE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0F53947F-FB90-D9E0-4675-54910110280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33339309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D83DD-5F4C-BC42-0200-73114A344CFA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IV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753BB88-A333-7482-9F30-C24735A3FB0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DFFB55D-F023-C280-C13B-AF36E87234C0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758F45B5-3AA1-D0EF-80F4-EE4E0FD1875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FB412043-97ED-4C18-DEE5-476D5E53E56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8ADB511-45D9-71FA-5A65-92F398E8F77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AFAD0C73-F7B7-3FC8-A4C6-3F330FD751B4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10834E7-B772-BE0A-CAF8-1D064D25D780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82F2C4D-1570-52A0-9F7B-48626F16F359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90969C9-67B7-7785-936C-B3EAACBCF3E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5847F5A3-8FCE-43F5-76F7-562800FFCD41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2DD972B-6631-A4E7-C3BF-372F3FF6992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DA8DA3A1-0908-1B35-3BB4-756FD798C8E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55BA66B-534A-F5E3-DB0F-EC398D2ADEF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01DFFB3-9A28-702C-B3EB-ABE426EE4DF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44AF81A-4EDC-F52A-ACB9-76DA2A00DEE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4C36BADA-3FE3-9394-48EF-39DD720B44A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ADDCA32B-8E84-9D43-9DAB-D61EBF8D3BC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C76EBBC-A3D1-7CA4-4ECB-8F18251C0C7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41C701A9-D72B-3369-D89A-C66B20BCF3EA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D2BD6382-C3CF-1DAD-24C3-4A288279FBF6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1885249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4D0C7EE-E8D8-0444-1E65-62CB01842AE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BC7B5095-DF37-052D-B9AA-F72D5DB744E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D480F00-DB3B-A677-BDE2-732786D70CD2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EFE83F08-2A0F-F00E-C25C-354F8B61F2D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00C11B0-42AE-486C-F182-F3AD69712513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D5DA121C-AC86-970B-5371-F095952294EB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1DF7A1D-584D-A542-3F16-AD753F91AAD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4EFC857A-FB97-63D8-F99F-F8BC86B92BA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4B870DB-1BC3-F1DA-BDA5-8DCDD0277A4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E0EF9938-5803-4290-89DE-2974BDD5BAD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548B5D0-01CC-6A34-B2BD-8B9E2884E729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E3D0E8C-9430-1792-7478-4E5D8788723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966ED101-E63B-FCB4-FBB1-43E566ABCAE2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FCFEFE3D-F835-75B4-CCAD-3BC71156F16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7631075B-9951-D97A-D0B2-269A09ED14F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9902028-C6A5-0578-0628-5DF0A447FDA7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18210E2C-9160-7D7C-EFB0-2C5178558F4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BC25D897-24C5-BC1C-6314-380609A0E09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341185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5A6A6804-5653-6627-52E7-1AB97187373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D576D379-4943-AB32-7724-F4085E228531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99343D0-3FF4-C36B-C2ED-1D87A99893CA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5BFB5FD2-ED2C-E855-002F-9F09A865FC5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11B3A1D-8D9B-5E2F-EA36-0BE9F15160E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C7548FE-0C23-CBFE-0F1D-CEBA85E1801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454F8A8-4EEE-74AE-9991-BABF7220B5B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6D50E966-A122-8D2F-9A8D-3ADEFA9FE26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895A9DF-94F7-A87A-60E1-4BECE00AE95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16B0E8B6-6F54-82D0-024F-DD81363E516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4A38877-A928-7F73-EFA7-767CDE0D0544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9AE8E8-E433-24AF-C628-53FFC9205D1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46FE665-03AD-665E-C7E9-BFFD822B220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3ECA25C9-81D9-67B3-98E6-41C8CF5CCEC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F0DB1313-2271-C397-27D2-ADC8F542B2B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B7B1560-4635-A20D-CCE1-562EA748004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2C94713F-3A0A-FDB1-6546-1F6E765D617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2BD5C126-7B37-6435-EF2B-0179D2ED1C1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036814726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1B87AE4-3472-9CDD-66C8-E3709766FBB6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5908C322-1785-5B56-BFC0-167510F9CAB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B5F9C91-CD9B-E6F2-4A8C-9CC2B47277B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AE0C3041-AD37-A1ED-801F-A2972D6D161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BF1AE5A-ACEC-730F-C75C-B6F62D6A8F3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A04952DE-96EB-946F-0316-D342971D1573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8F0C816-C01D-0A7A-5B98-BC274F047EEF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F5327F4F-FD9C-6284-1C60-828F93A6680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3CC3E6C-DBDB-5BC4-AF45-D4EE4E28C89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1ED670E0-69A3-9CE3-E8B7-3839FA103352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4B6A420-1E05-9974-F50A-C4C2B718802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5FECC17-4BFF-5CE4-4112-A14FA0FE6B9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EF2ED15-F000-2467-1D15-5AE8735AED95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3D93F90B-EB69-090F-FE99-2D38F9F29D6A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F32BC693-585B-3386-7CBF-3795AD91F34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5FD73B95-072C-CCCF-2826-3F8580D3ECB6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7C2646E-83A9-4CE5-ABEA-8CC0F46873A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52F428A5-C623-2283-DB4A-D3C457D1264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2937339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2145481D-A713-900C-21A9-37D3EEAD9E02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1E89FDF4-90CF-4469-09BE-036000F94182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9624386-954D-107F-D0D3-3C98A97A614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721DD4BA-FA2A-BB8A-7D7A-C2BC78932EB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3445D83-270F-AAF1-9184-2DCDDC54FA6F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4204ED4D-4711-D371-797D-1B606448444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64F0AC1-7EC6-5D65-5F59-B241F3BB4FA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BE2E53DA-58BB-69BB-A773-7FEF25D0BDD2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578ACE5-BED2-43C0-013F-F8A78C58CFA1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7295E0EB-559A-EB5E-E023-81CD6F3414D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E1492D0-03CF-B6CE-1677-2B7524EB2AFC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20B06E1-86C7-3012-5D98-3886FED4894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7971BED-9958-F500-C7D9-D4022A8CCB76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70D9C392-AC15-8C39-37D9-47BF4511591E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D1561D30-5809-5376-689B-0C3B1721A2C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B63861D7-0CA2-72A3-92D6-85C9A13F7E35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FE09166D-68FD-5CF4-808E-CC808EAE882D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7A47B40B-576A-3113-6906-737D15F0608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97187390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A0C47CFF-67CC-6066-92F3-21FC897BFDC5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33978C11-9D7D-2EF4-763A-6C7EA006098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5247B51-CCE4-9BF4-E938-1EB29DECBD6F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8A4CB4C1-525A-20D7-DC4E-8773D2316FB6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D5B3210-88B4-A8F5-7CAA-D4FEB33C1E60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3FA2CD8-D73E-035E-A0AD-2A84107BC966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3A725CF-E247-B7AF-B506-DD6122B8FBDF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2E92D2CA-17DE-88CF-0CD8-8C614162D360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E96CA2B-6789-F96A-09C9-6D5A978B1D97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2A62AA75-D4B5-C39D-E730-BA94DBD3801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3017A8E-2F8F-2D5D-96BA-41F5A745D06F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77E988A-B213-CCA0-E947-E346299BE12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76743A1-B0D1-16E3-2CC6-E66D489F0C9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0615A62-68EC-3444-A246-DE60F8099A07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ABF54794-71A4-8B04-515A-EE2E99DC7304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FDDEB2B-637F-44F2-4823-B005153DBB2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8917835-E6B9-4709-DFE1-61E83885403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E96FA160-54AA-6559-3D28-2D772F76140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6987796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B7A78DD0-B971-EC51-3FEE-ACBB39CAB08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92ADD3CD-95F1-989F-E43A-8D07156B673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2BE1CF2-C6D9-1607-CD4A-5DDEB8F48924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E5ADF2B8-6897-6444-FAD6-FFFAF2FF2A3E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84900-64F4-250F-02AF-8B81E523447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8009A647-E9BF-72AB-A6A2-9AD1ECFD824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997C89E-98EF-2EF4-73A8-3E7D191B16A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845D8521-4E40-AA52-DCD9-ED76258E4FA9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CFC95F2-7949-50BF-7114-864F1E7D683E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08F7D95D-5CB1-B1BE-3B1C-7843F973432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90C88FC-9EBF-9E01-0FA8-D7A2E8BF0BFF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F96FC5E-5006-F387-BA39-F7B14EA597F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A14BBD62-1A32-5B01-4231-6907B1B52C4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727CDA5-2DED-22BE-3CFC-187C2BD0082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21E6AFAE-DA41-E3F0-3091-C97D82453327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4CF8B6B-58A2-A857-71F2-1D3031691125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BF33B0E8-CAF6-F382-FFCD-A8FBB8DD16D3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D15C7428-19B0-8A58-73A7-5D4AA89C1AC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99474768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04565F44-EA31-4853-14D5-7E649CADD79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C6621C7A-5FC8-6E2E-53F5-0E6F9BC36C0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6C17E25-DDE0-BF51-46D7-0725AE011929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31838004-5262-4D43-F2F6-4FB4B94304A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8B0B039-2E8F-3DF0-ED4D-F42A81E6B7EB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88D75A9-1387-E224-184F-03367093E5B4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A92671B-15D5-D9C9-68E5-2BBDBA28F283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DED378D-8C84-BE6E-2E5C-77B7115F8EF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6BF9A55-CD59-010F-50B9-4B367805745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9529AB1E-854F-CB1F-8057-6CB6B5717FD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9DC0141-D09F-F6F5-9E41-813DCCBA1BED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F6A3BF6-F56C-7722-495A-601A58D0095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D305871-9687-CEA7-F46E-255AE980C4E9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52245E4B-91A5-FB09-2CB6-D5EA492591E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F7A4EB35-7918-DBD8-0F99-5163EDE1910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E85A8D3-7353-C8C2-EF31-86273DD83E9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6F48D669-40B4-AEB7-76C1-395A5B0972B2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54553A06-03D6-A9F2-419F-AFCA03EA4AFF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917301230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09241CF8-0D07-EC51-0E9A-0F6F8579E01D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35A9D481-B546-EEB4-65F1-F7277A9092AB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C2673C1-3406-2A61-60E6-E3658DF2EE94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C9D11ACD-1833-992F-6E7D-6000D568B00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189A3D7-F738-E23D-3C9B-05E8726BB53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0D4D9AD2-3837-B485-EC36-DED0A9EE3FB8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875B61D-B1FA-90EA-A099-C5148DCB45F9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09271F33-D45E-9233-1340-28308553ECBC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AEEED47-1F7A-CF0B-3513-C3DE63A58CB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71C22471-E923-B824-BAC3-CE67AD5FE88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B318308-39EE-1A14-A195-2AD5E971E73C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39A0AE2-8C3E-85BA-0EE3-34B9224EE6CB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C390266-93F3-829C-8FDE-3F1A05458E6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BF0AF8D4-2898-233B-4736-70050D1E0368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F36793AB-3F84-792C-70D5-DA3362D50E05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F16A546-5062-0A6B-3681-999135C260AC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9A08C4F-85DF-6C94-2F8D-976BBB185DFF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49F54CB1-BB9D-5497-520E-69EF4DE30FC3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77291140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8C255741-3313-902E-70B7-965217DA9A8C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AB1D7FE8-FD8D-99D2-695C-947AC22EC4B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2949CA6-56E2-EFA5-2181-D9DE242D55AD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241A74E0-BFF4-CEE7-F1CA-2EAA7EF4FD4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635CCF5-AA10-FEDF-3159-09C409177B08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A6C8E8D8-A121-2767-415A-4C63E602D1D0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6556C21-3E96-F972-FE6D-E62DE060B756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B7E4494A-E504-C78A-660C-D630F0918FE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D4E6826-C56B-3F5D-B974-88D796609F7A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24B290F2-B4CE-40D7-B3FC-F00A2AD7E201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1DA0582-18CE-60F3-0A43-5811B3315629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4DFF1B4-9E50-268C-0811-FB2469D083E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91C9BD29-6D44-F0DA-6E2D-8836FBA059EF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CBA16F79-B220-0F0E-8DC2-5E3FC3169DB0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848DAEB0-5677-40AD-4036-0140407ECE9A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42A5C32-5174-1D4F-8C9E-61C2F2EF4724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A501B49-8637-D2B2-D16C-E26C9C6C7D79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002CB836-72C7-8C1B-471D-52A70690EA79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92392857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35BA18A0-2691-DCC1-739B-6343921BA8D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5E81B877-3CE3-CE18-C49F-931AB3BF460C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9111BFF-C0DA-2331-E4E8-D72EDE55B3CC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5BFD5BC7-6CD7-5D4E-A67E-4201D16FEA1F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DD42A1D-170E-CCE3-EA52-50FB63106357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C1599F99-886A-2B9D-EB8A-C35277BC8D38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2CA3CA5-C440-CAB7-72F3-C70466017FBD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61CD34E9-B97A-DA18-2EB8-075AFF7DB92B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5E321FF-A52C-ABBE-C2A9-A5C1832C88B8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489DFE39-9439-397F-A7AF-630755FBF8A8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9F51515-003D-A65E-F247-31463E42AFA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8CD5022-7737-2D22-3E44-FD030739048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4162C6D-4B8F-5692-74E2-64631D167851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6E0301B4-93DE-4E33-D58B-C894658D2A92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12A529EB-FAEE-BF2C-E097-BEE83B0BF63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025A0F7-6D17-C152-E0AC-AC26BB2AB34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A2793E80-D35D-D0BE-6E4E-ED0B3D4CF3A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92B797AC-F3C2-8B77-90EB-C60F8A869AF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306364001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0FF59978-A902-7EBA-2258-444271E10CB8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21B21235-0750-8D12-8258-55D6BA868633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4F64BDD-386F-01BD-6AEB-6202450B81AE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B919A14A-6BC7-22C2-E310-699AB8F2949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1D5363D-70F2-CED3-62F0-2C5BBC07F31D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A0483A76-7904-C8E3-E7C8-118D6862225D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30A454F-9350-676B-A78C-7B92282853A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A64A33F-B877-3695-11B3-48E70AF97823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45358EB-57DE-102B-1C3A-95EA2F9E5B6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D0822366-1155-C86E-467D-3E8819F938D6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C940CF3-1AF9-04A4-6BD3-289BCDC4E7BD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1A40485-4A5E-BEB2-0BA2-51E94A4A7ADE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9342E4CC-2327-8487-07D8-5C6F5058362B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F413CD26-D369-7DA9-F4E6-E4EEE80C8B81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86958556-D366-7740-DF46-912B417F7241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CB8AAAD-326B-FCD6-914D-8582876110EE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178400E7-C8CF-41B7-1007-D428F974164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3B9AA407-FFFE-78FF-CE2E-68D04CD8E90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68242342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534FA9C8-1A7C-2F7E-87AC-D210A55E906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7EE3C287-05C0-EC6A-F1B6-4923D4F4CF95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24FE4F8-715B-0FAC-6B64-0717F97E73F6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E2819EE9-6612-2FB6-9601-6965BC4CF0E3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A1593BF-F876-31A2-FE04-F11700EA9BF6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91978346-82E0-DC42-20A7-9F4318AFA71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9FBC902-44A7-AF0C-8ABC-BF74B1769884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9C5FB856-6723-2BFF-735E-DA1754F940B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77F7ACC-D55A-528C-A88A-DAB0C068ECC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552BE23E-B7EF-4688-E3CC-DDA80D67A90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0A8CEA5-9F26-01C6-D177-FF65045F7D45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AB8AB7F-0297-31B7-6023-21403F69D0F1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ABC9CD9F-6BE7-2DD3-7CD0-5F0C37601206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11CEFCF-C742-CA49-D222-E5454AD549D1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67F4952-A043-AC10-0B9A-67F89DF52D7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D6E53A-BD97-AB25-D6D2-FCF62AFA8A3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92EFC66E-2A0E-7FE3-6343-BDBB493DE37B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7A1D5B55-A759-04AF-AF79-A1D7B96CF6ED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825301462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F1EA951F-9DBD-A4F9-1BEE-FC69264F8A1F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D529BB14-B4BC-1645-CBED-D23019AF8A5D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4802D75-BED3-0EDC-6046-09C3C0A31FE3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5155CA2B-B604-68C8-DA77-17587229CC77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19A4E0C-0720-686C-3126-4035F342A6F3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09BE42D5-3F52-AFB1-36A0-D2A32760560C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7C7349B-76E8-3C2B-8BCE-C593671688F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A82F71DC-66CB-D186-CEAE-6844C1CD8B8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EBE8D2A-A03D-14DF-51C0-43E430015032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B5AA4769-FAAE-A916-5F74-77A3033ABBDC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3ED778A-78DB-48F0-87E5-E2E753D46D17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1C63900-73E2-CBD3-EEDC-02B14B705D42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534F01C-80E1-E68D-A9C9-6E2515F14B49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DE7E4BC9-B109-7F78-D7F0-E6DA5ACBE545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8130EAFB-2789-E7D3-AB9E-1DBDF27D41A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05E0697-96C2-A045-ECE0-5EE49163BD49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5948DEF9-1D6B-96F2-2116-6C9F4E0C45D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CFA94C00-9CB9-8E95-4E8D-9C6E5B0C37F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65086571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0BBEFE6A-7592-3196-9EA7-D28443E505A1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9666124E-5B3F-30F2-1D45-4F6DC86A11FA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1A67C91-695D-7F22-BA0B-5CF452A16C8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0FFDA24C-6033-6531-C1B9-978A6474AA02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BB300B2-07AD-926C-B489-55EA682D627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6E388774-67D3-BC5E-A8F1-F6DC8F68A505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C831ECD-0A08-2B47-1FA3-EAE4C992BCB7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10BCD601-8D8B-6B5D-069E-354413FE962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BA1A2A2-F534-4570-15BB-2DF675DCB11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2B460740-674C-811B-4D32-CE45CE0204BF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10CA420-6840-AD2F-C2D3-C7B3D7405BF8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76C4554-ED8D-2DBE-C8B7-A479E1E379C8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CD2F9A15-080A-E4B5-AB42-E4253FEC4CC0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2DE5B32-CDB6-7DBA-169D-A0F0E28CBF29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607AC117-AFCB-4CDB-CAD7-8C814997565F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F016EB4-552B-D34E-8893-6A7D8FAB7FA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448CC1B6-974F-3A5A-1C59-B59B9826DD55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748D4162-A9E6-FB9D-E780-92DDB1C10626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8285824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224561F8-0FB4-4240-7608-FBEAA5600EAE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555A2A0D-1C7F-EECC-89C4-B167E30E7394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FE2163A-DB3C-7BA7-1C14-639125A835F8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2630A8A2-B252-6C31-BAF2-D5610C5B3AF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EF098EB-7B2A-6082-AA75-6E253FF5B011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98940105-98AC-6095-CEA7-34BDE1ECAF5E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737FFD6-3464-B001-CA67-5AB8257A1892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663F2F94-58C1-87BC-B508-01C751CCC23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AFC7B6F-D916-41B4-D6C1-B5267099C389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E6CC1FEA-E4DE-98B5-5532-BB5FC40DC98D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1A32D38-4314-1894-FBD9-180B9AF549CF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48A6A4C-A2E9-A424-2C02-1BC86B3FDAB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17E030B-B099-48C1-71CF-8FDECBB0306E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61308128-3C38-3BDB-475F-2A2A5F29924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E987AE4F-9C4C-1BBE-04F0-6AD0E1BFC220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C35E076-04FE-AB71-C3FC-A6BA03E8BCA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BC8B4828-BD89-6902-D209-46E9DFCBC68C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6002F1D2-102D-7ABD-5C96-38DA39A041DD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192704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7B6E79B6-7F57-2AE9-CF0B-240041470CC0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1D29953A-DDB7-95A2-C827-9326DA18357E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B5AF3BD-545F-D38F-C1D2-4E311CD0B47B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D055F470-EF2F-C2B6-316C-2A9D5EFB22A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74B6E83-9E64-9628-90BC-8533C5BBF4E9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A1882811-1830-AD68-6480-D7753B2E99F2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98F6504-BC85-9974-4A6C-A30954209D88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378BF6EE-BD52-FB79-837A-2BC643472F99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AAF5AD9-4109-2012-5956-77A1E6FD48F4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C9CC419D-424E-54EE-4368-8662D47B66E9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51BEDCA-DAD6-CB5B-FFD7-FADB7D895D71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24E65E8-9E9D-0548-7A58-0EEDFF698364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D5553D9-2646-E1D5-6907-C075D4B238B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1E3ACBCF-0C24-C750-45AD-BCD64C881A9A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C782C7B0-F1EA-D939-3812-D4EE34594192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22CBECB-6C1D-9B6E-DAF1-D1ECA3B48CFA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9BAEC9C7-D527-A381-2BF9-2C49E4461CC7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C18F8790-6922-5D6E-4AF8-00F28C7AB54E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994060813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E54596E-2AB9-BE0D-107A-C94B06CA6CB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0A5BE131-C851-5018-AF6A-91427CFED96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76DAEA7-B50B-ADE6-C599-AAFFB67526B1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C7D11976-5645-D701-8A29-ADD24AB8AAE8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4BE88AE-BE1B-2333-E510-822A43AE888C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08848E54-7275-DC59-EC4E-6407D9B8CFEE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7D0FA75-A175-09B6-1075-22C4E2419D80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E4785F22-7F54-CBB6-259F-6679E7A52818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D7788E0-29BF-7749-AF76-4BFD5C437F9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3D7BC700-F099-B716-7C7D-9DFE2997555E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6F562C7-D0F9-1FBD-003D-EE08F67D7A12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E174B1D-F2C3-8197-0C11-7F940DD1F13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B1559B51-6064-FB31-6222-99BF4DB23628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7292DA02-67BA-F56F-D94E-E406125E2B36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2CFCB8E6-7F29-DC62-6E9E-D8BE20671CEB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AA2671D-AC53-4CFE-E6CE-A14F7ACE07BD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031CDFC-3F44-691E-22FE-A3EACB3B4476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10507AA7-048D-F740-D883-E583EFEA10F1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3411954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DA1C9960-FCC7-622F-FB17-CE9FAFA1EBB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67516C23-D440-1D0C-80AD-9465C5D301A7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43741D6-51CE-CB3F-0A10-EC8B8C59BDC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610F468E-0285-BC74-7883-3379FF505A0C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FC814CE-6E34-DA6B-4302-B491A3C91B05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61F0AF08-6438-6665-3AB5-1651EF9FFB2E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1976536-2C60-B91A-8D5F-1275BE9497A1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B89A2811-082A-5C63-C588-FE8D0F7EBE37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286435A-46F0-1AFA-6AB0-8679782D6FEC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B28B859E-C258-00ED-239C-688D35058513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DDE958F-CEC4-A793-9FAE-B04BA8AC9BCB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F1D54CE-3D64-D379-0B52-7E1B0E0B003F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2555DDB-0145-3FD1-87F9-919D182A244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33231566-340B-D2C4-4ED2-0E62514FE974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E842B68F-8FD8-0D86-DDB7-346F298DB1B9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3460AE7-F946-5B40-4CDF-C77535D187F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BA416BBD-0D17-2085-56E2-4F14F3DB8FA0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6E3F0D83-EDA2-9464-62CD-608A41CEF3D4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814208814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1610CE36-9320-733D-7D22-2566418B9BEB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CAAF3A9E-8D94-1225-6DAB-898849CBDA49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84DADF6-4B9D-7AA4-565C-EB043683C530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5764A6C6-904B-F0FC-9C6F-0159D4995939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3049972-22DF-D51F-D561-C9F651B1FB93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EA7BBC1F-4AEB-1A92-1065-F045EEE7A74F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F53AAA5-CE9D-F8EC-D4B5-3EC320AF498B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8DCCD694-71A7-0558-D527-822CC3BEA6AD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49F8EC5-F93C-D846-8C4E-66B9A95EEE4D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7655A7E0-F101-06D9-BFCC-6AEB33064E57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B832CE7-07B5-1C3D-BD3A-6765D8A6D4DE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853A2AC-92B4-1B9B-D04E-54ECF30947D7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0DE1583-8BE8-3ACC-88BF-E6AC462938C7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F23A22DA-EC3E-CC3B-69A2-D7A6CD9E5DDC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515ABF5-69B0-B5FB-3710-FA09B989279D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9E613F9-E7E0-F600-1137-DD66B7372053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66817F13-546B-24EC-9C03-07CFD75851C4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7BB6AA3F-586A-8BD9-B6D4-A60F40284DC8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06015854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F3CC0F6-243F-2447-7FD8-F0FB1373B652}"/>
              </a:ext>
            </a:extLst>
          </p:cNvPr>
          <p:cNvGrpSpPr/>
          <p:nvPr/>
        </p:nvGrpSpPr>
        <p:grpSpPr>
          <a:xfrm>
            <a:off x="302178" y="533992"/>
            <a:ext cx="5688632" cy="5991352"/>
            <a:chOff x="302178" y="533992"/>
            <a:chExt cx="1473342" cy="5991352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521D2D34-401A-99EC-6A86-E9D625AE46A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539797A7-6CE5-4E44-0D5D-F301F36839D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D7E2061D-8106-0C39-FEDB-B4D1562AD8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E1D0454-8460-10B4-00A8-55ECB9F97E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14C382BC-3DAD-BC19-352D-D05AC5DC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942C4B3-9EFD-1E92-D177-6C9A54228DC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7604F0C-C541-4769-85F7-85DF3FBA00C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182C115A-92C4-A0FD-CDC8-044FAA9CF08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FAEB458F-1042-9FEF-B6A2-554E2F6D52A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9EB5F006-9EA6-07F5-734E-292E057FD09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20CAC5A-3360-AC36-AE6C-F9B58CA1627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C447C0F-B993-B853-576A-F91DC4F2CC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568A6F77-2279-9BA1-89C3-50246E43C6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B36C090A-7C75-885E-590E-F3ED8B30D9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6A5EEEE6-9456-3ABA-3570-98F5DC317A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B55A42AD-B68E-0299-E6C6-A5011E4DB08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41954B46-E8E4-C791-6070-CF3E1AC6E78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D5E5079-6187-5DC7-19CE-D4534F0005E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6F391ADB-BEF3-45BC-230A-C2E4A4436AC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7DDBB8E3-FA2B-6A45-F657-0B20349CD69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B46FA9B-2410-AAB4-DD75-3DBFF66727B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167138C-CE29-B612-45E7-8AF50264F1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1F06019B-56D8-5B16-C953-2C6CFE2A36E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49E592B-CE7E-9BCB-9DDE-70368E67966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35949A4-3747-9119-3CD8-437B2E9F982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3F391E1-B195-7BC1-17C8-139B5150F5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B9C6002-7986-AF1A-1508-25D31EA5B66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5672C20-0EA2-8BFE-B00F-64B0502D16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A98833E-5C22-130D-ED1A-F3F2A3A7B73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CEFAF82F-5458-D0F6-F28D-716F2B9CBA4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3BAFA68B-6673-754B-98AC-842E19465B4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F4D4D7D-88E2-B27B-FA9A-EF5100B446A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60CBBA-7300-75CF-08C7-C5B1A866484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6FB70E1-33B8-809F-88B6-0306E46AB18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8A0CC2-1E1A-17DC-09A4-280095A76F1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B899F48-DC2D-D270-4AAA-AFA5C1FFC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7F889F0-4352-1E8D-F353-A1BA8DB18D0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FA5346B2-0EB0-A4EA-E6DD-87DFFE81B26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15920D73-A49A-88BF-0BA1-BB3EF5841D9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7CE6DF44-811F-439A-9F99-E867CAC159E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DABB12C5-65E3-CF51-99E9-B19073BEF733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CE6F35A-1F01-F529-5CB8-1CF8E1C5B644}"/>
              </a:ext>
            </a:extLst>
          </p:cNvPr>
          <p:cNvSpPr/>
          <p:nvPr/>
        </p:nvSpPr>
        <p:spPr>
          <a:xfrm>
            <a:off x="302178" y="62977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5E2172-F3A5-9092-461B-79A9D8301F40}"/>
              </a:ext>
            </a:extLst>
          </p:cNvPr>
          <p:cNvSpPr/>
          <p:nvPr/>
        </p:nvSpPr>
        <p:spPr>
          <a:xfrm>
            <a:off x="302178" y="92934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1FAC7D-7F94-9BA2-5465-A6D34AC89ADC}"/>
              </a:ext>
            </a:extLst>
          </p:cNvPr>
          <p:cNvSpPr/>
          <p:nvPr/>
        </p:nvSpPr>
        <p:spPr>
          <a:xfrm>
            <a:off x="302178" y="122891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8235EB2-A718-186E-52BD-954F19EEC015}"/>
              </a:ext>
            </a:extLst>
          </p:cNvPr>
          <p:cNvSpPr/>
          <p:nvPr/>
        </p:nvSpPr>
        <p:spPr>
          <a:xfrm>
            <a:off x="302178" y="152848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A27BA45-E508-ADF6-35D6-FA181C618566}"/>
              </a:ext>
            </a:extLst>
          </p:cNvPr>
          <p:cNvSpPr/>
          <p:nvPr/>
        </p:nvSpPr>
        <p:spPr>
          <a:xfrm>
            <a:off x="302178" y="182804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668C4A8-EB56-933F-0159-D0DAB779A0ED}"/>
              </a:ext>
            </a:extLst>
          </p:cNvPr>
          <p:cNvSpPr/>
          <p:nvPr/>
        </p:nvSpPr>
        <p:spPr>
          <a:xfrm>
            <a:off x="302178" y="212761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661EC82-BADF-9001-A528-6BD8760EFBD0}"/>
              </a:ext>
            </a:extLst>
          </p:cNvPr>
          <p:cNvSpPr/>
          <p:nvPr/>
        </p:nvSpPr>
        <p:spPr>
          <a:xfrm>
            <a:off x="302178" y="242718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7FAAD1E-1AB1-C448-F9D6-7921766777D1}"/>
              </a:ext>
            </a:extLst>
          </p:cNvPr>
          <p:cNvSpPr/>
          <p:nvPr/>
        </p:nvSpPr>
        <p:spPr>
          <a:xfrm>
            <a:off x="302178" y="272675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53E8FC-EB9B-C328-04D7-AE2FF2391E95}"/>
              </a:ext>
            </a:extLst>
          </p:cNvPr>
          <p:cNvSpPr/>
          <p:nvPr/>
        </p:nvSpPr>
        <p:spPr>
          <a:xfrm>
            <a:off x="302178" y="302632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4D41C-0657-EC89-68EE-8C9ED93494B1}"/>
              </a:ext>
            </a:extLst>
          </p:cNvPr>
          <p:cNvSpPr/>
          <p:nvPr/>
        </p:nvSpPr>
        <p:spPr>
          <a:xfrm>
            <a:off x="302178" y="332588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9B02E39-17A2-5155-9952-DD1E39E8EDF8}"/>
              </a:ext>
            </a:extLst>
          </p:cNvPr>
          <p:cNvSpPr/>
          <p:nvPr/>
        </p:nvSpPr>
        <p:spPr>
          <a:xfrm>
            <a:off x="302178" y="362545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4DEEDD-3C84-163E-2E1F-D9839A2AB107}"/>
              </a:ext>
            </a:extLst>
          </p:cNvPr>
          <p:cNvSpPr/>
          <p:nvPr/>
        </p:nvSpPr>
        <p:spPr>
          <a:xfrm>
            <a:off x="302178" y="392502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52394E4-0A32-E625-A306-C1DFE0D5961A}"/>
              </a:ext>
            </a:extLst>
          </p:cNvPr>
          <p:cNvSpPr/>
          <p:nvPr/>
        </p:nvSpPr>
        <p:spPr>
          <a:xfrm>
            <a:off x="302178" y="422459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2742433-ADE4-5303-2F7A-2AA3898FE337}"/>
              </a:ext>
            </a:extLst>
          </p:cNvPr>
          <p:cNvSpPr/>
          <p:nvPr/>
        </p:nvSpPr>
        <p:spPr>
          <a:xfrm>
            <a:off x="302178" y="452416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75BFE2C-EB9F-BA0F-BCDC-FF915CBC1C9D}"/>
              </a:ext>
            </a:extLst>
          </p:cNvPr>
          <p:cNvSpPr/>
          <p:nvPr/>
        </p:nvSpPr>
        <p:spPr>
          <a:xfrm>
            <a:off x="302178" y="482372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B7B7CB-D474-E413-13F1-91DF21595833}"/>
              </a:ext>
            </a:extLst>
          </p:cNvPr>
          <p:cNvSpPr/>
          <p:nvPr/>
        </p:nvSpPr>
        <p:spPr>
          <a:xfrm>
            <a:off x="302178" y="5123296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D3AF4D3-F59B-B890-F05B-A5F64AA62850}"/>
              </a:ext>
            </a:extLst>
          </p:cNvPr>
          <p:cNvSpPr/>
          <p:nvPr/>
        </p:nvSpPr>
        <p:spPr>
          <a:xfrm>
            <a:off x="302178" y="5422864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CCC9B74-3335-1DC3-2350-CCB2935FD639}"/>
              </a:ext>
            </a:extLst>
          </p:cNvPr>
          <p:cNvSpPr/>
          <p:nvPr/>
        </p:nvSpPr>
        <p:spPr>
          <a:xfrm>
            <a:off x="302178" y="5722432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EA5D04F-5FA8-BCCA-71E0-EEE5D175C6EC}"/>
              </a:ext>
            </a:extLst>
          </p:cNvPr>
          <p:cNvSpPr/>
          <p:nvPr/>
        </p:nvSpPr>
        <p:spPr>
          <a:xfrm>
            <a:off x="302178" y="6022000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D0FEAD9-4C5F-F315-CAD3-E84222CBED95}"/>
              </a:ext>
            </a:extLst>
          </p:cNvPr>
          <p:cNvSpPr/>
          <p:nvPr/>
        </p:nvSpPr>
        <p:spPr>
          <a:xfrm>
            <a:off x="302178" y="6321568"/>
            <a:ext cx="108000" cy="10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28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D34A9048-9376-46E8-0901-F9E428E25784}"/>
              </a:ext>
            </a:extLst>
          </p:cNvPr>
          <p:cNvGrpSpPr/>
          <p:nvPr/>
        </p:nvGrpSpPr>
        <p:grpSpPr>
          <a:xfrm>
            <a:off x="6047843" y="533992"/>
            <a:ext cx="5688632" cy="5991352"/>
            <a:chOff x="302178" y="533992"/>
            <a:chExt cx="1473342" cy="5991352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44664A1-D8B5-E4CB-6E1F-2382DD3D48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3755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6BF64402-F13B-3E9F-0690-83A5EE5B7DF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9833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2446414-4AAC-CC9C-AD92-30904E4073A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97902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A1C15F0-A6D3-41FD-B559-F17AC514092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7764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4AA79092-9A09-36CD-8363-95E12C8F7F9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5824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4D19274-0622-FC43-38B8-70FBB0FC5B9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1816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14DF8CA2-757E-B77D-B8AB-33B01D55073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78075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67271EC-FD2A-06CA-0DCF-41C46F32F9C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37988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B11194DE-82B2-5E9A-1508-16026A4B67B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5781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D14C8F66-1135-D426-0A0C-3074EFEC333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8777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C58ADC2-CE7E-20CE-8C97-92951DCC1F3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1772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A28D319B-75E4-5472-96C6-8E1708E5FE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4768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7206BDA7-B2C8-1F24-AC4F-58A012F9B2C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0760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698DBA5-5CDE-A55C-2ACE-C36792E4EC7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837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DDDDEC57-29F0-1726-F408-62A045FA29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2829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07780D60-887A-45D0-2F3A-6BF89D34FC7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27859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3A130CB-9045-7241-92DF-E7121618893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8820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19F1905C-B9BA-5143-1606-21D08B2096B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4811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91D2F109-1AC2-DE2D-68B0-5B8E4A58752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08032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7448334-FEB3-B5EF-AA5B-2ADAE0E42886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67945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480DCB8-B5A0-024C-2CA5-BF3C8AD2105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3992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0D044723-8D3C-3919-4103-6FE0E7FE97A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13312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D07B49-9091-904F-A522-9E98BA82F3D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12880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BD63B243-54EE-D2A2-9633-464EFEE7D8F9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92621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4C654B1-5774-F3EB-F017-2F0D6B19DF92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525344"/>
              <a:ext cx="147334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A098515-02A5-5D3C-9E03-3B6B3450D09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73226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705FE2A-3E68-C7E1-222D-2EB6D9ECC157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33140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6F699D45-0D6C-0D72-B888-127683DFED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93053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4F68F30-F876-2F4D-62D9-6FF0D8B64B3C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52967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1C8DBDA5-1CFD-E018-ED7D-FDEA90682A31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72794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B8ED20E-1EDB-4872-F982-20FA69A886B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02751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8E9635-38B2-0F28-AD6F-C1DCBAFB7FEF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32708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FE71CFB5-9D6E-616E-BD0D-26B8A3CC9664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562664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CE0C3B3-C992-CF25-52E2-6D53301333DA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622578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8350A58-E65C-9FAC-EB2E-3367879825F5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83356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AC1A00F7-F4F5-D9DA-A44F-11D350850388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143269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8A5B47F-1056-98CD-3AD0-9D220842755B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4428376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2C69093-57E5-60D9-53E2-CC6FDDBD81BE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031832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9C8B8CF-17D9-8CE6-5483-083E11286F5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2630968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0B3D990D-E190-7226-92C5-CCFE0CCD0670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230104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D1B453A6-A2AD-FCDC-854A-9697C369E0BD}"/>
                </a:ext>
              </a:extLst>
            </p:cNvPr>
            <p:cNvCxnSpPr>
              <a:cxnSpLocks/>
            </p:cNvCxnSpPr>
            <p:nvPr/>
          </p:nvCxnSpPr>
          <p:spPr>
            <a:xfrm>
              <a:off x="302178" y="3829240"/>
              <a:ext cx="1473342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63E32866-8604-4107-DFB3-1EA68CCB17BA}"/>
              </a:ext>
            </a:extLst>
          </p:cNvPr>
          <p:cNvCxnSpPr/>
          <p:nvPr/>
        </p:nvCxnSpPr>
        <p:spPr>
          <a:xfrm>
            <a:off x="1703512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F3CD6C2E-9E82-8991-C76B-0AB11EDB928E}"/>
              </a:ext>
            </a:extLst>
          </p:cNvPr>
          <p:cNvCxnSpPr/>
          <p:nvPr/>
        </p:nvCxnSpPr>
        <p:spPr>
          <a:xfrm>
            <a:off x="7536160" y="548680"/>
            <a:ext cx="0" cy="59766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Box 187">
            <a:hlinkClick r:id="rId2"/>
            <a:extLst>
              <a:ext uri="{FF2B5EF4-FFF2-40B4-BE49-F238E27FC236}">
                <a16:creationId xmlns:a16="http://schemas.microsoft.com/office/drawing/2014/main" id="{0EA95E4A-5322-935B-33A9-C96F0B59AB1F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89" name="TextBox 188">
            <a:hlinkClick r:id="rId3"/>
            <a:extLst>
              <a:ext uri="{FF2B5EF4-FFF2-40B4-BE49-F238E27FC236}">
                <a16:creationId xmlns:a16="http://schemas.microsoft.com/office/drawing/2014/main" id="{0E9D564D-7DBD-407B-E8D6-B61498B7020D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4"/>
            <a:extLst>
              <a:ext uri="{FF2B5EF4-FFF2-40B4-BE49-F238E27FC236}">
                <a16:creationId xmlns:a16="http://schemas.microsoft.com/office/drawing/2014/main" id="{1ADE6042-64A5-DFE8-46D3-C67E2A0FF84D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ADC892-9066-E5F0-C5DC-B0D46D72EEC4}"/>
              </a:ext>
            </a:extLst>
          </p:cNvPr>
          <p:cNvSpPr txBox="1"/>
          <p:nvPr/>
        </p:nvSpPr>
        <p:spPr>
          <a:xfrm>
            <a:off x="263352" y="260648"/>
            <a:ext cx="484427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 defTabSz="457200" latinLnBrk="0">
              <a:defRPr sz="849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Note</a:t>
            </a:r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1050" dirty="0">
                <a:solidFill>
                  <a:schemeClr val="bg1">
                    <a:lumMod val="65000"/>
                  </a:schemeClr>
                </a:solidFill>
              </a:rPr>
              <a:t>V</a:t>
            </a:r>
            <a:endParaRPr lang="ko-KR" altLang="en-US" sz="105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F0DCB84-5048-185A-6BE1-BB3D6163EED6}"/>
              </a:ext>
            </a:extLst>
          </p:cNvPr>
          <p:cNvCxnSpPr>
            <a:cxnSpLocks/>
          </p:cNvCxnSpPr>
          <p:nvPr/>
        </p:nvCxnSpPr>
        <p:spPr>
          <a:xfrm>
            <a:off x="3869396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EBC13977-48EB-53B1-688F-5D28933AAA25}"/>
              </a:ext>
            </a:extLst>
          </p:cNvPr>
          <p:cNvCxnSpPr>
            <a:cxnSpLocks/>
          </p:cNvCxnSpPr>
          <p:nvPr/>
        </p:nvCxnSpPr>
        <p:spPr>
          <a:xfrm>
            <a:off x="263352" y="433239"/>
            <a:ext cx="212141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직사각형 9">
            <a:hlinkClick r:id="rId5" action="ppaction://hlinksldjump"/>
            <a:extLst>
              <a:ext uri="{FF2B5EF4-FFF2-40B4-BE49-F238E27FC236}">
                <a16:creationId xmlns:a16="http://schemas.microsoft.com/office/drawing/2014/main" id="{685B159F-31CB-B68A-BBE8-8AE78F65C5F4}"/>
              </a:ext>
            </a:extLst>
          </p:cNvPr>
          <p:cNvSpPr/>
          <p:nvPr/>
        </p:nvSpPr>
        <p:spPr>
          <a:xfrm>
            <a:off x="11882438" y="3506820"/>
            <a:ext cx="252345" cy="581272"/>
          </a:xfrm>
          <a:prstGeom prst="rect">
            <a:avLst/>
          </a:prstGeom>
          <a:solidFill>
            <a:srgbClr val="FF000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0" name="직사각형 19">
            <a:hlinkClick r:id="rId6" action="ppaction://hlinksldjump"/>
            <a:extLst>
              <a:ext uri="{FF2B5EF4-FFF2-40B4-BE49-F238E27FC236}">
                <a16:creationId xmlns:a16="http://schemas.microsoft.com/office/drawing/2014/main" id="{35007DF8-777B-7767-AE33-923638119A58}"/>
              </a:ext>
            </a:extLst>
          </p:cNvPr>
          <p:cNvSpPr/>
          <p:nvPr/>
        </p:nvSpPr>
        <p:spPr>
          <a:xfrm>
            <a:off x="11882438" y="2929592"/>
            <a:ext cx="252345" cy="58127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8323B14-44FC-0860-EB3F-81C170D5D6F7}"/>
              </a:ext>
            </a:extLst>
          </p:cNvPr>
          <p:cNvSpPr txBox="1"/>
          <p:nvPr/>
        </p:nvSpPr>
        <p:spPr>
          <a:xfrm rot="5400000">
            <a:off x="11795191" y="31560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IV</a:t>
            </a:r>
          </a:p>
        </p:txBody>
      </p:sp>
      <p:sp>
        <p:nvSpPr>
          <p:cNvPr id="22" name="직사각형 21">
            <a:hlinkClick r:id="rId7" action="ppaction://hlinksldjump"/>
            <a:extLst>
              <a:ext uri="{FF2B5EF4-FFF2-40B4-BE49-F238E27FC236}">
                <a16:creationId xmlns:a16="http://schemas.microsoft.com/office/drawing/2014/main" id="{5B202B3F-0173-BD7C-CB96-79B175EDE381}"/>
              </a:ext>
            </a:extLst>
          </p:cNvPr>
          <p:cNvSpPr/>
          <p:nvPr/>
        </p:nvSpPr>
        <p:spPr>
          <a:xfrm>
            <a:off x="11882438" y="2352366"/>
            <a:ext cx="252345" cy="58127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E8BD2AD-F8AD-52D7-2AFA-ED587CD4004E}"/>
              </a:ext>
            </a:extLst>
          </p:cNvPr>
          <p:cNvSpPr txBox="1"/>
          <p:nvPr/>
        </p:nvSpPr>
        <p:spPr>
          <a:xfrm rot="5400000">
            <a:off x="11795191" y="2579990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III</a:t>
            </a:r>
          </a:p>
        </p:txBody>
      </p:sp>
      <p:sp>
        <p:nvSpPr>
          <p:cNvPr id="24" name="직사각형 23">
            <a:hlinkClick r:id="rId8" action="ppaction://hlinksldjump"/>
            <a:extLst>
              <a:ext uri="{FF2B5EF4-FFF2-40B4-BE49-F238E27FC236}">
                <a16:creationId xmlns:a16="http://schemas.microsoft.com/office/drawing/2014/main" id="{7EC0CE50-0AC6-4527-464B-775CCCF834C1}"/>
              </a:ext>
            </a:extLst>
          </p:cNvPr>
          <p:cNvSpPr/>
          <p:nvPr/>
        </p:nvSpPr>
        <p:spPr>
          <a:xfrm>
            <a:off x="11882438" y="1775140"/>
            <a:ext cx="252345" cy="581272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A6DB49A-5F97-DDB1-4BEF-11EAC505819C}"/>
              </a:ext>
            </a:extLst>
          </p:cNvPr>
          <p:cNvSpPr txBox="1"/>
          <p:nvPr/>
        </p:nvSpPr>
        <p:spPr>
          <a:xfrm rot="5400000">
            <a:off x="11795191" y="19987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II</a:t>
            </a:r>
          </a:p>
        </p:txBody>
      </p:sp>
      <p:sp>
        <p:nvSpPr>
          <p:cNvPr id="33" name="직사각형 32">
            <a:hlinkClick r:id="rId9" action="ppaction://hlinksldjump"/>
            <a:extLst>
              <a:ext uri="{FF2B5EF4-FFF2-40B4-BE49-F238E27FC236}">
                <a16:creationId xmlns:a16="http://schemas.microsoft.com/office/drawing/2014/main" id="{1066352A-FA7B-1B3D-C363-439C8DF30F6E}"/>
              </a:ext>
            </a:extLst>
          </p:cNvPr>
          <p:cNvSpPr/>
          <p:nvPr/>
        </p:nvSpPr>
        <p:spPr>
          <a:xfrm>
            <a:off x="11882438" y="1197914"/>
            <a:ext cx="252345" cy="581272"/>
          </a:xfrm>
          <a:prstGeom prst="rect">
            <a:avLst/>
          </a:prstGeom>
          <a:solidFill>
            <a:srgbClr val="7030A0"/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6018F40-A3AE-4A7B-DD10-1C3A40F15E63}"/>
              </a:ext>
            </a:extLst>
          </p:cNvPr>
          <p:cNvSpPr txBox="1"/>
          <p:nvPr/>
        </p:nvSpPr>
        <p:spPr>
          <a:xfrm rot="5400000">
            <a:off x="11795191" y="1422654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</a:t>
            </a:r>
          </a:p>
        </p:txBody>
      </p:sp>
      <p:sp>
        <p:nvSpPr>
          <p:cNvPr id="35" name="직사각형 34">
            <a:hlinkClick r:id="rId10" action="ppaction://hlinksldjump"/>
            <a:extLst>
              <a:ext uri="{FF2B5EF4-FFF2-40B4-BE49-F238E27FC236}">
                <a16:creationId xmlns:a16="http://schemas.microsoft.com/office/drawing/2014/main" id="{A1314484-549C-0523-38C6-79F89A7FA712}"/>
              </a:ext>
            </a:extLst>
          </p:cNvPr>
          <p:cNvSpPr/>
          <p:nvPr/>
        </p:nvSpPr>
        <p:spPr>
          <a:xfrm>
            <a:off x="11882438" y="620688"/>
            <a:ext cx="252345" cy="581272"/>
          </a:xfrm>
          <a:prstGeom prst="rect">
            <a:avLst/>
          </a:prstGeom>
          <a:solidFill>
            <a:sysClr val="windowText" lastClr="000000">
              <a:lumMod val="65000"/>
              <a:lumOff val="35000"/>
            </a:sysClr>
          </a:solidFill>
          <a:ln w="3175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28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Calibri" panose="020F0502020204030204"/>
              <a:ea typeface="맑은 고딕" panose="020B0503020000020004" pitchFamily="34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CD2E907-2287-C841-63D1-3996971EC9C3}"/>
              </a:ext>
            </a:extLst>
          </p:cNvPr>
          <p:cNvSpPr txBox="1"/>
          <p:nvPr/>
        </p:nvSpPr>
        <p:spPr>
          <a:xfrm>
            <a:off x="11955711" y="826686"/>
            <a:ext cx="105798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>
              <a:defRPr sz="900" b="1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anumGothic" panose="020D0604000000000000" pitchFamily="34" charset="-127"/>
                <a:ea typeface="NanumGothic" panose="020D0604000000000000" pitchFamily="34" charset="-127"/>
              </a:rPr>
              <a:t>≡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9616FAD-0205-427A-986A-67D0B6F5AB56}"/>
              </a:ext>
            </a:extLst>
          </p:cNvPr>
          <p:cNvSpPr txBox="1"/>
          <p:nvPr/>
        </p:nvSpPr>
        <p:spPr>
          <a:xfrm rot="5400000">
            <a:off x="11795191" y="3732118"/>
            <a:ext cx="426838" cy="1306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defTabSz="457200" latinLnBrk="0"/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r>
              <a:rPr lang="ko-KR" altLang="en-US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49" b="1" dirty="0">
                <a:solidFill>
                  <a:srgbClr val="FFC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D0A6C08-32D0-0458-78AD-B66EDCD0A44C}"/>
              </a:ext>
            </a:extLst>
          </p:cNvPr>
          <p:cNvGrpSpPr/>
          <p:nvPr/>
        </p:nvGrpSpPr>
        <p:grpSpPr>
          <a:xfrm>
            <a:off x="11882438" y="332656"/>
            <a:ext cx="252345" cy="252345"/>
            <a:chOff x="6593681" y="157134"/>
            <a:chExt cx="201600" cy="20160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6DB7684C-43F7-F264-2ED3-7CBAAC2CA92B}"/>
                </a:ext>
              </a:extLst>
            </p:cNvPr>
            <p:cNvGrpSpPr/>
            <p:nvPr/>
          </p:nvGrpSpPr>
          <p:grpSpPr>
            <a:xfrm>
              <a:off x="6593681" y="157134"/>
              <a:ext cx="201600" cy="201600"/>
              <a:chOff x="6593681" y="157134"/>
              <a:chExt cx="201600" cy="201600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A48D3096-EF60-1CF7-B13F-60169083C073}"/>
                  </a:ext>
                </a:extLst>
              </p:cNvPr>
              <p:cNvSpPr/>
              <p:nvPr/>
            </p:nvSpPr>
            <p:spPr>
              <a:xfrm>
                <a:off x="6593681" y="157134"/>
                <a:ext cx="201600" cy="201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B1B7210A-41AE-19B1-8CE7-57E5F7DE79DB}"/>
                  </a:ext>
                </a:extLst>
              </p:cNvPr>
              <p:cNvSpPr txBox="1"/>
              <p:nvPr/>
            </p:nvSpPr>
            <p:spPr>
              <a:xfrm>
                <a:off x="6621355" y="193862"/>
                <a:ext cx="93648" cy="146694"/>
              </a:xfrm>
              <a:custGeom>
                <a:avLst/>
                <a:gdLst>
                  <a:gd name="connsiteX0" fmla="*/ 0 w 668913"/>
                  <a:gd name="connsiteY0" fmla="*/ 0 h 1047817"/>
                  <a:gd name="connsiteX1" fmla="*/ 273978 w 668913"/>
                  <a:gd name="connsiteY1" fmla="*/ 0 h 1047817"/>
                  <a:gd name="connsiteX2" fmla="*/ 414609 w 668913"/>
                  <a:gd name="connsiteY2" fmla="*/ 14573 h 1047817"/>
                  <a:gd name="connsiteX3" fmla="*/ 542125 w 668913"/>
                  <a:gd name="connsiteY3" fmla="*/ 64122 h 1047817"/>
                  <a:gd name="connsiteX4" fmla="*/ 633208 w 668913"/>
                  <a:gd name="connsiteY4" fmla="*/ 158120 h 1047817"/>
                  <a:gd name="connsiteX5" fmla="*/ 668913 w 668913"/>
                  <a:gd name="connsiteY5" fmla="*/ 306038 h 1047817"/>
                  <a:gd name="connsiteX6" fmla="*/ 633208 w 668913"/>
                  <a:gd name="connsiteY6" fmla="*/ 458329 h 1047817"/>
                  <a:gd name="connsiteX7" fmla="*/ 540668 w 668913"/>
                  <a:gd name="connsiteY7" fmla="*/ 555241 h 1047817"/>
                  <a:gd name="connsiteX8" fmla="*/ 414609 w 668913"/>
                  <a:gd name="connsiteY8" fmla="*/ 606247 h 1047817"/>
                  <a:gd name="connsiteX9" fmla="*/ 273978 w 668913"/>
                  <a:gd name="connsiteY9" fmla="*/ 620821 h 1047817"/>
                  <a:gd name="connsiteX10" fmla="*/ 198197 w 668913"/>
                  <a:gd name="connsiteY10" fmla="*/ 620821 h 1047817"/>
                  <a:gd name="connsiteX11" fmla="*/ 198197 w 668913"/>
                  <a:gd name="connsiteY11" fmla="*/ 495491 h 1047817"/>
                  <a:gd name="connsiteX12" fmla="*/ 272520 w 668913"/>
                  <a:gd name="connsiteY12" fmla="*/ 495491 h 1047817"/>
                  <a:gd name="connsiteX13" fmla="*/ 361417 w 668913"/>
                  <a:gd name="connsiteY13" fmla="*/ 488204 h 1047817"/>
                  <a:gd name="connsiteX14" fmla="*/ 441570 w 668913"/>
                  <a:gd name="connsiteY14" fmla="*/ 459058 h 1047817"/>
                  <a:gd name="connsiteX15" fmla="*/ 500592 w 668913"/>
                  <a:gd name="connsiteY15" fmla="*/ 401493 h 1047817"/>
                  <a:gd name="connsiteX16" fmla="*/ 523180 w 668913"/>
                  <a:gd name="connsiteY16" fmla="*/ 306038 h 1047817"/>
                  <a:gd name="connsiteX17" fmla="*/ 500592 w 668913"/>
                  <a:gd name="connsiteY17" fmla="*/ 220056 h 1047817"/>
                  <a:gd name="connsiteX18" fmla="*/ 441570 w 668913"/>
                  <a:gd name="connsiteY18" fmla="*/ 163220 h 1047817"/>
                  <a:gd name="connsiteX19" fmla="*/ 361417 w 668913"/>
                  <a:gd name="connsiteY19" fmla="*/ 131888 h 1047817"/>
                  <a:gd name="connsiteX20" fmla="*/ 272520 w 668913"/>
                  <a:gd name="connsiteY20" fmla="*/ 122415 h 1047817"/>
                  <a:gd name="connsiteX21" fmla="*/ 138446 w 668913"/>
                  <a:gd name="connsiteY21" fmla="*/ 122415 h 1047817"/>
                  <a:gd name="connsiteX22" fmla="*/ 138446 w 668913"/>
                  <a:gd name="connsiteY22" fmla="*/ 1047817 h 1047817"/>
                  <a:gd name="connsiteX23" fmla="*/ 0 w 668913"/>
                  <a:gd name="connsiteY23" fmla="*/ 1047817 h 10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68913" h="1047817">
                    <a:moveTo>
                      <a:pt x="0" y="0"/>
                    </a:moveTo>
                    <a:lnTo>
                      <a:pt x="273978" y="0"/>
                    </a:lnTo>
                    <a:cubicBezTo>
                      <a:pt x="320612" y="0"/>
                      <a:pt x="367489" y="4858"/>
                      <a:pt x="414609" y="14573"/>
                    </a:cubicBezTo>
                    <a:cubicBezTo>
                      <a:pt x="461730" y="24289"/>
                      <a:pt x="504235" y="40805"/>
                      <a:pt x="542125" y="64122"/>
                    </a:cubicBezTo>
                    <a:cubicBezTo>
                      <a:pt x="579044" y="87439"/>
                      <a:pt x="609405" y="118772"/>
                      <a:pt x="633208" y="158120"/>
                    </a:cubicBezTo>
                    <a:cubicBezTo>
                      <a:pt x="657011" y="197468"/>
                      <a:pt x="668913" y="246774"/>
                      <a:pt x="668913" y="306038"/>
                    </a:cubicBezTo>
                    <a:cubicBezTo>
                      <a:pt x="668913" y="367246"/>
                      <a:pt x="657011" y="418010"/>
                      <a:pt x="633208" y="458329"/>
                    </a:cubicBezTo>
                    <a:cubicBezTo>
                      <a:pt x="609405" y="498648"/>
                      <a:pt x="578558" y="530952"/>
                      <a:pt x="540668" y="555241"/>
                    </a:cubicBezTo>
                    <a:cubicBezTo>
                      <a:pt x="503749" y="579530"/>
                      <a:pt x="461730" y="596532"/>
                      <a:pt x="414609" y="606247"/>
                    </a:cubicBezTo>
                    <a:cubicBezTo>
                      <a:pt x="367489" y="615963"/>
                      <a:pt x="320612" y="620821"/>
                      <a:pt x="273978" y="620821"/>
                    </a:cubicBezTo>
                    <a:lnTo>
                      <a:pt x="198197" y="620821"/>
                    </a:lnTo>
                    <a:lnTo>
                      <a:pt x="198197" y="495491"/>
                    </a:lnTo>
                    <a:lnTo>
                      <a:pt x="272520" y="495491"/>
                    </a:lnTo>
                    <a:cubicBezTo>
                      <a:pt x="301667" y="495491"/>
                      <a:pt x="331299" y="493062"/>
                      <a:pt x="361417" y="488204"/>
                    </a:cubicBezTo>
                    <a:cubicBezTo>
                      <a:pt x="391535" y="483346"/>
                      <a:pt x="418253" y="473631"/>
                      <a:pt x="441570" y="459058"/>
                    </a:cubicBezTo>
                    <a:cubicBezTo>
                      <a:pt x="465859" y="445456"/>
                      <a:pt x="485533" y="426268"/>
                      <a:pt x="500592" y="401493"/>
                    </a:cubicBezTo>
                    <a:cubicBezTo>
                      <a:pt x="515651" y="376719"/>
                      <a:pt x="523180" y="344900"/>
                      <a:pt x="523180" y="306038"/>
                    </a:cubicBezTo>
                    <a:cubicBezTo>
                      <a:pt x="523180" y="272034"/>
                      <a:pt x="515651" y="243373"/>
                      <a:pt x="500592" y="220056"/>
                    </a:cubicBezTo>
                    <a:cubicBezTo>
                      <a:pt x="485533" y="196739"/>
                      <a:pt x="465859" y="177794"/>
                      <a:pt x="441570" y="163220"/>
                    </a:cubicBezTo>
                    <a:cubicBezTo>
                      <a:pt x="418253" y="148647"/>
                      <a:pt x="391535" y="138203"/>
                      <a:pt x="361417" y="131888"/>
                    </a:cubicBezTo>
                    <a:cubicBezTo>
                      <a:pt x="331299" y="125573"/>
                      <a:pt x="301667" y="122415"/>
                      <a:pt x="272520" y="122415"/>
                    </a:cubicBezTo>
                    <a:lnTo>
                      <a:pt x="138446" y="122415"/>
                    </a:lnTo>
                    <a:lnTo>
                      <a:pt x="138446" y="1047817"/>
                    </a:lnTo>
                    <a:lnTo>
                      <a:pt x="0" y="10478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1500" spc="-300" dirty="0">
                  <a:latin typeface="08SeoulNamsan B" panose="02020603020101020101" pitchFamily="18" charset="-127"/>
                  <a:ea typeface="08SeoulNamsan B" panose="02020603020101020101" pitchFamily="18" charset="-127"/>
                </a:endParaRPr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B703B93-42CD-AC39-80FC-AC56A99AAEEF}"/>
                  </a:ext>
                </a:extLst>
              </p:cNvPr>
              <p:cNvSpPr/>
              <p:nvPr/>
            </p:nvSpPr>
            <p:spPr>
              <a:xfrm rot="11993896">
                <a:off x="6714005" y="243010"/>
                <a:ext cx="57342" cy="99858"/>
              </a:xfrm>
              <a:custGeom>
                <a:avLst/>
                <a:gdLst>
                  <a:gd name="connsiteX0" fmla="*/ 1217084 w 1504398"/>
                  <a:gd name="connsiteY0" fmla="*/ 2619827 h 2619827"/>
                  <a:gd name="connsiteX1" fmla="*/ 287314 w 1504398"/>
                  <a:gd name="connsiteY1" fmla="*/ 2619827 h 2619827"/>
                  <a:gd name="connsiteX2" fmla="*/ 0 w 1504398"/>
                  <a:gd name="connsiteY2" fmla="*/ 981669 h 2619827"/>
                  <a:gd name="connsiteX3" fmla="*/ 729340 w 1504398"/>
                  <a:gd name="connsiteY3" fmla="*/ 0 h 2619827"/>
                  <a:gd name="connsiteX4" fmla="*/ 729340 w 1504398"/>
                  <a:gd name="connsiteY4" fmla="*/ 1268222 h 2619827"/>
                  <a:gd name="connsiteX5" fmla="*/ 723810 w 1504398"/>
                  <a:gd name="connsiteY5" fmla="*/ 1268328 h 2619827"/>
                  <a:gd name="connsiteX6" fmla="*/ 638526 w 1504398"/>
                  <a:gd name="connsiteY6" fmla="*/ 1327172 h 2619827"/>
                  <a:gd name="connsiteX7" fmla="*/ 678675 w 1504398"/>
                  <a:gd name="connsiteY7" fmla="*/ 1514371 h 2619827"/>
                  <a:gd name="connsiteX8" fmla="*/ 728700 w 1504398"/>
                  <a:gd name="connsiteY8" fmla="*/ 1534057 h 2619827"/>
                  <a:gd name="connsiteX9" fmla="*/ 865874 w 1504398"/>
                  <a:gd name="connsiteY9" fmla="*/ 1474222 h 2619827"/>
                  <a:gd name="connsiteX10" fmla="*/ 825725 w 1504398"/>
                  <a:gd name="connsiteY10" fmla="*/ 1287024 h 2619827"/>
                  <a:gd name="connsiteX11" fmla="*/ 775700 w 1504398"/>
                  <a:gd name="connsiteY11" fmla="*/ 1267338 h 2619827"/>
                  <a:gd name="connsiteX12" fmla="*/ 775059 w 1504398"/>
                  <a:gd name="connsiteY12" fmla="*/ 1267350 h 2619827"/>
                  <a:gd name="connsiteX13" fmla="*/ 775059 w 1504398"/>
                  <a:gd name="connsiteY13" fmla="*/ 1 h 2619827"/>
                  <a:gd name="connsiteX14" fmla="*/ 1504398 w 1504398"/>
                  <a:gd name="connsiteY14" fmla="*/ 981669 h 261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4398" h="2619827">
                    <a:moveTo>
                      <a:pt x="1217084" y="2619827"/>
                    </a:moveTo>
                    <a:lnTo>
                      <a:pt x="287314" y="2619827"/>
                    </a:lnTo>
                    <a:lnTo>
                      <a:pt x="0" y="981669"/>
                    </a:lnTo>
                    <a:lnTo>
                      <a:pt x="729340" y="0"/>
                    </a:lnTo>
                    <a:lnTo>
                      <a:pt x="729340" y="1268222"/>
                    </a:lnTo>
                    <a:lnTo>
                      <a:pt x="723810" y="1268328"/>
                    </a:lnTo>
                    <a:cubicBezTo>
                      <a:pt x="689934" y="1275593"/>
                      <a:pt x="658829" y="1295782"/>
                      <a:pt x="638526" y="1327172"/>
                    </a:cubicBezTo>
                    <a:cubicBezTo>
                      <a:pt x="597919" y="1389952"/>
                      <a:pt x="615895" y="1473764"/>
                      <a:pt x="678675" y="1514371"/>
                    </a:cubicBezTo>
                    <a:cubicBezTo>
                      <a:pt x="694370" y="1524522"/>
                      <a:pt x="711380" y="1531013"/>
                      <a:pt x="728700" y="1534057"/>
                    </a:cubicBezTo>
                    <a:cubicBezTo>
                      <a:pt x="780661" y="1543190"/>
                      <a:pt x="835419" y="1521308"/>
                      <a:pt x="865874" y="1474222"/>
                    </a:cubicBezTo>
                    <a:cubicBezTo>
                      <a:pt x="906481" y="1411442"/>
                      <a:pt x="888505" y="1327631"/>
                      <a:pt x="825725" y="1287024"/>
                    </a:cubicBezTo>
                    <a:cubicBezTo>
                      <a:pt x="810030" y="1276872"/>
                      <a:pt x="793020" y="1270382"/>
                      <a:pt x="775700" y="1267338"/>
                    </a:cubicBezTo>
                    <a:lnTo>
                      <a:pt x="775059" y="1267350"/>
                    </a:lnTo>
                    <a:lnTo>
                      <a:pt x="775059" y="1"/>
                    </a:lnTo>
                    <a:lnTo>
                      <a:pt x="1504398" y="9816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직사각형 39">
              <a:hlinkClick r:id="rId11"/>
              <a:extLst>
                <a:ext uri="{FF2B5EF4-FFF2-40B4-BE49-F238E27FC236}">
                  <a16:creationId xmlns:a16="http://schemas.microsoft.com/office/drawing/2014/main" id="{D9061847-D600-4185-376F-7C5A91FE9615}"/>
                </a:ext>
              </a:extLst>
            </p:cNvPr>
            <p:cNvSpPr/>
            <p:nvPr/>
          </p:nvSpPr>
          <p:spPr>
            <a:xfrm>
              <a:off x="6593681" y="157134"/>
              <a:ext cx="201600" cy="201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86564106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식물, 녹색, 잎, 고사리이(가) 표시된 사진&#10;&#10;자동 생성된 설명">
            <a:extLst>
              <a:ext uri="{FF2B5EF4-FFF2-40B4-BE49-F238E27FC236}">
                <a16:creationId xmlns:a16="http://schemas.microsoft.com/office/drawing/2014/main" id="{82949979-418C-8F7A-5400-AF73ED48C4B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4375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73ACA92D-86B1-2A28-DFB2-60FAF6F4230F}"/>
              </a:ext>
            </a:extLst>
          </p:cNvPr>
          <p:cNvSpPr/>
          <p:nvPr/>
        </p:nvSpPr>
        <p:spPr>
          <a:xfrm>
            <a:off x="2315580" y="1628800"/>
            <a:ext cx="7560840" cy="4392488"/>
          </a:xfrm>
          <a:prstGeom prst="roundRect">
            <a:avLst>
              <a:gd name="adj" fmla="val 7559"/>
            </a:avLst>
          </a:prstGeom>
          <a:solidFill>
            <a:schemeClr val="bg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hlinkClick r:id="rId4"/>
            <a:extLst>
              <a:ext uri="{FF2B5EF4-FFF2-40B4-BE49-F238E27FC236}">
                <a16:creationId xmlns:a16="http://schemas.microsoft.com/office/drawing/2014/main" id="{0D4E6053-F8AC-7B51-48A1-9FC53FDD237B}"/>
              </a:ext>
            </a:extLst>
          </p:cNvPr>
          <p:cNvSpPr txBox="1"/>
          <p:nvPr/>
        </p:nvSpPr>
        <p:spPr>
          <a:xfrm>
            <a:off x="6240016" y="6659835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7" name="TextBox 6">
            <a:hlinkClick r:id="rId5"/>
            <a:extLst>
              <a:ext uri="{FF2B5EF4-FFF2-40B4-BE49-F238E27FC236}">
                <a16:creationId xmlns:a16="http://schemas.microsoft.com/office/drawing/2014/main" id="{E069A55F-A9C2-C476-A66C-24655DC6DF53}"/>
              </a:ext>
            </a:extLst>
          </p:cNvPr>
          <p:cNvSpPr txBox="1"/>
          <p:nvPr/>
        </p:nvSpPr>
        <p:spPr>
          <a:xfrm>
            <a:off x="8760296" y="6659835"/>
            <a:ext cx="44563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xtBox 7">
            <a:hlinkClick r:id="rId6"/>
            <a:extLst>
              <a:ext uri="{FF2B5EF4-FFF2-40B4-BE49-F238E27FC236}">
                <a16:creationId xmlns:a16="http://schemas.microsoft.com/office/drawing/2014/main" id="{02A10586-615D-1DBF-DD6A-D77D4F7E571A}"/>
              </a:ext>
            </a:extLst>
          </p:cNvPr>
          <p:cNvSpPr txBox="1"/>
          <p:nvPr/>
        </p:nvSpPr>
        <p:spPr>
          <a:xfrm>
            <a:off x="11280576" y="6659835"/>
            <a:ext cx="365485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dirty="0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49" dirty="0" err="1">
                <a:solidFill>
                  <a:prstClr val="white">
                    <a:lumMod val="50000"/>
                  </a:prst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49" dirty="0">
              <a:solidFill>
                <a:prstClr val="white">
                  <a:lumMod val="50000"/>
                </a:prst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2608064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3C04A0-A850-3B44-8EE4-ED2B4661F3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 descr="그림, 패턴, 포장지, 패브릭이(가) 표시된 사진&#10;&#10;자동 생성된 설명">
            <a:extLst>
              <a:ext uri="{FF2B5EF4-FFF2-40B4-BE49-F238E27FC236}">
                <a16:creationId xmlns:a16="http://schemas.microsoft.com/office/drawing/2014/main" id="{DE401C45-B21D-04C0-2C50-08A2F10439F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2667000"/>
            <a:ext cx="12192000" cy="12192000"/>
          </a:xfrm>
          <a:prstGeom prst="rect">
            <a:avLst/>
          </a:prstGeom>
        </p:spPr>
      </p:pic>
      <p:sp>
        <p:nvSpPr>
          <p:cNvPr id="420" name="TextBox 419">
            <a:hlinkClick r:id="rId3"/>
            <a:extLst>
              <a:ext uri="{FF2B5EF4-FFF2-40B4-BE49-F238E27FC236}">
                <a16:creationId xmlns:a16="http://schemas.microsoft.com/office/drawing/2014/main" id="{A9279DFC-5FA4-0B83-C74C-F7D8B465722B}"/>
              </a:ext>
            </a:extLst>
          </p:cNvPr>
          <p:cNvSpPr txBox="1"/>
          <p:nvPr/>
        </p:nvSpPr>
        <p:spPr>
          <a:xfrm rot="5400000">
            <a:off x="11754825" y="6368653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b="1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10AA4DD-77DA-4350-9D0E-30C63933869D}"/>
              </a:ext>
            </a:extLst>
          </p:cNvPr>
          <p:cNvSpPr/>
          <p:nvPr/>
        </p:nvSpPr>
        <p:spPr>
          <a:xfrm>
            <a:off x="-15611" y="1916832"/>
            <a:ext cx="12207611" cy="1188392"/>
          </a:xfrm>
          <a:prstGeom prst="rect">
            <a:avLst/>
          </a:prstGeom>
          <a:solidFill>
            <a:schemeClr val="bg1">
              <a:lumMod val="95000"/>
              <a:alpha val="80000"/>
            </a:schemeClr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819146D-E314-99F0-3CC8-8E2C9C3B0289}"/>
              </a:ext>
            </a:extLst>
          </p:cNvPr>
          <p:cNvSpPr txBox="1"/>
          <p:nvPr/>
        </p:nvSpPr>
        <p:spPr>
          <a:xfrm>
            <a:off x="623392" y="1916832"/>
            <a:ext cx="15969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Planner’s</a:t>
            </a:r>
            <a:r>
              <a:rPr lang="ko-KR" altLang="en-US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 </a:t>
            </a:r>
            <a:r>
              <a:rPr lang="en-US" altLang="ko-KR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</a:t>
            </a:r>
            <a:endParaRPr lang="ko-KR" altLang="en-US" sz="1400" dirty="0">
              <a:latin typeface="NanumGothicExtraBold" panose="020D0904000000000000" pitchFamily="34" charset="-127"/>
              <a:ea typeface="NanumGothicExtraBold" panose="020D09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20466118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FC3EB5-0CB0-53DF-73D8-085AF05398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" name="TextBox 419">
            <a:hlinkClick r:id="rId2"/>
            <a:extLst>
              <a:ext uri="{FF2B5EF4-FFF2-40B4-BE49-F238E27FC236}">
                <a16:creationId xmlns:a16="http://schemas.microsoft.com/office/drawing/2014/main" id="{5B7FFE3B-6D29-63B5-A472-3440A17D08B5}"/>
              </a:ext>
            </a:extLst>
          </p:cNvPr>
          <p:cNvSpPr txBox="1"/>
          <p:nvPr/>
        </p:nvSpPr>
        <p:spPr>
          <a:xfrm rot="5400000">
            <a:off x="11754825" y="6368653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b="1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D20FF43-720A-05E5-85A2-30AA226AC9D3}"/>
              </a:ext>
            </a:extLst>
          </p:cNvPr>
          <p:cNvSpPr/>
          <p:nvPr/>
        </p:nvSpPr>
        <p:spPr>
          <a:xfrm>
            <a:off x="-15611" y="1916832"/>
            <a:ext cx="12207611" cy="1188392"/>
          </a:xfrm>
          <a:prstGeom prst="rect">
            <a:avLst/>
          </a:prstGeom>
          <a:solidFill>
            <a:schemeClr val="bg1">
              <a:lumMod val="95000"/>
              <a:alpha val="80000"/>
            </a:schemeClr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ECE249E-7CFB-08B9-3B0A-AFD6D235EF9D}"/>
              </a:ext>
            </a:extLst>
          </p:cNvPr>
          <p:cNvSpPr txBox="1"/>
          <p:nvPr/>
        </p:nvSpPr>
        <p:spPr>
          <a:xfrm>
            <a:off x="623392" y="1916832"/>
            <a:ext cx="15969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Planner’s</a:t>
            </a:r>
            <a:r>
              <a:rPr lang="ko-KR" altLang="en-US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 </a:t>
            </a:r>
            <a:r>
              <a:rPr lang="en-US" altLang="ko-KR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</a:t>
            </a:r>
            <a:endParaRPr lang="ko-KR" altLang="en-US" sz="1400" dirty="0">
              <a:latin typeface="NanumGothicExtraBold" panose="020D0904000000000000" pitchFamily="34" charset="-127"/>
              <a:ea typeface="NanumGothicExtraBold" panose="020D0904000000000000" pitchFamily="34" charset="-127"/>
            </a:endParaRPr>
          </a:p>
        </p:txBody>
      </p:sp>
      <p:pic>
        <p:nvPicPr>
          <p:cNvPr id="3" name="그림 2" descr="예술이(가) 표시된 사진&#10;&#10;자동 생성된 설명">
            <a:extLst>
              <a:ext uri="{FF2B5EF4-FFF2-40B4-BE49-F238E27FC236}">
                <a16:creationId xmlns:a16="http://schemas.microsoft.com/office/drawing/2014/main" id="{F78D406C-09B1-419E-E0AA-2008F352468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0"/>
            <a:ext cx="6858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3644168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840F3-B5CE-A5D3-A3B0-36174EBE2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꽃, 패턴, 대칭, 포장지이(가) 표시된 사진&#10;&#10;자동 생성된 설명">
            <a:extLst>
              <a:ext uri="{FF2B5EF4-FFF2-40B4-BE49-F238E27FC236}">
                <a16:creationId xmlns:a16="http://schemas.microsoft.com/office/drawing/2014/main" id="{B60E58AA-F1D5-9816-1DD5-67142A351F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754" y="-819472"/>
            <a:ext cx="12138492" cy="8496944"/>
          </a:xfrm>
          <a:prstGeom prst="rect">
            <a:avLst/>
          </a:prstGeom>
        </p:spPr>
      </p:pic>
      <p:sp>
        <p:nvSpPr>
          <p:cNvPr id="420" name="TextBox 419">
            <a:hlinkClick r:id="rId3"/>
            <a:extLst>
              <a:ext uri="{FF2B5EF4-FFF2-40B4-BE49-F238E27FC236}">
                <a16:creationId xmlns:a16="http://schemas.microsoft.com/office/drawing/2014/main" id="{13C3AB25-B73A-EAF8-B098-C8BC2DCDB3BB}"/>
              </a:ext>
            </a:extLst>
          </p:cNvPr>
          <p:cNvSpPr txBox="1"/>
          <p:nvPr/>
        </p:nvSpPr>
        <p:spPr>
          <a:xfrm rot="5400000">
            <a:off x="11754825" y="6368653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b="1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177E5B5-162B-6EE6-EB8D-298925CCC58E}"/>
              </a:ext>
            </a:extLst>
          </p:cNvPr>
          <p:cNvSpPr/>
          <p:nvPr/>
        </p:nvSpPr>
        <p:spPr>
          <a:xfrm>
            <a:off x="-15611" y="1916832"/>
            <a:ext cx="12207611" cy="1188392"/>
          </a:xfrm>
          <a:prstGeom prst="rect">
            <a:avLst/>
          </a:prstGeom>
          <a:solidFill>
            <a:schemeClr val="bg1">
              <a:lumMod val="95000"/>
              <a:alpha val="80000"/>
            </a:schemeClr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C2CF79E-27F1-A2C6-5E7A-C1F8125265F4}"/>
              </a:ext>
            </a:extLst>
          </p:cNvPr>
          <p:cNvSpPr txBox="1"/>
          <p:nvPr/>
        </p:nvSpPr>
        <p:spPr>
          <a:xfrm>
            <a:off x="623392" y="1916832"/>
            <a:ext cx="15969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Planner’s</a:t>
            </a:r>
            <a:r>
              <a:rPr lang="ko-KR" altLang="en-US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 </a:t>
            </a:r>
            <a:r>
              <a:rPr lang="en-US" altLang="ko-KR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</a:t>
            </a:r>
            <a:endParaRPr lang="ko-KR" altLang="en-US" sz="1400" dirty="0">
              <a:latin typeface="NanumGothicExtraBold" panose="020D0904000000000000" pitchFamily="34" charset="-127"/>
              <a:ea typeface="NanumGothicExtraBold" panose="020D09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9835387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7EC037-E998-2857-0179-4C686B8858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아동 미술, 그래픽, 예술, 그림이(가) 표시된 사진&#10;&#10;자동 생성된 설명">
            <a:extLst>
              <a:ext uri="{FF2B5EF4-FFF2-40B4-BE49-F238E27FC236}">
                <a16:creationId xmlns:a16="http://schemas.microsoft.com/office/drawing/2014/main" id="{ACAAB2B1-9403-60C9-61FA-A53F939CBD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2667000"/>
            <a:ext cx="12192000" cy="12192000"/>
          </a:xfrm>
          <a:prstGeom prst="rect">
            <a:avLst/>
          </a:prstGeom>
        </p:spPr>
      </p:pic>
      <p:sp>
        <p:nvSpPr>
          <p:cNvPr id="420" name="TextBox 419">
            <a:hlinkClick r:id="rId3"/>
            <a:extLst>
              <a:ext uri="{FF2B5EF4-FFF2-40B4-BE49-F238E27FC236}">
                <a16:creationId xmlns:a16="http://schemas.microsoft.com/office/drawing/2014/main" id="{3BA22B06-E5B3-6B1F-2FCC-DDC58DDEF837}"/>
              </a:ext>
            </a:extLst>
          </p:cNvPr>
          <p:cNvSpPr txBox="1"/>
          <p:nvPr/>
        </p:nvSpPr>
        <p:spPr>
          <a:xfrm rot="5400000">
            <a:off x="11754825" y="6368653"/>
            <a:ext cx="530594" cy="1306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defTabSz="457200" latinLnBrk="0"/>
            <a:r>
              <a:rPr lang="en-US" altLang="ko-KR" sz="849" b="1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849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8EA5C5E-3503-EA18-E604-290D847A2913}"/>
              </a:ext>
            </a:extLst>
          </p:cNvPr>
          <p:cNvSpPr/>
          <p:nvPr/>
        </p:nvSpPr>
        <p:spPr>
          <a:xfrm>
            <a:off x="-15611" y="1916832"/>
            <a:ext cx="12207611" cy="1188392"/>
          </a:xfrm>
          <a:prstGeom prst="rect">
            <a:avLst/>
          </a:prstGeom>
          <a:solidFill>
            <a:schemeClr val="bg1">
              <a:lumMod val="95000"/>
              <a:alpha val="80000"/>
            </a:schemeClr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D9C7DB7-5178-C362-7FC6-EBDEDAA9F023}"/>
              </a:ext>
            </a:extLst>
          </p:cNvPr>
          <p:cNvSpPr txBox="1"/>
          <p:nvPr/>
        </p:nvSpPr>
        <p:spPr>
          <a:xfrm>
            <a:off x="623392" y="1916832"/>
            <a:ext cx="15969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Planner’s</a:t>
            </a:r>
            <a:r>
              <a:rPr lang="ko-KR" altLang="en-US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 </a:t>
            </a:r>
            <a:r>
              <a:rPr lang="en-US" altLang="ko-KR" sz="1400" dirty="0">
                <a:latin typeface="NanumGothicExtraBold" panose="020D0904000000000000" pitchFamily="34" charset="-127"/>
                <a:ea typeface="NanumGothicExtraBold" panose="020D0904000000000000" pitchFamily="34" charset="-127"/>
              </a:rPr>
              <a:t>Planner</a:t>
            </a:r>
            <a:endParaRPr lang="ko-KR" altLang="en-US" sz="1400" dirty="0">
              <a:latin typeface="NanumGothicExtraBold" panose="020D0904000000000000" pitchFamily="34" charset="-127"/>
              <a:ea typeface="NanumGothicExtraBold" panose="020D09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5183024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6005</TotalTime>
  <Words>5226</Words>
  <Application>Microsoft Office PowerPoint</Application>
  <PresentationFormat>와이드스크린</PresentationFormat>
  <Paragraphs>3625</Paragraphs>
  <Slides>162</Slides>
  <Notes>0</Notes>
  <HiddenSlides>1</HiddenSlides>
  <MMClips>0</MMClips>
  <ScaleCrop>false</ScaleCrop>
  <HeadingPairs>
    <vt:vector size="6" baseType="variant">
      <vt:variant>
        <vt:lpstr>사용한 글꼴</vt:lpstr>
      </vt:variant>
      <vt:variant>
        <vt:i4>8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162</vt:i4>
      </vt:variant>
    </vt:vector>
  </HeadingPairs>
  <TitlesOfParts>
    <vt:vector size="171" baseType="lpstr">
      <vt:lpstr>08SeoulNamsan B</vt:lpstr>
      <vt:lpstr>NanumGothic</vt:lpstr>
      <vt:lpstr>NanumGothic</vt:lpstr>
      <vt:lpstr>NanumGothicExtraBold</vt:lpstr>
      <vt:lpstr>NanumMyeongjoExtraBold</vt:lpstr>
      <vt:lpstr>맑은 고딕</vt:lpstr>
      <vt:lpstr>Arial</vt:lpstr>
      <vt:lpstr>Calibri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JeonCheonil</dc:creator>
  <cp:lastModifiedBy>Cheonil Jeon</cp:lastModifiedBy>
  <cp:revision>34</cp:revision>
  <dcterms:created xsi:type="dcterms:W3CDTF">2022-11-15T00:36:34Z</dcterms:created>
  <dcterms:modified xsi:type="dcterms:W3CDTF">2025-10-20T05:34:37Z</dcterms:modified>
</cp:coreProperties>
</file>
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49" r:id="rId3"/>
    <p:sldId id="356" r:id="rId4"/>
    <p:sldId id="350" r:id="rId5"/>
    <p:sldId id="351" r:id="rId6"/>
    <p:sldId id="352" r:id="rId7"/>
    <p:sldId id="353" r:id="rId8"/>
    <p:sldId id="355" r:id="rId9"/>
    <p:sldId id="262" r:id="rId10"/>
    <p:sldId id="263" r:id="rId11"/>
    <p:sldId id="258" r:id="rId12"/>
    <p:sldId id="347" r:id="rId13"/>
    <p:sldId id="348" r:id="rId14"/>
    <p:sldId id="259" r:id="rId15"/>
    <p:sldId id="260" r:id="rId16"/>
    <p:sldId id="261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54" r:id="rId29"/>
    <p:sldId id="265" r:id="rId30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70C198-16F2-444D-B97D-7C9106F655E5}">
          <p14:sldIdLst/>
        </p14:section>
        <p14:section name="기본 구역" id="{3965B97F-0462-4B8A-851B-4FE205F917E6}">
          <p14:sldIdLst>
            <p14:sldId id="257"/>
          </p14:sldIdLst>
        </p14:section>
        <p14:section name="목표 수립" id="{0E5D4D12-9473-4D54-B972-5102869ACDA5}">
          <p14:sldIdLst>
            <p14:sldId id="349"/>
            <p14:sldId id="356"/>
            <p14:sldId id="350"/>
            <p14:sldId id="351"/>
            <p14:sldId id="352"/>
            <p14:sldId id="353"/>
            <p14:sldId id="355"/>
          </p14:sldIdLst>
        </p14:section>
        <p14:section name="Yearly" id="{492D6234-5655-4D34-A996-9BE02A32BBEF}">
          <p14:sldIdLst>
            <p14:sldId id="262"/>
            <p14:sldId id="263"/>
            <p14:sldId id="258"/>
            <p14:sldId id="347"/>
            <p14:sldId id="348"/>
          </p14:sldIdLst>
        </p14:section>
        <p14:section name="Monthly - Jannuary" id="{9C51D7E3-4AC6-4C1A-BA46-61452E3348BE}">
          <p14:sldIdLst>
            <p14:sldId id="259"/>
            <p14:sldId id="260"/>
            <p14:sldId id="261"/>
          </p14:sldIdLst>
        </p14:section>
        <p14:section name="Monthly - February" id="{21F47526-2285-4600-B931-9B2276746929}">
          <p14:sldIdLst>
            <p14:sldId id="334"/>
          </p14:sldIdLst>
        </p14:section>
        <p14:section name="Monthly - March" id="{C83FE7B3-BBDE-46AF-938C-A8D422B79014}">
          <p14:sldIdLst>
            <p14:sldId id="335"/>
          </p14:sldIdLst>
        </p14:section>
        <p14:section name="Monthly - April" id="{734435F5-0460-49BD-8D96-4139C25BD1A2}">
          <p14:sldIdLst>
            <p14:sldId id="336"/>
          </p14:sldIdLst>
        </p14:section>
        <p14:section name="Monthly - May" id="{F333BA85-F002-4007-A9EB-0553BA88BFB7}">
          <p14:sldIdLst>
            <p14:sldId id="337"/>
          </p14:sldIdLst>
        </p14:section>
        <p14:section name="Monthly - June" id="{4C012860-6079-42F6-94DC-0D9B52D36F35}">
          <p14:sldIdLst>
            <p14:sldId id="338"/>
          </p14:sldIdLst>
        </p14:section>
        <p14:section name="Monthly - July" id="{136F4AB7-382C-480E-B147-528045D79EF4}">
          <p14:sldIdLst>
            <p14:sldId id="339"/>
          </p14:sldIdLst>
        </p14:section>
        <p14:section name="Monthly - August" id="{0D63897F-92FF-45B3-AD3F-0C70830FCF52}">
          <p14:sldIdLst>
            <p14:sldId id="340"/>
          </p14:sldIdLst>
        </p14:section>
        <p14:section name="Monthly - September" id="{F0ECEDF6-65BB-4DEC-8B25-E3772624D4E2}">
          <p14:sldIdLst>
            <p14:sldId id="341"/>
          </p14:sldIdLst>
        </p14:section>
        <p14:section name="Monthly - October" id="{6CACBFF4-E0A1-4382-B841-6205C14AE2D9}">
          <p14:sldIdLst>
            <p14:sldId id="342"/>
          </p14:sldIdLst>
        </p14:section>
        <p14:section name="Monthly - November" id="{6B3C0B1A-3349-4DF9-B0A8-B216C38C25A8}">
          <p14:sldIdLst>
            <p14:sldId id="343"/>
          </p14:sldIdLst>
        </p14:section>
        <p14:section name="Monthly - December" id="{4925BF11-F21F-401F-B802-EC3CA8C59EDA}">
          <p14:sldIdLst>
            <p14:sldId id="344"/>
          </p14:sldIdLst>
        </p14:section>
        <p14:section name="Project - 1" id="{389C4433-617C-4D65-A47E-82B3F7B150C3}">
          <p14:sldIdLst>
            <p14:sldId id="354"/>
          </p14:sldIdLst>
        </p14:section>
        <p14:section name="Appendix" id="{FB1E0BA9-84A5-4AB7-B471-F90C26F4E0B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  <p15:guide id="3" orient="horz" pos="336" userDrawn="1">
          <p15:clr>
            <a:srgbClr val="A4A3A4"/>
          </p15:clr>
        </p15:guide>
        <p15:guide id="4" orient="horz" pos="4713" userDrawn="1">
          <p15:clr>
            <a:srgbClr val="A4A3A4"/>
          </p15:clr>
        </p15:guide>
        <p15:guide id="5" pos="145" userDrawn="1">
          <p15:clr>
            <a:srgbClr val="A4A3A4"/>
          </p15:clr>
        </p15:guide>
        <p15:guide id="6" pos="3706" userDrawn="1">
          <p15:clr>
            <a:srgbClr val="A4A3A4"/>
          </p15:clr>
        </p15:guide>
        <p15:guide id="7" pos="3592" userDrawn="1">
          <p15:clr>
            <a:srgbClr val="A4A3A4"/>
          </p15:clr>
        </p15:guide>
        <p15:guide id="8" orient="horz" pos="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FD2"/>
    <a:srgbClr val="2B2F32"/>
    <a:srgbClr val="FF66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864" y="498"/>
      </p:cViewPr>
      <p:guideLst>
        <p:guide orient="horz" pos="2446"/>
        <p:guide pos="1914"/>
        <p:guide orient="horz" pos="336"/>
        <p:guide orient="horz" pos="4713"/>
        <p:guide pos="145"/>
        <p:guide pos="3706"/>
        <p:guide pos="3592"/>
        <p:guide orient="horz" pos="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9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52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93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5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9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91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66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08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29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15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72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D17B6-1DE8-4868-B291-6319758F4653}" type="datetimeFigureOut">
              <a:rPr lang="ko-KR" altLang="en-US" smtClean="0"/>
              <a:t>2021-09-30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E8A81-BAD1-4B0B-8219-0A87FF220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9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planners/planners-planner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planners/planners-planner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planners/planners-planner" TargetMode="Externa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planners/planners-planner" TargetMode="Externa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one.biz/planners/planners-planner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3A48043-3533-48C4-A976-CD28DE92B23E}"/>
              </a:ext>
            </a:extLst>
          </p:cNvPr>
          <p:cNvSpPr/>
          <p:nvPr/>
        </p:nvSpPr>
        <p:spPr>
          <a:xfrm>
            <a:off x="0" y="-1"/>
            <a:ext cx="6076950" cy="7764463"/>
          </a:xfrm>
          <a:prstGeom prst="rect">
            <a:avLst/>
          </a:prstGeom>
          <a:solidFill>
            <a:srgbClr val="2B2F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C81456-0333-4540-AC56-9042434291FF}"/>
              </a:ext>
            </a:extLst>
          </p:cNvPr>
          <p:cNvSpPr/>
          <p:nvPr/>
        </p:nvSpPr>
        <p:spPr>
          <a:xfrm>
            <a:off x="140498" y="0"/>
            <a:ext cx="147635" cy="7764464"/>
          </a:xfrm>
          <a:prstGeom prst="rect">
            <a:avLst/>
          </a:prstGeom>
          <a:solidFill>
            <a:srgbClr val="2B2F32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2CEDB-4597-4A67-8275-D17EAEA9AFDA}"/>
              </a:ext>
            </a:extLst>
          </p:cNvPr>
          <p:cNvSpPr txBox="1"/>
          <p:nvPr/>
        </p:nvSpPr>
        <p:spPr>
          <a:xfrm>
            <a:off x="2560505" y="7076660"/>
            <a:ext cx="12907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rgbClr val="CBCFD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1050" b="1" dirty="0">
              <a:solidFill>
                <a:srgbClr val="CBCFD2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BAB17-50DA-407D-9C56-B61DBE4AF3E3}"/>
              </a:ext>
            </a:extLst>
          </p:cNvPr>
          <p:cNvSpPr txBox="1"/>
          <p:nvPr/>
        </p:nvSpPr>
        <p:spPr>
          <a:xfrm>
            <a:off x="2868128" y="7338003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sz="800" dirty="0" err="1">
                <a:solidFill>
                  <a:srgbClr val="CBCFD2"/>
                </a:solidFill>
              </a:rPr>
              <a:t>Ten:One</a:t>
            </a:r>
            <a:r>
              <a:rPr lang="ko-KR" altLang="en-US" sz="800" dirty="0">
                <a:solidFill>
                  <a:srgbClr val="CBCFD2"/>
                </a:solidFill>
              </a:rPr>
              <a:t>™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3B58592-88D6-4A66-93FC-81A6FE6DE7A1}"/>
              </a:ext>
            </a:extLst>
          </p:cNvPr>
          <p:cNvCxnSpPr>
            <a:cxnSpLocks/>
          </p:cNvCxnSpPr>
          <p:nvPr/>
        </p:nvCxnSpPr>
        <p:spPr>
          <a:xfrm>
            <a:off x="2004204" y="3715133"/>
            <a:ext cx="246859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양쪽 대괄호 9">
            <a:extLst>
              <a:ext uri="{FF2B5EF4-FFF2-40B4-BE49-F238E27FC236}">
                <a16:creationId xmlns:a16="http://schemas.microsoft.com/office/drawing/2014/main" id="{2B0A3737-7256-48BA-B4F8-7E2C27B0424A}"/>
              </a:ext>
            </a:extLst>
          </p:cNvPr>
          <p:cNvSpPr/>
          <p:nvPr/>
        </p:nvSpPr>
        <p:spPr>
          <a:xfrm>
            <a:off x="1121694" y="617416"/>
            <a:ext cx="1078582" cy="280643"/>
          </a:xfrm>
          <a:prstGeom prst="bracketPair">
            <a:avLst>
              <a:gd name="adj" fmla="val 11187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2022</a:t>
            </a:r>
            <a:endParaRPr lang="ko-KR" alt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00B26-4578-4F19-BAA6-8EE93383C73A}"/>
              </a:ext>
            </a:extLst>
          </p:cNvPr>
          <p:cNvSpPr txBox="1"/>
          <p:nvPr/>
        </p:nvSpPr>
        <p:spPr>
          <a:xfrm>
            <a:off x="3703930" y="3439801"/>
            <a:ext cx="854721" cy="275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89" b="1" dirty="0">
                <a:solidFill>
                  <a:srgbClr val="CBCFD2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’s Planner</a:t>
            </a:r>
            <a:endParaRPr lang="ko-KR" altLang="en-US" sz="1189" b="1" dirty="0">
              <a:solidFill>
                <a:srgbClr val="CBCFD2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03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3BD15F-896D-4859-BA36-3FD24751D0C5}"/>
              </a:ext>
            </a:extLst>
          </p:cNvPr>
          <p:cNvSpPr txBox="1"/>
          <p:nvPr/>
        </p:nvSpPr>
        <p:spPr>
          <a:xfrm>
            <a:off x="1540310" y="1711215"/>
            <a:ext cx="2996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ko-KR" altLang="en-US" sz="2400" dirty="0">
                <a:latin typeface="NanumMyeongjo" panose="02020603020101020101" pitchFamily="18" charset="-127"/>
                <a:ea typeface="NanumMyeongjo" panose="02020603020101020101" pitchFamily="18" charset="-127"/>
              </a:rPr>
              <a:t>우리는 모두 기획자다</a:t>
            </a:r>
            <a:endParaRPr lang="en-US" altLang="ko-KR" sz="2400" dirty="0">
              <a:latin typeface="NanumMyeongjo" panose="02020603020101020101" pitchFamily="18" charset="-127"/>
              <a:ea typeface="NanumMyeongjo" panose="02020603020101020101" pitchFamily="18" charset="-127"/>
            </a:endParaRPr>
          </a:p>
          <a:p>
            <a:pPr algn="ctr">
              <a:lnSpc>
                <a:spcPts val="1600"/>
              </a:lnSpc>
            </a:pPr>
            <a:endParaRPr lang="en-US" altLang="ko-KR" sz="1600" dirty="0">
              <a:latin typeface="NanumMyeongjo" panose="02020603020101020101" pitchFamily="18" charset="-127"/>
              <a:ea typeface="NanumMyeongjo" panose="02020603020101020101" pitchFamily="18" charset="-127"/>
            </a:endParaRPr>
          </a:p>
          <a:p>
            <a:pPr algn="ctr">
              <a:lnSpc>
                <a:spcPts val="1600"/>
              </a:lnSpc>
            </a:pPr>
            <a:r>
              <a:rPr lang="ko-KR" altLang="en-US" sz="1400" dirty="0">
                <a:latin typeface="NanumMyeongjo" panose="02020603020101020101" pitchFamily="18" charset="-127"/>
                <a:ea typeface="NanumMyeongjo" panose="02020603020101020101" pitchFamily="18" charset="-127"/>
              </a:rPr>
              <a:t>적어도 자기 인생에서 만큼은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798D7-580B-4FA0-B535-86C0B3C52A0C}"/>
              </a:ext>
            </a:extLst>
          </p:cNvPr>
          <p:cNvSpPr txBox="1"/>
          <p:nvPr/>
        </p:nvSpPr>
        <p:spPr>
          <a:xfrm>
            <a:off x="4579878" y="7486016"/>
            <a:ext cx="11224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sz="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planners.tenone.biz</a:t>
            </a:r>
            <a:endParaRPr lang="ko-KR" altLang="en-US" sz="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8767B8-862C-4C23-AB81-BD58E4AA2DF4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910799-B65E-4F7E-A256-56EFDB27CF3C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5F236E-9211-47C9-B09A-BC6FCB5C3A97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B31733-1F11-45FA-93D3-790A971073C9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CE80E9-05AF-4974-88A3-967EB6D452E0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80D5B8-BD51-4C78-982B-BA38CA8F6DE3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8FC327-B3B3-421F-8BA2-AE8B607E3275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663C88-1ACE-4CB5-84C9-44CA7B1DFB52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D16B21-A120-4874-8576-421305515F36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32F6CC-A96F-4E5D-B2A4-A573C55BCFB4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6ACF3A-412C-4990-B99E-CBFC14C16209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F2B369-470E-4F3F-A592-1C213AAA913F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F5FA93-6C1D-49CA-9649-774AE7F369F0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F36E19-C858-4A73-89FE-0BF1A8B41087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C18B8D-29C7-49F9-BC1C-2C5999C99CD3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DF1A0E-2FD8-4AF1-A14A-284CDB028F46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05BAD0-BA3E-4B32-AEE0-9F504165C0A3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5819CE-7A09-445F-9E11-4933B97146AD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1CACAD-CEFF-47B1-9644-B5005EF4CCC9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051EE0-712A-4B9F-B0EB-A20F4AE1C332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E467C9-C090-419E-B896-73D521D3D739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62D6C-AA51-4369-AD9A-C1A239236E10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319DD7-7B56-4BBC-819F-450C471114A8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08393D-3166-48E2-AF80-FF7D8651EA5F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5C6135-D3B4-4A61-9EE9-CDAF48C26C18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C672A-BF57-4B06-8D04-CF9028274A2C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1007E9-805E-4F6C-8C69-DC2D7F4A7811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A00E63-9549-40E8-A167-F771F7283A65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6C4A7C-6EC1-4636-9CE9-6E1D7B21FFDE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161A58-2D2B-4A38-9CFD-8FC4DCB90381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8FFCBF-95E9-4D29-99EB-EDCF90BC5DD5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사각형: 둥근 위쪽 모서리 36">
            <a:hlinkClick r:id="rId3"/>
            <a:extLst>
              <a:ext uri="{FF2B5EF4-FFF2-40B4-BE49-F238E27FC236}">
                <a16:creationId xmlns:a16="http://schemas.microsoft.com/office/drawing/2014/main" id="{9C28BAD8-06F7-41C0-B6CA-0AE570AD5569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BE16FF-BB21-4D7D-B16D-1DC801D0CD99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74640F-75C5-40F9-B13A-829B32D83BED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FD6432-53F4-4F53-AE89-8DE7A9506FE3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4F0769-584B-4E2F-BD18-D52FF9B35360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699F07-CBF9-4C52-9535-BB1FDCF505C2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833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17DA9E-4BBF-43E8-A023-3121E1AD4D81}"/>
              </a:ext>
            </a:extLst>
          </p:cNvPr>
          <p:cNvSpPr txBox="1"/>
          <p:nvPr/>
        </p:nvSpPr>
        <p:spPr>
          <a:xfrm>
            <a:off x="959224" y="2238218"/>
            <a:ext cx="4158511" cy="316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lnSpc>
                <a:spcPts val="1600"/>
              </a:lnSpc>
              <a:defRPr sz="2400">
                <a:latin typeface="NanumMyeongjo" panose="02020603020101020101" pitchFamily="18" charset="-127"/>
                <a:ea typeface="NanumMyeongjo" panose="02020603020101020101" pitchFamily="18" charset="-127"/>
              </a:defRPr>
            </a:lvl1pPr>
          </a:lstStyle>
          <a:p>
            <a:r>
              <a:rPr lang="ko-KR" altLang="en-US" dirty="0"/>
              <a:t>나는 무엇을 圖謀하고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98AF7E2-A369-4E64-8824-EDA8C0944719}"/>
              </a:ext>
            </a:extLst>
          </p:cNvPr>
          <p:cNvGrpSpPr/>
          <p:nvPr/>
        </p:nvGrpSpPr>
        <p:grpSpPr>
          <a:xfrm>
            <a:off x="925830" y="3718560"/>
            <a:ext cx="4225290" cy="1625999"/>
            <a:chOff x="771487" y="3718560"/>
            <a:chExt cx="4533976" cy="1625999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B60E65D-DDD5-4345-9DB0-3539C4B4E4CD}"/>
                </a:ext>
              </a:extLst>
            </p:cNvPr>
            <p:cNvCxnSpPr>
              <a:cxnSpLocks/>
            </p:cNvCxnSpPr>
            <p:nvPr/>
          </p:nvCxnSpPr>
          <p:spPr>
            <a:xfrm>
              <a:off x="771487" y="4125060"/>
              <a:ext cx="453397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C69810F-465A-4770-9F93-7E2DF37DC688}"/>
                </a:ext>
              </a:extLst>
            </p:cNvPr>
            <p:cNvCxnSpPr>
              <a:cxnSpLocks/>
            </p:cNvCxnSpPr>
            <p:nvPr/>
          </p:nvCxnSpPr>
          <p:spPr>
            <a:xfrm>
              <a:off x="771487" y="4938059"/>
              <a:ext cx="453397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77F234C-CA31-45DB-9090-5A9CF975297F}"/>
                </a:ext>
              </a:extLst>
            </p:cNvPr>
            <p:cNvCxnSpPr>
              <a:cxnSpLocks/>
            </p:cNvCxnSpPr>
            <p:nvPr/>
          </p:nvCxnSpPr>
          <p:spPr>
            <a:xfrm>
              <a:off x="771487" y="5344559"/>
              <a:ext cx="453397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D09CF93-5AA3-4526-9C18-F6A1D115AB5A}"/>
                </a:ext>
              </a:extLst>
            </p:cNvPr>
            <p:cNvCxnSpPr>
              <a:cxnSpLocks/>
            </p:cNvCxnSpPr>
            <p:nvPr/>
          </p:nvCxnSpPr>
          <p:spPr>
            <a:xfrm>
              <a:off x="771487" y="4531560"/>
              <a:ext cx="453397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BD17293-26A0-4839-989A-5959A426D654}"/>
                </a:ext>
              </a:extLst>
            </p:cNvPr>
            <p:cNvCxnSpPr>
              <a:cxnSpLocks/>
            </p:cNvCxnSpPr>
            <p:nvPr/>
          </p:nvCxnSpPr>
          <p:spPr>
            <a:xfrm>
              <a:off x="771487" y="3718560"/>
              <a:ext cx="453397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3798D7-580B-4FA0-B535-86C0B3C52A0C}"/>
              </a:ext>
            </a:extLst>
          </p:cNvPr>
          <p:cNvSpPr txBox="1"/>
          <p:nvPr/>
        </p:nvSpPr>
        <p:spPr>
          <a:xfrm>
            <a:off x="4703309" y="7481888"/>
            <a:ext cx="9989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40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sz="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domo.tenone.biz</a:t>
            </a:r>
            <a:endParaRPr lang="ko-KR" alt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16819-ADA7-461F-AF70-E0AB958708A3}"/>
              </a:ext>
            </a:extLst>
          </p:cNvPr>
          <p:cNvSpPr txBox="1"/>
          <p:nvPr/>
        </p:nvSpPr>
        <p:spPr>
          <a:xfrm>
            <a:off x="2771416" y="1921790"/>
            <a:ext cx="5341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NanumGothic" panose="020D0604000000000000" pitchFamily="34" charset="-127"/>
                <a:ea typeface="NanumGothic" panose="020D0604000000000000" pitchFamily="34" charset="-127"/>
              </a:rPr>
              <a:t>도       모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2245573-0195-4191-87CB-C96F1701F6E1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C23DFE6-64C2-40EA-B532-9320DC85189E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3CA61F5-6606-4FEB-947F-ABCE4D0B71E0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B79FEA3-B0B3-4561-A331-9E9254B3E656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EBDD35C-5F6E-444B-810E-F32FD131C528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A9BBB9E-8552-4B77-AB72-6CDF4C2B7377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15941DC-6390-473D-8AD7-EB4D73D4FFCB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9E9DF1B-972D-4DFB-BAB2-ED057709E392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B082DC7-67A1-41CF-B265-8AAFD346A4D8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9EE7D2E-636E-46F0-A258-8F452A721A30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9D13E15-C102-48CF-9FC3-4AE2B6C591B6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C26574C-9F1D-4CCF-9BEF-EFDCBC7FEF05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C5BBB7F-7E2E-4C96-8DD6-2C06390FE82E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F51C406-9A5D-41E9-8AE1-66A9BCC46AC2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AA47C18-7EC8-4B72-B13C-483D6AC48514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77E9CFE-D7B5-4C5D-B4D3-A5A3CA851CB1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085129B-D1C7-4E51-AA04-CB682AB5CB29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2986FB8-8661-45C0-9024-8D0BB1F1FB96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3FDB04-0290-4876-8913-59D60C0E1CEC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ED756A-656A-49AD-8F03-E4768ED3448E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F3C61B-0E4D-4D83-8F5E-08F93B47296D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DF4C9E-484A-4C84-93D0-25F2B9375662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212B7E-EE64-44C2-B3AA-8E077179507F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8A4C46-F9AA-42EB-A2E9-27C8FBF9ACA8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5C5037-82E5-4F0D-B532-7541243A7B70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D75B82-A412-4CCE-92A6-2B05F273CA01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7BB6E5-09BC-4769-A68E-465FEB4C3E18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411348-5BBE-4BBE-BFB9-FA33994C5A89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BC8B36-06CE-4A3D-AC27-A5ADC791299D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59CF50-60B7-4C41-93DC-7746A7C2A828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761984-1000-46DE-A9C1-4DDB95127A00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사각형: 둥근 위쪽 모서리 85">
            <a:hlinkClick r:id="rId3"/>
            <a:extLst>
              <a:ext uri="{FF2B5EF4-FFF2-40B4-BE49-F238E27FC236}">
                <a16:creationId xmlns:a16="http://schemas.microsoft.com/office/drawing/2014/main" id="{64ADCBE8-832F-4964-8FFD-86D1CB4F2A8C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A08FF2-EC36-4591-A54C-57582655530F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988E3F0-B752-4812-AA27-A5A518B4F4B5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49E3A6-7E5C-4A2E-90C7-41D5E6AC8FD8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CBFD7AC-9962-40F4-842C-2997C319D587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F0AD76-BC39-4D65-80B5-092E497938FA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58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C4BF02-D126-47C1-8244-2EADF95557F6}"/>
              </a:ext>
            </a:extLst>
          </p:cNvPr>
          <p:cNvSpPr txBox="1"/>
          <p:nvPr/>
        </p:nvSpPr>
        <p:spPr>
          <a:xfrm>
            <a:off x="230188" y="534153"/>
            <a:ext cx="2893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나는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누구인가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스스로에게 던져보는 질문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D9B8002-C996-4C46-87EE-BBA70BF708DF}"/>
              </a:ext>
            </a:extLst>
          </p:cNvPr>
          <p:cNvCxnSpPr>
            <a:cxnSpLocks/>
          </p:cNvCxnSpPr>
          <p:nvPr/>
        </p:nvCxnSpPr>
        <p:spPr>
          <a:xfrm>
            <a:off x="1833595" y="1675649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D4823A-34A8-4824-A77E-ACD97B987464}"/>
              </a:ext>
            </a:extLst>
          </p:cNvPr>
          <p:cNvSpPr txBox="1"/>
          <p:nvPr/>
        </p:nvSpPr>
        <p:spPr>
          <a:xfrm>
            <a:off x="193675" y="1428913"/>
            <a:ext cx="15917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나는 어떤 사람인가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무엇이 나를 더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나답게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만드는가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979978D-0949-4F66-90D0-6AF148AFDAE8}"/>
              </a:ext>
            </a:extLst>
          </p:cNvPr>
          <p:cNvCxnSpPr>
            <a:cxnSpLocks/>
          </p:cNvCxnSpPr>
          <p:nvPr/>
        </p:nvCxnSpPr>
        <p:spPr>
          <a:xfrm>
            <a:off x="1833595" y="2784637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BA02C4-496A-415C-BE00-B2E240741651}"/>
              </a:ext>
            </a:extLst>
          </p:cNvPr>
          <p:cNvSpPr txBox="1"/>
          <p:nvPr/>
        </p:nvSpPr>
        <p:spPr>
          <a:xfrm>
            <a:off x="193675" y="2509475"/>
            <a:ext cx="15917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무엇을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좋아 하는가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싫어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8D3E47-0903-42A8-9C8C-B8560172FAAB}"/>
              </a:ext>
            </a:extLst>
          </p:cNvPr>
          <p:cNvCxnSpPr>
            <a:cxnSpLocks/>
          </p:cNvCxnSpPr>
          <p:nvPr/>
        </p:nvCxnSpPr>
        <p:spPr>
          <a:xfrm>
            <a:off x="1833595" y="3827491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9B7F92-ECA7-4D3F-A8C9-5EC265DD3301}"/>
              </a:ext>
            </a:extLst>
          </p:cNvPr>
          <p:cNvSpPr txBox="1"/>
          <p:nvPr/>
        </p:nvSpPr>
        <p:spPr>
          <a:xfrm>
            <a:off x="193674" y="3590037"/>
            <a:ext cx="15917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내가 지켜야 할 사람은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나의 든든한 조력자는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누구인가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2FC0B59-41EC-4DD1-9C6F-620DD7DC35A0}"/>
              </a:ext>
            </a:extLst>
          </p:cNvPr>
          <p:cNvCxnSpPr>
            <a:cxnSpLocks/>
          </p:cNvCxnSpPr>
          <p:nvPr/>
        </p:nvCxnSpPr>
        <p:spPr>
          <a:xfrm>
            <a:off x="1833595" y="4945761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4F0101-5F3D-48EB-9DAE-06ED6FB7A269}"/>
              </a:ext>
            </a:extLst>
          </p:cNvPr>
          <p:cNvSpPr txBox="1"/>
          <p:nvPr/>
        </p:nvSpPr>
        <p:spPr>
          <a:xfrm>
            <a:off x="193671" y="4670599"/>
            <a:ext cx="15917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이룬 것은 무엇인가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잃은 것은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500149-A56D-4CE3-9DD5-C2F86B699C2B}"/>
              </a:ext>
            </a:extLst>
          </p:cNvPr>
          <p:cNvCxnSpPr>
            <a:cxnSpLocks/>
          </p:cNvCxnSpPr>
          <p:nvPr/>
        </p:nvCxnSpPr>
        <p:spPr>
          <a:xfrm>
            <a:off x="1833595" y="7107275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8CFDAE7-D57F-4EB0-A743-D0CD43346B97}"/>
              </a:ext>
            </a:extLst>
          </p:cNvPr>
          <p:cNvSpPr txBox="1"/>
          <p:nvPr/>
        </p:nvSpPr>
        <p:spPr>
          <a:xfrm>
            <a:off x="416184" y="6831722"/>
            <a:ext cx="136928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버려야할 것과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강화 시켜야 할 것은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무엇인가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DBDF545-1767-4A7D-82D2-3A0F15700DC1}"/>
              </a:ext>
            </a:extLst>
          </p:cNvPr>
          <p:cNvCxnSpPr>
            <a:cxnSpLocks/>
          </p:cNvCxnSpPr>
          <p:nvPr/>
        </p:nvCxnSpPr>
        <p:spPr>
          <a:xfrm>
            <a:off x="1833595" y="5988615"/>
            <a:ext cx="331958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7AE1D2-603A-406F-9EC4-7F4155FBCA37}"/>
              </a:ext>
            </a:extLst>
          </p:cNvPr>
          <p:cNvSpPr txBox="1"/>
          <p:nvPr/>
        </p:nvSpPr>
        <p:spPr>
          <a:xfrm>
            <a:off x="589309" y="5751161"/>
            <a:ext cx="119616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이루고 싶은 것은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무엇인가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52F75-F40C-4494-B004-F4E9C03E2447}"/>
              </a:ext>
            </a:extLst>
          </p:cNvPr>
          <p:cNvSpPr txBox="1"/>
          <p:nvPr/>
        </p:nvSpPr>
        <p:spPr>
          <a:xfrm flipH="1">
            <a:off x="1833595" y="1429876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6E90B-DED2-4604-BDE5-3394BE3490C6}"/>
              </a:ext>
            </a:extLst>
          </p:cNvPr>
          <p:cNvSpPr txBox="1"/>
          <p:nvPr/>
        </p:nvSpPr>
        <p:spPr>
          <a:xfrm flipH="1">
            <a:off x="1833595" y="2520010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1AC48-242F-4055-BAFF-8D769A63D903}"/>
              </a:ext>
            </a:extLst>
          </p:cNvPr>
          <p:cNvSpPr txBox="1"/>
          <p:nvPr/>
        </p:nvSpPr>
        <p:spPr>
          <a:xfrm flipH="1">
            <a:off x="1833595" y="3590037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D22505-94CD-4D1C-BD14-AB3D60AA1AFC}"/>
              </a:ext>
            </a:extLst>
          </p:cNvPr>
          <p:cNvSpPr txBox="1"/>
          <p:nvPr/>
        </p:nvSpPr>
        <p:spPr>
          <a:xfrm flipH="1">
            <a:off x="1833595" y="4691670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5AAAB-E745-457C-992B-A4AA82CEF2CE}"/>
              </a:ext>
            </a:extLst>
          </p:cNvPr>
          <p:cNvSpPr txBox="1"/>
          <p:nvPr/>
        </p:nvSpPr>
        <p:spPr>
          <a:xfrm flipH="1">
            <a:off x="1833595" y="5753697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BFED5F-52D9-48E4-8910-0ED7BEB5E628}"/>
              </a:ext>
            </a:extLst>
          </p:cNvPr>
          <p:cNvSpPr txBox="1"/>
          <p:nvPr/>
        </p:nvSpPr>
        <p:spPr>
          <a:xfrm flipH="1">
            <a:off x="1833595" y="6840639"/>
            <a:ext cx="17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  <a:p>
            <a:r>
              <a:rPr lang="ko-KR" altLang="en-US" sz="700" dirty="0">
                <a:latin typeface="NanumGothic" panose="020D0604000000000000" pitchFamily="34" charset="-127"/>
                <a:ea typeface="NanumGothic" panose="020D0604000000000000"/>
              </a:rPr>
              <a:t>▪</a:t>
            </a:r>
            <a:endParaRPr lang="en-US" altLang="ko-KR" sz="700" dirty="0">
              <a:latin typeface="NanumGothic" panose="020D0604000000000000" pitchFamily="34" charset="-127"/>
              <a:ea typeface="NanumGothic" panose="020D060400000000000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4BC54-9B62-492B-BC59-DB14286AAC39}"/>
              </a:ext>
            </a:extLst>
          </p:cNvPr>
          <p:cNvSpPr txBox="1"/>
          <p:nvPr/>
        </p:nvSpPr>
        <p:spPr>
          <a:xfrm>
            <a:off x="235493" y="109602"/>
            <a:ext cx="673261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Identity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1316F6-9447-4872-946E-5990E6E4CF1E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34AD2F8-F69C-4D98-B914-5D4B95D9CC94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6BA5708-D40F-4DD4-AA90-6A2F48D09AD2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4D58A2F-BF78-487D-828E-BFE66A0CB9AD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DC4898E-9059-4849-BCD9-A5FF93434B2D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96FDE6A-D3E4-4754-9BCB-52F35EE0A291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40D34FA-8E33-435C-9486-0617A7F03DB7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A4C37CE-E7F7-4AD1-8EFA-6EE5A53748CA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65C0275-C985-42FF-B969-5E6F2ACB1C75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E882B2D-F1CA-4A95-8D0C-E5C4A7010795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7713F6E-2E3A-4951-AFBE-DA3478E28E1D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29DDA0C-924E-40C3-9900-92B645A46966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6B912B9-E863-400D-B106-2E58B1B10B7B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5E32702-B5E7-4C43-A054-BE0E22F700F8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A51B029-8006-4A70-BA9A-3741A63ED994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7ACE43E-FBDD-4317-8219-06A0860DD590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5E8EAB-29A5-4C91-89F7-FDA6AA055E8B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67AE7EA-ED78-4432-9D1D-18D028D89077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089DF7-4123-42D0-A557-0A9E0564DAD2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013401-6E92-4E7A-8F73-12EFD2E69266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0729C5-61CA-40DA-BEEE-054A2440211B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F4E41B-DD96-4067-9CCC-CE3E0B848438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93739E-D84B-4201-8249-B3EAC7B7A1C0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FF47BF-F4A2-4A99-A139-1F9674E900F2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2EC4C2A-B404-420A-8A18-6C34D329286A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8322BB-4918-488E-BCD3-F7569EBEA3EB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C002A7-C0A1-424D-B8A1-E0AFF33D713F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48F996B-DB40-405E-A19D-DA0CDC85094B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12FCE2-4853-48E9-B239-AD3E3529A276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29805A-CDAB-4340-A56C-8B739941B370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9B21D69-D2B0-4B50-81D8-2DB76F394F4F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3" name="사각형: 둥근 위쪽 모서리 92">
            <a:hlinkClick r:id="rId2"/>
            <a:extLst>
              <a:ext uri="{FF2B5EF4-FFF2-40B4-BE49-F238E27FC236}">
                <a16:creationId xmlns:a16="http://schemas.microsoft.com/office/drawing/2014/main" id="{7E5B3891-54E2-42A0-8F64-2D80C84A86DC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D0E81C-F223-426C-8FDC-D5CAEEC33617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7A0543-C636-49BF-8FC0-BCFF0C56EC8D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7D20253-291E-4A68-B6BA-772806938C02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5E1F0D7-3281-4997-A238-C86E6DE39C18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9A27A36-0049-432F-A554-E6A278E33A74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530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F37289-D13B-42D6-B7D5-22FBEE7BA8E7}"/>
              </a:ext>
            </a:extLst>
          </p:cNvPr>
          <p:cNvSpPr txBox="1"/>
          <p:nvPr/>
        </p:nvSpPr>
        <p:spPr>
          <a:xfrm>
            <a:off x="241442" y="540605"/>
            <a:ext cx="2961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Why?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나는 왜 그 일을 하려 하는가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72310-7D98-4194-9DEB-0A90E31BD33F}"/>
              </a:ext>
            </a:extLst>
          </p:cNvPr>
          <p:cNvSpPr txBox="1"/>
          <p:nvPr/>
        </p:nvSpPr>
        <p:spPr>
          <a:xfrm>
            <a:off x="241442" y="3549647"/>
            <a:ext cx="2770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What?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나는 무엇을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 것인가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B9771-DCC4-46F1-8BDD-CA5F0DE91DDD}"/>
              </a:ext>
            </a:extLst>
          </p:cNvPr>
          <p:cNvSpPr txBox="1"/>
          <p:nvPr/>
        </p:nvSpPr>
        <p:spPr>
          <a:xfrm>
            <a:off x="293179" y="4418476"/>
            <a:ext cx="1031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Object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7DBCB-9704-4B1C-BCE5-C3D2A900DA2F}"/>
              </a:ext>
            </a:extLst>
          </p:cNvPr>
          <p:cNvSpPr txBox="1"/>
          <p:nvPr/>
        </p:nvSpPr>
        <p:spPr>
          <a:xfrm>
            <a:off x="293179" y="5373350"/>
            <a:ext cx="1997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Key Result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결과 지표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B490FFB-20CC-44C3-A3FA-20A06731332D}"/>
              </a:ext>
            </a:extLst>
          </p:cNvPr>
          <p:cNvCxnSpPr>
            <a:cxnSpLocks/>
          </p:cNvCxnSpPr>
          <p:nvPr/>
        </p:nvCxnSpPr>
        <p:spPr>
          <a:xfrm>
            <a:off x="1432679" y="4690243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D2858F2-B1BD-413F-9FA0-773857F78CBA}"/>
              </a:ext>
            </a:extLst>
          </p:cNvPr>
          <p:cNvCxnSpPr>
            <a:cxnSpLocks/>
          </p:cNvCxnSpPr>
          <p:nvPr/>
        </p:nvCxnSpPr>
        <p:spPr>
          <a:xfrm>
            <a:off x="1432679" y="5005769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52E04E8-2604-4C9F-B750-B13958B59501}"/>
              </a:ext>
            </a:extLst>
          </p:cNvPr>
          <p:cNvCxnSpPr>
            <a:cxnSpLocks/>
          </p:cNvCxnSpPr>
          <p:nvPr/>
        </p:nvCxnSpPr>
        <p:spPr>
          <a:xfrm>
            <a:off x="1432679" y="6043213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E4B501D-1398-41A7-BD57-46EE70336C9B}"/>
              </a:ext>
            </a:extLst>
          </p:cNvPr>
          <p:cNvCxnSpPr>
            <a:cxnSpLocks/>
          </p:cNvCxnSpPr>
          <p:nvPr/>
        </p:nvCxnSpPr>
        <p:spPr>
          <a:xfrm>
            <a:off x="1432679" y="6404073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78FC59C-C452-44D3-9F99-425748D7CC13}"/>
              </a:ext>
            </a:extLst>
          </p:cNvPr>
          <p:cNvCxnSpPr>
            <a:cxnSpLocks/>
          </p:cNvCxnSpPr>
          <p:nvPr/>
        </p:nvCxnSpPr>
        <p:spPr>
          <a:xfrm>
            <a:off x="1432679" y="6764933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B507A9B-FDD2-40D5-B2FB-F479176342E2}"/>
              </a:ext>
            </a:extLst>
          </p:cNvPr>
          <p:cNvCxnSpPr>
            <a:cxnSpLocks/>
          </p:cNvCxnSpPr>
          <p:nvPr/>
        </p:nvCxnSpPr>
        <p:spPr>
          <a:xfrm>
            <a:off x="1432679" y="7125793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DA6C9EF-9CFA-4E9F-9A35-3E6CDF135E2F}"/>
              </a:ext>
            </a:extLst>
          </p:cNvPr>
          <p:cNvCxnSpPr>
            <a:cxnSpLocks/>
          </p:cNvCxnSpPr>
          <p:nvPr/>
        </p:nvCxnSpPr>
        <p:spPr>
          <a:xfrm>
            <a:off x="1432679" y="7486651"/>
            <a:ext cx="354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4EEEA6-BC39-415C-8B1E-7558685C4033}"/>
              </a:ext>
            </a:extLst>
          </p:cNvPr>
          <p:cNvSpPr txBox="1"/>
          <p:nvPr/>
        </p:nvSpPr>
        <p:spPr>
          <a:xfrm>
            <a:off x="1367104" y="5768589"/>
            <a:ext cx="195685" cy="164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929E7-9651-461A-959F-715D595210C3}"/>
              </a:ext>
            </a:extLst>
          </p:cNvPr>
          <p:cNvSpPr txBox="1"/>
          <p:nvPr/>
        </p:nvSpPr>
        <p:spPr>
          <a:xfrm>
            <a:off x="1367104" y="6122328"/>
            <a:ext cx="195685" cy="164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4156F-20BE-486B-BEE1-4AD9B624C6F6}"/>
              </a:ext>
            </a:extLst>
          </p:cNvPr>
          <p:cNvSpPr txBox="1"/>
          <p:nvPr/>
        </p:nvSpPr>
        <p:spPr>
          <a:xfrm>
            <a:off x="1367104" y="6476067"/>
            <a:ext cx="195685" cy="164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B2CFEB-D597-43C6-AAFF-3D0BE9E96E07}"/>
              </a:ext>
            </a:extLst>
          </p:cNvPr>
          <p:cNvSpPr txBox="1"/>
          <p:nvPr/>
        </p:nvSpPr>
        <p:spPr>
          <a:xfrm>
            <a:off x="1367104" y="6829806"/>
            <a:ext cx="195685" cy="164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647209-A9F9-4B87-8EF4-77ECE6F42C70}"/>
              </a:ext>
            </a:extLst>
          </p:cNvPr>
          <p:cNvSpPr txBox="1"/>
          <p:nvPr/>
        </p:nvSpPr>
        <p:spPr>
          <a:xfrm>
            <a:off x="1367104" y="7183544"/>
            <a:ext cx="195685" cy="1647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CF89D2-A0F7-4E7B-BF14-CFA7C9159EB3}"/>
              </a:ext>
            </a:extLst>
          </p:cNvPr>
          <p:cNvSpPr txBox="1"/>
          <p:nvPr/>
        </p:nvSpPr>
        <p:spPr>
          <a:xfrm>
            <a:off x="407216" y="867141"/>
            <a:ext cx="5057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나에 대한 정의와 내가 해야 하는 일과의 관계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공부 등 다양한 측면의 키워드들을 적으면서 왜 그 일을 해야 하는지 이유를 찾아보자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E7AF2F-DD29-4A38-BDEC-B7CE94787B28}"/>
              </a:ext>
            </a:extLst>
          </p:cNvPr>
          <p:cNvSpPr txBox="1"/>
          <p:nvPr/>
        </p:nvSpPr>
        <p:spPr>
          <a:xfrm>
            <a:off x="293179" y="3803103"/>
            <a:ext cx="5171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나의 목표는 무엇이고 목표를 이루기 위해 해야 하는 것을 우선순위에 맞게 핵심 결과 지표를 정리해 보자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정답은 없다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끊임 없이 나의 목표와 해야 할 일들을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들여다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보면서 수정하자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7DAA394-C314-4EDD-A368-5F29185CA753}"/>
              </a:ext>
            </a:extLst>
          </p:cNvPr>
          <p:cNvSpPr/>
          <p:nvPr/>
        </p:nvSpPr>
        <p:spPr>
          <a:xfrm>
            <a:off x="1645761" y="1611308"/>
            <a:ext cx="438026" cy="4380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latin typeface="NanumGothic" panose="020D0604000000000000" pitchFamily="34" charset="-127"/>
              </a:rPr>
              <a:t>나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3A0DBCD-A564-4B3D-8F4D-B4159D8C3A0A}"/>
              </a:ext>
            </a:extLst>
          </p:cNvPr>
          <p:cNvSpPr/>
          <p:nvPr/>
        </p:nvSpPr>
        <p:spPr>
          <a:xfrm>
            <a:off x="3606520" y="1611308"/>
            <a:ext cx="438026" cy="43802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dirty="0">
                <a:latin typeface="NanumGothic" panose="020D0604000000000000" pitchFamily="34" charset="-127"/>
              </a:rPr>
              <a:t>일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089BECC-4AB4-4F3E-BDA4-466A55685BDE}"/>
              </a:ext>
            </a:extLst>
          </p:cNvPr>
          <p:cNvCxnSpPr>
            <a:cxnSpLocks/>
          </p:cNvCxnSpPr>
          <p:nvPr/>
        </p:nvCxnSpPr>
        <p:spPr>
          <a:xfrm>
            <a:off x="2199990" y="1830321"/>
            <a:ext cx="129032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E9D05097-91AA-4082-A718-B1829860829B}"/>
              </a:ext>
            </a:extLst>
          </p:cNvPr>
          <p:cNvSpPr/>
          <p:nvPr/>
        </p:nvSpPr>
        <p:spPr>
          <a:xfrm>
            <a:off x="1750220" y="2163767"/>
            <a:ext cx="229109" cy="11553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dirty="0">
              <a:latin typeface="NanumGothic" panose="020D0604000000000000" pitchFamily="34" charset="-127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DBB617E9-E129-44B0-AE92-896229BF21CF}"/>
              </a:ext>
            </a:extLst>
          </p:cNvPr>
          <p:cNvSpPr/>
          <p:nvPr/>
        </p:nvSpPr>
        <p:spPr>
          <a:xfrm>
            <a:off x="3710979" y="2163767"/>
            <a:ext cx="229109" cy="11553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dirty="0">
              <a:latin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274451-95F9-44B3-94B8-D54D9E0BBDC0}"/>
              </a:ext>
            </a:extLst>
          </p:cNvPr>
          <p:cNvSpPr txBox="1"/>
          <p:nvPr/>
        </p:nvSpPr>
        <p:spPr>
          <a:xfrm>
            <a:off x="1693502" y="2269787"/>
            <a:ext cx="342545" cy="155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Vision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E36409-5629-4172-95E3-F9F5A03AD22F}"/>
              </a:ext>
            </a:extLst>
          </p:cNvPr>
          <p:cNvSpPr txBox="1"/>
          <p:nvPr/>
        </p:nvSpPr>
        <p:spPr>
          <a:xfrm>
            <a:off x="3624222" y="2269787"/>
            <a:ext cx="402624" cy="155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Mission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2F21CEC-5FE9-4B34-BA18-B2099447E15D}"/>
              </a:ext>
            </a:extLst>
          </p:cNvPr>
          <p:cNvGrpSpPr/>
          <p:nvPr/>
        </p:nvGrpSpPr>
        <p:grpSpPr>
          <a:xfrm>
            <a:off x="711911" y="2866805"/>
            <a:ext cx="4266487" cy="407318"/>
            <a:chOff x="15749599" y="4105508"/>
            <a:chExt cx="6323356" cy="419100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4CB2EFF0-6AAD-480A-B7ED-565459C7C5B0}"/>
                </a:ext>
              </a:extLst>
            </p:cNvPr>
            <p:cNvCxnSpPr>
              <a:cxnSpLocks/>
            </p:cNvCxnSpPr>
            <p:nvPr/>
          </p:nvCxnSpPr>
          <p:spPr>
            <a:xfrm>
              <a:off x="15749599" y="4105508"/>
              <a:ext cx="302742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461D529-AC30-453A-BE29-CC2F50BDB0C9}"/>
                </a:ext>
              </a:extLst>
            </p:cNvPr>
            <p:cNvCxnSpPr>
              <a:cxnSpLocks/>
            </p:cNvCxnSpPr>
            <p:nvPr/>
          </p:nvCxnSpPr>
          <p:spPr>
            <a:xfrm>
              <a:off x="19045526" y="4105508"/>
              <a:ext cx="302742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1FED8DFF-A74F-40BF-90FE-A10B513D8095}"/>
                </a:ext>
              </a:extLst>
            </p:cNvPr>
            <p:cNvCxnSpPr>
              <a:cxnSpLocks/>
            </p:cNvCxnSpPr>
            <p:nvPr/>
          </p:nvCxnSpPr>
          <p:spPr>
            <a:xfrm>
              <a:off x="15749599" y="4524608"/>
              <a:ext cx="302742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531CA9C0-7623-46C2-A038-09C3E24B93CE}"/>
                </a:ext>
              </a:extLst>
            </p:cNvPr>
            <p:cNvCxnSpPr>
              <a:cxnSpLocks/>
            </p:cNvCxnSpPr>
            <p:nvPr/>
          </p:nvCxnSpPr>
          <p:spPr>
            <a:xfrm>
              <a:off x="19045526" y="4524608"/>
              <a:ext cx="302742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1AB684A-E4CE-4513-8F0C-BDE53B169CD6}"/>
              </a:ext>
            </a:extLst>
          </p:cNvPr>
          <p:cNvSpPr txBox="1"/>
          <p:nvPr/>
        </p:nvSpPr>
        <p:spPr>
          <a:xfrm>
            <a:off x="235493" y="109602"/>
            <a:ext cx="673261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Identity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F1B68E5-5CBC-4555-910E-905847EAF3A9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C5616A9-8A3D-49DA-A5CB-D6A016CC79FA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DFDB4EB-268F-4C64-A9C3-66B2F1C32935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E307C09-D04A-452A-AE61-DCD01425C979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B26E4AD-5EF2-429F-A3D3-EA880A422FF8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EC4765D-8C9D-4059-BC59-037F1B3A8B45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AFADDAC-0517-495E-9148-D0CDB51E0E37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A82E655-2931-47DE-A4DC-1BCF800A863F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638D8C-DA35-40CD-99FE-88E53302FFF5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44ACFB1-8966-4BB6-8D17-F33A7D33665D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89C423A-42EB-49E8-8D8D-8B33FA33514D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4986D01-6648-4F27-BC79-8573EA2D36E0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F2623A-1EE7-4481-9DBE-9F295FDD2E84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A778FC32-5CF6-4E56-BBD3-ED4F63B9FAB8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FFA9A7B-F97A-4B7A-823D-FC09416FF5C9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D48FE1B-5E32-4CDE-9437-FD1A2FEBFB73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EC9562D-2379-40BC-9E59-2F7811D11F82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2D013D9-FA21-481F-AA22-C65838819A25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DED200-DE0E-4F5C-ACB0-F9631FDD4F61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12F162-D494-440A-A0CA-76E49510ED51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EBE07B0-414B-4C1C-83B4-4D269E70D2F9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C713B7E-CA3B-454F-B2D2-7863B5673792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3476915-FEFF-4188-A5BB-78058AB94BF4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624971-392E-4C7D-8C4D-72B400FAE9C4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72A9415-8E60-4B5B-845C-8E77E2A17D50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8EDD0DE-786D-44F1-A6AE-EF3D3618850B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A218C7-050A-4122-9ECB-2134AC93CF75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BF41EC-8865-493E-83F8-9B24397BFBBB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D07F9B-59E9-4C41-8B83-565FCDF8C6C4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C9F7BDF-EDDD-4F70-A2B5-BE871098A21F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500E7F7-AAEC-4E99-8B69-B82810661831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사각형: 둥근 위쪽 모서리 106">
            <a:hlinkClick r:id="rId2"/>
            <a:extLst>
              <a:ext uri="{FF2B5EF4-FFF2-40B4-BE49-F238E27FC236}">
                <a16:creationId xmlns:a16="http://schemas.microsoft.com/office/drawing/2014/main" id="{83069CA0-3621-492C-B085-C496C56D1CCA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E3372A0-D1E7-45E7-BB7A-0A05D12C0CC2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E2DECF-AE48-4D2F-973F-007FC2A528BB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E8ABF-C91D-4530-ACA9-AE02AD046508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E21BA8-5C68-4150-9F1B-0C0A95B65CCE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0AB406B-BA6E-4EB1-85BD-D2BF18A5033A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924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3BB10C8A-9C0E-46DB-87CD-72ADD9CB7566}"/>
              </a:ext>
            </a:extLst>
          </p:cNvPr>
          <p:cNvSpPr txBox="1"/>
          <p:nvPr/>
        </p:nvSpPr>
        <p:spPr>
          <a:xfrm>
            <a:off x="222501" y="532648"/>
            <a:ext cx="3408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How? </a:t>
            </a:r>
            <a:r>
              <a:rPr lang="ko-KR" altLang="en-US" dirty="0"/>
              <a:t>나는 이 일을 어떻게 할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B0A423-55FF-4F2F-A910-B63A6584EEB8}"/>
              </a:ext>
            </a:extLst>
          </p:cNvPr>
          <p:cNvSpPr txBox="1"/>
          <p:nvPr/>
        </p:nvSpPr>
        <p:spPr>
          <a:xfrm>
            <a:off x="230191" y="849174"/>
            <a:ext cx="2503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결과 지표를 실천할 계획을 세우자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4775553-B364-4E33-B4EA-EF1FB7933964}"/>
              </a:ext>
            </a:extLst>
          </p:cNvPr>
          <p:cNvGrpSpPr/>
          <p:nvPr/>
        </p:nvGrpSpPr>
        <p:grpSpPr>
          <a:xfrm>
            <a:off x="230188" y="1630951"/>
            <a:ext cx="5472111" cy="5850937"/>
            <a:chOff x="230188" y="1630951"/>
            <a:chExt cx="5472111" cy="5131941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4FB8724-9190-43AE-89C4-B6A7A0CCC64E}"/>
                </a:ext>
              </a:extLst>
            </p:cNvPr>
            <p:cNvCxnSpPr>
              <a:cxnSpLocks/>
            </p:cNvCxnSpPr>
            <p:nvPr/>
          </p:nvCxnSpPr>
          <p:spPr>
            <a:xfrm>
              <a:off x="1485316" y="1630951"/>
              <a:ext cx="0" cy="513194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5EC4BA4B-AEC5-4A3A-B193-60A8BC8C518E}"/>
                </a:ext>
              </a:extLst>
            </p:cNvPr>
            <p:cNvCxnSpPr>
              <a:cxnSpLocks/>
            </p:cNvCxnSpPr>
            <p:nvPr/>
          </p:nvCxnSpPr>
          <p:spPr>
            <a:xfrm>
              <a:off x="2539562" y="1630951"/>
              <a:ext cx="0" cy="513194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F5A39A02-D623-454F-9EB1-7EE03113E8AE}"/>
                </a:ext>
              </a:extLst>
            </p:cNvPr>
            <p:cNvCxnSpPr>
              <a:cxnSpLocks/>
            </p:cNvCxnSpPr>
            <p:nvPr/>
          </p:nvCxnSpPr>
          <p:spPr>
            <a:xfrm>
              <a:off x="431070" y="1630951"/>
              <a:ext cx="0" cy="513194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726946-8C3F-4CAA-8005-F834D8ED87AF}"/>
                </a:ext>
              </a:extLst>
            </p:cNvPr>
            <p:cNvSpPr txBox="1"/>
            <p:nvPr/>
          </p:nvSpPr>
          <p:spPr>
            <a:xfrm>
              <a:off x="3640933" y="1633854"/>
              <a:ext cx="59856" cy="1111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6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④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D283D3-5AB9-481B-BEDE-1A1C6B16E4B8}"/>
                </a:ext>
              </a:extLst>
            </p:cNvPr>
            <p:cNvSpPr txBox="1"/>
            <p:nvPr/>
          </p:nvSpPr>
          <p:spPr>
            <a:xfrm>
              <a:off x="4696066" y="1633854"/>
              <a:ext cx="59856" cy="1111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6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⑤</a:t>
              </a:r>
            </a:p>
          </p:txBody>
        </p:sp>
        <p:sp>
          <p:nvSpPr>
            <p:cNvPr id="7" name="TextBox 6">
              <a:hlinkClick r:id="rId2" action="ppaction://hlinksldjump"/>
              <a:extLst>
                <a:ext uri="{FF2B5EF4-FFF2-40B4-BE49-F238E27FC236}">
                  <a16:creationId xmlns:a16="http://schemas.microsoft.com/office/drawing/2014/main" id="{28D0F198-4DCE-4E8F-A70D-CB81424FA37F}"/>
                </a:ext>
              </a:extLst>
            </p:cNvPr>
            <p:cNvSpPr txBox="1"/>
            <p:nvPr/>
          </p:nvSpPr>
          <p:spPr>
            <a:xfrm>
              <a:off x="325835" y="2081286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12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1125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TextBox 7">
              <a:hlinkClick r:id="rId2" action="ppaction://hlinksldjump"/>
              <a:extLst>
                <a:ext uri="{FF2B5EF4-FFF2-40B4-BE49-F238E27FC236}">
                  <a16:creationId xmlns:a16="http://schemas.microsoft.com/office/drawing/2014/main" id="{0923A867-AFFA-4327-B158-79D207925C2C}"/>
                </a:ext>
              </a:extLst>
            </p:cNvPr>
            <p:cNvSpPr txBox="1"/>
            <p:nvPr/>
          </p:nvSpPr>
          <p:spPr>
            <a:xfrm>
              <a:off x="325835" y="2479238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" name="TextBox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913B691-D2A5-43D1-9773-7254ACA64F36}"/>
                </a:ext>
              </a:extLst>
            </p:cNvPr>
            <p:cNvSpPr txBox="1"/>
            <p:nvPr/>
          </p:nvSpPr>
          <p:spPr>
            <a:xfrm>
              <a:off x="325835" y="2877192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TextBox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712ACEF-095B-4207-9DCF-E5FD6CE5ACEC}"/>
                </a:ext>
              </a:extLst>
            </p:cNvPr>
            <p:cNvSpPr txBox="1"/>
            <p:nvPr/>
          </p:nvSpPr>
          <p:spPr>
            <a:xfrm>
              <a:off x="325835" y="3275144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TextBox 10">
              <a:hlinkClick r:id="rId2" action="ppaction://hlinksldjump"/>
              <a:extLst>
                <a:ext uri="{FF2B5EF4-FFF2-40B4-BE49-F238E27FC236}">
                  <a16:creationId xmlns:a16="http://schemas.microsoft.com/office/drawing/2014/main" id="{A7F8E2CA-956E-49C3-AB84-5C257D405129}"/>
                </a:ext>
              </a:extLst>
            </p:cNvPr>
            <p:cNvSpPr txBox="1"/>
            <p:nvPr/>
          </p:nvSpPr>
          <p:spPr>
            <a:xfrm>
              <a:off x="325835" y="3673097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TextBox 11">
              <a:hlinkClick r:id="rId2" action="ppaction://hlinksldjump"/>
              <a:extLst>
                <a:ext uri="{FF2B5EF4-FFF2-40B4-BE49-F238E27FC236}">
                  <a16:creationId xmlns:a16="http://schemas.microsoft.com/office/drawing/2014/main" id="{8626BCCC-D30D-4EE0-B7AC-718A09AE8822}"/>
                </a:ext>
              </a:extLst>
            </p:cNvPr>
            <p:cNvSpPr txBox="1"/>
            <p:nvPr/>
          </p:nvSpPr>
          <p:spPr>
            <a:xfrm>
              <a:off x="325835" y="4071050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TextBox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740B96E3-0CB2-4975-9F5F-E9AAD1FDE610}"/>
                </a:ext>
              </a:extLst>
            </p:cNvPr>
            <p:cNvSpPr txBox="1"/>
            <p:nvPr/>
          </p:nvSpPr>
          <p:spPr>
            <a:xfrm>
              <a:off x="325835" y="4469003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" name="TextBox 13">
              <a:hlinkClick r:id="rId2" action="ppaction://hlinksldjump"/>
              <a:extLst>
                <a:ext uri="{FF2B5EF4-FFF2-40B4-BE49-F238E27FC236}">
                  <a16:creationId xmlns:a16="http://schemas.microsoft.com/office/drawing/2014/main" id="{FA0201F6-BB80-4582-BC9F-F8951679CCAA}"/>
                </a:ext>
              </a:extLst>
            </p:cNvPr>
            <p:cNvSpPr txBox="1"/>
            <p:nvPr/>
          </p:nvSpPr>
          <p:spPr>
            <a:xfrm>
              <a:off x="325835" y="4866956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TextBox 14">
              <a:hlinkClick r:id="rId2" action="ppaction://hlinksldjump"/>
              <a:extLst>
                <a:ext uri="{FF2B5EF4-FFF2-40B4-BE49-F238E27FC236}">
                  <a16:creationId xmlns:a16="http://schemas.microsoft.com/office/drawing/2014/main" id="{2F1C6F64-5426-45B4-9895-CA5611DA38ED}"/>
                </a:ext>
              </a:extLst>
            </p:cNvPr>
            <p:cNvSpPr txBox="1"/>
            <p:nvPr/>
          </p:nvSpPr>
          <p:spPr>
            <a:xfrm>
              <a:off x="325835" y="5264909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" name="TextBox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6F35933E-A0AC-497B-899F-CEB29B3AA9B4}"/>
                </a:ext>
              </a:extLst>
            </p:cNvPr>
            <p:cNvSpPr txBox="1"/>
            <p:nvPr/>
          </p:nvSpPr>
          <p:spPr>
            <a:xfrm>
              <a:off x="325835" y="5662862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TextBox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52A6B59D-F796-4ADA-9485-1880A2284B28}"/>
                </a:ext>
              </a:extLst>
            </p:cNvPr>
            <p:cNvSpPr txBox="1"/>
            <p:nvPr/>
          </p:nvSpPr>
          <p:spPr>
            <a:xfrm>
              <a:off x="325835" y="6060815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TextBox 17">
              <a:hlinkClick r:id="rId2" action="ppaction://hlinksldjump"/>
              <a:extLst>
                <a:ext uri="{FF2B5EF4-FFF2-40B4-BE49-F238E27FC236}">
                  <a16:creationId xmlns:a16="http://schemas.microsoft.com/office/drawing/2014/main" id="{C78D0F76-F999-47D8-A75F-EEA8CF822288}"/>
                </a:ext>
              </a:extLst>
            </p:cNvPr>
            <p:cNvSpPr txBox="1"/>
            <p:nvPr/>
          </p:nvSpPr>
          <p:spPr>
            <a:xfrm>
              <a:off x="325835" y="6458766"/>
              <a:ext cx="53368" cy="21030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/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4957926-AE7B-47F4-B8FB-C805C075EFF2}"/>
                </a:ext>
              </a:extLst>
            </p:cNvPr>
            <p:cNvGrpSpPr/>
            <p:nvPr/>
          </p:nvGrpSpPr>
          <p:grpSpPr>
            <a:xfrm>
              <a:off x="373266" y="2186437"/>
              <a:ext cx="5329032" cy="4377481"/>
              <a:chOff x="1011698" y="2638133"/>
              <a:chExt cx="14072723" cy="7670118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B9BF8E6B-1D62-4C75-A607-E12B9F9F8F52}"/>
                  </a:ext>
                </a:extLst>
              </p:cNvPr>
              <p:cNvCxnSpPr/>
              <p:nvPr/>
            </p:nvCxnSpPr>
            <p:spPr>
              <a:xfrm>
                <a:off x="1011698" y="2638133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F57A9CF0-2873-4B5C-9A4E-480808D82830}"/>
                  </a:ext>
                </a:extLst>
              </p:cNvPr>
              <p:cNvCxnSpPr/>
              <p:nvPr/>
            </p:nvCxnSpPr>
            <p:spPr>
              <a:xfrm>
                <a:off x="1011698" y="3335416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43008249-387A-4B8A-9F2B-38360C72E375}"/>
                  </a:ext>
                </a:extLst>
              </p:cNvPr>
              <p:cNvCxnSpPr/>
              <p:nvPr/>
            </p:nvCxnSpPr>
            <p:spPr>
              <a:xfrm>
                <a:off x="1011698" y="4032700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FC0379C5-2DAA-429A-ACC8-85BCF6FA1C8B}"/>
                  </a:ext>
                </a:extLst>
              </p:cNvPr>
              <p:cNvCxnSpPr/>
              <p:nvPr/>
            </p:nvCxnSpPr>
            <p:spPr>
              <a:xfrm>
                <a:off x="1011698" y="4729983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21AEDEFB-C84C-4F29-957C-4110471899BD}"/>
                  </a:ext>
                </a:extLst>
              </p:cNvPr>
              <p:cNvCxnSpPr/>
              <p:nvPr/>
            </p:nvCxnSpPr>
            <p:spPr>
              <a:xfrm>
                <a:off x="1011698" y="5427267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A8051CF1-5924-4ECA-A086-2E1716877443}"/>
                  </a:ext>
                </a:extLst>
              </p:cNvPr>
              <p:cNvCxnSpPr/>
              <p:nvPr/>
            </p:nvCxnSpPr>
            <p:spPr>
              <a:xfrm>
                <a:off x="1011698" y="6124550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545338AE-BA2D-491D-8069-DCA7914CBDAF}"/>
                  </a:ext>
                </a:extLst>
              </p:cNvPr>
              <p:cNvCxnSpPr/>
              <p:nvPr/>
            </p:nvCxnSpPr>
            <p:spPr>
              <a:xfrm>
                <a:off x="1011698" y="6821834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8C78DAA7-5BD3-4F67-A3D9-F6C012E71E6B}"/>
                  </a:ext>
                </a:extLst>
              </p:cNvPr>
              <p:cNvCxnSpPr/>
              <p:nvPr/>
            </p:nvCxnSpPr>
            <p:spPr>
              <a:xfrm>
                <a:off x="1011698" y="7519117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0E379CC1-FA38-484C-9AEA-3FE90C18C348}"/>
                  </a:ext>
                </a:extLst>
              </p:cNvPr>
              <p:cNvCxnSpPr/>
              <p:nvPr/>
            </p:nvCxnSpPr>
            <p:spPr>
              <a:xfrm>
                <a:off x="1011698" y="8216401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8DBF8200-9BCC-4788-8E6B-D8351C898326}"/>
                  </a:ext>
                </a:extLst>
              </p:cNvPr>
              <p:cNvCxnSpPr/>
              <p:nvPr/>
            </p:nvCxnSpPr>
            <p:spPr>
              <a:xfrm>
                <a:off x="1011698" y="8913684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18D2B4FC-5D1A-4E5E-9EBD-034BC3DA0436}"/>
                  </a:ext>
                </a:extLst>
              </p:cNvPr>
              <p:cNvCxnSpPr/>
              <p:nvPr/>
            </p:nvCxnSpPr>
            <p:spPr>
              <a:xfrm>
                <a:off x="1011698" y="9610968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033BA981-2ED5-43EF-899C-A5548C84AA24}"/>
                  </a:ext>
                </a:extLst>
              </p:cNvPr>
              <p:cNvCxnSpPr/>
              <p:nvPr/>
            </p:nvCxnSpPr>
            <p:spPr>
              <a:xfrm>
                <a:off x="1011698" y="10308251"/>
                <a:ext cx="14072723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C041025-E8E2-4DDE-B9CA-ECD513A3B25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987460"/>
              <a:ext cx="547211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6FE303C4-3BA1-4F97-A5D0-4FD0464329BC}"/>
                </a:ext>
              </a:extLst>
            </p:cNvPr>
            <p:cNvCxnSpPr/>
            <p:nvPr/>
          </p:nvCxnSpPr>
          <p:spPr>
            <a:xfrm>
              <a:off x="230188" y="2385413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0AD9595-6162-494F-B596-C7AF939D4792}"/>
                </a:ext>
              </a:extLst>
            </p:cNvPr>
            <p:cNvCxnSpPr/>
            <p:nvPr/>
          </p:nvCxnSpPr>
          <p:spPr>
            <a:xfrm>
              <a:off x="230189" y="1630951"/>
              <a:ext cx="547211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659ECA32-C7C3-4C42-8822-0B55A2146BB3}"/>
                </a:ext>
              </a:extLst>
            </p:cNvPr>
            <p:cNvCxnSpPr/>
            <p:nvPr/>
          </p:nvCxnSpPr>
          <p:spPr>
            <a:xfrm>
              <a:off x="230188" y="2783366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91ED157-AC46-416D-B4A6-74A7F7F144CF}"/>
                </a:ext>
              </a:extLst>
            </p:cNvPr>
            <p:cNvCxnSpPr/>
            <p:nvPr/>
          </p:nvCxnSpPr>
          <p:spPr>
            <a:xfrm>
              <a:off x="230188" y="3181319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13029EBA-261F-41C6-91C9-CFD2C54FBAB7}"/>
                </a:ext>
              </a:extLst>
            </p:cNvPr>
            <p:cNvCxnSpPr/>
            <p:nvPr/>
          </p:nvCxnSpPr>
          <p:spPr>
            <a:xfrm>
              <a:off x="230188" y="3579272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75FC595-5551-4C44-82BC-9DF5B4267A04}"/>
                </a:ext>
              </a:extLst>
            </p:cNvPr>
            <p:cNvCxnSpPr/>
            <p:nvPr/>
          </p:nvCxnSpPr>
          <p:spPr>
            <a:xfrm>
              <a:off x="230188" y="3977225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18C14684-8DA8-4264-B5FE-2D06C62CF6F6}"/>
                </a:ext>
              </a:extLst>
            </p:cNvPr>
            <p:cNvCxnSpPr/>
            <p:nvPr/>
          </p:nvCxnSpPr>
          <p:spPr>
            <a:xfrm>
              <a:off x="230188" y="4375178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9700BB41-7ABA-4144-AD0F-0B4F45056EBC}"/>
                </a:ext>
              </a:extLst>
            </p:cNvPr>
            <p:cNvCxnSpPr/>
            <p:nvPr/>
          </p:nvCxnSpPr>
          <p:spPr>
            <a:xfrm>
              <a:off x="230188" y="4773131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D849052-E8C7-4671-AA64-EEA183811A5C}"/>
                </a:ext>
              </a:extLst>
            </p:cNvPr>
            <p:cNvCxnSpPr/>
            <p:nvPr/>
          </p:nvCxnSpPr>
          <p:spPr>
            <a:xfrm>
              <a:off x="230188" y="5171083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3CE1EF08-F564-4553-8562-E621D4C6F320}"/>
                </a:ext>
              </a:extLst>
            </p:cNvPr>
            <p:cNvCxnSpPr/>
            <p:nvPr/>
          </p:nvCxnSpPr>
          <p:spPr>
            <a:xfrm>
              <a:off x="230188" y="5569036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A91D166-F34C-4C54-99D4-12FA18A487F9}"/>
                </a:ext>
              </a:extLst>
            </p:cNvPr>
            <p:cNvCxnSpPr/>
            <p:nvPr/>
          </p:nvCxnSpPr>
          <p:spPr>
            <a:xfrm>
              <a:off x="230188" y="5966989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B958C73-8DEC-4EB0-9E91-660338B1CCF8}"/>
                </a:ext>
              </a:extLst>
            </p:cNvPr>
            <p:cNvCxnSpPr/>
            <p:nvPr/>
          </p:nvCxnSpPr>
          <p:spPr>
            <a:xfrm>
              <a:off x="230188" y="6364942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EEF5462-17D8-4924-93B3-3DCACE88B50A}"/>
                </a:ext>
              </a:extLst>
            </p:cNvPr>
            <p:cNvCxnSpPr/>
            <p:nvPr/>
          </p:nvCxnSpPr>
          <p:spPr>
            <a:xfrm>
              <a:off x="230188" y="6762892"/>
              <a:ext cx="5472111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C35EC1-DB24-4739-94C3-B7B338665135}"/>
                </a:ext>
              </a:extLst>
            </p:cNvPr>
            <p:cNvSpPr txBox="1"/>
            <p:nvPr/>
          </p:nvSpPr>
          <p:spPr>
            <a:xfrm>
              <a:off x="475528" y="1633854"/>
              <a:ext cx="59856" cy="1111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6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①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C21415-B596-43E7-88D0-1B2366580C58}"/>
                </a:ext>
              </a:extLst>
            </p:cNvPr>
            <p:cNvSpPr txBox="1"/>
            <p:nvPr/>
          </p:nvSpPr>
          <p:spPr>
            <a:xfrm>
              <a:off x="1530663" y="1633854"/>
              <a:ext cx="59856" cy="1111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6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②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72A879B-2E5B-4B01-965A-3752D0E4DCAC}"/>
                </a:ext>
              </a:extLst>
            </p:cNvPr>
            <p:cNvSpPr txBox="1"/>
            <p:nvPr/>
          </p:nvSpPr>
          <p:spPr>
            <a:xfrm>
              <a:off x="2585798" y="1633854"/>
              <a:ext cx="59856" cy="11110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65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③</a:t>
              </a: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CF8BB4C7-A597-42A1-87BD-D179664A92B0}"/>
                </a:ext>
              </a:extLst>
            </p:cNvPr>
            <p:cNvCxnSpPr>
              <a:cxnSpLocks/>
            </p:cNvCxnSpPr>
            <p:nvPr/>
          </p:nvCxnSpPr>
          <p:spPr>
            <a:xfrm>
              <a:off x="3593808" y="1630951"/>
              <a:ext cx="0" cy="513194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5EB857B0-7EF2-45D1-B059-8FB05C836272}"/>
                </a:ext>
              </a:extLst>
            </p:cNvPr>
            <p:cNvCxnSpPr>
              <a:cxnSpLocks/>
            </p:cNvCxnSpPr>
            <p:nvPr/>
          </p:nvCxnSpPr>
          <p:spPr>
            <a:xfrm>
              <a:off x="4648054" y="1630951"/>
              <a:ext cx="0" cy="5131941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F7295AF-3DCB-49E9-B1F7-C2077AA13A7E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DF11C35F-3671-4DE5-88FB-5982CBEBAD7E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59C8FE6-99E3-4120-A573-530F686FB4D2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E12F4C9-15D1-4F3A-A8BF-AC5E7DAF7992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41E259F-4FCA-42F7-92D1-C4AC0847D137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6405B2D-EF4E-4ABA-B68E-371ABADC21F1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37627DE-C8DD-424D-B7A7-132D700203BD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4288294-5172-4BDC-8A9D-4F5267670657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B5B0012-B964-4B41-92E4-332A0207B754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A723803-9BE1-4562-84A2-9F251299E349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A53AD8B-1096-4C53-AD01-8153FCF49737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1785A31-C9F5-4E15-A19E-5E2705A28BC1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1A3BA54-BA30-4721-AB52-085883C67823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CA78DC5E-48C8-476C-A65F-5D1B928A4450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1239C6C-32EA-4ACC-BD7A-0C3E2DD6AF45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FAA6754-5953-40C3-A06B-70DCA00E44E8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5FCBC3F-4E7F-4772-ADFA-8E8C834DDEF6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223280E-3594-4745-9AE6-561147A95CD3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6D11EE2-E387-48F4-93F4-4692B8355CA7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1D234-6EA7-4FA0-90BB-EC441B952054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DC960F-AB94-461C-92E6-5C9FC87C3618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6C57E46-62BE-4672-BF8B-6AF38149E3C7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96BC13A-E511-4812-8E1C-A4E9C498C179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4DBDFA0-3F15-45FB-8642-AFE1B75CA4AC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E8E03F4-4009-4C4A-97F4-86ED34F7EA0F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E72D50A-59F6-47D5-A910-E748147F24F8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1C0C563-62CE-4A5A-A73B-1D05100B60E8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644035A-C41C-46C7-B31E-49C67CA9C8FB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6938BD0-AEE3-42E8-AC91-6D99621D87AD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CEE4F50-FC57-4FF0-B6B3-C30A8A6E7404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6D3BA5-1EA3-4E64-A90A-5C571E669571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사각형: 둥근 위쪽 모서리 126">
            <a:hlinkClick r:id="rId3"/>
            <a:extLst>
              <a:ext uri="{FF2B5EF4-FFF2-40B4-BE49-F238E27FC236}">
                <a16:creationId xmlns:a16="http://schemas.microsoft.com/office/drawing/2014/main" id="{D0B768A4-7932-4E90-9E07-9E517FD90395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52E560-DD6F-4DC0-9639-280F5973A27B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1DE3BBA-C87C-44D4-96A9-1393B4988FD5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D08D8C7-2678-461B-89AB-8C411A532822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13343EF-9F43-47F5-91DB-F0032E4E026E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02B7CD4-43DA-4A70-9E99-55F7868D0B50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52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1A4B26-7E84-44D2-AC4B-77FA7646599F}"/>
              </a:ext>
            </a:extLst>
          </p:cNvPr>
          <p:cNvSpPr/>
          <p:nvPr/>
        </p:nvSpPr>
        <p:spPr>
          <a:xfrm>
            <a:off x="0" y="0"/>
            <a:ext cx="6076950" cy="7764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NanumGothic" panose="020D0604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46DDA-B242-469F-B0DA-445B30B2E8F1}"/>
              </a:ext>
            </a:extLst>
          </p:cNvPr>
          <p:cNvSpPr txBox="1"/>
          <p:nvPr/>
        </p:nvSpPr>
        <p:spPr>
          <a:xfrm>
            <a:off x="183480" y="511967"/>
            <a:ext cx="5773651" cy="375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See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지난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일년 나는 무엇을 이루었나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미흡했던 것은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8A6C6-0D24-4F6A-9FC3-DFE08A173DC4}"/>
              </a:ext>
            </a:extLst>
          </p:cNvPr>
          <p:cNvSpPr txBox="1"/>
          <p:nvPr/>
        </p:nvSpPr>
        <p:spPr>
          <a:xfrm>
            <a:off x="221643" y="821926"/>
            <a:ext cx="4805187" cy="291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 목표 설정을 위해 내가 이룬 것과 부족했던 부분을 정리해 보자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DFBAE-4E2D-47FA-837F-F866EC50FC37}"/>
              </a:ext>
            </a:extLst>
          </p:cNvPr>
          <p:cNvSpPr txBox="1"/>
          <p:nvPr/>
        </p:nvSpPr>
        <p:spPr>
          <a:xfrm>
            <a:off x="2507391" y="7543583"/>
            <a:ext cx="1738721" cy="16677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Designed by 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Ten:One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™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27AA6D3-F109-4CF2-A5CC-C61F05D7BBEC}"/>
              </a:ext>
            </a:extLst>
          </p:cNvPr>
          <p:cNvCxnSpPr>
            <a:cxnSpLocks/>
          </p:cNvCxnSpPr>
          <p:nvPr/>
        </p:nvCxnSpPr>
        <p:spPr>
          <a:xfrm>
            <a:off x="226574" y="1769863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F3FC025-E131-4594-BAFE-CD2308E3DA12}"/>
              </a:ext>
            </a:extLst>
          </p:cNvPr>
          <p:cNvCxnSpPr/>
          <p:nvPr/>
        </p:nvCxnSpPr>
        <p:spPr>
          <a:xfrm>
            <a:off x="226574" y="6139128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6BDC5E5-19E5-490E-8AAB-A80FC0CDC248}"/>
              </a:ext>
            </a:extLst>
          </p:cNvPr>
          <p:cNvCxnSpPr/>
          <p:nvPr/>
        </p:nvCxnSpPr>
        <p:spPr>
          <a:xfrm>
            <a:off x="226574" y="6475225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260AB9A-9E63-40F2-A8A5-D240FA92BE69}"/>
              </a:ext>
            </a:extLst>
          </p:cNvPr>
          <p:cNvCxnSpPr/>
          <p:nvPr/>
        </p:nvCxnSpPr>
        <p:spPr>
          <a:xfrm>
            <a:off x="226574" y="6811324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8CEFD2B-A2CA-46ED-96E5-177F1D6B1660}"/>
              </a:ext>
            </a:extLst>
          </p:cNvPr>
          <p:cNvCxnSpPr/>
          <p:nvPr/>
        </p:nvCxnSpPr>
        <p:spPr>
          <a:xfrm>
            <a:off x="226574" y="7147420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A461606-E03B-4ADA-9114-B99493311328}"/>
              </a:ext>
            </a:extLst>
          </p:cNvPr>
          <p:cNvCxnSpPr/>
          <p:nvPr/>
        </p:nvCxnSpPr>
        <p:spPr>
          <a:xfrm>
            <a:off x="226574" y="748352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CA701B-6521-4FD9-9D3A-C2416B783EF7}"/>
              </a:ext>
            </a:extLst>
          </p:cNvPr>
          <p:cNvSpPr txBox="1"/>
          <p:nvPr/>
        </p:nvSpPr>
        <p:spPr>
          <a:xfrm>
            <a:off x="141402" y="1543884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E1E15-FFAE-4EE3-B549-E33AAB778EF3}"/>
              </a:ext>
            </a:extLst>
          </p:cNvPr>
          <p:cNvSpPr txBox="1"/>
          <p:nvPr/>
        </p:nvSpPr>
        <p:spPr>
          <a:xfrm>
            <a:off x="141402" y="2558596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A19E2-54D7-4ECA-8BCF-1FA36E568155}"/>
              </a:ext>
            </a:extLst>
          </p:cNvPr>
          <p:cNvSpPr txBox="1"/>
          <p:nvPr/>
        </p:nvSpPr>
        <p:spPr>
          <a:xfrm>
            <a:off x="141402" y="3573307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2AF35C-87AE-43E5-8E75-DD4ECDB05369}"/>
              </a:ext>
            </a:extLst>
          </p:cNvPr>
          <p:cNvSpPr txBox="1"/>
          <p:nvPr/>
        </p:nvSpPr>
        <p:spPr>
          <a:xfrm>
            <a:off x="141402" y="4588021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FC1047-CF59-4118-939E-9D435084C04C}"/>
              </a:ext>
            </a:extLst>
          </p:cNvPr>
          <p:cNvSpPr txBox="1"/>
          <p:nvPr/>
        </p:nvSpPr>
        <p:spPr>
          <a:xfrm>
            <a:off x="141402" y="5602733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⑤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69AB6EB-1FF7-462D-BC9D-F3015D6AF990}"/>
              </a:ext>
            </a:extLst>
          </p:cNvPr>
          <p:cNvCxnSpPr>
            <a:cxnSpLocks/>
          </p:cNvCxnSpPr>
          <p:nvPr/>
        </p:nvCxnSpPr>
        <p:spPr>
          <a:xfrm>
            <a:off x="3021582" y="1769863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6BAD7E0-FDDA-4351-B74F-0B2E38C56429}"/>
              </a:ext>
            </a:extLst>
          </p:cNvPr>
          <p:cNvCxnSpPr/>
          <p:nvPr/>
        </p:nvCxnSpPr>
        <p:spPr>
          <a:xfrm>
            <a:off x="3021582" y="6139128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EBA5429-9D14-474E-95C6-E341A970A28E}"/>
              </a:ext>
            </a:extLst>
          </p:cNvPr>
          <p:cNvCxnSpPr/>
          <p:nvPr/>
        </p:nvCxnSpPr>
        <p:spPr>
          <a:xfrm>
            <a:off x="3021582" y="6475225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1506E1A-5B8D-4D09-8449-43B7F47F19AD}"/>
              </a:ext>
            </a:extLst>
          </p:cNvPr>
          <p:cNvCxnSpPr/>
          <p:nvPr/>
        </p:nvCxnSpPr>
        <p:spPr>
          <a:xfrm>
            <a:off x="3021582" y="6811324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FEB3197-6225-4BB5-9E0A-BF3262E99FC9}"/>
              </a:ext>
            </a:extLst>
          </p:cNvPr>
          <p:cNvCxnSpPr/>
          <p:nvPr/>
        </p:nvCxnSpPr>
        <p:spPr>
          <a:xfrm>
            <a:off x="3021582" y="7147420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C682C78-8442-4685-8705-C820273460C7}"/>
              </a:ext>
            </a:extLst>
          </p:cNvPr>
          <p:cNvCxnSpPr/>
          <p:nvPr/>
        </p:nvCxnSpPr>
        <p:spPr>
          <a:xfrm>
            <a:off x="3021582" y="748352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FF725D-9BC4-4CE3-95E3-32EC99910D6D}"/>
              </a:ext>
            </a:extLst>
          </p:cNvPr>
          <p:cNvSpPr txBox="1"/>
          <p:nvPr/>
        </p:nvSpPr>
        <p:spPr>
          <a:xfrm>
            <a:off x="2936409" y="1543884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4BCE3A-FC24-452C-8EE7-5CBF6E9DB818}"/>
              </a:ext>
            </a:extLst>
          </p:cNvPr>
          <p:cNvSpPr txBox="1"/>
          <p:nvPr/>
        </p:nvSpPr>
        <p:spPr>
          <a:xfrm>
            <a:off x="2936409" y="2558596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75A7D2-BED2-4519-BECB-F3ED6788020F}"/>
              </a:ext>
            </a:extLst>
          </p:cNvPr>
          <p:cNvSpPr txBox="1"/>
          <p:nvPr/>
        </p:nvSpPr>
        <p:spPr>
          <a:xfrm>
            <a:off x="2936409" y="3573307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52E6F-A851-4761-865F-1E9763F3D6DB}"/>
              </a:ext>
            </a:extLst>
          </p:cNvPr>
          <p:cNvSpPr txBox="1"/>
          <p:nvPr/>
        </p:nvSpPr>
        <p:spPr>
          <a:xfrm>
            <a:off x="2936409" y="4588021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5EE205-F3FA-40C4-98F8-CE63AE9E2903}"/>
              </a:ext>
            </a:extLst>
          </p:cNvPr>
          <p:cNvSpPr txBox="1"/>
          <p:nvPr/>
        </p:nvSpPr>
        <p:spPr>
          <a:xfrm>
            <a:off x="2936409" y="5602733"/>
            <a:ext cx="478001" cy="3371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⑤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756926D-9085-451E-8525-F23A835A41F3}"/>
              </a:ext>
            </a:extLst>
          </p:cNvPr>
          <p:cNvCxnSpPr>
            <a:cxnSpLocks/>
          </p:cNvCxnSpPr>
          <p:nvPr/>
        </p:nvCxnSpPr>
        <p:spPr>
          <a:xfrm>
            <a:off x="226574" y="210596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E6AC671-A285-44DB-9485-CCC288C0D81E}"/>
              </a:ext>
            </a:extLst>
          </p:cNvPr>
          <p:cNvCxnSpPr>
            <a:cxnSpLocks/>
          </p:cNvCxnSpPr>
          <p:nvPr/>
        </p:nvCxnSpPr>
        <p:spPr>
          <a:xfrm>
            <a:off x="3021582" y="210596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783885C-7661-42F3-A7DC-EB008CF9EFA9}"/>
              </a:ext>
            </a:extLst>
          </p:cNvPr>
          <p:cNvCxnSpPr>
            <a:cxnSpLocks/>
          </p:cNvCxnSpPr>
          <p:nvPr/>
        </p:nvCxnSpPr>
        <p:spPr>
          <a:xfrm>
            <a:off x="226574" y="2442059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CA31EBC-EF8F-4ACD-B8A6-347C8270E451}"/>
              </a:ext>
            </a:extLst>
          </p:cNvPr>
          <p:cNvCxnSpPr>
            <a:cxnSpLocks/>
          </p:cNvCxnSpPr>
          <p:nvPr/>
        </p:nvCxnSpPr>
        <p:spPr>
          <a:xfrm>
            <a:off x="3021582" y="2442059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E8A93A2-12CD-417A-8886-985E1F980AB5}"/>
              </a:ext>
            </a:extLst>
          </p:cNvPr>
          <p:cNvCxnSpPr>
            <a:cxnSpLocks/>
          </p:cNvCxnSpPr>
          <p:nvPr/>
        </p:nvCxnSpPr>
        <p:spPr>
          <a:xfrm>
            <a:off x="226574" y="2778156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47DBE3B-710B-417E-A272-3F181387A4AC}"/>
              </a:ext>
            </a:extLst>
          </p:cNvPr>
          <p:cNvCxnSpPr>
            <a:cxnSpLocks/>
          </p:cNvCxnSpPr>
          <p:nvPr/>
        </p:nvCxnSpPr>
        <p:spPr>
          <a:xfrm>
            <a:off x="3021582" y="2778156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27E73E6-9301-431B-A0E9-EBEB175F5FCF}"/>
              </a:ext>
            </a:extLst>
          </p:cNvPr>
          <p:cNvCxnSpPr>
            <a:cxnSpLocks/>
          </p:cNvCxnSpPr>
          <p:nvPr/>
        </p:nvCxnSpPr>
        <p:spPr>
          <a:xfrm>
            <a:off x="226574" y="3450350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45F5929-C220-435A-A939-C673CC73ACCD}"/>
              </a:ext>
            </a:extLst>
          </p:cNvPr>
          <p:cNvCxnSpPr>
            <a:cxnSpLocks/>
          </p:cNvCxnSpPr>
          <p:nvPr/>
        </p:nvCxnSpPr>
        <p:spPr>
          <a:xfrm>
            <a:off x="3021582" y="3450350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1878C8F-28BF-4D80-A9F3-A37F0932D156}"/>
              </a:ext>
            </a:extLst>
          </p:cNvPr>
          <p:cNvCxnSpPr>
            <a:cxnSpLocks/>
          </p:cNvCxnSpPr>
          <p:nvPr/>
        </p:nvCxnSpPr>
        <p:spPr>
          <a:xfrm>
            <a:off x="226574" y="4122545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248A60A-20FD-4A46-B2A5-FCE12186E1FA}"/>
              </a:ext>
            </a:extLst>
          </p:cNvPr>
          <p:cNvCxnSpPr>
            <a:cxnSpLocks/>
          </p:cNvCxnSpPr>
          <p:nvPr/>
        </p:nvCxnSpPr>
        <p:spPr>
          <a:xfrm>
            <a:off x="3021582" y="4122545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4F670DF-47D3-4E81-9DB1-3FD22F81291D}"/>
              </a:ext>
            </a:extLst>
          </p:cNvPr>
          <p:cNvCxnSpPr>
            <a:cxnSpLocks/>
          </p:cNvCxnSpPr>
          <p:nvPr/>
        </p:nvCxnSpPr>
        <p:spPr>
          <a:xfrm>
            <a:off x="226574" y="4794739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68150A9-7081-4482-8ABC-672ABA427065}"/>
              </a:ext>
            </a:extLst>
          </p:cNvPr>
          <p:cNvCxnSpPr>
            <a:cxnSpLocks/>
          </p:cNvCxnSpPr>
          <p:nvPr/>
        </p:nvCxnSpPr>
        <p:spPr>
          <a:xfrm>
            <a:off x="3021582" y="4794739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18BEDD3-EB93-4D15-B0FF-8C8135EAD22E}"/>
              </a:ext>
            </a:extLst>
          </p:cNvPr>
          <p:cNvCxnSpPr>
            <a:cxnSpLocks/>
          </p:cNvCxnSpPr>
          <p:nvPr/>
        </p:nvCxnSpPr>
        <p:spPr>
          <a:xfrm>
            <a:off x="226574" y="5466934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9684F08-D2F1-4F60-9221-F17377B856AB}"/>
              </a:ext>
            </a:extLst>
          </p:cNvPr>
          <p:cNvCxnSpPr>
            <a:cxnSpLocks/>
          </p:cNvCxnSpPr>
          <p:nvPr/>
        </p:nvCxnSpPr>
        <p:spPr>
          <a:xfrm>
            <a:off x="3021582" y="5466934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1B3472D-0D3C-4AAD-A167-4612F31B4538}"/>
              </a:ext>
            </a:extLst>
          </p:cNvPr>
          <p:cNvCxnSpPr>
            <a:cxnSpLocks/>
          </p:cNvCxnSpPr>
          <p:nvPr/>
        </p:nvCxnSpPr>
        <p:spPr>
          <a:xfrm>
            <a:off x="226574" y="580303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055D393-81F2-4D3A-AABB-C606029093C6}"/>
              </a:ext>
            </a:extLst>
          </p:cNvPr>
          <p:cNvCxnSpPr>
            <a:cxnSpLocks/>
          </p:cNvCxnSpPr>
          <p:nvPr/>
        </p:nvCxnSpPr>
        <p:spPr>
          <a:xfrm>
            <a:off x="3021582" y="5803031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927F530-1163-4055-A2F2-48A1C774BC14}"/>
              </a:ext>
            </a:extLst>
          </p:cNvPr>
          <p:cNvCxnSpPr>
            <a:cxnSpLocks/>
          </p:cNvCxnSpPr>
          <p:nvPr/>
        </p:nvCxnSpPr>
        <p:spPr>
          <a:xfrm>
            <a:off x="226574" y="5130837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05198D6-FD31-47BD-9F32-0BF59FDD4360}"/>
              </a:ext>
            </a:extLst>
          </p:cNvPr>
          <p:cNvCxnSpPr>
            <a:cxnSpLocks/>
          </p:cNvCxnSpPr>
          <p:nvPr/>
        </p:nvCxnSpPr>
        <p:spPr>
          <a:xfrm>
            <a:off x="3021582" y="5130837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FCD97B0-5B0A-47E3-ACB4-510509E37EF8}"/>
              </a:ext>
            </a:extLst>
          </p:cNvPr>
          <p:cNvCxnSpPr>
            <a:cxnSpLocks/>
          </p:cNvCxnSpPr>
          <p:nvPr/>
        </p:nvCxnSpPr>
        <p:spPr>
          <a:xfrm>
            <a:off x="226574" y="4458642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4B6EF02-AE09-48CA-B4C3-456ED556878A}"/>
              </a:ext>
            </a:extLst>
          </p:cNvPr>
          <p:cNvCxnSpPr>
            <a:cxnSpLocks/>
          </p:cNvCxnSpPr>
          <p:nvPr/>
        </p:nvCxnSpPr>
        <p:spPr>
          <a:xfrm>
            <a:off x="3021582" y="4458642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CBB37C1-DDEE-43B8-8BCE-E6FD416C19D8}"/>
              </a:ext>
            </a:extLst>
          </p:cNvPr>
          <p:cNvCxnSpPr>
            <a:cxnSpLocks/>
          </p:cNvCxnSpPr>
          <p:nvPr/>
        </p:nvCxnSpPr>
        <p:spPr>
          <a:xfrm>
            <a:off x="226574" y="3786448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F043207-F972-46C8-A3B2-C5BE4C88A6B1}"/>
              </a:ext>
            </a:extLst>
          </p:cNvPr>
          <p:cNvCxnSpPr>
            <a:cxnSpLocks/>
          </p:cNvCxnSpPr>
          <p:nvPr/>
        </p:nvCxnSpPr>
        <p:spPr>
          <a:xfrm>
            <a:off x="3021582" y="3786448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1180A14-B47F-41CF-9AC4-2EEA651D41B2}"/>
              </a:ext>
            </a:extLst>
          </p:cNvPr>
          <p:cNvCxnSpPr>
            <a:cxnSpLocks/>
          </p:cNvCxnSpPr>
          <p:nvPr/>
        </p:nvCxnSpPr>
        <p:spPr>
          <a:xfrm>
            <a:off x="226574" y="3114253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8B8A642-44B3-4F05-ABFF-531F5B792DD4}"/>
              </a:ext>
            </a:extLst>
          </p:cNvPr>
          <p:cNvCxnSpPr>
            <a:cxnSpLocks/>
          </p:cNvCxnSpPr>
          <p:nvPr/>
        </p:nvCxnSpPr>
        <p:spPr>
          <a:xfrm>
            <a:off x="3021582" y="3114253"/>
            <a:ext cx="268071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DDDFDA4-2A7E-48EE-AA63-DC6D22CF5F50}"/>
              </a:ext>
            </a:extLst>
          </p:cNvPr>
          <p:cNvSpPr txBox="1"/>
          <p:nvPr/>
        </p:nvSpPr>
        <p:spPr>
          <a:xfrm>
            <a:off x="1452226" y="1148159"/>
            <a:ext cx="705523" cy="354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AA92C3-8369-4AC8-8FCB-E5C367DA93A2}"/>
              </a:ext>
            </a:extLst>
          </p:cNvPr>
          <p:cNvSpPr txBox="1"/>
          <p:nvPr/>
        </p:nvSpPr>
        <p:spPr>
          <a:xfrm>
            <a:off x="4321307" y="1148159"/>
            <a:ext cx="705523" cy="354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미흡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153C6D9-8F07-4672-8DC9-519FBF5AE667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6497C8F-2F9B-42D7-ABF0-C142CCF283B9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A18171C-1A77-489A-A170-612DB15D7683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EB6FD35-8104-4900-9F14-95AC9CF76BAA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BBF0DF2-E5EE-4BAE-B1D2-B03DFAEE6EE3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FF13761-4AF4-439F-8CC0-BE5DAD8C0637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84E0BEE-8F0B-4BEE-9DB7-594022105550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82D7A84-17CA-4CA3-86B2-2B3713040B48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1FE0AB7-59C2-41D8-BDF2-BD9FDA71C97D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5B97444-F0D4-499D-A523-82006ECEB62C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69E2914-56F7-44CB-B455-021C48F10ABC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FAFE175-6F83-41CD-A39B-52BDCE0A7134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C5364CC-0D54-43C8-BABD-F0757B96C253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B2D5083-8364-49E4-9308-F6EB77DF55A8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EA39434-D98E-4815-8AA8-ACE4FAC98905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C01A369-3248-4D39-BEF0-F4F5D9AA4A77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58E8640-AEE4-4E9C-BBCC-D45D2075E554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DC5F14C-4879-4755-BF41-1D8BDBFC453E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693D70C-437E-4C51-8255-9E4891FD739E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0A79CB1-7E57-4D45-94B8-12B8478CD6F0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F41C021-4D9F-41D3-868D-C65C54E9B1A8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588B407-CCC1-475B-821A-6126C296F508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DC8AA98-98ED-49CA-A734-53957DEABB10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782C17-5A4E-41F0-AF9F-CC8ACBEC628A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E55B325-73C6-4E37-A385-4FA346B330DD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698348C-A574-4A41-9714-C69BB306E668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0CF7025-633E-4A00-A110-85DADB1C273F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2553B53-A12E-47D3-8EA3-B897F9C0DC60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C1D4310-A674-49DA-8776-B46EDB22E36C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92896B-AC00-42D7-B887-397A950F787E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B31E118-A01F-4C8D-94E2-0780959A982B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사각형: 둥근 위쪽 모서리 126">
            <a:hlinkClick r:id="rId2"/>
            <a:extLst>
              <a:ext uri="{FF2B5EF4-FFF2-40B4-BE49-F238E27FC236}">
                <a16:creationId xmlns:a16="http://schemas.microsoft.com/office/drawing/2014/main" id="{65C2D2EE-6010-4BC7-8D04-596B4A5DD472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2ED0AF7-91D1-4EA1-9E74-A9C4ADB9FDE1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98176A6-5BC4-459D-A1E7-D79B29591BB6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CEBE2BD-5CE4-4C91-A158-4B3935E6AB5B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FABEC5C-0F43-47CD-A884-095F89B5921A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EAC502A-C160-401F-B8D7-AD4479D0A4CE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684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1A4B26-7E84-44D2-AC4B-77FA7646599F}"/>
              </a:ext>
            </a:extLst>
          </p:cNvPr>
          <p:cNvSpPr/>
          <p:nvPr/>
        </p:nvSpPr>
        <p:spPr>
          <a:xfrm>
            <a:off x="0" y="0"/>
            <a:ext cx="6076950" cy="7764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16E32A2-E644-4FE9-95F2-77D24B4EB7EC}"/>
              </a:ext>
            </a:extLst>
          </p:cNvPr>
          <p:cNvGrpSpPr/>
          <p:nvPr/>
        </p:nvGrpSpPr>
        <p:grpSpPr>
          <a:xfrm>
            <a:off x="230188" y="325485"/>
            <a:ext cx="5472112" cy="7156403"/>
            <a:chOff x="781249" y="368398"/>
            <a:chExt cx="9237265" cy="13233483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20A8C11-0F2B-4782-ADBA-B56B6643012E}"/>
                </a:ext>
              </a:extLst>
            </p:cNvPr>
            <p:cNvSpPr txBox="1"/>
            <p:nvPr/>
          </p:nvSpPr>
          <p:spPr>
            <a:xfrm>
              <a:off x="781250" y="368398"/>
              <a:ext cx="9845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 b="1"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r>
                <a:rPr lang="en-US" altLang="ko-KR" sz="1200" dirty="0"/>
                <a:t>Result Brief</a:t>
              </a:r>
              <a:endParaRPr lang="ko-KR" altLang="en-US" sz="1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64E3B37-A9D9-4F15-A765-5000E0FD8BD0}"/>
                </a:ext>
              </a:extLst>
            </p:cNvPr>
            <p:cNvSpPr txBox="1"/>
            <p:nvPr/>
          </p:nvSpPr>
          <p:spPr>
            <a:xfrm>
              <a:off x="929912" y="1740207"/>
              <a:ext cx="9092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Successful</a:t>
              </a:r>
              <a:endPara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840669C-38CB-4FDA-A126-5ADF8FFDD096}"/>
                </a:ext>
              </a:extLst>
            </p:cNvPr>
            <p:cNvSpPr txBox="1"/>
            <p:nvPr/>
          </p:nvSpPr>
          <p:spPr>
            <a:xfrm>
              <a:off x="929912" y="7684711"/>
              <a:ext cx="1470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Lesson &amp; Learning</a:t>
              </a:r>
              <a:endPara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E03022-4DDC-4B97-9CBD-8773598564B0}"/>
                </a:ext>
              </a:extLst>
            </p:cNvPr>
            <p:cNvSpPr txBox="1"/>
            <p:nvPr/>
          </p:nvSpPr>
          <p:spPr>
            <a:xfrm>
              <a:off x="929913" y="8356948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①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E7733A-05E2-42CA-840A-7A1C578962FC}"/>
                </a:ext>
              </a:extLst>
            </p:cNvPr>
            <p:cNvSpPr txBox="1"/>
            <p:nvPr/>
          </p:nvSpPr>
          <p:spPr>
            <a:xfrm>
              <a:off x="929913" y="9271487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②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0CE81A-D7AD-4931-81EC-75CCCE020E49}"/>
                </a:ext>
              </a:extLst>
            </p:cNvPr>
            <p:cNvSpPr txBox="1"/>
            <p:nvPr/>
          </p:nvSpPr>
          <p:spPr>
            <a:xfrm>
              <a:off x="929913" y="10186026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③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286F6E-BDF8-4393-AA40-FBAF48172C81}"/>
                </a:ext>
              </a:extLst>
            </p:cNvPr>
            <p:cNvSpPr txBox="1"/>
            <p:nvPr/>
          </p:nvSpPr>
          <p:spPr>
            <a:xfrm>
              <a:off x="929913" y="11100566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④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6F46CCB-6036-47B1-A331-391764CB4870}"/>
                </a:ext>
              </a:extLst>
            </p:cNvPr>
            <p:cNvSpPr txBox="1"/>
            <p:nvPr/>
          </p:nvSpPr>
          <p:spPr>
            <a:xfrm>
              <a:off x="929913" y="12015105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⑤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267AF99-3A5B-419C-BE8F-8095D373A9E8}"/>
                </a:ext>
              </a:extLst>
            </p:cNvPr>
            <p:cNvSpPr txBox="1"/>
            <p:nvPr/>
          </p:nvSpPr>
          <p:spPr>
            <a:xfrm>
              <a:off x="929913" y="12929644"/>
              <a:ext cx="3289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⑥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17B27C0-20E4-49C7-B51C-A32A1C26A80D}"/>
                </a:ext>
              </a:extLst>
            </p:cNvPr>
            <p:cNvSpPr txBox="1"/>
            <p:nvPr/>
          </p:nvSpPr>
          <p:spPr>
            <a:xfrm>
              <a:off x="929913" y="4941094"/>
              <a:ext cx="4131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Fail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AE039C64-603B-41B3-B72F-21D6AF54F322}"/>
                </a:ext>
              </a:extLst>
            </p:cNvPr>
            <p:cNvCxnSpPr/>
            <p:nvPr/>
          </p:nvCxnSpPr>
          <p:spPr>
            <a:xfrm>
              <a:off x="1583381" y="13144611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28FC79A3-181D-4173-8880-8F3212919D6F}"/>
                </a:ext>
              </a:extLst>
            </p:cNvPr>
            <p:cNvCxnSpPr/>
            <p:nvPr/>
          </p:nvCxnSpPr>
          <p:spPr>
            <a:xfrm>
              <a:off x="1583381" y="12230071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7D918D01-F76E-4C6B-B21C-3CD8DCAF70AC}"/>
                </a:ext>
              </a:extLst>
            </p:cNvPr>
            <p:cNvCxnSpPr>
              <a:cxnSpLocks/>
            </p:cNvCxnSpPr>
            <p:nvPr/>
          </p:nvCxnSpPr>
          <p:spPr>
            <a:xfrm>
              <a:off x="1583381" y="9486454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9C1E0040-0B2C-4BEF-BE2D-D99207059C30}"/>
                </a:ext>
              </a:extLst>
            </p:cNvPr>
            <p:cNvCxnSpPr/>
            <p:nvPr/>
          </p:nvCxnSpPr>
          <p:spPr>
            <a:xfrm>
              <a:off x="1583381" y="10400993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66FA07E1-6342-4D48-8D4D-501611B4C3A4}"/>
                </a:ext>
              </a:extLst>
            </p:cNvPr>
            <p:cNvCxnSpPr/>
            <p:nvPr/>
          </p:nvCxnSpPr>
          <p:spPr>
            <a:xfrm>
              <a:off x="1583381" y="11315532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3B7EC82E-EB5B-44D0-9715-7129248EA6C4}"/>
                </a:ext>
              </a:extLst>
            </p:cNvPr>
            <p:cNvCxnSpPr>
              <a:cxnSpLocks/>
            </p:cNvCxnSpPr>
            <p:nvPr/>
          </p:nvCxnSpPr>
          <p:spPr>
            <a:xfrm>
              <a:off x="1583381" y="8571915"/>
              <a:ext cx="843513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32B59723-BA55-4D20-BFE4-979BD4C16B86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1" y="9029184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5DCD706D-0C0B-44DB-A7C9-1D6F7B11ACAA}"/>
                </a:ext>
              </a:extLst>
            </p:cNvPr>
            <p:cNvCxnSpPr/>
            <p:nvPr/>
          </p:nvCxnSpPr>
          <p:spPr>
            <a:xfrm>
              <a:off x="781251" y="9943723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DA29E6D0-0D83-46B0-B0B4-A33AA5DF41C1}"/>
                </a:ext>
              </a:extLst>
            </p:cNvPr>
            <p:cNvCxnSpPr/>
            <p:nvPr/>
          </p:nvCxnSpPr>
          <p:spPr>
            <a:xfrm>
              <a:off x="781251" y="10858263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D133A124-FA5A-44E3-93C1-AEF6AF595866}"/>
                </a:ext>
              </a:extLst>
            </p:cNvPr>
            <p:cNvCxnSpPr/>
            <p:nvPr/>
          </p:nvCxnSpPr>
          <p:spPr>
            <a:xfrm>
              <a:off x="781251" y="11772802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5C8C12C1-654E-463C-ADBD-078B6CE2BA03}"/>
                </a:ext>
              </a:extLst>
            </p:cNvPr>
            <p:cNvCxnSpPr/>
            <p:nvPr/>
          </p:nvCxnSpPr>
          <p:spPr>
            <a:xfrm>
              <a:off x="781251" y="12687341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A5BEA600-8469-42AF-91C2-B448FA175898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1" y="13601881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8101036C-7AE9-4C07-A437-DEE814F5BEC4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1" y="8114645"/>
              <a:ext cx="9237262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FEF298AD-1188-4E05-94FF-F51E9E2ED8AB}"/>
                </a:ext>
              </a:extLst>
            </p:cNvPr>
            <p:cNvCxnSpPr>
              <a:cxnSpLocks/>
            </p:cNvCxnSpPr>
            <p:nvPr/>
          </p:nvCxnSpPr>
          <p:spPr>
            <a:xfrm>
              <a:off x="781249" y="5828297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DE7FAB37-EB22-4DE5-8DED-38BFBAE1BFBA}"/>
                </a:ext>
              </a:extLst>
            </p:cNvPr>
            <p:cNvCxnSpPr>
              <a:cxnSpLocks/>
            </p:cNvCxnSpPr>
            <p:nvPr/>
          </p:nvCxnSpPr>
          <p:spPr>
            <a:xfrm>
              <a:off x="781249" y="6285567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156A250C-3921-4AF7-9D95-10C744204556}"/>
                </a:ext>
              </a:extLst>
            </p:cNvPr>
            <p:cNvCxnSpPr>
              <a:cxnSpLocks/>
            </p:cNvCxnSpPr>
            <p:nvPr/>
          </p:nvCxnSpPr>
          <p:spPr>
            <a:xfrm>
              <a:off x="781249" y="6742836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86C15F8E-EDD5-4E74-A63B-E46D77DD5204}"/>
                </a:ext>
              </a:extLst>
            </p:cNvPr>
            <p:cNvCxnSpPr>
              <a:cxnSpLocks/>
            </p:cNvCxnSpPr>
            <p:nvPr/>
          </p:nvCxnSpPr>
          <p:spPr>
            <a:xfrm>
              <a:off x="781249" y="4456489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0647AFC-017D-4B61-879B-E71A952E63BF}"/>
                </a:ext>
              </a:extLst>
            </p:cNvPr>
            <p:cNvCxnSpPr>
              <a:cxnSpLocks/>
            </p:cNvCxnSpPr>
            <p:nvPr/>
          </p:nvCxnSpPr>
          <p:spPr>
            <a:xfrm>
              <a:off x="781249" y="5371028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DD74744D-F8CF-4E86-AB8D-05C9A51150AF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0" y="3084680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AD6A392-0F64-4DBD-B555-038B7F648B0C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0" y="3541949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71012FAC-7488-42A8-ACA5-BEC55765A52E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0" y="2627410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B8E1F7EC-F70E-4AE3-A374-3F035B19FE8B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0" y="2170141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49B10D10-7DE2-4BC4-ADB7-3CD0186600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250" y="3992714"/>
              <a:ext cx="923726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B8B250F-823D-42CF-BFDD-B56DBEC5C2A3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794271-19BD-4CB3-BE81-A19FE1958A69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367E061-E7D7-4C0E-AAFB-8F119E29BE8B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F71B474-20CD-4D16-8176-51FCA3751D30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DE25220-0F6C-40C1-B735-9E3AF5B471E8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B149CD0-2937-4EB3-B57B-D1FE4FD2CA3F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E9F66E7-704D-4EAA-AEBA-50A6D7B67912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6925A1A-DFC9-4519-819E-4EAFFA6776B8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37B7004-781C-4AF0-A277-00921C7A2FDF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2753B39-C62D-443D-80E8-6BE749E809B8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57C6655-2E6F-4284-B510-7AEE5039E9E5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7F487F3-DAE9-4129-88FC-C0F93643FD24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97690F4-173B-4F18-B3C5-A4BC9AE2D614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D226492-CEBD-4E9E-998F-ED6168FB2B69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4C2CE98-9D83-4C9C-9B30-F5DA3FB8509B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8671551-1C75-4CB4-8DD5-AC8B7E4B9EEC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F4AE120-9A48-4E1E-92FF-1587992BCE21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87432501-6215-40B3-97D3-3BC32B085A73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8BEDDC1-429C-4D1D-835C-7E007284823A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CE222B-BF47-4A66-9559-F661386F37F5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E5594F4-0F84-45B6-9431-7FE6FD73184A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575029-8B70-4F4E-8E4A-7AF4B46C7E80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A2255F8-CCD9-4FB7-940F-C32E15635424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81CAFB4-D7B3-402D-85D4-CE9DA83E9DCA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AEC4414-E7F8-4897-AC1E-55F139D92BC7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22B1446-1DAF-4D98-BCA4-E494CD93D502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2F8502B-5078-491D-A713-752FCDE9BF56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BCC86DD-D348-4216-8DA9-EC03060A9411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DCB8452-4C24-4425-85F9-17148B403DE2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7DA31B-80E4-4565-8BC0-3DECACED79B3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C45262F-F3C7-4A89-B325-23A975283967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8" name="사각형: 둥근 위쪽 모서리 137">
            <a:hlinkClick r:id="rId2"/>
            <a:extLst>
              <a:ext uri="{FF2B5EF4-FFF2-40B4-BE49-F238E27FC236}">
                <a16:creationId xmlns:a16="http://schemas.microsoft.com/office/drawing/2014/main" id="{A109BBE9-9639-40CE-9AD6-AEDF8FF3502E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88AD76C-8F41-4BC1-9E59-D69706C0D51A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1FEF4C-722E-48AB-97C0-27111785C67A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EE81894-984C-474E-9836-BACD3624AF68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0C1762E-8A5C-465A-B7E6-E055475635F7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6D9F471-5B6D-4758-A755-FB53F2C75160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61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94431-84AA-42F8-99F2-85CA18A09549}"/>
              </a:ext>
            </a:extLst>
          </p:cNvPr>
          <p:cNvSpPr txBox="1"/>
          <p:nvPr/>
        </p:nvSpPr>
        <p:spPr>
          <a:xfrm>
            <a:off x="234836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6C8CAC-3C04-4F16-A3AC-EA74102F1670}"/>
              </a:ext>
            </a:extLst>
          </p:cNvPr>
          <p:cNvSpPr txBox="1"/>
          <p:nvPr/>
        </p:nvSpPr>
        <p:spPr>
          <a:xfrm>
            <a:off x="459354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901986-AB0C-491C-83AA-BEC400AF32D5}"/>
              </a:ext>
            </a:extLst>
          </p:cNvPr>
          <p:cNvSpPr txBox="1"/>
          <p:nvPr/>
        </p:nvSpPr>
        <p:spPr>
          <a:xfrm>
            <a:off x="683872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C36719-4376-4B3E-BEAA-53447FE96CDB}"/>
              </a:ext>
            </a:extLst>
          </p:cNvPr>
          <p:cNvSpPr txBox="1"/>
          <p:nvPr/>
        </p:nvSpPr>
        <p:spPr>
          <a:xfrm>
            <a:off x="908390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49C340-6231-4AB7-A116-815798824BE8}"/>
              </a:ext>
            </a:extLst>
          </p:cNvPr>
          <p:cNvSpPr txBox="1"/>
          <p:nvPr/>
        </p:nvSpPr>
        <p:spPr>
          <a:xfrm>
            <a:off x="1132908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790AF8-E42C-4413-9432-1F32F70BD788}"/>
              </a:ext>
            </a:extLst>
          </p:cNvPr>
          <p:cNvSpPr txBox="1"/>
          <p:nvPr/>
        </p:nvSpPr>
        <p:spPr>
          <a:xfrm>
            <a:off x="1357426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14B388-5DE1-4294-9024-6E1097D3DF5F}"/>
              </a:ext>
            </a:extLst>
          </p:cNvPr>
          <p:cNvSpPr txBox="1"/>
          <p:nvPr/>
        </p:nvSpPr>
        <p:spPr>
          <a:xfrm>
            <a:off x="1581943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A2A5556-2203-4A9B-8237-1B0B8A0267D5}"/>
              </a:ext>
            </a:extLst>
          </p:cNvPr>
          <p:cNvSpPr/>
          <p:nvPr/>
        </p:nvSpPr>
        <p:spPr>
          <a:xfrm>
            <a:off x="234836" y="539725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January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9EBD3A-849A-4872-B4FF-BF0546C8EAEB}"/>
              </a:ext>
            </a:extLst>
          </p:cNvPr>
          <p:cNvSpPr txBox="1"/>
          <p:nvPr/>
        </p:nvSpPr>
        <p:spPr>
          <a:xfrm>
            <a:off x="234836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E20472-E5B7-47CD-93C3-61562EC39025}"/>
              </a:ext>
            </a:extLst>
          </p:cNvPr>
          <p:cNvSpPr txBox="1"/>
          <p:nvPr/>
        </p:nvSpPr>
        <p:spPr>
          <a:xfrm>
            <a:off x="459354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3B3DDA-B80D-4C9D-8808-055F1E1DA760}"/>
              </a:ext>
            </a:extLst>
          </p:cNvPr>
          <p:cNvSpPr txBox="1"/>
          <p:nvPr/>
        </p:nvSpPr>
        <p:spPr>
          <a:xfrm>
            <a:off x="683872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9E889A-29D4-46D0-9A3B-E42E0B5DC862}"/>
              </a:ext>
            </a:extLst>
          </p:cNvPr>
          <p:cNvSpPr txBox="1"/>
          <p:nvPr/>
        </p:nvSpPr>
        <p:spPr>
          <a:xfrm>
            <a:off x="908390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C0613E-E89F-40A1-940D-04975F69778B}"/>
              </a:ext>
            </a:extLst>
          </p:cNvPr>
          <p:cNvSpPr txBox="1"/>
          <p:nvPr/>
        </p:nvSpPr>
        <p:spPr>
          <a:xfrm>
            <a:off x="1132908" y="750597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6F2F83-018F-43DC-B792-71E14B919DD9}"/>
              </a:ext>
            </a:extLst>
          </p:cNvPr>
          <p:cNvSpPr txBox="1"/>
          <p:nvPr/>
        </p:nvSpPr>
        <p:spPr>
          <a:xfrm>
            <a:off x="1357426" y="750597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7D2302-2C55-4B98-8259-AFA1DAAD9E69}"/>
              </a:ext>
            </a:extLst>
          </p:cNvPr>
          <p:cNvSpPr txBox="1"/>
          <p:nvPr/>
        </p:nvSpPr>
        <p:spPr>
          <a:xfrm>
            <a:off x="1585149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58225C-9C8A-4EF1-886B-BDC476B2EF1B}"/>
              </a:ext>
            </a:extLst>
          </p:cNvPr>
          <p:cNvCxnSpPr>
            <a:cxnSpLocks/>
          </p:cNvCxnSpPr>
          <p:nvPr/>
        </p:nvCxnSpPr>
        <p:spPr>
          <a:xfrm>
            <a:off x="235393" y="929140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4FFE5B6-C2A5-490A-A5F2-B4D3A23D03DE}"/>
              </a:ext>
            </a:extLst>
          </p:cNvPr>
          <p:cNvSpPr txBox="1"/>
          <p:nvPr/>
        </p:nvSpPr>
        <p:spPr>
          <a:xfrm>
            <a:off x="234836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C033E7-94DD-4F82-95DD-BC3F08E3EE1D}"/>
              </a:ext>
            </a:extLst>
          </p:cNvPr>
          <p:cNvSpPr txBox="1"/>
          <p:nvPr/>
        </p:nvSpPr>
        <p:spPr>
          <a:xfrm>
            <a:off x="459354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6567A3-11AF-4C77-B28C-AD457ED2CBE2}"/>
              </a:ext>
            </a:extLst>
          </p:cNvPr>
          <p:cNvSpPr txBox="1"/>
          <p:nvPr/>
        </p:nvSpPr>
        <p:spPr>
          <a:xfrm>
            <a:off x="683872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7C33D0-861F-4198-A8AB-53AB3F43FF87}"/>
              </a:ext>
            </a:extLst>
          </p:cNvPr>
          <p:cNvSpPr txBox="1"/>
          <p:nvPr/>
        </p:nvSpPr>
        <p:spPr>
          <a:xfrm>
            <a:off x="908390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54F70B8-F6E8-4315-9224-8532F56017A2}"/>
              </a:ext>
            </a:extLst>
          </p:cNvPr>
          <p:cNvSpPr txBox="1"/>
          <p:nvPr/>
        </p:nvSpPr>
        <p:spPr>
          <a:xfrm>
            <a:off x="1132908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D20453-EB2F-4066-BF58-5653B7CDE70B}"/>
              </a:ext>
            </a:extLst>
          </p:cNvPr>
          <p:cNvSpPr txBox="1"/>
          <p:nvPr/>
        </p:nvSpPr>
        <p:spPr>
          <a:xfrm>
            <a:off x="1357426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FBB9E8-BA1C-40CB-A13A-41BE1EF88FB2}"/>
              </a:ext>
            </a:extLst>
          </p:cNvPr>
          <p:cNvSpPr txBox="1"/>
          <p:nvPr/>
        </p:nvSpPr>
        <p:spPr>
          <a:xfrm>
            <a:off x="1581943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7D5359D-6587-4947-95DB-A58D9E6B8C3B}"/>
              </a:ext>
            </a:extLst>
          </p:cNvPr>
          <p:cNvSpPr txBox="1"/>
          <p:nvPr/>
        </p:nvSpPr>
        <p:spPr>
          <a:xfrm>
            <a:off x="234836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8C3915-33A0-4125-B86F-E153ABC2875C}"/>
              </a:ext>
            </a:extLst>
          </p:cNvPr>
          <p:cNvSpPr txBox="1"/>
          <p:nvPr/>
        </p:nvSpPr>
        <p:spPr>
          <a:xfrm>
            <a:off x="459354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46341E-D987-4488-930F-4E5CCECAF330}"/>
              </a:ext>
            </a:extLst>
          </p:cNvPr>
          <p:cNvSpPr txBox="1"/>
          <p:nvPr/>
        </p:nvSpPr>
        <p:spPr>
          <a:xfrm>
            <a:off x="683872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92D935-FD46-47EB-98C8-30BD856121D8}"/>
              </a:ext>
            </a:extLst>
          </p:cNvPr>
          <p:cNvSpPr txBox="1"/>
          <p:nvPr/>
        </p:nvSpPr>
        <p:spPr>
          <a:xfrm>
            <a:off x="908390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67B531-377C-40C9-97FB-42098DC8BE88}"/>
              </a:ext>
            </a:extLst>
          </p:cNvPr>
          <p:cNvSpPr txBox="1"/>
          <p:nvPr/>
        </p:nvSpPr>
        <p:spPr>
          <a:xfrm>
            <a:off x="1132908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C173B4-8503-42FE-B830-BD18BB146E4A}"/>
              </a:ext>
            </a:extLst>
          </p:cNvPr>
          <p:cNvSpPr txBox="1"/>
          <p:nvPr/>
        </p:nvSpPr>
        <p:spPr>
          <a:xfrm>
            <a:off x="1357426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9CE4E0-D086-49DF-A2B6-E4B8204BA9F1}"/>
              </a:ext>
            </a:extLst>
          </p:cNvPr>
          <p:cNvSpPr txBox="1"/>
          <p:nvPr/>
        </p:nvSpPr>
        <p:spPr>
          <a:xfrm>
            <a:off x="1581943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F1193D-9DF2-4A09-B6FF-6DA4192A1FDA}"/>
              </a:ext>
            </a:extLst>
          </p:cNvPr>
          <p:cNvSpPr txBox="1"/>
          <p:nvPr/>
        </p:nvSpPr>
        <p:spPr>
          <a:xfrm>
            <a:off x="234836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4BF159-797E-40E8-909E-F6A50E98ADAE}"/>
              </a:ext>
            </a:extLst>
          </p:cNvPr>
          <p:cNvSpPr txBox="1"/>
          <p:nvPr/>
        </p:nvSpPr>
        <p:spPr>
          <a:xfrm>
            <a:off x="459354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A2EA94-260D-4B8F-ADBE-BEEC514A66B0}"/>
              </a:ext>
            </a:extLst>
          </p:cNvPr>
          <p:cNvSpPr txBox="1"/>
          <p:nvPr/>
        </p:nvSpPr>
        <p:spPr>
          <a:xfrm>
            <a:off x="683872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4A16385-5D6D-408D-9B7B-81A4F243BFD5}"/>
              </a:ext>
            </a:extLst>
          </p:cNvPr>
          <p:cNvSpPr txBox="1"/>
          <p:nvPr/>
        </p:nvSpPr>
        <p:spPr>
          <a:xfrm>
            <a:off x="908390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708E9A-7783-47A0-9DF7-1ED589258DC6}"/>
              </a:ext>
            </a:extLst>
          </p:cNvPr>
          <p:cNvSpPr txBox="1"/>
          <p:nvPr/>
        </p:nvSpPr>
        <p:spPr>
          <a:xfrm>
            <a:off x="1132908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FF4A49-4BB1-4EC5-B42A-061E7A29AAC0}"/>
              </a:ext>
            </a:extLst>
          </p:cNvPr>
          <p:cNvSpPr txBox="1"/>
          <p:nvPr/>
        </p:nvSpPr>
        <p:spPr>
          <a:xfrm>
            <a:off x="1357426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381648-00DF-40F4-B022-D403E5D382B9}"/>
              </a:ext>
            </a:extLst>
          </p:cNvPr>
          <p:cNvSpPr txBox="1"/>
          <p:nvPr/>
        </p:nvSpPr>
        <p:spPr>
          <a:xfrm>
            <a:off x="1581943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22E157-B7C9-48CF-BE46-5AEEAF16BCDA}"/>
              </a:ext>
            </a:extLst>
          </p:cNvPr>
          <p:cNvSpPr txBox="1"/>
          <p:nvPr/>
        </p:nvSpPr>
        <p:spPr>
          <a:xfrm>
            <a:off x="234836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F32EB22-A9AA-4770-9809-0B76CA7DE029}"/>
              </a:ext>
            </a:extLst>
          </p:cNvPr>
          <p:cNvSpPr txBox="1"/>
          <p:nvPr/>
        </p:nvSpPr>
        <p:spPr>
          <a:xfrm>
            <a:off x="459354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D67359-9AD4-4817-9E0E-44478C3489E2}"/>
              </a:ext>
            </a:extLst>
          </p:cNvPr>
          <p:cNvSpPr txBox="1"/>
          <p:nvPr/>
        </p:nvSpPr>
        <p:spPr>
          <a:xfrm>
            <a:off x="683872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602B780-4E14-44E5-871C-287D11FE956B}"/>
              </a:ext>
            </a:extLst>
          </p:cNvPr>
          <p:cNvSpPr txBox="1"/>
          <p:nvPr/>
        </p:nvSpPr>
        <p:spPr>
          <a:xfrm>
            <a:off x="908390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C413C7-F312-4BF8-9402-E38AB8E0EB5B}"/>
              </a:ext>
            </a:extLst>
          </p:cNvPr>
          <p:cNvSpPr txBox="1"/>
          <p:nvPr/>
        </p:nvSpPr>
        <p:spPr>
          <a:xfrm>
            <a:off x="1132908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3D2B2E-8A52-405D-9E7A-55DF0755DCCE}"/>
              </a:ext>
            </a:extLst>
          </p:cNvPr>
          <p:cNvSpPr txBox="1"/>
          <p:nvPr/>
        </p:nvSpPr>
        <p:spPr>
          <a:xfrm>
            <a:off x="1357426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F6E9D68-FE99-46C1-9518-F624088C44C9}"/>
              </a:ext>
            </a:extLst>
          </p:cNvPr>
          <p:cNvSpPr txBox="1"/>
          <p:nvPr/>
        </p:nvSpPr>
        <p:spPr>
          <a:xfrm>
            <a:off x="1581943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E9764A-A9FA-4A56-B9A9-3BCE59922C2B}"/>
              </a:ext>
            </a:extLst>
          </p:cNvPr>
          <p:cNvSpPr txBox="1"/>
          <p:nvPr/>
        </p:nvSpPr>
        <p:spPr>
          <a:xfrm>
            <a:off x="234836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31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2F030C-3B6B-4B9A-AD0F-4AC7E3AE0162}"/>
              </a:ext>
            </a:extLst>
          </p:cNvPr>
          <p:cNvSpPr txBox="1"/>
          <p:nvPr/>
        </p:nvSpPr>
        <p:spPr>
          <a:xfrm>
            <a:off x="459354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AA2911-B012-4CDA-93C1-3BDC8F7410B7}"/>
              </a:ext>
            </a:extLst>
          </p:cNvPr>
          <p:cNvSpPr txBox="1"/>
          <p:nvPr/>
        </p:nvSpPr>
        <p:spPr>
          <a:xfrm>
            <a:off x="683872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12F8FF-21D9-4C56-BCBF-F754BA4BDED7}"/>
              </a:ext>
            </a:extLst>
          </p:cNvPr>
          <p:cNvSpPr txBox="1"/>
          <p:nvPr/>
        </p:nvSpPr>
        <p:spPr>
          <a:xfrm>
            <a:off x="908390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F2C8B7-3417-4179-85CC-CCB4DF7B5CB3}"/>
              </a:ext>
            </a:extLst>
          </p:cNvPr>
          <p:cNvSpPr txBox="1"/>
          <p:nvPr/>
        </p:nvSpPr>
        <p:spPr>
          <a:xfrm>
            <a:off x="1132908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38E1C51-4F0A-471A-9FAC-1DDBDDF2CD39}"/>
              </a:ext>
            </a:extLst>
          </p:cNvPr>
          <p:cNvSpPr txBox="1"/>
          <p:nvPr/>
        </p:nvSpPr>
        <p:spPr>
          <a:xfrm>
            <a:off x="1357426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D5875A8-51D0-4437-9D94-CD541488968C}"/>
              </a:ext>
            </a:extLst>
          </p:cNvPr>
          <p:cNvSpPr txBox="1"/>
          <p:nvPr/>
        </p:nvSpPr>
        <p:spPr>
          <a:xfrm>
            <a:off x="1581943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67" name="TextBox 1566">
            <a:extLst>
              <a:ext uri="{FF2B5EF4-FFF2-40B4-BE49-F238E27FC236}">
                <a16:creationId xmlns:a16="http://schemas.microsoft.com/office/drawing/2014/main" id="{EB1185BB-7310-4299-B3CC-8B822A64CC0C}"/>
              </a:ext>
            </a:extLst>
          </p:cNvPr>
          <p:cNvSpPr txBox="1"/>
          <p:nvPr/>
        </p:nvSpPr>
        <p:spPr>
          <a:xfrm>
            <a:off x="235493" y="109602"/>
            <a:ext cx="1338508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 Calendar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4A1B3744-D852-4D95-A7CD-56CEF2C5BAE7}"/>
              </a:ext>
            </a:extLst>
          </p:cNvPr>
          <p:cNvSpPr txBox="1"/>
          <p:nvPr/>
        </p:nvSpPr>
        <p:spPr>
          <a:xfrm>
            <a:off x="2224844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41717CBF-309A-4144-9DA6-7A3717FF0AB8}"/>
              </a:ext>
            </a:extLst>
          </p:cNvPr>
          <p:cNvSpPr txBox="1"/>
          <p:nvPr/>
        </p:nvSpPr>
        <p:spPr>
          <a:xfrm>
            <a:off x="2449362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602" name="TextBox 1601">
            <a:extLst>
              <a:ext uri="{FF2B5EF4-FFF2-40B4-BE49-F238E27FC236}">
                <a16:creationId xmlns:a16="http://schemas.microsoft.com/office/drawing/2014/main" id="{326935FE-A257-4E7E-BA4C-E1967931A08F}"/>
              </a:ext>
            </a:extLst>
          </p:cNvPr>
          <p:cNvSpPr txBox="1"/>
          <p:nvPr/>
        </p:nvSpPr>
        <p:spPr>
          <a:xfrm>
            <a:off x="2673880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603" name="TextBox 1602">
            <a:extLst>
              <a:ext uri="{FF2B5EF4-FFF2-40B4-BE49-F238E27FC236}">
                <a16:creationId xmlns:a16="http://schemas.microsoft.com/office/drawing/2014/main" id="{295A11EF-5C95-42E1-9097-7E4D597D7B2F}"/>
              </a:ext>
            </a:extLst>
          </p:cNvPr>
          <p:cNvSpPr txBox="1"/>
          <p:nvPr/>
        </p:nvSpPr>
        <p:spPr>
          <a:xfrm>
            <a:off x="2898398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1604" name="TextBox 1603">
            <a:extLst>
              <a:ext uri="{FF2B5EF4-FFF2-40B4-BE49-F238E27FC236}">
                <a16:creationId xmlns:a16="http://schemas.microsoft.com/office/drawing/2014/main" id="{C5BF337E-9706-460E-936E-C38D5D984B52}"/>
              </a:ext>
            </a:extLst>
          </p:cNvPr>
          <p:cNvSpPr txBox="1"/>
          <p:nvPr/>
        </p:nvSpPr>
        <p:spPr>
          <a:xfrm>
            <a:off x="3122916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5" name="TextBox 1604">
            <a:extLst>
              <a:ext uri="{FF2B5EF4-FFF2-40B4-BE49-F238E27FC236}">
                <a16:creationId xmlns:a16="http://schemas.microsoft.com/office/drawing/2014/main" id="{E3D58ADB-864D-47AB-8652-750808C65EAC}"/>
              </a:ext>
            </a:extLst>
          </p:cNvPr>
          <p:cNvSpPr txBox="1"/>
          <p:nvPr/>
        </p:nvSpPr>
        <p:spPr>
          <a:xfrm>
            <a:off x="3347434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6" name="TextBox 1605">
            <a:extLst>
              <a:ext uri="{FF2B5EF4-FFF2-40B4-BE49-F238E27FC236}">
                <a16:creationId xmlns:a16="http://schemas.microsoft.com/office/drawing/2014/main" id="{72711A08-684C-43E8-9023-AD1266F39798}"/>
              </a:ext>
            </a:extLst>
          </p:cNvPr>
          <p:cNvSpPr txBox="1"/>
          <p:nvPr/>
        </p:nvSpPr>
        <p:spPr>
          <a:xfrm>
            <a:off x="3571951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7" name="직사각형 1606">
            <a:extLst>
              <a:ext uri="{FF2B5EF4-FFF2-40B4-BE49-F238E27FC236}">
                <a16:creationId xmlns:a16="http://schemas.microsoft.com/office/drawing/2014/main" id="{CABB1F7C-C1FD-48C3-9D18-ACD5CAF3586D}"/>
              </a:ext>
            </a:extLst>
          </p:cNvPr>
          <p:cNvSpPr/>
          <p:nvPr/>
        </p:nvSpPr>
        <p:spPr>
          <a:xfrm>
            <a:off x="2224844" y="539725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February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5856816C-656A-4522-B6CF-47B8B9EE8AA8}"/>
              </a:ext>
            </a:extLst>
          </p:cNvPr>
          <p:cNvSpPr txBox="1"/>
          <p:nvPr/>
        </p:nvSpPr>
        <p:spPr>
          <a:xfrm>
            <a:off x="2224844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D6C6C316-490F-40B5-9F88-2B5EB345E3FF}"/>
              </a:ext>
            </a:extLst>
          </p:cNvPr>
          <p:cNvSpPr txBox="1"/>
          <p:nvPr/>
        </p:nvSpPr>
        <p:spPr>
          <a:xfrm>
            <a:off x="2449362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466906D1-6B0D-4039-A794-041014554647}"/>
              </a:ext>
            </a:extLst>
          </p:cNvPr>
          <p:cNvSpPr txBox="1"/>
          <p:nvPr/>
        </p:nvSpPr>
        <p:spPr>
          <a:xfrm>
            <a:off x="2673880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D83F9068-34B2-473B-B50C-424A561D9ED5}"/>
              </a:ext>
            </a:extLst>
          </p:cNvPr>
          <p:cNvSpPr txBox="1"/>
          <p:nvPr/>
        </p:nvSpPr>
        <p:spPr>
          <a:xfrm>
            <a:off x="2898398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61F4A5EA-31F8-4271-975F-C9A750560AF6}"/>
              </a:ext>
            </a:extLst>
          </p:cNvPr>
          <p:cNvSpPr txBox="1"/>
          <p:nvPr/>
        </p:nvSpPr>
        <p:spPr>
          <a:xfrm>
            <a:off x="3122916" y="750597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BA1E9B25-3891-496D-A06E-286CEAF4716E}"/>
              </a:ext>
            </a:extLst>
          </p:cNvPr>
          <p:cNvSpPr txBox="1"/>
          <p:nvPr/>
        </p:nvSpPr>
        <p:spPr>
          <a:xfrm>
            <a:off x="3347434" y="750597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AA904B97-36FC-4826-9E9D-8C56DE4D50B6}"/>
              </a:ext>
            </a:extLst>
          </p:cNvPr>
          <p:cNvSpPr txBox="1"/>
          <p:nvPr/>
        </p:nvSpPr>
        <p:spPr>
          <a:xfrm>
            <a:off x="3575157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15" name="직선 연결선 1614">
            <a:extLst>
              <a:ext uri="{FF2B5EF4-FFF2-40B4-BE49-F238E27FC236}">
                <a16:creationId xmlns:a16="http://schemas.microsoft.com/office/drawing/2014/main" id="{A9F85EC8-0622-4B86-8FBC-5CF97307F72B}"/>
              </a:ext>
            </a:extLst>
          </p:cNvPr>
          <p:cNvCxnSpPr>
            <a:cxnSpLocks/>
          </p:cNvCxnSpPr>
          <p:nvPr/>
        </p:nvCxnSpPr>
        <p:spPr>
          <a:xfrm>
            <a:off x="2225401" y="929140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6" name="TextBox 1615">
            <a:extLst>
              <a:ext uri="{FF2B5EF4-FFF2-40B4-BE49-F238E27FC236}">
                <a16:creationId xmlns:a16="http://schemas.microsoft.com/office/drawing/2014/main" id="{0A0E01F7-235F-4336-ADD9-F837F4018F55}"/>
              </a:ext>
            </a:extLst>
          </p:cNvPr>
          <p:cNvSpPr txBox="1"/>
          <p:nvPr/>
        </p:nvSpPr>
        <p:spPr>
          <a:xfrm>
            <a:off x="2224844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FF0EF2AF-3953-41FA-BBB8-A92F50741457}"/>
              </a:ext>
            </a:extLst>
          </p:cNvPr>
          <p:cNvSpPr txBox="1"/>
          <p:nvPr/>
        </p:nvSpPr>
        <p:spPr>
          <a:xfrm>
            <a:off x="2449362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8EC17A0E-992D-4DE6-B0CE-5C6D82657AA7}"/>
              </a:ext>
            </a:extLst>
          </p:cNvPr>
          <p:cNvSpPr txBox="1"/>
          <p:nvPr/>
        </p:nvSpPr>
        <p:spPr>
          <a:xfrm>
            <a:off x="2673880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19" name="TextBox 1618">
            <a:extLst>
              <a:ext uri="{FF2B5EF4-FFF2-40B4-BE49-F238E27FC236}">
                <a16:creationId xmlns:a16="http://schemas.microsoft.com/office/drawing/2014/main" id="{B39953A6-3213-4B6D-A8F8-18C6C826E235}"/>
              </a:ext>
            </a:extLst>
          </p:cNvPr>
          <p:cNvSpPr txBox="1"/>
          <p:nvPr/>
        </p:nvSpPr>
        <p:spPr>
          <a:xfrm>
            <a:off x="2898398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0" name="TextBox 1619">
            <a:extLst>
              <a:ext uri="{FF2B5EF4-FFF2-40B4-BE49-F238E27FC236}">
                <a16:creationId xmlns:a16="http://schemas.microsoft.com/office/drawing/2014/main" id="{D66B4DA9-02EA-485E-BFF2-5A470E990A69}"/>
              </a:ext>
            </a:extLst>
          </p:cNvPr>
          <p:cNvSpPr txBox="1"/>
          <p:nvPr/>
        </p:nvSpPr>
        <p:spPr>
          <a:xfrm>
            <a:off x="3122916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1" name="TextBox 1620">
            <a:extLst>
              <a:ext uri="{FF2B5EF4-FFF2-40B4-BE49-F238E27FC236}">
                <a16:creationId xmlns:a16="http://schemas.microsoft.com/office/drawing/2014/main" id="{296B9649-5CD6-41DF-9BEF-6034DD7F2194}"/>
              </a:ext>
            </a:extLst>
          </p:cNvPr>
          <p:cNvSpPr txBox="1"/>
          <p:nvPr/>
        </p:nvSpPr>
        <p:spPr>
          <a:xfrm>
            <a:off x="3347434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3C852327-F72F-4F54-B144-768479DEB7A9}"/>
              </a:ext>
            </a:extLst>
          </p:cNvPr>
          <p:cNvSpPr txBox="1"/>
          <p:nvPr/>
        </p:nvSpPr>
        <p:spPr>
          <a:xfrm>
            <a:off x="3571951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65E0B401-8BEE-49C5-8B97-4968662904A6}"/>
              </a:ext>
            </a:extLst>
          </p:cNvPr>
          <p:cNvSpPr txBox="1"/>
          <p:nvPr/>
        </p:nvSpPr>
        <p:spPr>
          <a:xfrm>
            <a:off x="2224844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4" name="TextBox 1623">
            <a:extLst>
              <a:ext uri="{FF2B5EF4-FFF2-40B4-BE49-F238E27FC236}">
                <a16:creationId xmlns:a16="http://schemas.microsoft.com/office/drawing/2014/main" id="{D40B9CB0-C798-4CE9-BE90-FB6D31D52C5D}"/>
              </a:ext>
            </a:extLst>
          </p:cNvPr>
          <p:cNvSpPr txBox="1"/>
          <p:nvPr/>
        </p:nvSpPr>
        <p:spPr>
          <a:xfrm>
            <a:off x="2449362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5" name="TextBox 1624">
            <a:extLst>
              <a:ext uri="{FF2B5EF4-FFF2-40B4-BE49-F238E27FC236}">
                <a16:creationId xmlns:a16="http://schemas.microsoft.com/office/drawing/2014/main" id="{8AA57C91-67FC-4670-AB22-7772F87B40EC}"/>
              </a:ext>
            </a:extLst>
          </p:cNvPr>
          <p:cNvSpPr txBox="1"/>
          <p:nvPr/>
        </p:nvSpPr>
        <p:spPr>
          <a:xfrm>
            <a:off x="2673880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6" name="TextBox 1625">
            <a:extLst>
              <a:ext uri="{FF2B5EF4-FFF2-40B4-BE49-F238E27FC236}">
                <a16:creationId xmlns:a16="http://schemas.microsoft.com/office/drawing/2014/main" id="{27EA0C99-DA4D-4214-B9A6-BDC4AE968716}"/>
              </a:ext>
            </a:extLst>
          </p:cNvPr>
          <p:cNvSpPr txBox="1"/>
          <p:nvPr/>
        </p:nvSpPr>
        <p:spPr>
          <a:xfrm>
            <a:off x="2898398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7" name="TextBox 1626">
            <a:extLst>
              <a:ext uri="{FF2B5EF4-FFF2-40B4-BE49-F238E27FC236}">
                <a16:creationId xmlns:a16="http://schemas.microsoft.com/office/drawing/2014/main" id="{113DF020-F5FE-47CD-9FA2-83A40535A677}"/>
              </a:ext>
            </a:extLst>
          </p:cNvPr>
          <p:cNvSpPr txBox="1"/>
          <p:nvPr/>
        </p:nvSpPr>
        <p:spPr>
          <a:xfrm>
            <a:off x="3122916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8" name="TextBox 1627">
            <a:extLst>
              <a:ext uri="{FF2B5EF4-FFF2-40B4-BE49-F238E27FC236}">
                <a16:creationId xmlns:a16="http://schemas.microsoft.com/office/drawing/2014/main" id="{1152FDFB-C105-4A5C-965B-54E1FEBE93C5}"/>
              </a:ext>
            </a:extLst>
          </p:cNvPr>
          <p:cNvSpPr txBox="1"/>
          <p:nvPr/>
        </p:nvSpPr>
        <p:spPr>
          <a:xfrm>
            <a:off x="3347434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9" name="TextBox 1628">
            <a:extLst>
              <a:ext uri="{FF2B5EF4-FFF2-40B4-BE49-F238E27FC236}">
                <a16:creationId xmlns:a16="http://schemas.microsoft.com/office/drawing/2014/main" id="{DDA1F13F-219A-427B-9093-E03856506A00}"/>
              </a:ext>
            </a:extLst>
          </p:cNvPr>
          <p:cNvSpPr txBox="1"/>
          <p:nvPr/>
        </p:nvSpPr>
        <p:spPr>
          <a:xfrm>
            <a:off x="3571951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ADEDC5D5-013F-41B2-9673-CC4FC5EB048F}"/>
              </a:ext>
            </a:extLst>
          </p:cNvPr>
          <p:cNvSpPr txBox="1"/>
          <p:nvPr/>
        </p:nvSpPr>
        <p:spPr>
          <a:xfrm>
            <a:off x="2224844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CC58FD71-E832-4426-8DA5-BA0797DDC245}"/>
              </a:ext>
            </a:extLst>
          </p:cNvPr>
          <p:cNvSpPr txBox="1"/>
          <p:nvPr/>
        </p:nvSpPr>
        <p:spPr>
          <a:xfrm>
            <a:off x="2449362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F1DA0671-D71A-4D8C-80F4-82DAE572BAA7}"/>
              </a:ext>
            </a:extLst>
          </p:cNvPr>
          <p:cNvSpPr txBox="1"/>
          <p:nvPr/>
        </p:nvSpPr>
        <p:spPr>
          <a:xfrm>
            <a:off x="2673880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57722D16-549D-48EB-B598-373D8686805B}"/>
              </a:ext>
            </a:extLst>
          </p:cNvPr>
          <p:cNvSpPr txBox="1"/>
          <p:nvPr/>
        </p:nvSpPr>
        <p:spPr>
          <a:xfrm>
            <a:off x="2898398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9B014444-E040-4DB5-A769-CCFDF1009CEE}"/>
              </a:ext>
            </a:extLst>
          </p:cNvPr>
          <p:cNvSpPr txBox="1"/>
          <p:nvPr/>
        </p:nvSpPr>
        <p:spPr>
          <a:xfrm>
            <a:off x="3122916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737B03E3-4FCF-4E04-8B0B-63778384E3F8}"/>
              </a:ext>
            </a:extLst>
          </p:cNvPr>
          <p:cNvSpPr txBox="1"/>
          <p:nvPr/>
        </p:nvSpPr>
        <p:spPr>
          <a:xfrm>
            <a:off x="3347434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CE691CDF-14CB-49C5-BAC6-46D6AA2330CF}"/>
              </a:ext>
            </a:extLst>
          </p:cNvPr>
          <p:cNvSpPr txBox="1"/>
          <p:nvPr/>
        </p:nvSpPr>
        <p:spPr>
          <a:xfrm>
            <a:off x="3571951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7" name="TextBox 1636">
            <a:extLst>
              <a:ext uri="{FF2B5EF4-FFF2-40B4-BE49-F238E27FC236}">
                <a16:creationId xmlns:a16="http://schemas.microsoft.com/office/drawing/2014/main" id="{4ABFDC1F-E3E3-4D36-A0CB-B1AABA9B50CF}"/>
              </a:ext>
            </a:extLst>
          </p:cNvPr>
          <p:cNvSpPr txBox="1"/>
          <p:nvPr/>
        </p:nvSpPr>
        <p:spPr>
          <a:xfrm>
            <a:off x="2224844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18543DEE-B327-4F0A-8848-AF49852206B7}"/>
              </a:ext>
            </a:extLst>
          </p:cNvPr>
          <p:cNvSpPr txBox="1"/>
          <p:nvPr/>
        </p:nvSpPr>
        <p:spPr>
          <a:xfrm>
            <a:off x="2449362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1B5EA7D0-1078-49AA-99EE-6AC16D9F2B53}"/>
              </a:ext>
            </a:extLst>
          </p:cNvPr>
          <p:cNvSpPr txBox="1"/>
          <p:nvPr/>
        </p:nvSpPr>
        <p:spPr>
          <a:xfrm>
            <a:off x="2673880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05011E01-8DFF-47F0-9C9C-1FD5F8D43B65}"/>
              </a:ext>
            </a:extLst>
          </p:cNvPr>
          <p:cNvSpPr txBox="1"/>
          <p:nvPr/>
        </p:nvSpPr>
        <p:spPr>
          <a:xfrm>
            <a:off x="2898398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7AD60185-C936-42D2-98E5-DE238BFCEE09}"/>
              </a:ext>
            </a:extLst>
          </p:cNvPr>
          <p:cNvSpPr txBox="1"/>
          <p:nvPr/>
        </p:nvSpPr>
        <p:spPr>
          <a:xfrm>
            <a:off x="3122916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2" name="TextBox 1641">
            <a:extLst>
              <a:ext uri="{FF2B5EF4-FFF2-40B4-BE49-F238E27FC236}">
                <a16:creationId xmlns:a16="http://schemas.microsoft.com/office/drawing/2014/main" id="{0C8C209C-768F-4E42-AF44-0DD7090CD2D8}"/>
              </a:ext>
            </a:extLst>
          </p:cNvPr>
          <p:cNvSpPr txBox="1"/>
          <p:nvPr/>
        </p:nvSpPr>
        <p:spPr>
          <a:xfrm>
            <a:off x="3347434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3" name="TextBox 1642">
            <a:extLst>
              <a:ext uri="{FF2B5EF4-FFF2-40B4-BE49-F238E27FC236}">
                <a16:creationId xmlns:a16="http://schemas.microsoft.com/office/drawing/2014/main" id="{008796ED-68AD-4D59-ACF8-872C700EA7A0}"/>
              </a:ext>
            </a:extLst>
          </p:cNvPr>
          <p:cNvSpPr txBox="1"/>
          <p:nvPr/>
        </p:nvSpPr>
        <p:spPr>
          <a:xfrm>
            <a:off x="3571951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4" name="TextBox 1643">
            <a:extLst>
              <a:ext uri="{FF2B5EF4-FFF2-40B4-BE49-F238E27FC236}">
                <a16:creationId xmlns:a16="http://schemas.microsoft.com/office/drawing/2014/main" id="{23A8266E-FCB8-406D-9147-50C7F941E0C4}"/>
              </a:ext>
            </a:extLst>
          </p:cNvPr>
          <p:cNvSpPr txBox="1"/>
          <p:nvPr/>
        </p:nvSpPr>
        <p:spPr>
          <a:xfrm>
            <a:off x="2224844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5" name="TextBox 1644">
            <a:extLst>
              <a:ext uri="{FF2B5EF4-FFF2-40B4-BE49-F238E27FC236}">
                <a16:creationId xmlns:a16="http://schemas.microsoft.com/office/drawing/2014/main" id="{9240AA89-5870-45BC-8E7A-E6DC0A2D484F}"/>
              </a:ext>
            </a:extLst>
          </p:cNvPr>
          <p:cNvSpPr txBox="1"/>
          <p:nvPr/>
        </p:nvSpPr>
        <p:spPr>
          <a:xfrm>
            <a:off x="2449362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6" name="TextBox 1645">
            <a:extLst>
              <a:ext uri="{FF2B5EF4-FFF2-40B4-BE49-F238E27FC236}">
                <a16:creationId xmlns:a16="http://schemas.microsoft.com/office/drawing/2014/main" id="{10411D5F-12E1-443E-B81A-F0165110E1F7}"/>
              </a:ext>
            </a:extLst>
          </p:cNvPr>
          <p:cNvSpPr txBox="1"/>
          <p:nvPr/>
        </p:nvSpPr>
        <p:spPr>
          <a:xfrm>
            <a:off x="2673880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7" name="TextBox 1646">
            <a:extLst>
              <a:ext uri="{FF2B5EF4-FFF2-40B4-BE49-F238E27FC236}">
                <a16:creationId xmlns:a16="http://schemas.microsoft.com/office/drawing/2014/main" id="{5FC90100-C758-47EC-8B21-A0149FD1C956}"/>
              </a:ext>
            </a:extLst>
          </p:cNvPr>
          <p:cNvSpPr txBox="1"/>
          <p:nvPr/>
        </p:nvSpPr>
        <p:spPr>
          <a:xfrm>
            <a:off x="2898398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8" name="TextBox 1647">
            <a:extLst>
              <a:ext uri="{FF2B5EF4-FFF2-40B4-BE49-F238E27FC236}">
                <a16:creationId xmlns:a16="http://schemas.microsoft.com/office/drawing/2014/main" id="{47D7F845-D04A-4905-BD15-11550695FFD0}"/>
              </a:ext>
            </a:extLst>
          </p:cNvPr>
          <p:cNvSpPr txBox="1"/>
          <p:nvPr/>
        </p:nvSpPr>
        <p:spPr>
          <a:xfrm>
            <a:off x="3122916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9" name="TextBox 1648">
            <a:extLst>
              <a:ext uri="{FF2B5EF4-FFF2-40B4-BE49-F238E27FC236}">
                <a16:creationId xmlns:a16="http://schemas.microsoft.com/office/drawing/2014/main" id="{F9C35404-DB38-4A6E-9124-62AF75C7FCAC}"/>
              </a:ext>
            </a:extLst>
          </p:cNvPr>
          <p:cNvSpPr txBox="1"/>
          <p:nvPr/>
        </p:nvSpPr>
        <p:spPr>
          <a:xfrm>
            <a:off x="3347434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0" name="TextBox 1649">
            <a:extLst>
              <a:ext uri="{FF2B5EF4-FFF2-40B4-BE49-F238E27FC236}">
                <a16:creationId xmlns:a16="http://schemas.microsoft.com/office/drawing/2014/main" id="{EDF4D891-1109-43F3-B65B-B1E9375B660A}"/>
              </a:ext>
            </a:extLst>
          </p:cNvPr>
          <p:cNvSpPr txBox="1"/>
          <p:nvPr/>
        </p:nvSpPr>
        <p:spPr>
          <a:xfrm>
            <a:off x="3571951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2" name="TextBox 1651">
            <a:extLst>
              <a:ext uri="{FF2B5EF4-FFF2-40B4-BE49-F238E27FC236}">
                <a16:creationId xmlns:a16="http://schemas.microsoft.com/office/drawing/2014/main" id="{8A15282C-A8E0-4741-9175-7C16AF3E56A8}"/>
              </a:ext>
            </a:extLst>
          </p:cNvPr>
          <p:cNvSpPr txBox="1"/>
          <p:nvPr/>
        </p:nvSpPr>
        <p:spPr>
          <a:xfrm>
            <a:off x="4214851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B8D28A57-6F23-4074-8717-E07FD86E96E4}"/>
              </a:ext>
            </a:extLst>
          </p:cNvPr>
          <p:cNvSpPr txBox="1"/>
          <p:nvPr/>
        </p:nvSpPr>
        <p:spPr>
          <a:xfrm>
            <a:off x="4439369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A70BE8E8-6C5C-47EA-A745-08B42ED24FF2}"/>
              </a:ext>
            </a:extLst>
          </p:cNvPr>
          <p:cNvSpPr txBox="1"/>
          <p:nvPr/>
        </p:nvSpPr>
        <p:spPr>
          <a:xfrm>
            <a:off x="4663887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DD65488B-73B8-441A-BB38-123C74369F2E}"/>
              </a:ext>
            </a:extLst>
          </p:cNvPr>
          <p:cNvSpPr txBox="1"/>
          <p:nvPr/>
        </p:nvSpPr>
        <p:spPr>
          <a:xfrm>
            <a:off x="4888405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6408AC7E-5425-40D3-8425-06CEB7B9390B}"/>
              </a:ext>
            </a:extLst>
          </p:cNvPr>
          <p:cNvSpPr txBox="1"/>
          <p:nvPr/>
        </p:nvSpPr>
        <p:spPr>
          <a:xfrm>
            <a:off x="5112923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2D895D97-2176-486E-8E03-D043186CAA82}"/>
              </a:ext>
            </a:extLst>
          </p:cNvPr>
          <p:cNvSpPr txBox="1"/>
          <p:nvPr/>
        </p:nvSpPr>
        <p:spPr>
          <a:xfrm>
            <a:off x="5337441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309F47CE-32BA-4892-9386-5BD1595DC24D}"/>
              </a:ext>
            </a:extLst>
          </p:cNvPr>
          <p:cNvSpPr txBox="1"/>
          <p:nvPr/>
        </p:nvSpPr>
        <p:spPr>
          <a:xfrm>
            <a:off x="5561958" y="96637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9" name="직사각형 1658">
            <a:extLst>
              <a:ext uri="{FF2B5EF4-FFF2-40B4-BE49-F238E27FC236}">
                <a16:creationId xmlns:a16="http://schemas.microsoft.com/office/drawing/2014/main" id="{B5883002-B1FD-4129-8250-8E33D25EB5FE}"/>
              </a:ext>
            </a:extLst>
          </p:cNvPr>
          <p:cNvSpPr/>
          <p:nvPr/>
        </p:nvSpPr>
        <p:spPr>
          <a:xfrm>
            <a:off x="4214851" y="539725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March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2446D765-0270-4983-8032-7533023C8E4B}"/>
              </a:ext>
            </a:extLst>
          </p:cNvPr>
          <p:cNvSpPr txBox="1"/>
          <p:nvPr/>
        </p:nvSpPr>
        <p:spPr>
          <a:xfrm>
            <a:off x="4214851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7075264A-870D-4451-AF49-B837320197C6}"/>
              </a:ext>
            </a:extLst>
          </p:cNvPr>
          <p:cNvSpPr txBox="1"/>
          <p:nvPr/>
        </p:nvSpPr>
        <p:spPr>
          <a:xfrm>
            <a:off x="4439369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1CEA1BD4-F453-41A4-BD5A-BBE7565FEC95}"/>
              </a:ext>
            </a:extLst>
          </p:cNvPr>
          <p:cNvSpPr txBox="1"/>
          <p:nvPr/>
        </p:nvSpPr>
        <p:spPr>
          <a:xfrm>
            <a:off x="4663887" y="750597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0128755A-B20F-429B-A794-0E4D432ADB48}"/>
              </a:ext>
            </a:extLst>
          </p:cNvPr>
          <p:cNvSpPr txBox="1"/>
          <p:nvPr/>
        </p:nvSpPr>
        <p:spPr>
          <a:xfrm>
            <a:off x="4888405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67A74CC9-66DB-48E6-A542-F47655D2B0FB}"/>
              </a:ext>
            </a:extLst>
          </p:cNvPr>
          <p:cNvSpPr txBox="1"/>
          <p:nvPr/>
        </p:nvSpPr>
        <p:spPr>
          <a:xfrm>
            <a:off x="5112923" y="750597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5" name="TextBox 1664">
            <a:extLst>
              <a:ext uri="{FF2B5EF4-FFF2-40B4-BE49-F238E27FC236}">
                <a16:creationId xmlns:a16="http://schemas.microsoft.com/office/drawing/2014/main" id="{9E5A453E-3D36-45E8-88F6-E1009F0AA791}"/>
              </a:ext>
            </a:extLst>
          </p:cNvPr>
          <p:cNvSpPr txBox="1"/>
          <p:nvPr/>
        </p:nvSpPr>
        <p:spPr>
          <a:xfrm>
            <a:off x="5337441" y="750597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6" name="TextBox 1665">
            <a:extLst>
              <a:ext uri="{FF2B5EF4-FFF2-40B4-BE49-F238E27FC236}">
                <a16:creationId xmlns:a16="http://schemas.microsoft.com/office/drawing/2014/main" id="{A4E91DBB-0959-41B3-8903-0D19013DD298}"/>
              </a:ext>
            </a:extLst>
          </p:cNvPr>
          <p:cNvSpPr txBox="1"/>
          <p:nvPr/>
        </p:nvSpPr>
        <p:spPr>
          <a:xfrm>
            <a:off x="5565164" y="750597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67" name="직선 연결선 1666">
            <a:extLst>
              <a:ext uri="{FF2B5EF4-FFF2-40B4-BE49-F238E27FC236}">
                <a16:creationId xmlns:a16="http://schemas.microsoft.com/office/drawing/2014/main" id="{175E2A38-27D3-4436-964D-B6C367C2A515}"/>
              </a:ext>
            </a:extLst>
          </p:cNvPr>
          <p:cNvCxnSpPr>
            <a:cxnSpLocks/>
          </p:cNvCxnSpPr>
          <p:nvPr/>
        </p:nvCxnSpPr>
        <p:spPr>
          <a:xfrm>
            <a:off x="4215408" y="929140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8" name="TextBox 1667">
            <a:extLst>
              <a:ext uri="{FF2B5EF4-FFF2-40B4-BE49-F238E27FC236}">
                <a16:creationId xmlns:a16="http://schemas.microsoft.com/office/drawing/2014/main" id="{4C1331C6-2DA9-4A45-A79A-05B72E0F8FB6}"/>
              </a:ext>
            </a:extLst>
          </p:cNvPr>
          <p:cNvSpPr txBox="1"/>
          <p:nvPr/>
        </p:nvSpPr>
        <p:spPr>
          <a:xfrm>
            <a:off x="4214851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9" name="TextBox 1668">
            <a:extLst>
              <a:ext uri="{FF2B5EF4-FFF2-40B4-BE49-F238E27FC236}">
                <a16:creationId xmlns:a16="http://schemas.microsoft.com/office/drawing/2014/main" id="{799CC5C1-27CD-428D-AB65-630CD227A03D}"/>
              </a:ext>
            </a:extLst>
          </p:cNvPr>
          <p:cNvSpPr txBox="1"/>
          <p:nvPr/>
        </p:nvSpPr>
        <p:spPr>
          <a:xfrm>
            <a:off x="4439369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0" name="TextBox 1669">
            <a:extLst>
              <a:ext uri="{FF2B5EF4-FFF2-40B4-BE49-F238E27FC236}">
                <a16:creationId xmlns:a16="http://schemas.microsoft.com/office/drawing/2014/main" id="{964FC1D7-E596-430E-A173-1569082744CA}"/>
              </a:ext>
            </a:extLst>
          </p:cNvPr>
          <p:cNvSpPr txBox="1"/>
          <p:nvPr/>
        </p:nvSpPr>
        <p:spPr>
          <a:xfrm>
            <a:off x="4663887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671" name="TextBox 1670">
            <a:extLst>
              <a:ext uri="{FF2B5EF4-FFF2-40B4-BE49-F238E27FC236}">
                <a16:creationId xmlns:a16="http://schemas.microsoft.com/office/drawing/2014/main" id="{67208883-B96B-4278-9256-6017CF31C3C5}"/>
              </a:ext>
            </a:extLst>
          </p:cNvPr>
          <p:cNvSpPr txBox="1"/>
          <p:nvPr/>
        </p:nvSpPr>
        <p:spPr>
          <a:xfrm>
            <a:off x="4888405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2" name="TextBox 1671">
            <a:extLst>
              <a:ext uri="{FF2B5EF4-FFF2-40B4-BE49-F238E27FC236}">
                <a16:creationId xmlns:a16="http://schemas.microsoft.com/office/drawing/2014/main" id="{3378BC4C-340C-40AC-8AD9-BFFD1759F4EF}"/>
              </a:ext>
            </a:extLst>
          </p:cNvPr>
          <p:cNvSpPr txBox="1"/>
          <p:nvPr/>
        </p:nvSpPr>
        <p:spPr>
          <a:xfrm>
            <a:off x="5112923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3" name="TextBox 1672">
            <a:extLst>
              <a:ext uri="{FF2B5EF4-FFF2-40B4-BE49-F238E27FC236}">
                <a16:creationId xmlns:a16="http://schemas.microsoft.com/office/drawing/2014/main" id="{4496C70C-CAA4-45FB-B61F-210E18575214}"/>
              </a:ext>
            </a:extLst>
          </p:cNvPr>
          <p:cNvSpPr txBox="1"/>
          <p:nvPr/>
        </p:nvSpPr>
        <p:spPr>
          <a:xfrm>
            <a:off x="5337441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4" name="TextBox 1673">
            <a:extLst>
              <a:ext uri="{FF2B5EF4-FFF2-40B4-BE49-F238E27FC236}">
                <a16:creationId xmlns:a16="http://schemas.microsoft.com/office/drawing/2014/main" id="{29DE7F1C-8099-46C0-BB66-02F96EB5A4B7}"/>
              </a:ext>
            </a:extLst>
          </p:cNvPr>
          <p:cNvSpPr txBox="1"/>
          <p:nvPr/>
        </p:nvSpPr>
        <p:spPr>
          <a:xfrm>
            <a:off x="5561958" y="114405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3C70C949-699B-4B18-94B7-533B7513F2C8}"/>
              </a:ext>
            </a:extLst>
          </p:cNvPr>
          <p:cNvSpPr txBox="1"/>
          <p:nvPr/>
        </p:nvSpPr>
        <p:spPr>
          <a:xfrm>
            <a:off x="4214851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50A50EAA-4CAF-4961-8D35-6D843E96B29E}"/>
              </a:ext>
            </a:extLst>
          </p:cNvPr>
          <p:cNvSpPr txBox="1"/>
          <p:nvPr/>
        </p:nvSpPr>
        <p:spPr>
          <a:xfrm>
            <a:off x="4439369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8E0FF97D-0748-4626-A756-FEB86B1F0741}"/>
              </a:ext>
            </a:extLst>
          </p:cNvPr>
          <p:cNvSpPr txBox="1"/>
          <p:nvPr/>
        </p:nvSpPr>
        <p:spPr>
          <a:xfrm>
            <a:off x="4663887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D12337F0-C813-4AD5-96B3-10145CFBA48D}"/>
              </a:ext>
            </a:extLst>
          </p:cNvPr>
          <p:cNvSpPr txBox="1"/>
          <p:nvPr/>
        </p:nvSpPr>
        <p:spPr>
          <a:xfrm>
            <a:off x="4888405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FBDFF698-CCCA-4DDC-B7E9-3721FF0FD252}"/>
              </a:ext>
            </a:extLst>
          </p:cNvPr>
          <p:cNvSpPr txBox="1"/>
          <p:nvPr/>
        </p:nvSpPr>
        <p:spPr>
          <a:xfrm>
            <a:off x="5112923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99B39594-4156-4F89-911F-FBB0C62CE9B1}"/>
              </a:ext>
            </a:extLst>
          </p:cNvPr>
          <p:cNvSpPr txBox="1"/>
          <p:nvPr/>
        </p:nvSpPr>
        <p:spPr>
          <a:xfrm>
            <a:off x="5337441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1" name="TextBox 1680">
            <a:extLst>
              <a:ext uri="{FF2B5EF4-FFF2-40B4-BE49-F238E27FC236}">
                <a16:creationId xmlns:a16="http://schemas.microsoft.com/office/drawing/2014/main" id="{3C7EA9DB-6408-405A-AEFB-8BF398191DEE}"/>
              </a:ext>
            </a:extLst>
          </p:cNvPr>
          <p:cNvSpPr txBox="1"/>
          <p:nvPr/>
        </p:nvSpPr>
        <p:spPr>
          <a:xfrm>
            <a:off x="5561958" y="132173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E21179E7-E67C-4C07-86B4-80A4B52BB32A}"/>
              </a:ext>
            </a:extLst>
          </p:cNvPr>
          <p:cNvSpPr txBox="1"/>
          <p:nvPr/>
        </p:nvSpPr>
        <p:spPr>
          <a:xfrm>
            <a:off x="4214851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A9BA17B0-D49A-4E94-9457-F66C361E84E2}"/>
              </a:ext>
            </a:extLst>
          </p:cNvPr>
          <p:cNvSpPr txBox="1"/>
          <p:nvPr/>
        </p:nvSpPr>
        <p:spPr>
          <a:xfrm>
            <a:off x="4439369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2BEEAF9D-FDF1-42ED-A1F4-533634514F4F}"/>
              </a:ext>
            </a:extLst>
          </p:cNvPr>
          <p:cNvSpPr txBox="1"/>
          <p:nvPr/>
        </p:nvSpPr>
        <p:spPr>
          <a:xfrm>
            <a:off x="4663887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EF8A96DE-8729-4DE0-A8BA-10749DE0F913}"/>
              </a:ext>
            </a:extLst>
          </p:cNvPr>
          <p:cNvSpPr txBox="1"/>
          <p:nvPr/>
        </p:nvSpPr>
        <p:spPr>
          <a:xfrm>
            <a:off x="4888405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38658F4-10AB-450B-85C7-3AE10C3CDDB9}"/>
              </a:ext>
            </a:extLst>
          </p:cNvPr>
          <p:cNvSpPr txBox="1"/>
          <p:nvPr/>
        </p:nvSpPr>
        <p:spPr>
          <a:xfrm>
            <a:off x="5112923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90B5B15-DBB7-4AB1-B042-E3F050DA5692}"/>
              </a:ext>
            </a:extLst>
          </p:cNvPr>
          <p:cNvSpPr txBox="1"/>
          <p:nvPr/>
        </p:nvSpPr>
        <p:spPr>
          <a:xfrm>
            <a:off x="5337441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8" name="TextBox 1687">
            <a:extLst>
              <a:ext uri="{FF2B5EF4-FFF2-40B4-BE49-F238E27FC236}">
                <a16:creationId xmlns:a16="http://schemas.microsoft.com/office/drawing/2014/main" id="{A480E3C7-BB3C-4A71-9054-FD4064FD8367}"/>
              </a:ext>
            </a:extLst>
          </p:cNvPr>
          <p:cNvSpPr txBox="1"/>
          <p:nvPr/>
        </p:nvSpPr>
        <p:spPr>
          <a:xfrm>
            <a:off x="5561958" y="149940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9" name="TextBox 1688">
            <a:extLst>
              <a:ext uri="{FF2B5EF4-FFF2-40B4-BE49-F238E27FC236}">
                <a16:creationId xmlns:a16="http://schemas.microsoft.com/office/drawing/2014/main" id="{4E3A16D7-8C62-463D-B856-2812CBC05480}"/>
              </a:ext>
            </a:extLst>
          </p:cNvPr>
          <p:cNvSpPr txBox="1"/>
          <p:nvPr/>
        </p:nvSpPr>
        <p:spPr>
          <a:xfrm>
            <a:off x="4214851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0" name="TextBox 1689">
            <a:extLst>
              <a:ext uri="{FF2B5EF4-FFF2-40B4-BE49-F238E27FC236}">
                <a16:creationId xmlns:a16="http://schemas.microsoft.com/office/drawing/2014/main" id="{09DACB8E-EC9C-4481-BE69-01B0AF9DA2B8}"/>
              </a:ext>
            </a:extLst>
          </p:cNvPr>
          <p:cNvSpPr txBox="1"/>
          <p:nvPr/>
        </p:nvSpPr>
        <p:spPr>
          <a:xfrm>
            <a:off x="4439369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1" name="TextBox 1690">
            <a:extLst>
              <a:ext uri="{FF2B5EF4-FFF2-40B4-BE49-F238E27FC236}">
                <a16:creationId xmlns:a16="http://schemas.microsoft.com/office/drawing/2014/main" id="{BFBD10EA-CD66-4AB9-A7F9-6B4E5268D11F}"/>
              </a:ext>
            </a:extLst>
          </p:cNvPr>
          <p:cNvSpPr txBox="1"/>
          <p:nvPr/>
        </p:nvSpPr>
        <p:spPr>
          <a:xfrm>
            <a:off x="4663887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2" name="TextBox 1691">
            <a:extLst>
              <a:ext uri="{FF2B5EF4-FFF2-40B4-BE49-F238E27FC236}">
                <a16:creationId xmlns:a16="http://schemas.microsoft.com/office/drawing/2014/main" id="{A126D7DB-3604-49BB-AC7A-E352099C2CE5}"/>
              </a:ext>
            </a:extLst>
          </p:cNvPr>
          <p:cNvSpPr txBox="1"/>
          <p:nvPr/>
        </p:nvSpPr>
        <p:spPr>
          <a:xfrm>
            <a:off x="4888405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3" name="TextBox 1692">
            <a:extLst>
              <a:ext uri="{FF2B5EF4-FFF2-40B4-BE49-F238E27FC236}">
                <a16:creationId xmlns:a16="http://schemas.microsoft.com/office/drawing/2014/main" id="{BABC68B1-6B33-4177-B7CF-357E03769870}"/>
              </a:ext>
            </a:extLst>
          </p:cNvPr>
          <p:cNvSpPr txBox="1"/>
          <p:nvPr/>
        </p:nvSpPr>
        <p:spPr>
          <a:xfrm>
            <a:off x="5112923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4" name="TextBox 1693">
            <a:extLst>
              <a:ext uri="{FF2B5EF4-FFF2-40B4-BE49-F238E27FC236}">
                <a16:creationId xmlns:a16="http://schemas.microsoft.com/office/drawing/2014/main" id="{39E9DB13-7B2A-4BF3-8FE7-05DBE6CA3DDD}"/>
              </a:ext>
            </a:extLst>
          </p:cNvPr>
          <p:cNvSpPr txBox="1"/>
          <p:nvPr/>
        </p:nvSpPr>
        <p:spPr>
          <a:xfrm>
            <a:off x="5337441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5" name="TextBox 1694">
            <a:extLst>
              <a:ext uri="{FF2B5EF4-FFF2-40B4-BE49-F238E27FC236}">
                <a16:creationId xmlns:a16="http://schemas.microsoft.com/office/drawing/2014/main" id="{2421CBB7-2932-403B-A4C6-648258727DF8}"/>
              </a:ext>
            </a:extLst>
          </p:cNvPr>
          <p:cNvSpPr txBox="1"/>
          <p:nvPr/>
        </p:nvSpPr>
        <p:spPr>
          <a:xfrm>
            <a:off x="5561958" y="167708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6" name="TextBox 1695">
            <a:extLst>
              <a:ext uri="{FF2B5EF4-FFF2-40B4-BE49-F238E27FC236}">
                <a16:creationId xmlns:a16="http://schemas.microsoft.com/office/drawing/2014/main" id="{E8568B29-A79B-446B-81D6-DCC756E629B6}"/>
              </a:ext>
            </a:extLst>
          </p:cNvPr>
          <p:cNvSpPr txBox="1"/>
          <p:nvPr/>
        </p:nvSpPr>
        <p:spPr>
          <a:xfrm>
            <a:off x="4214851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7" name="TextBox 1696">
            <a:extLst>
              <a:ext uri="{FF2B5EF4-FFF2-40B4-BE49-F238E27FC236}">
                <a16:creationId xmlns:a16="http://schemas.microsoft.com/office/drawing/2014/main" id="{4C896331-8ADC-41B9-BBA4-0C0C7B3F41B7}"/>
              </a:ext>
            </a:extLst>
          </p:cNvPr>
          <p:cNvSpPr txBox="1"/>
          <p:nvPr/>
        </p:nvSpPr>
        <p:spPr>
          <a:xfrm>
            <a:off x="4439369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8" name="TextBox 1697">
            <a:extLst>
              <a:ext uri="{FF2B5EF4-FFF2-40B4-BE49-F238E27FC236}">
                <a16:creationId xmlns:a16="http://schemas.microsoft.com/office/drawing/2014/main" id="{850B3D97-6640-49A9-A75F-92231E66E136}"/>
              </a:ext>
            </a:extLst>
          </p:cNvPr>
          <p:cNvSpPr txBox="1"/>
          <p:nvPr/>
        </p:nvSpPr>
        <p:spPr>
          <a:xfrm>
            <a:off x="4663887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23111B9B-CB74-4FCB-976C-3C3B82966678}"/>
              </a:ext>
            </a:extLst>
          </p:cNvPr>
          <p:cNvSpPr txBox="1"/>
          <p:nvPr/>
        </p:nvSpPr>
        <p:spPr>
          <a:xfrm>
            <a:off x="4888405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8AD44958-B140-4E17-A1F0-5AE19A6CC433}"/>
              </a:ext>
            </a:extLst>
          </p:cNvPr>
          <p:cNvSpPr txBox="1"/>
          <p:nvPr/>
        </p:nvSpPr>
        <p:spPr>
          <a:xfrm>
            <a:off x="5112923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66742CBE-8844-41AE-AF41-BCB8A42A9B1E}"/>
              </a:ext>
            </a:extLst>
          </p:cNvPr>
          <p:cNvSpPr txBox="1"/>
          <p:nvPr/>
        </p:nvSpPr>
        <p:spPr>
          <a:xfrm>
            <a:off x="5337441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901BE4A4-4D59-491A-B914-5564D32989A0}"/>
              </a:ext>
            </a:extLst>
          </p:cNvPr>
          <p:cNvSpPr txBox="1"/>
          <p:nvPr/>
        </p:nvSpPr>
        <p:spPr>
          <a:xfrm>
            <a:off x="5561958" y="185476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01EF097A-AF92-47EB-ADCB-5D195161DDB9}"/>
              </a:ext>
            </a:extLst>
          </p:cNvPr>
          <p:cNvSpPr txBox="1"/>
          <p:nvPr/>
        </p:nvSpPr>
        <p:spPr>
          <a:xfrm>
            <a:off x="234836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0240AA63-9B2E-414D-87CB-BD34189DDE3A}"/>
              </a:ext>
            </a:extLst>
          </p:cNvPr>
          <p:cNvSpPr txBox="1"/>
          <p:nvPr/>
        </p:nvSpPr>
        <p:spPr>
          <a:xfrm>
            <a:off x="459354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71B873C3-1713-4801-9656-954176551093}"/>
              </a:ext>
            </a:extLst>
          </p:cNvPr>
          <p:cNvSpPr txBox="1"/>
          <p:nvPr/>
        </p:nvSpPr>
        <p:spPr>
          <a:xfrm>
            <a:off x="683872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ED5AE8A5-8F3C-4E46-9ABF-17AFC2275AAF}"/>
              </a:ext>
            </a:extLst>
          </p:cNvPr>
          <p:cNvSpPr txBox="1"/>
          <p:nvPr/>
        </p:nvSpPr>
        <p:spPr>
          <a:xfrm>
            <a:off x="908390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EEA7C6F5-930D-4A80-AA85-1D7DFEFDE02D}"/>
              </a:ext>
            </a:extLst>
          </p:cNvPr>
          <p:cNvSpPr txBox="1"/>
          <p:nvPr/>
        </p:nvSpPr>
        <p:spPr>
          <a:xfrm>
            <a:off x="1132908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6BD1F3FD-8AA7-4649-ADE7-6420E0D928E6}"/>
              </a:ext>
            </a:extLst>
          </p:cNvPr>
          <p:cNvSpPr txBox="1"/>
          <p:nvPr/>
        </p:nvSpPr>
        <p:spPr>
          <a:xfrm>
            <a:off x="1357426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D1740CE6-974B-413D-B766-E9CC24209A8F}"/>
              </a:ext>
            </a:extLst>
          </p:cNvPr>
          <p:cNvSpPr txBox="1"/>
          <p:nvPr/>
        </p:nvSpPr>
        <p:spPr>
          <a:xfrm>
            <a:off x="1581943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1" name="직사각형 1710">
            <a:extLst>
              <a:ext uri="{FF2B5EF4-FFF2-40B4-BE49-F238E27FC236}">
                <a16:creationId xmlns:a16="http://schemas.microsoft.com/office/drawing/2014/main" id="{92940DC4-10E1-4578-9EC4-60BAD4FEDCA5}"/>
              </a:ext>
            </a:extLst>
          </p:cNvPr>
          <p:cNvSpPr/>
          <p:nvPr/>
        </p:nvSpPr>
        <p:spPr>
          <a:xfrm>
            <a:off x="234836" y="2359893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April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2" name="TextBox 1711">
            <a:extLst>
              <a:ext uri="{FF2B5EF4-FFF2-40B4-BE49-F238E27FC236}">
                <a16:creationId xmlns:a16="http://schemas.microsoft.com/office/drawing/2014/main" id="{AE557BD5-094F-4F10-B142-05E8EBE314D2}"/>
              </a:ext>
            </a:extLst>
          </p:cNvPr>
          <p:cNvSpPr txBox="1"/>
          <p:nvPr/>
        </p:nvSpPr>
        <p:spPr>
          <a:xfrm>
            <a:off x="234836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3" name="TextBox 1712">
            <a:extLst>
              <a:ext uri="{FF2B5EF4-FFF2-40B4-BE49-F238E27FC236}">
                <a16:creationId xmlns:a16="http://schemas.microsoft.com/office/drawing/2014/main" id="{241A22EC-4F89-47E8-B454-84D53EAB31E3}"/>
              </a:ext>
            </a:extLst>
          </p:cNvPr>
          <p:cNvSpPr txBox="1"/>
          <p:nvPr/>
        </p:nvSpPr>
        <p:spPr>
          <a:xfrm>
            <a:off x="459354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4" name="TextBox 1713">
            <a:extLst>
              <a:ext uri="{FF2B5EF4-FFF2-40B4-BE49-F238E27FC236}">
                <a16:creationId xmlns:a16="http://schemas.microsoft.com/office/drawing/2014/main" id="{7D5C80E1-6542-4297-AFCF-D8377F89341F}"/>
              </a:ext>
            </a:extLst>
          </p:cNvPr>
          <p:cNvSpPr txBox="1"/>
          <p:nvPr/>
        </p:nvSpPr>
        <p:spPr>
          <a:xfrm>
            <a:off x="683872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5" name="TextBox 1714">
            <a:extLst>
              <a:ext uri="{FF2B5EF4-FFF2-40B4-BE49-F238E27FC236}">
                <a16:creationId xmlns:a16="http://schemas.microsoft.com/office/drawing/2014/main" id="{E9CE9F2F-A2AD-48CD-A16C-4C9B1051D801}"/>
              </a:ext>
            </a:extLst>
          </p:cNvPr>
          <p:cNvSpPr txBox="1"/>
          <p:nvPr/>
        </p:nvSpPr>
        <p:spPr>
          <a:xfrm>
            <a:off x="908390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6" name="TextBox 1715">
            <a:extLst>
              <a:ext uri="{FF2B5EF4-FFF2-40B4-BE49-F238E27FC236}">
                <a16:creationId xmlns:a16="http://schemas.microsoft.com/office/drawing/2014/main" id="{32006A1C-CE00-47C6-B632-0EC92D863F5D}"/>
              </a:ext>
            </a:extLst>
          </p:cNvPr>
          <p:cNvSpPr txBox="1"/>
          <p:nvPr/>
        </p:nvSpPr>
        <p:spPr>
          <a:xfrm>
            <a:off x="1132908" y="2570765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7" name="TextBox 1716">
            <a:extLst>
              <a:ext uri="{FF2B5EF4-FFF2-40B4-BE49-F238E27FC236}">
                <a16:creationId xmlns:a16="http://schemas.microsoft.com/office/drawing/2014/main" id="{8CD351FB-F5AE-4883-BFB1-7FD45551240C}"/>
              </a:ext>
            </a:extLst>
          </p:cNvPr>
          <p:cNvSpPr txBox="1"/>
          <p:nvPr/>
        </p:nvSpPr>
        <p:spPr>
          <a:xfrm>
            <a:off x="1357426" y="2570765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07A77ED4-2B11-43BB-9467-E7012A002DD5}"/>
              </a:ext>
            </a:extLst>
          </p:cNvPr>
          <p:cNvSpPr txBox="1"/>
          <p:nvPr/>
        </p:nvSpPr>
        <p:spPr>
          <a:xfrm>
            <a:off x="1585149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19" name="직선 연결선 1718">
            <a:extLst>
              <a:ext uri="{FF2B5EF4-FFF2-40B4-BE49-F238E27FC236}">
                <a16:creationId xmlns:a16="http://schemas.microsoft.com/office/drawing/2014/main" id="{96A54D43-B8DF-43A0-87FE-1D4AD9F439BE}"/>
              </a:ext>
            </a:extLst>
          </p:cNvPr>
          <p:cNvCxnSpPr>
            <a:cxnSpLocks/>
          </p:cNvCxnSpPr>
          <p:nvPr/>
        </p:nvCxnSpPr>
        <p:spPr>
          <a:xfrm>
            <a:off x="235393" y="2749308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0" name="TextBox 1719">
            <a:extLst>
              <a:ext uri="{FF2B5EF4-FFF2-40B4-BE49-F238E27FC236}">
                <a16:creationId xmlns:a16="http://schemas.microsoft.com/office/drawing/2014/main" id="{ED6030EC-B659-4F55-9C4A-94B37169391A}"/>
              </a:ext>
            </a:extLst>
          </p:cNvPr>
          <p:cNvSpPr txBox="1"/>
          <p:nvPr/>
        </p:nvSpPr>
        <p:spPr>
          <a:xfrm>
            <a:off x="234836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1" name="TextBox 1720">
            <a:extLst>
              <a:ext uri="{FF2B5EF4-FFF2-40B4-BE49-F238E27FC236}">
                <a16:creationId xmlns:a16="http://schemas.microsoft.com/office/drawing/2014/main" id="{81808084-3009-40BA-8369-63F605C14EF7}"/>
              </a:ext>
            </a:extLst>
          </p:cNvPr>
          <p:cNvSpPr txBox="1"/>
          <p:nvPr/>
        </p:nvSpPr>
        <p:spPr>
          <a:xfrm>
            <a:off x="459354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DAB2DFE2-D2CF-4ACC-98C5-7FD6B1C97B77}"/>
              </a:ext>
            </a:extLst>
          </p:cNvPr>
          <p:cNvSpPr txBox="1"/>
          <p:nvPr/>
        </p:nvSpPr>
        <p:spPr>
          <a:xfrm>
            <a:off x="683872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468EF6E8-7591-48E6-AE7A-6540994896ED}"/>
              </a:ext>
            </a:extLst>
          </p:cNvPr>
          <p:cNvSpPr txBox="1"/>
          <p:nvPr/>
        </p:nvSpPr>
        <p:spPr>
          <a:xfrm>
            <a:off x="908390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D3719E81-32D2-4D44-B2A7-D1F17BC36DC8}"/>
              </a:ext>
            </a:extLst>
          </p:cNvPr>
          <p:cNvSpPr txBox="1"/>
          <p:nvPr/>
        </p:nvSpPr>
        <p:spPr>
          <a:xfrm>
            <a:off x="1132908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5" name="TextBox 1724">
            <a:extLst>
              <a:ext uri="{FF2B5EF4-FFF2-40B4-BE49-F238E27FC236}">
                <a16:creationId xmlns:a16="http://schemas.microsoft.com/office/drawing/2014/main" id="{7292A8F2-48C8-46EB-8C99-C18F3956B223}"/>
              </a:ext>
            </a:extLst>
          </p:cNvPr>
          <p:cNvSpPr txBox="1"/>
          <p:nvPr/>
        </p:nvSpPr>
        <p:spPr>
          <a:xfrm>
            <a:off x="1357426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064E851C-2020-4B8B-A10D-B796B51A4B9E}"/>
              </a:ext>
            </a:extLst>
          </p:cNvPr>
          <p:cNvSpPr txBox="1"/>
          <p:nvPr/>
        </p:nvSpPr>
        <p:spPr>
          <a:xfrm>
            <a:off x="1581943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6CA6344A-ADAD-42C2-9117-7EC0D98D8C61}"/>
              </a:ext>
            </a:extLst>
          </p:cNvPr>
          <p:cNvSpPr txBox="1"/>
          <p:nvPr/>
        </p:nvSpPr>
        <p:spPr>
          <a:xfrm>
            <a:off x="234836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E60FD673-60E1-4281-983F-E89FBC082BEA}"/>
              </a:ext>
            </a:extLst>
          </p:cNvPr>
          <p:cNvSpPr txBox="1"/>
          <p:nvPr/>
        </p:nvSpPr>
        <p:spPr>
          <a:xfrm>
            <a:off x="459354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5961E724-AA51-4017-8B89-BD17D239D84A}"/>
              </a:ext>
            </a:extLst>
          </p:cNvPr>
          <p:cNvSpPr txBox="1"/>
          <p:nvPr/>
        </p:nvSpPr>
        <p:spPr>
          <a:xfrm>
            <a:off x="683872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39FEE48E-CA31-4F0E-AD1D-BAF9CC56E7CA}"/>
              </a:ext>
            </a:extLst>
          </p:cNvPr>
          <p:cNvSpPr txBox="1"/>
          <p:nvPr/>
        </p:nvSpPr>
        <p:spPr>
          <a:xfrm>
            <a:off x="908390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69360A51-D88E-4F51-94E1-3B7822A35E38}"/>
              </a:ext>
            </a:extLst>
          </p:cNvPr>
          <p:cNvSpPr txBox="1"/>
          <p:nvPr/>
        </p:nvSpPr>
        <p:spPr>
          <a:xfrm>
            <a:off x="1132908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E78F6DF8-0210-48AE-B50D-F728B5CFFCE1}"/>
              </a:ext>
            </a:extLst>
          </p:cNvPr>
          <p:cNvSpPr txBox="1"/>
          <p:nvPr/>
        </p:nvSpPr>
        <p:spPr>
          <a:xfrm>
            <a:off x="1357426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102FE178-8BB8-41F8-AEB8-28492C8AD385}"/>
              </a:ext>
            </a:extLst>
          </p:cNvPr>
          <p:cNvSpPr txBox="1"/>
          <p:nvPr/>
        </p:nvSpPr>
        <p:spPr>
          <a:xfrm>
            <a:off x="1581943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4" name="TextBox 1733">
            <a:extLst>
              <a:ext uri="{FF2B5EF4-FFF2-40B4-BE49-F238E27FC236}">
                <a16:creationId xmlns:a16="http://schemas.microsoft.com/office/drawing/2014/main" id="{8EFA3C91-128F-46BA-A597-9D3E83F80B5A}"/>
              </a:ext>
            </a:extLst>
          </p:cNvPr>
          <p:cNvSpPr txBox="1"/>
          <p:nvPr/>
        </p:nvSpPr>
        <p:spPr>
          <a:xfrm>
            <a:off x="234836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390B69EA-4012-48BE-A7C1-9BD3E88BFCF9}"/>
              </a:ext>
            </a:extLst>
          </p:cNvPr>
          <p:cNvSpPr txBox="1"/>
          <p:nvPr/>
        </p:nvSpPr>
        <p:spPr>
          <a:xfrm>
            <a:off x="459354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8E6B1375-2487-4B05-8420-A97CB584EB09}"/>
              </a:ext>
            </a:extLst>
          </p:cNvPr>
          <p:cNvSpPr txBox="1"/>
          <p:nvPr/>
        </p:nvSpPr>
        <p:spPr>
          <a:xfrm>
            <a:off x="683872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7" name="TextBox 1736">
            <a:extLst>
              <a:ext uri="{FF2B5EF4-FFF2-40B4-BE49-F238E27FC236}">
                <a16:creationId xmlns:a16="http://schemas.microsoft.com/office/drawing/2014/main" id="{5B6A7D8F-7D29-472F-9C66-E1F60ED65164}"/>
              </a:ext>
            </a:extLst>
          </p:cNvPr>
          <p:cNvSpPr txBox="1"/>
          <p:nvPr/>
        </p:nvSpPr>
        <p:spPr>
          <a:xfrm>
            <a:off x="908390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8" name="TextBox 1737">
            <a:extLst>
              <a:ext uri="{FF2B5EF4-FFF2-40B4-BE49-F238E27FC236}">
                <a16:creationId xmlns:a16="http://schemas.microsoft.com/office/drawing/2014/main" id="{831BC6BA-08F8-4FA0-AC4D-F82CD5F4288B}"/>
              </a:ext>
            </a:extLst>
          </p:cNvPr>
          <p:cNvSpPr txBox="1"/>
          <p:nvPr/>
        </p:nvSpPr>
        <p:spPr>
          <a:xfrm>
            <a:off x="1132908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9" name="TextBox 1738">
            <a:extLst>
              <a:ext uri="{FF2B5EF4-FFF2-40B4-BE49-F238E27FC236}">
                <a16:creationId xmlns:a16="http://schemas.microsoft.com/office/drawing/2014/main" id="{9057FEF5-5C1E-40FD-B1F6-2DB2AEC8E4C9}"/>
              </a:ext>
            </a:extLst>
          </p:cNvPr>
          <p:cNvSpPr txBox="1"/>
          <p:nvPr/>
        </p:nvSpPr>
        <p:spPr>
          <a:xfrm>
            <a:off x="1357426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0" name="TextBox 1739">
            <a:extLst>
              <a:ext uri="{FF2B5EF4-FFF2-40B4-BE49-F238E27FC236}">
                <a16:creationId xmlns:a16="http://schemas.microsoft.com/office/drawing/2014/main" id="{4D3E3DD1-136C-4E70-A254-74E40219CBA9}"/>
              </a:ext>
            </a:extLst>
          </p:cNvPr>
          <p:cNvSpPr txBox="1"/>
          <p:nvPr/>
        </p:nvSpPr>
        <p:spPr>
          <a:xfrm>
            <a:off x="1581943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1" name="TextBox 1740">
            <a:extLst>
              <a:ext uri="{FF2B5EF4-FFF2-40B4-BE49-F238E27FC236}">
                <a16:creationId xmlns:a16="http://schemas.microsoft.com/office/drawing/2014/main" id="{260584AF-9200-4682-A006-39C5BAD776D3}"/>
              </a:ext>
            </a:extLst>
          </p:cNvPr>
          <p:cNvSpPr txBox="1"/>
          <p:nvPr/>
        </p:nvSpPr>
        <p:spPr>
          <a:xfrm>
            <a:off x="234836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2" name="TextBox 1741">
            <a:extLst>
              <a:ext uri="{FF2B5EF4-FFF2-40B4-BE49-F238E27FC236}">
                <a16:creationId xmlns:a16="http://schemas.microsoft.com/office/drawing/2014/main" id="{4C88BCBB-7EA4-4CA2-9F05-FE220B4C42AD}"/>
              </a:ext>
            </a:extLst>
          </p:cNvPr>
          <p:cNvSpPr txBox="1"/>
          <p:nvPr/>
        </p:nvSpPr>
        <p:spPr>
          <a:xfrm>
            <a:off x="459354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3" name="TextBox 1742">
            <a:extLst>
              <a:ext uri="{FF2B5EF4-FFF2-40B4-BE49-F238E27FC236}">
                <a16:creationId xmlns:a16="http://schemas.microsoft.com/office/drawing/2014/main" id="{26355D32-ED48-4CA1-8749-83EADB19DA42}"/>
              </a:ext>
            </a:extLst>
          </p:cNvPr>
          <p:cNvSpPr txBox="1"/>
          <p:nvPr/>
        </p:nvSpPr>
        <p:spPr>
          <a:xfrm>
            <a:off x="683872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4" name="TextBox 1743">
            <a:extLst>
              <a:ext uri="{FF2B5EF4-FFF2-40B4-BE49-F238E27FC236}">
                <a16:creationId xmlns:a16="http://schemas.microsoft.com/office/drawing/2014/main" id="{F7454862-70E4-4D2C-B853-985B3DA6E0DC}"/>
              </a:ext>
            </a:extLst>
          </p:cNvPr>
          <p:cNvSpPr txBox="1"/>
          <p:nvPr/>
        </p:nvSpPr>
        <p:spPr>
          <a:xfrm>
            <a:off x="908390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CACFEDEA-8024-453A-8DFB-7BF2532458DF}"/>
              </a:ext>
            </a:extLst>
          </p:cNvPr>
          <p:cNvSpPr txBox="1"/>
          <p:nvPr/>
        </p:nvSpPr>
        <p:spPr>
          <a:xfrm>
            <a:off x="1132908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78EB2BC4-EE1D-4981-8987-72A8A7DEF52F}"/>
              </a:ext>
            </a:extLst>
          </p:cNvPr>
          <p:cNvSpPr txBox="1"/>
          <p:nvPr/>
        </p:nvSpPr>
        <p:spPr>
          <a:xfrm>
            <a:off x="1357426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CEEB33D0-605D-4A8F-A9F7-DABEC026690E}"/>
              </a:ext>
            </a:extLst>
          </p:cNvPr>
          <p:cNvSpPr txBox="1"/>
          <p:nvPr/>
        </p:nvSpPr>
        <p:spPr>
          <a:xfrm>
            <a:off x="1581943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FEA0AED-5569-48BC-BBAA-5D9FFAA656B0}"/>
              </a:ext>
            </a:extLst>
          </p:cNvPr>
          <p:cNvSpPr txBox="1"/>
          <p:nvPr/>
        </p:nvSpPr>
        <p:spPr>
          <a:xfrm>
            <a:off x="234836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4BB4BCCE-96C8-4853-AE3C-AAC2D06F2DA8}"/>
              </a:ext>
            </a:extLst>
          </p:cNvPr>
          <p:cNvSpPr txBox="1"/>
          <p:nvPr/>
        </p:nvSpPr>
        <p:spPr>
          <a:xfrm>
            <a:off x="459354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44D2AD29-AB59-4F65-9958-565D960D47A4}"/>
              </a:ext>
            </a:extLst>
          </p:cNvPr>
          <p:cNvSpPr txBox="1"/>
          <p:nvPr/>
        </p:nvSpPr>
        <p:spPr>
          <a:xfrm>
            <a:off x="683872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1" name="TextBox 1750">
            <a:extLst>
              <a:ext uri="{FF2B5EF4-FFF2-40B4-BE49-F238E27FC236}">
                <a16:creationId xmlns:a16="http://schemas.microsoft.com/office/drawing/2014/main" id="{FCDD4D3D-0F1A-4F8D-AC57-DBC40F608521}"/>
              </a:ext>
            </a:extLst>
          </p:cNvPr>
          <p:cNvSpPr txBox="1"/>
          <p:nvPr/>
        </p:nvSpPr>
        <p:spPr>
          <a:xfrm>
            <a:off x="908390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D72352E4-2DFE-4BEB-B620-8D4B759CAB80}"/>
              </a:ext>
            </a:extLst>
          </p:cNvPr>
          <p:cNvSpPr txBox="1"/>
          <p:nvPr/>
        </p:nvSpPr>
        <p:spPr>
          <a:xfrm>
            <a:off x="1132908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6E509FF1-83BD-43E6-88D9-9824A9CFD9B0}"/>
              </a:ext>
            </a:extLst>
          </p:cNvPr>
          <p:cNvSpPr txBox="1"/>
          <p:nvPr/>
        </p:nvSpPr>
        <p:spPr>
          <a:xfrm>
            <a:off x="1357426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43E932E8-711A-439F-B135-C7167AB9B5FB}"/>
              </a:ext>
            </a:extLst>
          </p:cNvPr>
          <p:cNvSpPr txBox="1"/>
          <p:nvPr/>
        </p:nvSpPr>
        <p:spPr>
          <a:xfrm>
            <a:off x="1581943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4173E947-50E6-4D1D-BED8-79BAC749DAE4}"/>
              </a:ext>
            </a:extLst>
          </p:cNvPr>
          <p:cNvSpPr txBox="1"/>
          <p:nvPr/>
        </p:nvSpPr>
        <p:spPr>
          <a:xfrm>
            <a:off x="2224844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7" name="TextBox 1756">
            <a:extLst>
              <a:ext uri="{FF2B5EF4-FFF2-40B4-BE49-F238E27FC236}">
                <a16:creationId xmlns:a16="http://schemas.microsoft.com/office/drawing/2014/main" id="{ED77D2AD-D703-4C16-8B54-6624366CF374}"/>
              </a:ext>
            </a:extLst>
          </p:cNvPr>
          <p:cNvSpPr txBox="1"/>
          <p:nvPr/>
        </p:nvSpPr>
        <p:spPr>
          <a:xfrm>
            <a:off x="2449362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8" name="TextBox 1757">
            <a:extLst>
              <a:ext uri="{FF2B5EF4-FFF2-40B4-BE49-F238E27FC236}">
                <a16:creationId xmlns:a16="http://schemas.microsoft.com/office/drawing/2014/main" id="{CE516701-39B3-48A7-8E18-746F027BDADC}"/>
              </a:ext>
            </a:extLst>
          </p:cNvPr>
          <p:cNvSpPr txBox="1"/>
          <p:nvPr/>
        </p:nvSpPr>
        <p:spPr>
          <a:xfrm>
            <a:off x="2673880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9" name="TextBox 1758">
            <a:extLst>
              <a:ext uri="{FF2B5EF4-FFF2-40B4-BE49-F238E27FC236}">
                <a16:creationId xmlns:a16="http://schemas.microsoft.com/office/drawing/2014/main" id="{809F90A4-7C24-48E3-A1C1-5BEC99DC5D9D}"/>
              </a:ext>
            </a:extLst>
          </p:cNvPr>
          <p:cNvSpPr txBox="1"/>
          <p:nvPr/>
        </p:nvSpPr>
        <p:spPr>
          <a:xfrm>
            <a:off x="2898398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0" name="TextBox 1759">
            <a:extLst>
              <a:ext uri="{FF2B5EF4-FFF2-40B4-BE49-F238E27FC236}">
                <a16:creationId xmlns:a16="http://schemas.microsoft.com/office/drawing/2014/main" id="{72F06DF7-1316-4257-8B67-F00555BDF864}"/>
              </a:ext>
            </a:extLst>
          </p:cNvPr>
          <p:cNvSpPr txBox="1"/>
          <p:nvPr/>
        </p:nvSpPr>
        <p:spPr>
          <a:xfrm>
            <a:off x="3122916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1" name="TextBox 1760">
            <a:extLst>
              <a:ext uri="{FF2B5EF4-FFF2-40B4-BE49-F238E27FC236}">
                <a16:creationId xmlns:a16="http://schemas.microsoft.com/office/drawing/2014/main" id="{3F6DA572-D728-47CD-87E3-C8411E8823C3}"/>
              </a:ext>
            </a:extLst>
          </p:cNvPr>
          <p:cNvSpPr txBox="1"/>
          <p:nvPr/>
        </p:nvSpPr>
        <p:spPr>
          <a:xfrm>
            <a:off x="3347434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2" name="TextBox 1761">
            <a:extLst>
              <a:ext uri="{FF2B5EF4-FFF2-40B4-BE49-F238E27FC236}">
                <a16:creationId xmlns:a16="http://schemas.microsoft.com/office/drawing/2014/main" id="{41F29EB4-D9CB-4F3D-8BD5-0FC811E5DA72}"/>
              </a:ext>
            </a:extLst>
          </p:cNvPr>
          <p:cNvSpPr txBox="1"/>
          <p:nvPr/>
        </p:nvSpPr>
        <p:spPr>
          <a:xfrm>
            <a:off x="3571951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3" name="직사각형 1762">
            <a:extLst>
              <a:ext uri="{FF2B5EF4-FFF2-40B4-BE49-F238E27FC236}">
                <a16:creationId xmlns:a16="http://schemas.microsoft.com/office/drawing/2014/main" id="{3B666BBA-ED3C-4D7A-BAAA-8471AA1F1FFA}"/>
              </a:ext>
            </a:extLst>
          </p:cNvPr>
          <p:cNvSpPr/>
          <p:nvPr/>
        </p:nvSpPr>
        <p:spPr>
          <a:xfrm>
            <a:off x="2224844" y="2359893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May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4" name="TextBox 1763">
            <a:extLst>
              <a:ext uri="{FF2B5EF4-FFF2-40B4-BE49-F238E27FC236}">
                <a16:creationId xmlns:a16="http://schemas.microsoft.com/office/drawing/2014/main" id="{FA7AB97F-12FC-4A9F-B848-64A021450800}"/>
              </a:ext>
            </a:extLst>
          </p:cNvPr>
          <p:cNvSpPr txBox="1"/>
          <p:nvPr/>
        </p:nvSpPr>
        <p:spPr>
          <a:xfrm>
            <a:off x="2224844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5" name="TextBox 1764">
            <a:extLst>
              <a:ext uri="{FF2B5EF4-FFF2-40B4-BE49-F238E27FC236}">
                <a16:creationId xmlns:a16="http://schemas.microsoft.com/office/drawing/2014/main" id="{3DE9DAF3-5CC8-410C-9FA0-8D97B0455E13}"/>
              </a:ext>
            </a:extLst>
          </p:cNvPr>
          <p:cNvSpPr txBox="1"/>
          <p:nvPr/>
        </p:nvSpPr>
        <p:spPr>
          <a:xfrm>
            <a:off x="2449362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6" name="TextBox 1765">
            <a:extLst>
              <a:ext uri="{FF2B5EF4-FFF2-40B4-BE49-F238E27FC236}">
                <a16:creationId xmlns:a16="http://schemas.microsoft.com/office/drawing/2014/main" id="{4BF0FD59-FD30-4358-AB9E-255829C9DB49}"/>
              </a:ext>
            </a:extLst>
          </p:cNvPr>
          <p:cNvSpPr txBox="1"/>
          <p:nvPr/>
        </p:nvSpPr>
        <p:spPr>
          <a:xfrm>
            <a:off x="2673880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7" name="TextBox 1766">
            <a:extLst>
              <a:ext uri="{FF2B5EF4-FFF2-40B4-BE49-F238E27FC236}">
                <a16:creationId xmlns:a16="http://schemas.microsoft.com/office/drawing/2014/main" id="{7991680E-4BEF-4CE3-A2D6-34EECEB4A229}"/>
              </a:ext>
            </a:extLst>
          </p:cNvPr>
          <p:cNvSpPr txBox="1"/>
          <p:nvPr/>
        </p:nvSpPr>
        <p:spPr>
          <a:xfrm>
            <a:off x="2898398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28665CDC-F7B4-47EE-A53D-74DF399E0784}"/>
              </a:ext>
            </a:extLst>
          </p:cNvPr>
          <p:cNvSpPr txBox="1"/>
          <p:nvPr/>
        </p:nvSpPr>
        <p:spPr>
          <a:xfrm>
            <a:off x="3122916" y="2570765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9B546BB0-F57C-4065-8EC5-1F61A73FD92C}"/>
              </a:ext>
            </a:extLst>
          </p:cNvPr>
          <p:cNvSpPr txBox="1"/>
          <p:nvPr/>
        </p:nvSpPr>
        <p:spPr>
          <a:xfrm>
            <a:off x="3347434" y="2570765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05259F64-B0EE-48CB-B3E6-7DBFE4124306}"/>
              </a:ext>
            </a:extLst>
          </p:cNvPr>
          <p:cNvSpPr txBox="1"/>
          <p:nvPr/>
        </p:nvSpPr>
        <p:spPr>
          <a:xfrm>
            <a:off x="3575157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71" name="직선 연결선 1770">
            <a:extLst>
              <a:ext uri="{FF2B5EF4-FFF2-40B4-BE49-F238E27FC236}">
                <a16:creationId xmlns:a16="http://schemas.microsoft.com/office/drawing/2014/main" id="{A9D53572-2A21-429C-93A0-24C80AF02ED4}"/>
              </a:ext>
            </a:extLst>
          </p:cNvPr>
          <p:cNvCxnSpPr>
            <a:cxnSpLocks/>
          </p:cNvCxnSpPr>
          <p:nvPr/>
        </p:nvCxnSpPr>
        <p:spPr>
          <a:xfrm>
            <a:off x="2225401" y="2749308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2" name="TextBox 1771">
            <a:extLst>
              <a:ext uri="{FF2B5EF4-FFF2-40B4-BE49-F238E27FC236}">
                <a16:creationId xmlns:a16="http://schemas.microsoft.com/office/drawing/2014/main" id="{76697F3D-33EA-4160-81D0-0A2C3B213517}"/>
              </a:ext>
            </a:extLst>
          </p:cNvPr>
          <p:cNvSpPr txBox="1"/>
          <p:nvPr/>
        </p:nvSpPr>
        <p:spPr>
          <a:xfrm>
            <a:off x="2224844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3" name="TextBox 1772">
            <a:extLst>
              <a:ext uri="{FF2B5EF4-FFF2-40B4-BE49-F238E27FC236}">
                <a16:creationId xmlns:a16="http://schemas.microsoft.com/office/drawing/2014/main" id="{D47829F3-4016-42B0-A025-AEEB3F2CC813}"/>
              </a:ext>
            </a:extLst>
          </p:cNvPr>
          <p:cNvSpPr txBox="1"/>
          <p:nvPr/>
        </p:nvSpPr>
        <p:spPr>
          <a:xfrm>
            <a:off x="2449362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030A64F9-2D10-45E2-8FD3-21551DE65A56}"/>
              </a:ext>
            </a:extLst>
          </p:cNvPr>
          <p:cNvSpPr txBox="1"/>
          <p:nvPr/>
        </p:nvSpPr>
        <p:spPr>
          <a:xfrm>
            <a:off x="2673880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5CA4F774-4596-456A-8D9D-563E59DE50ED}"/>
              </a:ext>
            </a:extLst>
          </p:cNvPr>
          <p:cNvSpPr txBox="1"/>
          <p:nvPr/>
        </p:nvSpPr>
        <p:spPr>
          <a:xfrm>
            <a:off x="2898398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4DE0B3CE-CADE-4CA0-8EC5-A5F81CE39F74}"/>
              </a:ext>
            </a:extLst>
          </p:cNvPr>
          <p:cNvSpPr txBox="1"/>
          <p:nvPr/>
        </p:nvSpPr>
        <p:spPr>
          <a:xfrm>
            <a:off x="3122916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5970D248-79BC-4123-9F10-9739423A5029}"/>
              </a:ext>
            </a:extLst>
          </p:cNvPr>
          <p:cNvSpPr txBox="1"/>
          <p:nvPr/>
        </p:nvSpPr>
        <p:spPr>
          <a:xfrm>
            <a:off x="3347434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9287DE77-02AB-4879-BB85-FFA479C72593}"/>
              </a:ext>
            </a:extLst>
          </p:cNvPr>
          <p:cNvSpPr txBox="1"/>
          <p:nvPr/>
        </p:nvSpPr>
        <p:spPr>
          <a:xfrm>
            <a:off x="3571951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355AB84C-A83E-4407-A92C-F65FF22404A6}"/>
              </a:ext>
            </a:extLst>
          </p:cNvPr>
          <p:cNvSpPr txBox="1"/>
          <p:nvPr/>
        </p:nvSpPr>
        <p:spPr>
          <a:xfrm>
            <a:off x="2224844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0" name="TextBox 1779">
            <a:extLst>
              <a:ext uri="{FF2B5EF4-FFF2-40B4-BE49-F238E27FC236}">
                <a16:creationId xmlns:a16="http://schemas.microsoft.com/office/drawing/2014/main" id="{A1645FDF-1250-4699-B5A7-3965C1B791A8}"/>
              </a:ext>
            </a:extLst>
          </p:cNvPr>
          <p:cNvSpPr txBox="1"/>
          <p:nvPr/>
        </p:nvSpPr>
        <p:spPr>
          <a:xfrm>
            <a:off x="2449362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1" name="TextBox 1780">
            <a:extLst>
              <a:ext uri="{FF2B5EF4-FFF2-40B4-BE49-F238E27FC236}">
                <a16:creationId xmlns:a16="http://schemas.microsoft.com/office/drawing/2014/main" id="{B4DB903A-B254-4B59-938A-07DA64B94BED}"/>
              </a:ext>
            </a:extLst>
          </p:cNvPr>
          <p:cNvSpPr txBox="1"/>
          <p:nvPr/>
        </p:nvSpPr>
        <p:spPr>
          <a:xfrm>
            <a:off x="2673880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2" name="TextBox 1781">
            <a:extLst>
              <a:ext uri="{FF2B5EF4-FFF2-40B4-BE49-F238E27FC236}">
                <a16:creationId xmlns:a16="http://schemas.microsoft.com/office/drawing/2014/main" id="{76687368-50A6-40CF-82A9-7DEB6E0D005A}"/>
              </a:ext>
            </a:extLst>
          </p:cNvPr>
          <p:cNvSpPr txBox="1"/>
          <p:nvPr/>
        </p:nvSpPr>
        <p:spPr>
          <a:xfrm>
            <a:off x="2898398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3" name="TextBox 1782">
            <a:extLst>
              <a:ext uri="{FF2B5EF4-FFF2-40B4-BE49-F238E27FC236}">
                <a16:creationId xmlns:a16="http://schemas.microsoft.com/office/drawing/2014/main" id="{4AA92788-7DA6-42DB-8F4C-6A9ED762E09D}"/>
              </a:ext>
            </a:extLst>
          </p:cNvPr>
          <p:cNvSpPr txBox="1"/>
          <p:nvPr/>
        </p:nvSpPr>
        <p:spPr>
          <a:xfrm>
            <a:off x="3122916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4" name="TextBox 1783">
            <a:extLst>
              <a:ext uri="{FF2B5EF4-FFF2-40B4-BE49-F238E27FC236}">
                <a16:creationId xmlns:a16="http://schemas.microsoft.com/office/drawing/2014/main" id="{983D360B-310A-4D9F-8547-931FAFFA1CAE}"/>
              </a:ext>
            </a:extLst>
          </p:cNvPr>
          <p:cNvSpPr txBox="1"/>
          <p:nvPr/>
        </p:nvSpPr>
        <p:spPr>
          <a:xfrm>
            <a:off x="3347434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5" name="TextBox 1784">
            <a:extLst>
              <a:ext uri="{FF2B5EF4-FFF2-40B4-BE49-F238E27FC236}">
                <a16:creationId xmlns:a16="http://schemas.microsoft.com/office/drawing/2014/main" id="{9DDBD6D6-8726-4D3D-8440-7DE08CD1E62D}"/>
              </a:ext>
            </a:extLst>
          </p:cNvPr>
          <p:cNvSpPr txBox="1"/>
          <p:nvPr/>
        </p:nvSpPr>
        <p:spPr>
          <a:xfrm>
            <a:off x="3571951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6" name="TextBox 1785">
            <a:extLst>
              <a:ext uri="{FF2B5EF4-FFF2-40B4-BE49-F238E27FC236}">
                <a16:creationId xmlns:a16="http://schemas.microsoft.com/office/drawing/2014/main" id="{84455F8C-E9C9-4D43-8766-B1C52EB50096}"/>
              </a:ext>
            </a:extLst>
          </p:cNvPr>
          <p:cNvSpPr txBox="1"/>
          <p:nvPr/>
        </p:nvSpPr>
        <p:spPr>
          <a:xfrm>
            <a:off x="2224844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7" name="TextBox 1786">
            <a:extLst>
              <a:ext uri="{FF2B5EF4-FFF2-40B4-BE49-F238E27FC236}">
                <a16:creationId xmlns:a16="http://schemas.microsoft.com/office/drawing/2014/main" id="{0791C1D2-5C8E-400D-9033-0FF05D109EA1}"/>
              </a:ext>
            </a:extLst>
          </p:cNvPr>
          <p:cNvSpPr txBox="1"/>
          <p:nvPr/>
        </p:nvSpPr>
        <p:spPr>
          <a:xfrm>
            <a:off x="2449362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8" name="TextBox 1787">
            <a:extLst>
              <a:ext uri="{FF2B5EF4-FFF2-40B4-BE49-F238E27FC236}">
                <a16:creationId xmlns:a16="http://schemas.microsoft.com/office/drawing/2014/main" id="{4926C6A7-76CF-4AA5-890D-D4A3BA6C3457}"/>
              </a:ext>
            </a:extLst>
          </p:cNvPr>
          <p:cNvSpPr txBox="1"/>
          <p:nvPr/>
        </p:nvSpPr>
        <p:spPr>
          <a:xfrm>
            <a:off x="2673880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9" name="TextBox 1788">
            <a:extLst>
              <a:ext uri="{FF2B5EF4-FFF2-40B4-BE49-F238E27FC236}">
                <a16:creationId xmlns:a16="http://schemas.microsoft.com/office/drawing/2014/main" id="{A9EA7D35-C8FC-43E2-9BA4-6C86A716CE57}"/>
              </a:ext>
            </a:extLst>
          </p:cNvPr>
          <p:cNvSpPr txBox="1"/>
          <p:nvPr/>
        </p:nvSpPr>
        <p:spPr>
          <a:xfrm>
            <a:off x="2898398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0" name="TextBox 1789">
            <a:extLst>
              <a:ext uri="{FF2B5EF4-FFF2-40B4-BE49-F238E27FC236}">
                <a16:creationId xmlns:a16="http://schemas.microsoft.com/office/drawing/2014/main" id="{432AB34E-D1AC-436D-BF2F-06C196B214F9}"/>
              </a:ext>
            </a:extLst>
          </p:cNvPr>
          <p:cNvSpPr txBox="1"/>
          <p:nvPr/>
        </p:nvSpPr>
        <p:spPr>
          <a:xfrm>
            <a:off x="3122916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9524D3E-9CFB-45ED-9B22-5446A1252FD4}"/>
              </a:ext>
            </a:extLst>
          </p:cNvPr>
          <p:cNvSpPr txBox="1"/>
          <p:nvPr/>
        </p:nvSpPr>
        <p:spPr>
          <a:xfrm>
            <a:off x="3347434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2" name="TextBox 1791">
            <a:extLst>
              <a:ext uri="{FF2B5EF4-FFF2-40B4-BE49-F238E27FC236}">
                <a16:creationId xmlns:a16="http://schemas.microsoft.com/office/drawing/2014/main" id="{738BFDE3-A87F-4C77-9E16-4E41D7007697}"/>
              </a:ext>
            </a:extLst>
          </p:cNvPr>
          <p:cNvSpPr txBox="1"/>
          <p:nvPr/>
        </p:nvSpPr>
        <p:spPr>
          <a:xfrm>
            <a:off x="3571951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3" name="TextBox 1792">
            <a:extLst>
              <a:ext uri="{FF2B5EF4-FFF2-40B4-BE49-F238E27FC236}">
                <a16:creationId xmlns:a16="http://schemas.microsoft.com/office/drawing/2014/main" id="{33CEF0DA-2100-4BF3-8E6B-83C23CAC579A}"/>
              </a:ext>
            </a:extLst>
          </p:cNvPr>
          <p:cNvSpPr txBox="1"/>
          <p:nvPr/>
        </p:nvSpPr>
        <p:spPr>
          <a:xfrm>
            <a:off x="2224844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4" name="TextBox 1793">
            <a:extLst>
              <a:ext uri="{FF2B5EF4-FFF2-40B4-BE49-F238E27FC236}">
                <a16:creationId xmlns:a16="http://schemas.microsoft.com/office/drawing/2014/main" id="{57DE8E53-CF88-4C79-814D-100E01F5832E}"/>
              </a:ext>
            </a:extLst>
          </p:cNvPr>
          <p:cNvSpPr txBox="1"/>
          <p:nvPr/>
        </p:nvSpPr>
        <p:spPr>
          <a:xfrm>
            <a:off x="2449362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5" name="TextBox 1794">
            <a:extLst>
              <a:ext uri="{FF2B5EF4-FFF2-40B4-BE49-F238E27FC236}">
                <a16:creationId xmlns:a16="http://schemas.microsoft.com/office/drawing/2014/main" id="{B92AF409-A37B-4727-A892-64D511DEAAF1}"/>
              </a:ext>
            </a:extLst>
          </p:cNvPr>
          <p:cNvSpPr txBox="1"/>
          <p:nvPr/>
        </p:nvSpPr>
        <p:spPr>
          <a:xfrm>
            <a:off x="2673880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6" name="TextBox 1795">
            <a:extLst>
              <a:ext uri="{FF2B5EF4-FFF2-40B4-BE49-F238E27FC236}">
                <a16:creationId xmlns:a16="http://schemas.microsoft.com/office/drawing/2014/main" id="{71BB3069-60AB-49C7-AE37-9BDF911CA2F8}"/>
              </a:ext>
            </a:extLst>
          </p:cNvPr>
          <p:cNvSpPr txBox="1"/>
          <p:nvPr/>
        </p:nvSpPr>
        <p:spPr>
          <a:xfrm>
            <a:off x="2898398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7" name="TextBox 1796">
            <a:extLst>
              <a:ext uri="{FF2B5EF4-FFF2-40B4-BE49-F238E27FC236}">
                <a16:creationId xmlns:a16="http://schemas.microsoft.com/office/drawing/2014/main" id="{AA9E39E9-5913-4D2E-98E2-8EECDA9C9D46}"/>
              </a:ext>
            </a:extLst>
          </p:cNvPr>
          <p:cNvSpPr txBox="1"/>
          <p:nvPr/>
        </p:nvSpPr>
        <p:spPr>
          <a:xfrm>
            <a:off x="3122916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8" name="TextBox 1797">
            <a:extLst>
              <a:ext uri="{FF2B5EF4-FFF2-40B4-BE49-F238E27FC236}">
                <a16:creationId xmlns:a16="http://schemas.microsoft.com/office/drawing/2014/main" id="{DF8F9039-61CE-4C2A-86C4-F30967592758}"/>
              </a:ext>
            </a:extLst>
          </p:cNvPr>
          <p:cNvSpPr txBox="1"/>
          <p:nvPr/>
        </p:nvSpPr>
        <p:spPr>
          <a:xfrm>
            <a:off x="3347434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9" name="TextBox 1798">
            <a:extLst>
              <a:ext uri="{FF2B5EF4-FFF2-40B4-BE49-F238E27FC236}">
                <a16:creationId xmlns:a16="http://schemas.microsoft.com/office/drawing/2014/main" id="{D6741A1F-39B1-4790-845C-BCF6E5F70321}"/>
              </a:ext>
            </a:extLst>
          </p:cNvPr>
          <p:cNvSpPr txBox="1"/>
          <p:nvPr/>
        </p:nvSpPr>
        <p:spPr>
          <a:xfrm>
            <a:off x="3571951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0" name="TextBox 1799">
            <a:extLst>
              <a:ext uri="{FF2B5EF4-FFF2-40B4-BE49-F238E27FC236}">
                <a16:creationId xmlns:a16="http://schemas.microsoft.com/office/drawing/2014/main" id="{F6F930D5-C2B8-4F3D-B193-38BA923A1050}"/>
              </a:ext>
            </a:extLst>
          </p:cNvPr>
          <p:cNvSpPr txBox="1"/>
          <p:nvPr/>
        </p:nvSpPr>
        <p:spPr>
          <a:xfrm>
            <a:off x="2224844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1" name="TextBox 1800">
            <a:extLst>
              <a:ext uri="{FF2B5EF4-FFF2-40B4-BE49-F238E27FC236}">
                <a16:creationId xmlns:a16="http://schemas.microsoft.com/office/drawing/2014/main" id="{4C60BF22-730C-49EB-B3D0-33323FBE5D71}"/>
              </a:ext>
            </a:extLst>
          </p:cNvPr>
          <p:cNvSpPr txBox="1"/>
          <p:nvPr/>
        </p:nvSpPr>
        <p:spPr>
          <a:xfrm>
            <a:off x="2449362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2" name="TextBox 1801">
            <a:extLst>
              <a:ext uri="{FF2B5EF4-FFF2-40B4-BE49-F238E27FC236}">
                <a16:creationId xmlns:a16="http://schemas.microsoft.com/office/drawing/2014/main" id="{EF2994C5-34A3-4982-AD06-217AC3AF34B9}"/>
              </a:ext>
            </a:extLst>
          </p:cNvPr>
          <p:cNvSpPr txBox="1"/>
          <p:nvPr/>
        </p:nvSpPr>
        <p:spPr>
          <a:xfrm>
            <a:off x="2673880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3" name="TextBox 1802">
            <a:extLst>
              <a:ext uri="{FF2B5EF4-FFF2-40B4-BE49-F238E27FC236}">
                <a16:creationId xmlns:a16="http://schemas.microsoft.com/office/drawing/2014/main" id="{DD7C1794-3F38-40CF-B731-C9FAE96BEBE4}"/>
              </a:ext>
            </a:extLst>
          </p:cNvPr>
          <p:cNvSpPr txBox="1"/>
          <p:nvPr/>
        </p:nvSpPr>
        <p:spPr>
          <a:xfrm>
            <a:off x="2898398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4" name="TextBox 1803">
            <a:extLst>
              <a:ext uri="{FF2B5EF4-FFF2-40B4-BE49-F238E27FC236}">
                <a16:creationId xmlns:a16="http://schemas.microsoft.com/office/drawing/2014/main" id="{8EE58A85-9677-43A8-8200-E18E88E50BC8}"/>
              </a:ext>
            </a:extLst>
          </p:cNvPr>
          <p:cNvSpPr txBox="1"/>
          <p:nvPr/>
        </p:nvSpPr>
        <p:spPr>
          <a:xfrm>
            <a:off x="3122916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5" name="TextBox 1804">
            <a:extLst>
              <a:ext uri="{FF2B5EF4-FFF2-40B4-BE49-F238E27FC236}">
                <a16:creationId xmlns:a16="http://schemas.microsoft.com/office/drawing/2014/main" id="{A8F4A732-C5E0-4E4C-899A-5D304F0E9597}"/>
              </a:ext>
            </a:extLst>
          </p:cNvPr>
          <p:cNvSpPr txBox="1"/>
          <p:nvPr/>
        </p:nvSpPr>
        <p:spPr>
          <a:xfrm>
            <a:off x="3347434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3D7EBBB0-AECF-4548-993B-88934FECDC68}"/>
              </a:ext>
            </a:extLst>
          </p:cNvPr>
          <p:cNvSpPr txBox="1"/>
          <p:nvPr/>
        </p:nvSpPr>
        <p:spPr>
          <a:xfrm>
            <a:off x="3571951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37E7F6F2-8B05-4AA7-B75B-A064AC44084C}"/>
              </a:ext>
            </a:extLst>
          </p:cNvPr>
          <p:cNvSpPr txBox="1"/>
          <p:nvPr/>
        </p:nvSpPr>
        <p:spPr>
          <a:xfrm>
            <a:off x="4214851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61B15912-D23F-43D7-BB77-8D5436ECF04A}"/>
              </a:ext>
            </a:extLst>
          </p:cNvPr>
          <p:cNvSpPr txBox="1"/>
          <p:nvPr/>
        </p:nvSpPr>
        <p:spPr>
          <a:xfrm>
            <a:off x="4439369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0383D040-D3F6-4EBD-A270-07C37BA95D30}"/>
              </a:ext>
            </a:extLst>
          </p:cNvPr>
          <p:cNvSpPr txBox="1"/>
          <p:nvPr/>
        </p:nvSpPr>
        <p:spPr>
          <a:xfrm>
            <a:off x="4663887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C8936F23-7A14-4841-99FB-531B7382CF16}"/>
              </a:ext>
            </a:extLst>
          </p:cNvPr>
          <p:cNvSpPr txBox="1"/>
          <p:nvPr/>
        </p:nvSpPr>
        <p:spPr>
          <a:xfrm>
            <a:off x="4888405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976A1E47-5D67-4169-B3F1-5825C554D499}"/>
              </a:ext>
            </a:extLst>
          </p:cNvPr>
          <p:cNvSpPr txBox="1"/>
          <p:nvPr/>
        </p:nvSpPr>
        <p:spPr>
          <a:xfrm>
            <a:off x="5112923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49D92050-8824-42FD-9C0C-ECC56E562104}"/>
              </a:ext>
            </a:extLst>
          </p:cNvPr>
          <p:cNvSpPr txBox="1"/>
          <p:nvPr/>
        </p:nvSpPr>
        <p:spPr>
          <a:xfrm>
            <a:off x="5337441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973527EF-7BA8-4B1C-8C72-3626FD45E104}"/>
              </a:ext>
            </a:extLst>
          </p:cNvPr>
          <p:cNvSpPr txBox="1"/>
          <p:nvPr/>
        </p:nvSpPr>
        <p:spPr>
          <a:xfrm>
            <a:off x="5561958" y="278654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5" name="직사각형 1814">
            <a:extLst>
              <a:ext uri="{FF2B5EF4-FFF2-40B4-BE49-F238E27FC236}">
                <a16:creationId xmlns:a16="http://schemas.microsoft.com/office/drawing/2014/main" id="{291FEBB6-3096-4F75-A30E-46A3EB5563B4}"/>
              </a:ext>
            </a:extLst>
          </p:cNvPr>
          <p:cNvSpPr/>
          <p:nvPr/>
        </p:nvSpPr>
        <p:spPr>
          <a:xfrm>
            <a:off x="4214851" y="2359893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June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6" name="TextBox 1815">
            <a:extLst>
              <a:ext uri="{FF2B5EF4-FFF2-40B4-BE49-F238E27FC236}">
                <a16:creationId xmlns:a16="http://schemas.microsoft.com/office/drawing/2014/main" id="{B35A3D6C-6DFD-46F1-AEED-A5C20031E09F}"/>
              </a:ext>
            </a:extLst>
          </p:cNvPr>
          <p:cNvSpPr txBox="1"/>
          <p:nvPr/>
        </p:nvSpPr>
        <p:spPr>
          <a:xfrm>
            <a:off x="4214851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7" name="TextBox 1816">
            <a:extLst>
              <a:ext uri="{FF2B5EF4-FFF2-40B4-BE49-F238E27FC236}">
                <a16:creationId xmlns:a16="http://schemas.microsoft.com/office/drawing/2014/main" id="{FC18CE2C-A3D9-4D59-B7CB-64706080C8D1}"/>
              </a:ext>
            </a:extLst>
          </p:cNvPr>
          <p:cNvSpPr txBox="1"/>
          <p:nvPr/>
        </p:nvSpPr>
        <p:spPr>
          <a:xfrm>
            <a:off x="4439369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8" name="TextBox 1817">
            <a:extLst>
              <a:ext uri="{FF2B5EF4-FFF2-40B4-BE49-F238E27FC236}">
                <a16:creationId xmlns:a16="http://schemas.microsoft.com/office/drawing/2014/main" id="{EE38A8E1-9079-4FC6-AD74-B5F63876C2E0}"/>
              </a:ext>
            </a:extLst>
          </p:cNvPr>
          <p:cNvSpPr txBox="1"/>
          <p:nvPr/>
        </p:nvSpPr>
        <p:spPr>
          <a:xfrm>
            <a:off x="4663887" y="2570765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9" name="TextBox 1818">
            <a:extLst>
              <a:ext uri="{FF2B5EF4-FFF2-40B4-BE49-F238E27FC236}">
                <a16:creationId xmlns:a16="http://schemas.microsoft.com/office/drawing/2014/main" id="{0769355D-5D2F-4063-8EA4-DB0E7E0B54C8}"/>
              </a:ext>
            </a:extLst>
          </p:cNvPr>
          <p:cNvSpPr txBox="1"/>
          <p:nvPr/>
        </p:nvSpPr>
        <p:spPr>
          <a:xfrm>
            <a:off x="4888405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0" name="TextBox 1819">
            <a:extLst>
              <a:ext uri="{FF2B5EF4-FFF2-40B4-BE49-F238E27FC236}">
                <a16:creationId xmlns:a16="http://schemas.microsoft.com/office/drawing/2014/main" id="{C87A6EDC-CB8F-4FB5-BFC3-8E8D6F933BF1}"/>
              </a:ext>
            </a:extLst>
          </p:cNvPr>
          <p:cNvSpPr txBox="1"/>
          <p:nvPr/>
        </p:nvSpPr>
        <p:spPr>
          <a:xfrm>
            <a:off x="5112923" y="2570765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1" name="TextBox 1820">
            <a:extLst>
              <a:ext uri="{FF2B5EF4-FFF2-40B4-BE49-F238E27FC236}">
                <a16:creationId xmlns:a16="http://schemas.microsoft.com/office/drawing/2014/main" id="{806FA599-FC64-4302-A4C4-1BC03BA80620}"/>
              </a:ext>
            </a:extLst>
          </p:cNvPr>
          <p:cNvSpPr txBox="1"/>
          <p:nvPr/>
        </p:nvSpPr>
        <p:spPr>
          <a:xfrm>
            <a:off x="5337441" y="2570765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2" name="TextBox 1821">
            <a:extLst>
              <a:ext uri="{FF2B5EF4-FFF2-40B4-BE49-F238E27FC236}">
                <a16:creationId xmlns:a16="http://schemas.microsoft.com/office/drawing/2014/main" id="{537FE42E-B068-49FE-A5D7-DD0713F9CD32}"/>
              </a:ext>
            </a:extLst>
          </p:cNvPr>
          <p:cNvSpPr txBox="1"/>
          <p:nvPr/>
        </p:nvSpPr>
        <p:spPr>
          <a:xfrm>
            <a:off x="5565164" y="2570765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23" name="직선 연결선 1822">
            <a:extLst>
              <a:ext uri="{FF2B5EF4-FFF2-40B4-BE49-F238E27FC236}">
                <a16:creationId xmlns:a16="http://schemas.microsoft.com/office/drawing/2014/main" id="{1611AFCA-A883-46C2-A89D-22DAFCF57FF5}"/>
              </a:ext>
            </a:extLst>
          </p:cNvPr>
          <p:cNvCxnSpPr>
            <a:cxnSpLocks/>
          </p:cNvCxnSpPr>
          <p:nvPr/>
        </p:nvCxnSpPr>
        <p:spPr>
          <a:xfrm>
            <a:off x="4215408" y="2749308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4" name="TextBox 1823">
            <a:extLst>
              <a:ext uri="{FF2B5EF4-FFF2-40B4-BE49-F238E27FC236}">
                <a16:creationId xmlns:a16="http://schemas.microsoft.com/office/drawing/2014/main" id="{DCFCE564-41EF-4A45-937B-B82BD5807123}"/>
              </a:ext>
            </a:extLst>
          </p:cNvPr>
          <p:cNvSpPr txBox="1"/>
          <p:nvPr/>
        </p:nvSpPr>
        <p:spPr>
          <a:xfrm>
            <a:off x="4214851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1825" name="TextBox 1824">
            <a:extLst>
              <a:ext uri="{FF2B5EF4-FFF2-40B4-BE49-F238E27FC236}">
                <a16:creationId xmlns:a16="http://schemas.microsoft.com/office/drawing/2014/main" id="{794CDCDF-1F7C-40A9-A0ED-8EA01AE53AF1}"/>
              </a:ext>
            </a:extLst>
          </p:cNvPr>
          <p:cNvSpPr txBox="1"/>
          <p:nvPr/>
        </p:nvSpPr>
        <p:spPr>
          <a:xfrm>
            <a:off x="4439369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6" name="TextBox 1825">
            <a:extLst>
              <a:ext uri="{FF2B5EF4-FFF2-40B4-BE49-F238E27FC236}">
                <a16:creationId xmlns:a16="http://schemas.microsoft.com/office/drawing/2014/main" id="{1303F3C9-B88B-4BBA-AD36-C2AE60D71F61}"/>
              </a:ext>
            </a:extLst>
          </p:cNvPr>
          <p:cNvSpPr txBox="1"/>
          <p:nvPr/>
        </p:nvSpPr>
        <p:spPr>
          <a:xfrm>
            <a:off x="4663887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7" name="TextBox 1826">
            <a:extLst>
              <a:ext uri="{FF2B5EF4-FFF2-40B4-BE49-F238E27FC236}">
                <a16:creationId xmlns:a16="http://schemas.microsoft.com/office/drawing/2014/main" id="{CA857DB6-9C42-4C03-AC9B-44D6572EC489}"/>
              </a:ext>
            </a:extLst>
          </p:cNvPr>
          <p:cNvSpPr txBox="1"/>
          <p:nvPr/>
        </p:nvSpPr>
        <p:spPr>
          <a:xfrm>
            <a:off x="4888405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8" name="TextBox 1827">
            <a:extLst>
              <a:ext uri="{FF2B5EF4-FFF2-40B4-BE49-F238E27FC236}">
                <a16:creationId xmlns:a16="http://schemas.microsoft.com/office/drawing/2014/main" id="{AE894861-5F87-4562-B734-51311CF75806}"/>
              </a:ext>
            </a:extLst>
          </p:cNvPr>
          <p:cNvSpPr txBox="1"/>
          <p:nvPr/>
        </p:nvSpPr>
        <p:spPr>
          <a:xfrm>
            <a:off x="5112923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9" name="TextBox 1828">
            <a:extLst>
              <a:ext uri="{FF2B5EF4-FFF2-40B4-BE49-F238E27FC236}">
                <a16:creationId xmlns:a16="http://schemas.microsoft.com/office/drawing/2014/main" id="{8482F16C-24EB-45F7-B30A-7D2D1545FF51}"/>
              </a:ext>
            </a:extLst>
          </p:cNvPr>
          <p:cNvSpPr txBox="1"/>
          <p:nvPr/>
        </p:nvSpPr>
        <p:spPr>
          <a:xfrm>
            <a:off x="5337441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0" name="TextBox 1829">
            <a:extLst>
              <a:ext uri="{FF2B5EF4-FFF2-40B4-BE49-F238E27FC236}">
                <a16:creationId xmlns:a16="http://schemas.microsoft.com/office/drawing/2014/main" id="{0FC833D0-D324-4197-8ECA-6C6D0032F46D}"/>
              </a:ext>
            </a:extLst>
          </p:cNvPr>
          <p:cNvSpPr txBox="1"/>
          <p:nvPr/>
        </p:nvSpPr>
        <p:spPr>
          <a:xfrm>
            <a:off x="5561958" y="296422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1" name="TextBox 1830">
            <a:extLst>
              <a:ext uri="{FF2B5EF4-FFF2-40B4-BE49-F238E27FC236}">
                <a16:creationId xmlns:a16="http://schemas.microsoft.com/office/drawing/2014/main" id="{91E178E4-0DAA-4098-BA44-5676764780E6}"/>
              </a:ext>
            </a:extLst>
          </p:cNvPr>
          <p:cNvSpPr txBox="1"/>
          <p:nvPr/>
        </p:nvSpPr>
        <p:spPr>
          <a:xfrm>
            <a:off x="4214851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2" name="TextBox 1831">
            <a:extLst>
              <a:ext uri="{FF2B5EF4-FFF2-40B4-BE49-F238E27FC236}">
                <a16:creationId xmlns:a16="http://schemas.microsoft.com/office/drawing/2014/main" id="{E4D4D841-704B-4BD4-A50A-9DF7CD01A491}"/>
              </a:ext>
            </a:extLst>
          </p:cNvPr>
          <p:cNvSpPr txBox="1"/>
          <p:nvPr/>
        </p:nvSpPr>
        <p:spPr>
          <a:xfrm>
            <a:off x="4439369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3" name="TextBox 1832">
            <a:extLst>
              <a:ext uri="{FF2B5EF4-FFF2-40B4-BE49-F238E27FC236}">
                <a16:creationId xmlns:a16="http://schemas.microsoft.com/office/drawing/2014/main" id="{04737955-BC1D-4DE5-AC4C-3EEDC5577895}"/>
              </a:ext>
            </a:extLst>
          </p:cNvPr>
          <p:cNvSpPr txBox="1"/>
          <p:nvPr/>
        </p:nvSpPr>
        <p:spPr>
          <a:xfrm>
            <a:off x="4663887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4" name="TextBox 1833">
            <a:extLst>
              <a:ext uri="{FF2B5EF4-FFF2-40B4-BE49-F238E27FC236}">
                <a16:creationId xmlns:a16="http://schemas.microsoft.com/office/drawing/2014/main" id="{4362FF9F-AC71-41C7-8D13-6D4954DA3330}"/>
              </a:ext>
            </a:extLst>
          </p:cNvPr>
          <p:cNvSpPr txBox="1"/>
          <p:nvPr/>
        </p:nvSpPr>
        <p:spPr>
          <a:xfrm>
            <a:off x="4888405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5" name="TextBox 1834">
            <a:extLst>
              <a:ext uri="{FF2B5EF4-FFF2-40B4-BE49-F238E27FC236}">
                <a16:creationId xmlns:a16="http://schemas.microsoft.com/office/drawing/2014/main" id="{225E2266-A199-43C8-85D4-96D8404AE5CF}"/>
              </a:ext>
            </a:extLst>
          </p:cNvPr>
          <p:cNvSpPr txBox="1"/>
          <p:nvPr/>
        </p:nvSpPr>
        <p:spPr>
          <a:xfrm>
            <a:off x="5112923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6" name="TextBox 1835">
            <a:extLst>
              <a:ext uri="{FF2B5EF4-FFF2-40B4-BE49-F238E27FC236}">
                <a16:creationId xmlns:a16="http://schemas.microsoft.com/office/drawing/2014/main" id="{2199DB0B-E74D-49B5-A712-D48C4BD0C0B0}"/>
              </a:ext>
            </a:extLst>
          </p:cNvPr>
          <p:cNvSpPr txBox="1"/>
          <p:nvPr/>
        </p:nvSpPr>
        <p:spPr>
          <a:xfrm>
            <a:off x="5337441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7" name="TextBox 1836">
            <a:extLst>
              <a:ext uri="{FF2B5EF4-FFF2-40B4-BE49-F238E27FC236}">
                <a16:creationId xmlns:a16="http://schemas.microsoft.com/office/drawing/2014/main" id="{2D5CACC1-DD9C-4577-909D-2C43EB306DE8}"/>
              </a:ext>
            </a:extLst>
          </p:cNvPr>
          <p:cNvSpPr txBox="1"/>
          <p:nvPr/>
        </p:nvSpPr>
        <p:spPr>
          <a:xfrm>
            <a:off x="5561958" y="314189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8" name="TextBox 1837">
            <a:extLst>
              <a:ext uri="{FF2B5EF4-FFF2-40B4-BE49-F238E27FC236}">
                <a16:creationId xmlns:a16="http://schemas.microsoft.com/office/drawing/2014/main" id="{0840C304-0015-4542-926C-C0038AE58E57}"/>
              </a:ext>
            </a:extLst>
          </p:cNvPr>
          <p:cNvSpPr txBox="1"/>
          <p:nvPr/>
        </p:nvSpPr>
        <p:spPr>
          <a:xfrm>
            <a:off x="4214851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9" name="TextBox 1838">
            <a:extLst>
              <a:ext uri="{FF2B5EF4-FFF2-40B4-BE49-F238E27FC236}">
                <a16:creationId xmlns:a16="http://schemas.microsoft.com/office/drawing/2014/main" id="{D31DC708-6AF6-402B-94F2-3DF1D1A557C9}"/>
              </a:ext>
            </a:extLst>
          </p:cNvPr>
          <p:cNvSpPr txBox="1"/>
          <p:nvPr/>
        </p:nvSpPr>
        <p:spPr>
          <a:xfrm>
            <a:off x="4439369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0" name="TextBox 1839">
            <a:extLst>
              <a:ext uri="{FF2B5EF4-FFF2-40B4-BE49-F238E27FC236}">
                <a16:creationId xmlns:a16="http://schemas.microsoft.com/office/drawing/2014/main" id="{557B43C9-7A3D-4F85-9AB1-B49A72797AF7}"/>
              </a:ext>
            </a:extLst>
          </p:cNvPr>
          <p:cNvSpPr txBox="1"/>
          <p:nvPr/>
        </p:nvSpPr>
        <p:spPr>
          <a:xfrm>
            <a:off x="4663887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1" name="TextBox 1840">
            <a:extLst>
              <a:ext uri="{FF2B5EF4-FFF2-40B4-BE49-F238E27FC236}">
                <a16:creationId xmlns:a16="http://schemas.microsoft.com/office/drawing/2014/main" id="{D401D9A6-3493-41C1-97B2-DEE6E35FD018}"/>
              </a:ext>
            </a:extLst>
          </p:cNvPr>
          <p:cNvSpPr txBox="1"/>
          <p:nvPr/>
        </p:nvSpPr>
        <p:spPr>
          <a:xfrm>
            <a:off x="4888405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2" name="TextBox 1841">
            <a:extLst>
              <a:ext uri="{FF2B5EF4-FFF2-40B4-BE49-F238E27FC236}">
                <a16:creationId xmlns:a16="http://schemas.microsoft.com/office/drawing/2014/main" id="{99AA6EBC-9859-4E9B-BF42-E390D7A29D28}"/>
              </a:ext>
            </a:extLst>
          </p:cNvPr>
          <p:cNvSpPr txBox="1"/>
          <p:nvPr/>
        </p:nvSpPr>
        <p:spPr>
          <a:xfrm>
            <a:off x="5112923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3" name="TextBox 1842">
            <a:extLst>
              <a:ext uri="{FF2B5EF4-FFF2-40B4-BE49-F238E27FC236}">
                <a16:creationId xmlns:a16="http://schemas.microsoft.com/office/drawing/2014/main" id="{7BB7E388-DF46-497F-AD44-2C78FF4E64B0}"/>
              </a:ext>
            </a:extLst>
          </p:cNvPr>
          <p:cNvSpPr txBox="1"/>
          <p:nvPr/>
        </p:nvSpPr>
        <p:spPr>
          <a:xfrm>
            <a:off x="5337441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4" name="TextBox 1843">
            <a:extLst>
              <a:ext uri="{FF2B5EF4-FFF2-40B4-BE49-F238E27FC236}">
                <a16:creationId xmlns:a16="http://schemas.microsoft.com/office/drawing/2014/main" id="{BA8447BB-520B-46FC-84AC-5ACB6CF2404F}"/>
              </a:ext>
            </a:extLst>
          </p:cNvPr>
          <p:cNvSpPr txBox="1"/>
          <p:nvPr/>
        </p:nvSpPr>
        <p:spPr>
          <a:xfrm>
            <a:off x="5561958" y="331957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5" name="TextBox 1844">
            <a:extLst>
              <a:ext uri="{FF2B5EF4-FFF2-40B4-BE49-F238E27FC236}">
                <a16:creationId xmlns:a16="http://schemas.microsoft.com/office/drawing/2014/main" id="{E7EEBB42-FF9E-4495-A442-12FF86C1F93B}"/>
              </a:ext>
            </a:extLst>
          </p:cNvPr>
          <p:cNvSpPr txBox="1"/>
          <p:nvPr/>
        </p:nvSpPr>
        <p:spPr>
          <a:xfrm>
            <a:off x="4214851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6" name="TextBox 1845">
            <a:extLst>
              <a:ext uri="{FF2B5EF4-FFF2-40B4-BE49-F238E27FC236}">
                <a16:creationId xmlns:a16="http://schemas.microsoft.com/office/drawing/2014/main" id="{8418666F-D73A-4F6D-93DA-4CF64BFA59AA}"/>
              </a:ext>
            </a:extLst>
          </p:cNvPr>
          <p:cNvSpPr txBox="1"/>
          <p:nvPr/>
        </p:nvSpPr>
        <p:spPr>
          <a:xfrm>
            <a:off x="4439369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7" name="TextBox 1846">
            <a:extLst>
              <a:ext uri="{FF2B5EF4-FFF2-40B4-BE49-F238E27FC236}">
                <a16:creationId xmlns:a16="http://schemas.microsoft.com/office/drawing/2014/main" id="{32B6CFB5-2D52-4086-BE03-06BFF2FCA324}"/>
              </a:ext>
            </a:extLst>
          </p:cNvPr>
          <p:cNvSpPr txBox="1"/>
          <p:nvPr/>
        </p:nvSpPr>
        <p:spPr>
          <a:xfrm>
            <a:off x="4663887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8" name="TextBox 1847">
            <a:extLst>
              <a:ext uri="{FF2B5EF4-FFF2-40B4-BE49-F238E27FC236}">
                <a16:creationId xmlns:a16="http://schemas.microsoft.com/office/drawing/2014/main" id="{DD11EF91-935F-4AD1-A5C0-366D739CE396}"/>
              </a:ext>
            </a:extLst>
          </p:cNvPr>
          <p:cNvSpPr txBox="1"/>
          <p:nvPr/>
        </p:nvSpPr>
        <p:spPr>
          <a:xfrm>
            <a:off x="4888405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9" name="TextBox 1848">
            <a:extLst>
              <a:ext uri="{FF2B5EF4-FFF2-40B4-BE49-F238E27FC236}">
                <a16:creationId xmlns:a16="http://schemas.microsoft.com/office/drawing/2014/main" id="{BA23D2FE-7B34-43D0-9ED5-46301B34B9C6}"/>
              </a:ext>
            </a:extLst>
          </p:cNvPr>
          <p:cNvSpPr txBox="1"/>
          <p:nvPr/>
        </p:nvSpPr>
        <p:spPr>
          <a:xfrm>
            <a:off x="5112923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0" name="TextBox 1849">
            <a:extLst>
              <a:ext uri="{FF2B5EF4-FFF2-40B4-BE49-F238E27FC236}">
                <a16:creationId xmlns:a16="http://schemas.microsoft.com/office/drawing/2014/main" id="{CD1AF9CB-9356-4B3F-8EDC-400D0B6AAAE9}"/>
              </a:ext>
            </a:extLst>
          </p:cNvPr>
          <p:cNvSpPr txBox="1"/>
          <p:nvPr/>
        </p:nvSpPr>
        <p:spPr>
          <a:xfrm>
            <a:off x="5337441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1" name="TextBox 1850">
            <a:extLst>
              <a:ext uri="{FF2B5EF4-FFF2-40B4-BE49-F238E27FC236}">
                <a16:creationId xmlns:a16="http://schemas.microsoft.com/office/drawing/2014/main" id="{32CBA09C-8DA5-4ACA-BC43-62F531DB2EB2}"/>
              </a:ext>
            </a:extLst>
          </p:cNvPr>
          <p:cNvSpPr txBox="1"/>
          <p:nvPr/>
        </p:nvSpPr>
        <p:spPr>
          <a:xfrm>
            <a:off x="5561958" y="349725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2" name="TextBox 1851">
            <a:extLst>
              <a:ext uri="{FF2B5EF4-FFF2-40B4-BE49-F238E27FC236}">
                <a16:creationId xmlns:a16="http://schemas.microsoft.com/office/drawing/2014/main" id="{B5B8C61F-96B9-46E6-95A0-69F70B851F73}"/>
              </a:ext>
            </a:extLst>
          </p:cNvPr>
          <p:cNvSpPr txBox="1"/>
          <p:nvPr/>
        </p:nvSpPr>
        <p:spPr>
          <a:xfrm>
            <a:off x="4214851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3" name="TextBox 1852">
            <a:extLst>
              <a:ext uri="{FF2B5EF4-FFF2-40B4-BE49-F238E27FC236}">
                <a16:creationId xmlns:a16="http://schemas.microsoft.com/office/drawing/2014/main" id="{7D8E13C1-1E2C-40A1-8D46-93D8E4BF7A5F}"/>
              </a:ext>
            </a:extLst>
          </p:cNvPr>
          <p:cNvSpPr txBox="1"/>
          <p:nvPr/>
        </p:nvSpPr>
        <p:spPr>
          <a:xfrm>
            <a:off x="4439369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4" name="TextBox 1853">
            <a:extLst>
              <a:ext uri="{FF2B5EF4-FFF2-40B4-BE49-F238E27FC236}">
                <a16:creationId xmlns:a16="http://schemas.microsoft.com/office/drawing/2014/main" id="{C3C83869-F034-4823-A30A-8A8F675834C6}"/>
              </a:ext>
            </a:extLst>
          </p:cNvPr>
          <p:cNvSpPr txBox="1"/>
          <p:nvPr/>
        </p:nvSpPr>
        <p:spPr>
          <a:xfrm>
            <a:off x="4663887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5" name="TextBox 1854">
            <a:extLst>
              <a:ext uri="{FF2B5EF4-FFF2-40B4-BE49-F238E27FC236}">
                <a16:creationId xmlns:a16="http://schemas.microsoft.com/office/drawing/2014/main" id="{B7CF375B-C99B-4F36-9171-1AA4DDCB98E8}"/>
              </a:ext>
            </a:extLst>
          </p:cNvPr>
          <p:cNvSpPr txBox="1"/>
          <p:nvPr/>
        </p:nvSpPr>
        <p:spPr>
          <a:xfrm>
            <a:off x="4888405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6" name="TextBox 1855">
            <a:extLst>
              <a:ext uri="{FF2B5EF4-FFF2-40B4-BE49-F238E27FC236}">
                <a16:creationId xmlns:a16="http://schemas.microsoft.com/office/drawing/2014/main" id="{C7CE9291-FBC4-4B45-A01C-367536A612AD}"/>
              </a:ext>
            </a:extLst>
          </p:cNvPr>
          <p:cNvSpPr txBox="1"/>
          <p:nvPr/>
        </p:nvSpPr>
        <p:spPr>
          <a:xfrm>
            <a:off x="5112923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7" name="TextBox 1856">
            <a:extLst>
              <a:ext uri="{FF2B5EF4-FFF2-40B4-BE49-F238E27FC236}">
                <a16:creationId xmlns:a16="http://schemas.microsoft.com/office/drawing/2014/main" id="{7B25C10A-DCEB-41AF-801A-77874FF89774}"/>
              </a:ext>
            </a:extLst>
          </p:cNvPr>
          <p:cNvSpPr txBox="1"/>
          <p:nvPr/>
        </p:nvSpPr>
        <p:spPr>
          <a:xfrm>
            <a:off x="5337441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8" name="TextBox 1857">
            <a:extLst>
              <a:ext uri="{FF2B5EF4-FFF2-40B4-BE49-F238E27FC236}">
                <a16:creationId xmlns:a16="http://schemas.microsoft.com/office/drawing/2014/main" id="{E04769BA-4AB1-45C7-AE3D-F207CF66E465}"/>
              </a:ext>
            </a:extLst>
          </p:cNvPr>
          <p:cNvSpPr txBox="1"/>
          <p:nvPr/>
        </p:nvSpPr>
        <p:spPr>
          <a:xfrm>
            <a:off x="5561958" y="367493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0" name="TextBox 1859">
            <a:extLst>
              <a:ext uri="{FF2B5EF4-FFF2-40B4-BE49-F238E27FC236}">
                <a16:creationId xmlns:a16="http://schemas.microsoft.com/office/drawing/2014/main" id="{194D43D3-720E-47ED-9402-99EDDA316DE2}"/>
              </a:ext>
            </a:extLst>
          </p:cNvPr>
          <p:cNvSpPr txBox="1"/>
          <p:nvPr/>
        </p:nvSpPr>
        <p:spPr>
          <a:xfrm>
            <a:off x="234836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1" name="TextBox 1860">
            <a:extLst>
              <a:ext uri="{FF2B5EF4-FFF2-40B4-BE49-F238E27FC236}">
                <a16:creationId xmlns:a16="http://schemas.microsoft.com/office/drawing/2014/main" id="{2601DDCC-4EBB-4C21-B34F-C9DACF8E0788}"/>
              </a:ext>
            </a:extLst>
          </p:cNvPr>
          <p:cNvSpPr txBox="1"/>
          <p:nvPr/>
        </p:nvSpPr>
        <p:spPr>
          <a:xfrm>
            <a:off x="459354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2" name="TextBox 1861">
            <a:extLst>
              <a:ext uri="{FF2B5EF4-FFF2-40B4-BE49-F238E27FC236}">
                <a16:creationId xmlns:a16="http://schemas.microsoft.com/office/drawing/2014/main" id="{9A96BB6D-2257-4DF5-923E-6A8B27913BA2}"/>
              </a:ext>
            </a:extLst>
          </p:cNvPr>
          <p:cNvSpPr txBox="1"/>
          <p:nvPr/>
        </p:nvSpPr>
        <p:spPr>
          <a:xfrm>
            <a:off x="683872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3" name="TextBox 1862">
            <a:extLst>
              <a:ext uri="{FF2B5EF4-FFF2-40B4-BE49-F238E27FC236}">
                <a16:creationId xmlns:a16="http://schemas.microsoft.com/office/drawing/2014/main" id="{9C1EB183-6D2E-4D84-B7E7-89CACB2A9D86}"/>
              </a:ext>
            </a:extLst>
          </p:cNvPr>
          <p:cNvSpPr txBox="1"/>
          <p:nvPr/>
        </p:nvSpPr>
        <p:spPr>
          <a:xfrm>
            <a:off x="908390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4" name="TextBox 1863">
            <a:extLst>
              <a:ext uri="{FF2B5EF4-FFF2-40B4-BE49-F238E27FC236}">
                <a16:creationId xmlns:a16="http://schemas.microsoft.com/office/drawing/2014/main" id="{C5786328-D0CF-46FA-A5C2-7EE1FB12C2F3}"/>
              </a:ext>
            </a:extLst>
          </p:cNvPr>
          <p:cNvSpPr txBox="1"/>
          <p:nvPr/>
        </p:nvSpPr>
        <p:spPr>
          <a:xfrm>
            <a:off x="1132908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5" name="TextBox 1864">
            <a:extLst>
              <a:ext uri="{FF2B5EF4-FFF2-40B4-BE49-F238E27FC236}">
                <a16:creationId xmlns:a16="http://schemas.microsoft.com/office/drawing/2014/main" id="{B7690D2B-867A-41B3-AF31-5C0E7B8F5978}"/>
              </a:ext>
            </a:extLst>
          </p:cNvPr>
          <p:cNvSpPr txBox="1"/>
          <p:nvPr/>
        </p:nvSpPr>
        <p:spPr>
          <a:xfrm>
            <a:off x="1357426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6" name="TextBox 1865">
            <a:extLst>
              <a:ext uri="{FF2B5EF4-FFF2-40B4-BE49-F238E27FC236}">
                <a16:creationId xmlns:a16="http://schemas.microsoft.com/office/drawing/2014/main" id="{82FF94BD-4B45-46CF-9DF7-A5A5B7759092}"/>
              </a:ext>
            </a:extLst>
          </p:cNvPr>
          <p:cNvSpPr txBox="1"/>
          <p:nvPr/>
        </p:nvSpPr>
        <p:spPr>
          <a:xfrm>
            <a:off x="1581943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7" name="직사각형 1866">
            <a:extLst>
              <a:ext uri="{FF2B5EF4-FFF2-40B4-BE49-F238E27FC236}">
                <a16:creationId xmlns:a16="http://schemas.microsoft.com/office/drawing/2014/main" id="{E4AF96B6-75FA-42CE-AD85-6184D30547AD}"/>
              </a:ext>
            </a:extLst>
          </p:cNvPr>
          <p:cNvSpPr/>
          <p:nvPr/>
        </p:nvSpPr>
        <p:spPr>
          <a:xfrm>
            <a:off x="234836" y="4180061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July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8" name="TextBox 1867">
            <a:extLst>
              <a:ext uri="{FF2B5EF4-FFF2-40B4-BE49-F238E27FC236}">
                <a16:creationId xmlns:a16="http://schemas.microsoft.com/office/drawing/2014/main" id="{17C991F9-819B-4035-8CC6-07000A2EC545}"/>
              </a:ext>
            </a:extLst>
          </p:cNvPr>
          <p:cNvSpPr txBox="1"/>
          <p:nvPr/>
        </p:nvSpPr>
        <p:spPr>
          <a:xfrm>
            <a:off x="234836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9" name="TextBox 1868">
            <a:extLst>
              <a:ext uri="{FF2B5EF4-FFF2-40B4-BE49-F238E27FC236}">
                <a16:creationId xmlns:a16="http://schemas.microsoft.com/office/drawing/2014/main" id="{59894889-9FB6-48F3-8489-8BD18BE637F2}"/>
              </a:ext>
            </a:extLst>
          </p:cNvPr>
          <p:cNvSpPr txBox="1"/>
          <p:nvPr/>
        </p:nvSpPr>
        <p:spPr>
          <a:xfrm>
            <a:off x="459354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0" name="TextBox 1869">
            <a:extLst>
              <a:ext uri="{FF2B5EF4-FFF2-40B4-BE49-F238E27FC236}">
                <a16:creationId xmlns:a16="http://schemas.microsoft.com/office/drawing/2014/main" id="{1D629884-D339-4744-806E-F4FAD08614BC}"/>
              </a:ext>
            </a:extLst>
          </p:cNvPr>
          <p:cNvSpPr txBox="1"/>
          <p:nvPr/>
        </p:nvSpPr>
        <p:spPr>
          <a:xfrm>
            <a:off x="683872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1" name="TextBox 1870">
            <a:extLst>
              <a:ext uri="{FF2B5EF4-FFF2-40B4-BE49-F238E27FC236}">
                <a16:creationId xmlns:a16="http://schemas.microsoft.com/office/drawing/2014/main" id="{F7D377B0-CE12-4978-BB53-D8B0EF663E0F}"/>
              </a:ext>
            </a:extLst>
          </p:cNvPr>
          <p:cNvSpPr txBox="1"/>
          <p:nvPr/>
        </p:nvSpPr>
        <p:spPr>
          <a:xfrm>
            <a:off x="908390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2" name="TextBox 1871">
            <a:extLst>
              <a:ext uri="{FF2B5EF4-FFF2-40B4-BE49-F238E27FC236}">
                <a16:creationId xmlns:a16="http://schemas.microsoft.com/office/drawing/2014/main" id="{A4A00004-3B68-492F-95C4-C1EA17FA5219}"/>
              </a:ext>
            </a:extLst>
          </p:cNvPr>
          <p:cNvSpPr txBox="1"/>
          <p:nvPr/>
        </p:nvSpPr>
        <p:spPr>
          <a:xfrm>
            <a:off x="1132908" y="4390933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3" name="TextBox 1872">
            <a:extLst>
              <a:ext uri="{FF2B5EF4-FFF2-40B4-BE49-F238E27FC236}">
                <a16:creationId xmlns:a16="http://schemas.microsoft.com/office/drawing/2014/main" id="{0A40C466-707A-464A-8FD5-A38706A0AE18}"/>
              </a:ext>
            </a:extLst>
          </p:cNvPr>
          <p:cNvSpPr txBox="1"/>
          <p:nvPr/>
        </p:nvSpPr>
        <p:spPr>
          <a:xfrm>
            <a:off x="1357426" y="4390933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4" name="TextBox 1873">
            <a:extLst>
              <a:ext uri="{FF2B5EF4-FFF2-40B4-BE49-F238E27FC236}">
                <a16:creationId xmlns:a16="http://schemas.microsoft.com/office/drawing/2014/main" id="{A584F232-3818-45B9-AEC8-4435C1744333}"/>
              </a:ext>
            </a:extLst>
          </p:cNvPr>
          <p:cNvSpPr txBox="1"/>
          <p:nvPr/>
        </p:nvSpPr>
        <p:spPr>
          <a:xfrm>
            <a:off x="1585149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75" name="직선 연결선 1874">
            <a:extLst>
              <a:ext uri="{FF2B5EF4-FFF2-40B4-BE49-F238E27FC236}">
                <a16:creationId xmlns:a16="http://schemas.microsoft.com/office/drawing/2014/main" id="{9162A8A6-1DBB-4AE9-8739-08FF2FC72E14}"/>
              </a:ext>
            </a:extLst>
          </p:cNvPr>
          <p:cNvCxnSpPr>
            <a:cxnSpLocks/>
          </p:cNvCxnSpPr>
          <p:nvPr/>
        </p:nvCxnSpPr>
        <p:spPr>
          <a:xfrm>
            <a:off x="235393" y="4569476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6" name="TextBox 1875">
            <a:extLst>
              <a:ext uri="{FF2B5EF4-FFF2-40B4-BE49-F238E27FC236}">
                <a16:creationId xmlns:a16="http://schemas.microsoft.com/office/drawing/2014/main" id="{D6625EA5-F8E6-44EE-B78B-5CA7F142A981}"/>
              </a:ext>
            </a:extLst>
          </p:cNvPr>
          <p:cNvSpPr txBox="1"/>
          <p:nvPr/>
        </p:nvSpPr>
        <p:spPr>
          <a:xfrm>
            <a:off x="234836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5B4A8763-2E38-471B-9416-2A4445ADC9B5}"/>
              </a:ext>
            </a:extLst>
          </p:cNvPr>
          <p:cNvSpPr txBox="1"/>
          <p:nvPr/>
        </p:nvSpPr>
        <p:spPr>
          <a:xfrm>
            <a:off x="459354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8" name="TextBox 1877">
            <a:extLst>
              <a:ext uri="{FF2B5EF4-FFF2-40B4-BE49-F238E27FC236}">
                <a16:creationId xmlns:a16="http://schemas.microsoft.com/office/drawing/2014/main" id="{8FF3B245-8D4B-49B5-BE26-F12863161835}"/>
              </a:ext>
            </a:extLst>
          </p:cNvPr>
          <p:cNvSpPr txBox="1"/>
          <p:nvPr/>
        </p:nvSpPr>
        <p:spPr>
          <a:xfrm>
            <a:off x="683872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9" name="TextBox 1878">
            <a:extLst>
              <a:ext uri="{FF2B5EF4-FFF2-40B4-BE49-F238E27FC236}">
                <a16:creationId xmlns:a16="http://schemas.microsoft.com/office/drawing/2014/main" id="{2135ECE6-940A-4E93-B2F0-C1157A0DFF4D}"/>
              </a:ext>
            </a:extLst>
          </p:cNvPr>
          <p:cNvSpPr txBox="1"/>
          <p:nvPr/>
        </p:nvSpPr>
        <p:spPr>
          <a:xfrm>
            <a:off x="908390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0" name="TextBox 1879">
            <a:extLst>
              <a:ext uri="{FF2B5EF4-FFF2-40B4-BE49-F238E27FC236}">
                <a16:creationId xmlns:a16="http://schemas.microsoft.com/office/drawing/2014/main" id="{BBF5B160-88ED-4C17-B64A-2F8AC3F9A16B}"/>
              </a:ext>
            </a:extLst>
          </p:cNvPr>
          <p:cNvSpPr txBox="1"/>
          <p:nvPr/>
        </p:nvSpPr>
        <p:spPr>
          <a:xfrm>
            <a:off x="1132908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1" name="TextBox 1880">
            <a:extLst>
              <a:ext uri="{FF2B5EF4-FFF2-40B4-BE49-F238E27FC236}">
                <a16:creationId xmlns:a16="http://schemas.microsoft.com/office/drawing/2014/main" id="{07E9254D-313E-4F95-BD38-45A571C7D238}"/>
              </a:ext>
            </a:extLst>
          </p:cNvPr>
          <p:cNvSpPr txBox="1"/>
          <p:nvPr/>
        </p:nvSpPr>
        <p:spPr>
          <a:xfrm>
            <a:off x="1357426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2" name="TextBox 1881">
            <a:extLst>
              <a:ext uri="{FF2B5EF4-FFF2-40B4-BE49-F238E27FC236}">
                <a16:creationId xmlns:a16="http://schemas.microsoft.com/office/drawing/2014/main" id="{FBDE8B5D-908C-498E-8E6E-E313908CD772}"/>
              </a:ext>
            </a:extLst>
          </p:cNvPr>
          <p:cNvSpPr txBox="1"/>
          <p:nvPr/>
        </p:nvSpPr>
        <p:spPr>
          <a:xfrm>
            <a:off x="1581943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3" name="TextBox 1882">
            <a:extLst>
              <a:ext uri="{FF2B5EF4-FFF2-40B4-BE49-F238E27FC236}">
                <a16:creationId xmlns:a16="http://schemas.microsoft.com/office/drawing/2014/main" id="{0FF5F583-75CC-4D42-BAD9-10BCA343ECAE}"/>
              </a:ext>
            </a:extLst>
          </p:cNvPr>
          <p:cNvSpPr txBox="1"/>
          <p:nvPr/>
        </p:nvSpPr>
        <p:spPr>
          <a:xfrm>
            <a:off x="234836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4" name="TextBox 1883">
            <a:extLst>
              <a:ext uri="{FF2B5EF4-FFF2-40B4-BE49-F238E27FC236}">
                <a16:creationId xmlns:a16="http://schemas.microsoft.com/office/drawing/2014/main" id="{EE171B2C-CBBD-4298-99DD-8B2167EB1E14}"/>
              </a:ext>
            </a:extLst>
          </p:cNvPr>
          <p:cNvSpPr txBox="1"/>
          <p:nvPr/>
        </p:nvSpPr>
        <p:spPr>
          <a:xfrm>
            <a:off x="459354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5" name="TextBox 1884">
            <a:extLst>
              <a:ext uri="{FF2B5EF4-FFF2-40B4-BE49-F238E27FC236}">
                <a16:creationId xmlns:a16="http://schemas.microsoft.com/office/drawing/2014/main" id="{38F90CCD-1BAA-4956-BCD6-B7352C43709C}"/>
              </a:ext>
            </a:extLst>
          </p:cNvPr>
          <p:cNvSpPr txBox="1"/>
          <p:nvPr/>
        </p:nvSpPr>
        <p:spPr>
          <a:xfrm>
            <a:off x="683872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6" name="TextBox 1885">
            <a:extLst>
              <a:ext uri="{FF2B5EF4-FFF2-40B4-BE49-F238E27FC236}">
                <a16:creationId xmlns:a16="http://schemas.microsoft.com/office/drawing/2014/main" id="{FD7A3B31-7A85-40E7-A278-4CDF4B86DC82}"/>
              </a:ext>
            </a:extLst>
          </p:cNvPr>
          <p:cNvSpPr txBox="1"/>
          <p:nvPr/>
        </p:nvSpPr>
        <p:spPr>
          <a:xfrm>
            <a:off x="908390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7" name="TextBox 1886">
            <a:extLst>
              <a:ext uri="{FF2B5EF4-FFF2-40B4-BE49-F238E27FC236}">
                <a16:creationId xmlns:a16="http://schemas.microsoft.com/office/drawing/2014/main" id="{F85B514F-FB79-4221-B904-948B7593BDA1}"/>
              </a:ext>
            </a:extLst>
          </p:cNvPr>
          <p:cNvSpPr txBox="1"/>
          <p:nvPr/>
        </p:nvSpPr>
        <p:spPr>
          <a:xfrm>
            <a:off x="1132908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8" name="TextBox 1887">
            <a:extLst>
              <a:ext uri="{FF2B5EF4-FFF2-40B4-BE49-F238E27FC236}">
                <a16:creationId xmlns:a16="http://schemas.microsoft.com/office/drawing/2014/main" id="{073237B8-B52B-44A7-827D-AD258E779D4A}"/>
              </a:ext>
            </a:extLst>
          </p:cNvPr>
          <p:cNvSpPr txBox="1"/>
          <p:nvPr/>
        </p:nvSpPr>
        <p:spPr>
          <a:xfrm>
            <a:off x="1357426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9" name="TextBox 1888">
            <a:extLst>
              <a:ext uri="{FF2B5EF4-FFF2-40B4-BE49-F238E27FC236}">
                <a16:creationId xmlns:a16="http://schemas.microsoft.com/office/drawing/2014/main" id="{4CEA6EC6-5001-4378-9D6D-932BE794E99F}"/>
              </a:ext>
            </a:extLst>
          </p:cNvPr>
          <p:cNvSpPr txBox="1"/>
          <p:nvPr/>
        </p:nvSpPr>
        <p:spPr>
          <a:xfrm>
            <a:off x="1581943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0" name="TextBox 1889">
            <a:extLst>
              <a:ext uri="{FF2B5EF4-FFF2-40B4-BE49-F238E27FC236}">
                <a16:creationId xmlns:a16="http://schemas.microsoft.com/office/drawing/2014/main" id="{E9D245E4-E1D0-431F-86B1-A5C7118CB9DA}"/>
              </a:ext>
            </a:extLst>
          </p:cNvPr>
          <p:cNvSpPr txBox="1"/>
          <p:nvPr/>
        </p:nvSpPr>
        <p:spPr>
          <a:xfrm>
            <a:off x="234836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1" name="TextBox 1890">
            <a:extLst>
              <a:ext uri="{FF2B5EF4-FFF2-40B4-BE49-F238E27FC236}">
                <a16:creationId xmlns:a16="http://schemas.microsoft.com/office/drawing/2014/main" id="{235D7498-50EB-4037-A69C-2A35B2943549}"/>
              </a:ext>
            </a:extLst>
          </p:cNvPr>
          <p:cNvSpPr txBox="1"/>
          <p:nvPr/>
        </p:nvSpPr>
        <p:spPr>
          <a:xfrm>
            <a:off x="459354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2" name="TextBox 1891">
            <a:extLst>
              <a:ext uri="{FF2B5EF4-FFF2-40B4-BE49-F238E27FC236}">
                <a16:creationId xmlns:a16="http://schemas.microsoft.com/office/drawing/2014/main" id="{CE5E0EB5-66A4-40EB-B998-DA567C557733}"/>
              </a:ext>
            </a:extLst>
          </p:cNvPr>
          <p:cNvSpPr txBox="1"/>
          <p:nvPr/>
        </p:nvSpPr>
        <p:spPr>
          <a:xfrm>
            <a:off x="683872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3" name="TextBox 1892">
            <a:extLst>
              <a:ext uri="{FF2B5EF4-FFF2-40B4-BE49-F238E27FC236}">
                <a16:creationId xmlns:a16="http://schemas.microsoft.com/office/drawing/2014/main" id="{FD0B9982-25BB-403B-8AD7-EED936D122DA}"/>
              </a:ext>
            </a:extLst>
          </p:cNvPr>
          <p:cNvSpPr txBox="1"/>
          <p:nvPr/>
        </p:nvSpPr>
        <p:spPr>
          <a:xfrm>
            <a:off x="908390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4" name="TextBox 1893">
            <a:extLst>
              <a:ext uri="{FF2B5EF4-FFF2-40B4-BE49-F238E27FC236}">
                <a16:creationId xmlns:a16="http://schemas.microsoft.com/office/drawing/2014/main" id="{979206FC-DD55-4D5B-9695-9258FA48DD1D}"/>
              </a:ext>
            </a:extLst>
          </p:cNvPr>
          <p:cNvSpPr txBox="1"/>
          <p:nvPr/>
        </p:nvSpPr>
        <p:spPr>
          <a:xfrm>
            <a:off x="1132908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5" name="TextBox 1894">
            <a:extLst>
              <a:ext uri="{FF2B5EF4-FFF2-40B4-BE49-F238E27FC236}">
                <a16:creationId xmlns:a16="http://schemas.microsoft.com/office/drawing/2014/main" id="{36EA51A4-E5E0-4A33-A5B1-E92BBDE062D1}"/>
              </a:ext>
            </a:extLst>
          </p:cNvPr>
          <p:cNvSpPr txBox="1"/>
          <p:nvPr/>
        </p:nvSpPr>
        <p:spPr>
          <a:xfrm>
            <a:off x="1357426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6" name="TextBox 1895">
            <a:extLst>
              <a:ext uri="{FF2B5EF4-FFF2-40B4-BE49-F238E27FC236}">
                <a16:creationId xmlns:a16="http://schemas.microsoft.com/office/drawing/2014/main" id="{A22DBC18-14F5-4120-BD82-4E2B4E8C10DB}"/>
              </a:ext>
            </a:extLst>
          </p:cNvPr>
          <p:cNvSpPr txBox="1"/>
          <p:nvPr/>
        </p:nvSpPr>
        <p:spPr>
          <a:xfrm>
            <a:off x="1581943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7" name="TextBox 1896">
            <a:extLst>
              <a:ext uri="{FF2B5EF4-FFF2-40B4-BE49-F238E27FC236}">
                <a16:creationId xmlns:a16="http://schemas.microsoft.com/office/drawing/2014/main" id="{3B6A9D8D-E562-485C-B8ED-412BCB296B02}"/>
              </a:ext>
            </a:extLst>
          </p:cNvPr>
          <p:cNvSpPr txBox="1"/>
          <p:nvPr/>
        </p:nvSpPr>
        <p:spPr>
          <a:xfrm>
            <a:off x="234836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8" name="TextBox 1897">
            <a:extLst>
              <a:ext uri="{FF2B5EF4-FFF2-40B4-BE49-F238E27FC236}">
                <a16:creationId xmlns:a16="http://schemas.microsoft.com/office/drawing/2014/main" id="{AF896DBA-16DD-4AD5-BB64-4E7F234F258C}"/>
              </a:ext>
            </a:extLst>
          </p:cNvPr>
          <p:cNvSpPr txBox="1"/>
          <p:nvPr/>
        </p:nvSpPr>
        <p:spPr>
          <a:xfrm>
            <a:off x="459354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9" name="TextBox 1898">
            <a:extLst>
              <a:ext uri="{FF2B5EF4-FFF2-40B4-BE49-F238E27FC236}">
                <a16:creationId xmlns:a16="http://schemas.microsoft.com/office/drawing/2014/main" id="{DC193FE9-65C0-42D0-8FA5-596EC8DF50ED}"/>
              </a:ext>
            </a:extLst>
          </p:cNvPr>
          <p:cNvSpPr txBox="1"/>
          <p:nvPr/>
        </p:nvSpPr>
        <p:spPr>
          <a:xfrm>
            <a:off x="683872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0" name="TextBox 1899">
            <a:extLst>
              <a:ext uri="{FF2B5EF4-FFF2-40B4-BE49-F238E27FC236}">
                <a16:creationId xmlns:a16="http://schemas.microsoft.com/office/drawing/2014/main" id="{1C53BB88-565E-443B-9E39-B94EE08FD6F5}"/>
              </a:ext>
            </a:extLst>
          </p:cNvPr>
          <p:cNvSpPr txBox="1"/>
          <p:nvPr/>
        </p:nvSpPr>
        <p:spPr>
          <a:xfrm>
            <a:off x="908390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1" name="TextBox 1900">
            <a:extLst>
              <a:ext uri="{FF2B5EF4-FFF2-40B4-BE49-F238E27FC236}">
                <a16:creationId xmlns:a16="http://schemas.microsoft.com/office/drawing/2014/main" id="{799D4710-A7AA-4BAB-B923-4AA61B26EE5C}"/>
              </a:ext>
            </a:extLst>
          </p:cNvPr>
          <p:cNvSpPr txBox="1"/>
          <p:nvPr/>
        </p:nvSpPr>
        <p:spPr>
          <a:xfrm>
            <a:off x="1132908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2" name="TextBox 1901">
            <a:extLst>
              <a:ext uri="{FF2B5EF4-FFF2-40B4-BE49-F238E27FC236}">
                <a16:creationId xmlns:a16="http://schemas.microsoft.com/office/drawing/2014/main" id="{A9B76370-0068-42A0-A507-6473D2211A2B}"/>
              </a:ext>
            </a:extLst>
          </p:cNvPr>
          <p:cNvSpPr txBox="1"/>
          <p:nvPr/>
        </p:nvSpPr>
        <p:spPr>
          <a:xfrm>
            <a:off x="1357426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3" name="TextBox 1902">
            <a:extLst>
              <a:ext uri="{FF2B5EF4-FFF2-40B4-BE49-F238E27FC236}">
                <a16:creationId xmlns:a16="http://schemas.microsoft.com/office/drawing/2014/main" id="{E27AD3A3-48E0-4BFD-A3DD-21CB3B17B6F8}"/>
              </a:ext>
            </a:extLst>
          </p:cNvPr>
          <p:cNvSpPr txBox="1"/>
          <p:nvPr/>
        </p:nvSpPr>
        <p:spPr>
          <a:xfrm>
            <a:off x="1581943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4" name="TextBox 1903">
            <a:extLst>
              <a:ext uri="{FF2B5EF4-FFF2-40B4-BE49-F238E27FC236}">
                <a16:creationId xmlns:a16="http://schemas.microsoft.com/office/drawing/2014/main" id="{CDC59C15-E6E6-4B9F-A78F-6FF45809F236}"/>
              </a:ext>
            </a:extLst>
          </p:cNvPr>
          <p:cNvSpPr txBox="1"/>
          <p:nvPr/>
        </p:nvSpPr>
        <p:spPr>
          <a:xfrm>
            <a:off x="234836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5" name="TextBox 1904">
            <a:extLst>
              <a:ext uri="{FF2B5EF4-FFF2-40B4-BE49-F238E27FC236}">
                <a16:creationId xmlns:a16="http://schemas.microsoft.com/office/drawing/2014/main" id="{B2C66566-A788-4023-804E-0406377A1A6D}"/>
              </a:ext>
            </a:extLst>
          </p:cNvPr>
          <p:cNvSpPr txBox="1"/>
          <p:nvPr/>
        </p:nvSpPr>
        <p:spPr>
          <a:xfrm>
            <a:off x="459354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ACDB6A99-B1F8-416A-8D5F-D7AF0A5246F2}"/>
              </a:ext>
            </a:extLst>
          </p:cNvPr>
          <p:cNvSpPr txBox="1"/>
          <p:nvPr/>
        </p:nvSpPr>
        <p:spPr>
          <a:xfrm>
            <a:off x="683872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7" name="TextBox 1906">
            <a:extLst>
              <a:ext uri="{FF2B5EF4-FFF2-40B4-BE49-F238E27FC236}">
                <a16:creationId xmlns:a16="http://schemas.microsoft.com/office/drawing/2014/main" id="{2F5489B5-44F2-4E9D-8BE9-5B98FD156DB4}"/>
              </a:ext>
            </a:extLst>
          </p:cNvPr>
          <p:cNvSpPr txBox="1"/>
          <p:nvPr/>
        </p:nvSpPr>
        <p:spPr>
          <a:xfrm>
            <a:off x="908390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8" name="TextBox 1907">
            <a:extLst>
              <a:ext uri="{FF2B5EF4-FFF2-40B4-BE49-F238E27FC236}">
                <a16:creationId xmlns:a16="http://schemas.microsoft.com/office/drawing/2014/main" id="{FAF7EF71-658D-44E6-A67E-C41040F2DB43}"/>
              </a:ext>
            </a:extLst>
          </p:cNvPr>
          <p:cNvSpPr txBox="1"/>
          <p:nvPr/>
        </p:nvSpPr>
        <p:spPr>
          <a:xfrm>
            <a:off x="1132908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9" name="TextBox 1908">
            <a:extLst>
              <a:ext uri="{FF2B5EF4-FFF2-40B4-BE49-F238E27FC236}">
                <a16:creationId xmlns:a16="http://schemas.microsoft.com/office/drawing/2014/main" id="{100D0D64-F152-4603-ABB7-43DC773898FF}"/>
              </a:ext>
            </a:extLst>
          </p:cNvPr>
          <p:cNvSpPr txBox="1"/>
          <p:nvPr/>
        </p:nvSpPr>
        <p:spPr>
          <a:xfrm>
            <a:off x="1357426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0" name="TextBox 1909">
            <a:extLst>
              <a:ext uri="{FF2B5EF4-FFF2-40B4-BE49-F238E27FC236}">
                <a16:creationId xmlns:a16="http://schemas.microsoft.com/office/drawing/2014/main" id="{188B63E4-2D87-44AA-8AD7-44AE17A776AD}"/>
              </a:ext>
            </a:extLst>
          </p:cNvPr>
          <p:cNvSpPr txBox="1"/>
          <p:nvPr/>
        </p:nvSpPr>
        <p:spPr>
          <a:xfrm>
            <a:off x="1581943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2" name="TextBox 1911">
            <a:extLst>
              <a:ext uri="{FF2B5EF4-FFF2-40B4-BE49-F238E27FC236}">
                <a16:creationId xmlns:a16="http://schemas.microsoft.com/office/drawing/2014/main" id="{CA29958D-D487-4794-A2C6-8086B4E4425C}"/>
              </a:ext>
            </a:extLst>
          </p:cNvPr>
          <p:cNvSpPr txBox="1"/>
          <p:nvPr/>
        </p:nvSpPr>
        <p:spPr>
          <a:xfrm>
            <a:off x="2224844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3" name="TextBox 1912">
            <a:extLst>
              <a:ext uri="{FF2B5EF4-FFF2-40B4-BE49-F238E27FC236}">
                <a16:creationId xmlns:a16="http://schemas.microsoft.com/office/drawing/2014/main" id="{20D0CFA4-2C72-442E-BE16-D39D69AA1FEC}"/>
              </a:ext>
            </a:extLst>
          </p:cNvPr>
          <p:cNvSpPr txBox="1"/>
          <p:nvPr/>
        </p:nvSpPr>
        <p:spPr>
          <a:xfrm>
            <a:off x="2449362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4" name="TextBox 1913">
            <a:extLst>
              <a:ext uri="{FF2B5EF4-FFF2-40B4-BE49-F238E27FC236}">
                <a16:creationId xmlns:a16="http://schemas.microsoft.com/office/drawing/2014/main" id="{834AD6BE-673F-47C8-B05B-94E2800DE0DF}"/>
              </a:ext>
            </a:extLst>
          </p:cNvPr>
          <p:cNvSpPr txBox="1"/>
          <p:nvPr/>
        </p:nvSpPr>
        <p:spPr>
          <a:xfrm>
            <a:off x="2673880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5" name="TextBox 1914">
            <a:extLst>
              <a:ext uri="{FF2B5EF4-FFF2-40B4-BE49-F238E27FC236}">
                <a16:creationId xmlns:a16="http://schemas.microsoft.com/office/drawing/2014/main" id="{0FDF853F-6009-497C-BC52-C5A60C49334A}"/>
              </a:ext>
            </a:extLst>
          </p:cNvPr>
          <p:cNvSpPr txBox="1"/>
          <p:nvPr/>
        </p:nvSpPr>
        <p:spPr>
          <a:xfrm>
            <a:off x="2898398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6" name="TextBox 1915">
            <a:extLst>
              <a:ext uri="{FF2B5EF4-FFF2-40B4-BE49-F238E27FC236}">
                <a16:creationId xmlns:a16="http://schemas.microsoft.com/office/drawing/2014/main" id="{59FD4393-F59C-4E0E-A70F-2BEC9DE0FE5D}"/>
              </a:ext>
            </a:extLst>
          </p:cNvPr>
          <p:cNvSpPr txBox="1"/>
          <p:nvPr/>
        </p:nvSpPr>
        <p:spPr>
          <a:xfrm>
            <a:off x="3122916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7" name="TextBox 1916">
            <a:extLst>
              <a:ext uri="{FF2B5EF4-FFF2-40B4-BE49-F238E27FC236}">
                <a16:creationId xmlns:a16="http://schemas.microsoft.com/office/drawing/2014/main" id="{27A83C1B-4FF9-427A-9C8A-A8754CFAC7A7}"/>
              </a:ext>
            </a:extLst>
          </p:cNvPr>
          <p:cNvSpPr txBox="1"/>
          <p:nvPr/>
        </p:nvSpPr>
        <p:spPr>
          <a:xfrm>
            <a:off x="3347434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8" name="TextBox 1917">
            <a:extLst>
              <a:ext uri="{FF2B5EF4-FFF2-40B4-BE49-F238E27FC236}">
                <a16:creationId xmlns:a16="http://schemas.microsoft.com/office/drawing/2014/main" id="{0C304353-A3AA-4EC6-B5EF-407416A8D169}"/>
              </a:ext>
            </a:extLst>
          </p:cNvPr>
          <p:cNvSpPr txBox="1"/>
          <p:nvPr/>
        </p:nvSpPr>
        <p:spPr>
          <a:xfrm>
            <a:off x="3571951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9" name="직사각형 1918">
            <a:extLst>
              <a:ext uri="{FF2B5EF4-FFF2-40B4-BE49-F238E27FC236}">
                <a16:creationId xmlns:a16="http://schemas.microsoft.com/office/drawing/2014/main" id="{DABFF791-32E6-4FD6-86C6-4C0AEE9A809B}"/>
              </a:ext>
            </a:extLst>
          </p:cNvPr>
          <p:cNvSpPr/>
          <p:nvPr/>
        </p:nvSpPr>
        <p:spPr>
          <a:xfrm>
            <a:off x="2224844" y="4180061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August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F64CBBE-BD64-474D-9189-EC50903C84E7}"/>
              </a:ext>
            </a:extLst>
          </p:cNvPr>
          <p:cNvSpPr txBox="1"/>
          <p:nvPr/>
        </p:nvSpPr>
        <p:spPr>
          <a:xfrm>
            <a:off x="2224844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D9A56039-1308-49EB-8AF1-0158E7434C28}"/>
              </a:ext>
            </a:extLst>
          </p:cNvPr>
          <p:cNvSpPr txBox="1"/>
          <p:nvPr/>
        </p:nvSpPr>
        <p:spPr>
          <a:xfrm>
            <a:off x="2449362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13243211-7012-4ED7-84F5-107555A29308}"/>
              </a:ext>
            </a:extLst>
          </p:cNvPr>
          <p:cNvSpPr txBox="1"/>
          <p:nvPr/>
        </p:nvSpPr>
        <p:spPr>
          <a:xfrm>
            <a:off x="2673880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72738011-0390-4D1A-8CD3-D7673B6CF44A}"/>
              </a:ext>
            </a:extLst>
          </p:cNvPr>
          <p:cNvSpPr txBox="1"/>
          <p:nvPr/>
        </p:nvSpPr>
        <p:spPr>
          <a:xfrm>
            <a:off x="2898398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B1C0B97D-EEB9-4CDD-8E5F-44C515567EAF}"/>
              </a:ext>
            </a:extLst>
          </p:cNvPr>
          <p:cNvSpPr txBox="1"/>
          <p:nvPr/>
        </p:nvSpPr>
        <p:spPr>
          <a:xfrm>
            <a:off x="3122916" y="4390933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EFDB8949-1F76-4EB9-A062-ECFDB950F904}"/>
              </a:ext>
            </a:extLst>
          </p:cNvPr>
          <p:cNvSpPr txBox="1"/>
          <p:nvPr/>
        </p:nvSpPr>
        <p:spPr>
          <a:xfrm>
            <a:off x="3347434" y="4390933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66094EC5-160C-4051-9C1E-531C5A1F3EAB}"/>
              </a:ext>
            </a:extLst>
          </p:cNvPr>
          <p:cNvSpPr txBox="1"/>
          <p:nvPr/>
        </p:nvSpPr>
        <p:spPr>
          <a:xfrm>
            <a:off x="3575157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27" name="직선 연결선 1926">
            <a:extLst>
              <a:ext uri="{FF2B5EF4-FFF2-40B4-BE49-F238E27FC236}">
                <a16:creationId xmlns:a16="http://schemas.microsoft.com/office/drawing/2014/main" id="{C40A48E7-E37B-4996-8731-E76168CC3328}"/>
              </a:ext>
            </a:extLst>
          </p:cNvPr>
          <p:cNvCxnSpPr>
            <a:cxnSpLocks/>
          </p:cNvCxnSpPr>
          <p:nvPr/>
        </p:nvCxnSpPr>
        <p:spPr>
          <a:xfrm>
            <a:off x="2225401" y="4569476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8" name="TextBox 1927">
            <a:extLst>
              <a:ext uri="{FF2B5EF4-FFF2-40B4-BE49-F238E27FC236}">
                <a16:creationId xmlns:a16="http://schemas.microsoft.com/office/drawing/2014/main" id="{55476EA6-0287-437A-B15D-480DD069E83A}"/>
              </a:ext>
            </a:extLst>
          </p:cNvPr>
          <p:cNvSpPr txBox="1"/>
          <p:nvPr/>
        </p:nvSpPr>
        <p:spPr>
          <a:xfrm>
            <a:off x="2224844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5A8238B7-B370-4304-938E-B8A0CB463138}"/>
              </a:ext>
            </a:extLst>
          </p:cNvPr>
          <p:cNvSpPr txBox="1"/>
          <p:nvPr/>
        </p:nvSpPr>
        <p:spPr>
          <a:xfrm>
            <a:off x="2449362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1F566E67-05A1-40A0-984A-F5D6BD00A51C}"/>
              </a:ext>
            </a:extLst>
          </p:cNvPr>
          <p:cNvSpPr txBox="1"/>
          <p:nvPr/>
        </p:nvSpPr>
        <p:spPr>
          <a:xfrm>
            <a:off x="2673880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7577825-50D0-4CA3-871D-6C5BE7B24C5B}"/>
              </a:ext>
            </a:extLst>
          </p:cNvPr>
          <p:cNvSpPr txBox="1"/>
          <p:nvPr/>
        </p:nvSpPr>
        <p:spPr>
          <a:xfrm>
            <a:off x="2898398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0E2F4642-DE38-41C0-9DA0-9E6DAAAE6230}"/>
              </a:ext>
            </a:extLst>
          </p:cNvPr>
          <p:cNvSpPr txBox="1"/>
          <p:nvPr/>
        </p:nvSpPr>
        <p:spPr>
          <a:xfrm>
            <a:off x="3122916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9B3BADF7-3D0B-4D36-8771-A9834C257A44}"/>
              </a:ext>
            </a:extLst>
          </p:cNvPr>
          <p:cNvSpPr txBox="1"/>
          <p:nvPr/>
        </p:nvSpPr>
        <p:spPr>
          <a:xfrm>
            <a:off x="3347434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581EA895-ACAD-4150-BABF-7210667693C9}"/>
              </a:ext>
            </a:extLst>
          </p:cNvPr>
          <p:cNvSpPr txBox="1"/>
          <p:nvPr/>
        </p:nvSpPr>
        <p:spPr>
          <a:xfrm>
            <a:off x="3571951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46EC98B0-12C4-4FE5-9D71-2B7F18C8356F}"/>
              </a:ext>
            </a:extLst>
          </p:cNvPr>
          <p:cNvSpPr txBox="1"/>
          <p:nvPr/>
        </p:nvSpPr>
        <p:spPr>
          <a:xfrm>
            <a:off x="2224844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C2274C2E-CC19-40DD-94B9-7685D626E5CA}"/>
              </a:ext>
            </a:extLst>
          </p:cNvPr>
          <p:cNvSpPr txBox="1"/>
          <p:nvPr/>
        </p:nvSpPr>
        <p:spPr>
          <a:xfrm>
            <a:off x="2449362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E041AE04-43E1-49FD-91A3-8A27268FADC0}"/>
              </a:ext>
            </a:extLst>
          </p:cNvPr>
          <p:cNvSpPr txBox="1"/>
          <p:nvPr/>
        </p:nvSpPr>
        <p:spPr>
          <a:xfrm>
            <a:off x="2673880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36F0F8F8-BD49-44EC-940F-280D81F81932}"/>
              </a:ext>
            </a:extLst>
          </p:cNvPr>
          <p:cNvSpPr txBox="1"/>
          <p:nvPr/>
        </p:nvSpPr>
        <p:spPr>
          <a:xfrm>
            <a:off x="2898398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510A1-EE11-4D9E-8797-FDAE1DFD120B}"/>
              </a:ext>
            </a:extLst>
          </p:cNvPr>
          <p:cNvSpPr txBox="1"/>
          <p:nvPr/>
        </p:nvSpPr>
        <p:spPr>
          <a:xfrm>
            <a:off x="3122916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F8970BF1-6CA7-4B58-9FA4-03B0E7030603}"/>
              </a:ext>
            </a:extLst>
          </p:cNvPr>
          <p:cNvSpPr txBox="1"/>
          <p:nvPr/>
        </p:nvSpPr>
        <p:spPr>
          <a:xfrm>
            <a:off x="3347434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6A3C3D0A-2714-48DB-B949-CAE15CF57D37}"/>
              </a:ext>
            </a:extLst>
          </p:cNvPr>
          <p:cNvSpPr txBox="1"/>
          <p:nvPr/>
        </p:nvSpPr>
        <p:spPr>
          <a:xfrm>
            <a:off x="3571951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C021AC61-081C-47BD-A5F1-1038B32AC8E4}"/>
              </a:ext>
            </a:extLst>
          </p:cNvPr>
          <p:cNvSpPr txBox="1"/>
          <p:nvPr/>
        </p:nvSpPr>
        <p:spPr>
          <a:xfrm>
            <a:off x="2224844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E38CA091-5C25-411C-A794-F148FC872A57}"/>
              </a:ext>
            </a:extLst>
          </p:cNvPr>
          <p:cNvSpPr txBox="1"/>
          <p:nvPr/>
        </p:nvSpPr>
        <p:spPr>
          <a:xfrm>
            <a:off x="2449362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D2306592-67D6-4963-BE5B-4AC440070D19}"/>
              </a:ext>
            </a:extLst>
          </p:cNvPr>
          <p:cNvSpPr txBox="1"/>
          <p:nvPr/>
        </p:nvSpPr>
        <p:spPr>
          <a:xfrm>
            <a:off x="2673880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3B5D3DE1-ECC4-4053-B5C7-EE7786E2817D}"/>
              </a:ext>
            </a:extLst>
          </p:cNvPr>
          <p:cNvSpPr txBox="1"/>
          <p:nvPr/>
        </p:nvSpPr>
        <p:spPr>
          <a:xfrm>
            <a:off x="2898398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B67135F9-02F7-4D4B-AF3E-840E229C9F91}"/>
              </a:ext>
            </a:extLst>
          </p:cNvPr>
          <p:cNvSpPr txBox="1"/>
          <p:nvPr/>
        </p:nvSpPr>
        <p:spPr>
          <a:xfrm>
            <a:off x="3122916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F4A37E24-A75C-49CD-BDE9-3DE254FDEAF2}"/>
              </a:ext>
            </a:extLst>
          </p:cNvPr>
          <p:cNvSpPr txBox="1"/>
          <p:nvPr/>
        </p:nvSpPr>
        <p:spPr>
          <a:xfrm>
            <a:off x="3347434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881E6578-C74A-47FB-ADBD-1DEAAA1FE9A9}"/>
              </a:ext>
            </a:extLst>
          </p:cNvPr>
          <p:cNvSpPr txBox="1"/>
          <p:nvPr/>
        </p:nvSpPr>
        <p:spPr>
          <a:xfrm>
            <a:off x="3571951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650E59C-7C66-4F9A-B6B6-6A74E5873FA7}"/>
              </a:ext>
            </a:extLst>
          </p:cNvPr>
          <p:cNvSpPr txBox="1"/>
          <p:nvPr/>
        </p:nvSpPr>
        <p:spPr>
          <a:xfrm>
            <a:off x="2224844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23578682-12EE-475C-9C46-1AC2822CE2FF}"/>
              </a:ext>
            </a:extLst>
          </p:cNvPr>
          <p:cNvSpPr txBox="1"/>
          <p:nvPr/>
        </p:nvSpPr>
        <p:spPr>
          <a:xfrm>
            <a:off x="2449362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97B31015-9350-4B06-9E78-556B65EA9DB9}"/>
              </a:ext>
            </a:extLst>
          </p:cNvPr>
          <p:cNvSpPr txBox="1"/>
          <p:nvPr/>
        </p:nvSpPr>
        <p:spPr>
          <a:xfrm>
            <a:off x="2673880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F080F517-21D6-419B-A368-CBCAEA709D0E}"/>
              </a:ext>
            </a:extLst>
          </p:cNvPr>
          <p:cNvSpPr txBox="1"/>
          <p:nvPr/>
        </p:nvSpPr>
        <p:spPr>
          <a:xfrm>
            <a:off x="2898398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3AA0702B-F197-44F5-A62A-39ED8DEF7CE0}"/>
              </a:ext>
            </a:extLst>
          </p:cNvPr>
          <p:cNvSpPr txBox="1"/>
          <p:nvPr/>
        </p:nvSpPr>
        <p:spPr>
          <a:xfrm>
            <a:off x="3122916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1D2D3FF4-4BC0-4D78-81FB-F409E976F129}"/>
              </a:ext>
            </a:extLst>
          </p:cNvPr>
          <p:cNvSpPr txBox="1"/>
          <p:nvPr/>
        </p:nvSpPr>
        <p:spPr>
          <a:xfrm>
            <a:off x="3347434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7CF2DCD-B1AA-47E5-A3C6-06E7AA0BB873}"/>
              </a:ext>
            </a:extLst>
          </p:cNvPr>
          <p:cNvSpPr txBox="1"/>
          <p:nvPr/>
        </p:nvSpPr>
        <p:spPr>
          <a:xfrm>
            <a:off x="3571951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BAA871DF-33EF-4322-AE72-E12AF2EC5855}"/>
              </a:ext>
            </a:extLst>
          </p:cNvPr>
          <p:cNvSpPr txBox="1"/>
          <p:nvPr/>
        </p:nvSpPr>
        <p:spPr>
          <a:xfrm>
            <a:off x="2224844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B86FF1CF-E28E-4995-BEA7-42ADCD993901}"/>
              </a:ext>
            </a:extLst>
          </p:cNvPr>
          <p:cNvSpPr txBox="1"/>
          <p:nvPr/>
        </p:nvSpPr>
        <p:spPr>
          <a:xfrm>
            <a:off x="2449362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9D0A0B0B-381F-4ACA-B78E-35F0FEB53F92}"/>
              </a:ext>
            </a:extLst>
          </p:cNvPr>
          <p:cNvSpPr txBox="1"/>
          <p:nvPr/>
        </p:nvSpPr>
        <p:spPr>
          <a:xfrm>
            <a:off x="2673880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CC414C29-4D8F-4B50-A22D-6B79B8002127}"/>
              </a:ext>
            </a:extLst>
          </p:cNvPr>
          <p:cNvSpPr txBox="1"/>
          <p:nvPr/>
        </p:nvSpPr>
        <p:spPr>
          <a:xfrm>
            <a:off x="2898398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4DF287F7-CE4B-43AD-9FA8-177E62D63A2F}"/>
              </a:ext>
            </a:extLst>
          </p:cNvPr>
          <p:cNvSpPr txBox="1"/>
          <p:nvPr/>
        </p:nvSpPr>
        <p:spPr>
          <a:xfrm>
            <a:off x="3122916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E4F60A23-80CE-4A8F-A428-4259276EA6A8}"/>
              </a:ext>
            </a:extLst>
          </p:cNvPr>
          <p:cNvSpPr txBox="1"/>
          <p:nvPr/>
        </p:nvSpPr>
        <p:spPr>
          <a:xfrm>
            <a:off x="3347434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2127699E-7BF0-4EC9-AD5E-E5D5913A8B27}"/>
              </a:ext>
            </a:extLst>
          </p:cNvPr>
          <p:cNvSpPr txBox="1"/>
          <p:nvPr/>
        </p:nvSpPr>
        <p:spPr>
          <a:xfrm>
            <a:off x="3571951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5670CEFC-9518-4887-8D67-2A285DBC58CD}"/>
              </a:ext>
            </a:extLst>
          </p:cNvPr>
          <p:cNvSpPr txBox="1"/>
          <p:nvPr/>
        </p:nvSpPr>
        <p:spPr>
          <a:xfrm>
            <a:off x="4214851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47F67943-2B90-48B7-AEB0-FB4906748517}"/>
              </a:ext>
            </a:extLst>
          </p:cNvPr>
          <p:cNvSpPr txBox="1"/>
          <p:nvPr/>
        </p:nvSpPr>
        <p:spPr>
          <a:xfrm>
            <a:off x="4439369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611CCB63-A41E-4284-8909-B284F1EA6ACC}"/>
              </a:ext>
            </a:extLst>
          </p:cNvPr>
          <p:cNvSpPr txBox="1"/>
          <p:nvPr/>
        </p:nvSpPr>
        <p:spPr>
          <a:xfrm>
            <a:off x="4663887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7" name="TextBox 1966">
            <a:extLst>
              <a:ext uri="{FF2B5EF4-FFF2-40B4-BE49-F238E27FC236}">
                <a16:creationId xmlns:a16="http://schemas.microsoft.com/office/drawing/2014/main" id="{113979E8-7463-4506-954D-E8A916D7AC2E}"/>
              </a:ext>
            </a:extLst>
          </p:cNvPr>
          <p:cNvSpPr txBox="1"/>
          <p:nvPr/>
        </p:nvSpPr>
        <p:spPr>
          <a:xfrm>
            <a:off x="4888405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B8E3BA50-4C57-4A68-A409-3E16D79FF372}"/>
              </a:ext>
            </a:extLst>
          </p:cNvPr>
          <p:cNvSpPr txBox="1"/>
          <p:nvPr/>
        </p:nvSpPr>
        <p:spPr>
          <a:xfrm>
            <a:off x="5112923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BBE46920-123A-4CDB-81D0-7E5187BC9915}"/>
              </a:ext>
            </a:extLst>
          </p:cNvPr>
          <p:cNvSpPr txBox="1"/>
          <p:nvPr/>
        </p:nvSpPr>
        <p:spPr>
          <a:xfrm>
            <a:off x="5337441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C5AF175F-A185-4221-A0FE-89394D8A43BB}"/>
              </a:ext>
            </a:extLst>
          </p:cNvPr>
          <p:cNvSpPr txBox="1"/>
          <p:nvPr/>
        </p:nvSpPr>
        <p:spPr>
          <a:xfrm>
            <a:off x="5561958" y="460671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1" name="직사각형 1970">
            <a:extLst>
              <a:ext uri="{FF2B5EF4-FFF2-40B4-BE49-F238E27FC236}">
                <a16:creationId xmlns:a16="http://schemas.microsoft.com/office/drawing/2014/main" id="{DDA57EEF-33AD-46E9-9219-A4005089010A}"/>
              </a:ext>
            </a:extLst>
          </p:cNvPr>
          <p:cNvSpPr/>
          <p:nvPr/>
        </p:nvSpPr>
        <p:spPr>
          <a:xfrm>
            <a:off x="4214851" y="4180061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September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2" name="TextBox 1971">
            <a:extLst>
              <a:ext uri="{FF2B5EF4-FFF2-40B4-BE49-F238E27FC236}">
                <a16:creationId xmlns:a16="http://schemas.microsoft.com/office/drawing/2014/main" id="{F9317777-08B1-4897-8FDF-20276D12DF21}"/>
              </a:ext>
            </a:extLst>
          </p:cNvPr>
          <p:cNvSpPr txBox="1"/>
          <p:nvPr/>
        </p:nvSpPr>
        <p:spPr>
          <a:xfrm>
            <a:off x="4214851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3" name="TextBox 1972">
            <a:extLst>
              <a:ext uri="{FF2B5EF4-FFF2-40B4-BE49-F238E27FC236}">
                <a16:creationId xmlns:a16="http://schemas.microsoft.com/office/drawing/2014/main" id="{20AE4D0E-4477-44AB-8292-29E35E7C83CB}"/>
              </a:ext>
            </a:extLst>
          </p:cNvPr>
          <p:cNvSpPr txBox="1"/>
          <p:nvPr/>
        </p:nvSpPr>
        <p:spPr>
          <a:xfrm>
            <a:off x="4439369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4" name="TextBox 1973">
            <a:extLst>
              <a:ext uri="{FF2B5EF4-FFF2-40B4-BE49-F238E27FC236}">
                <a16:creationId xmlns:a16="http://schemas.microsoft.com/office/drawing/2014/main" id="{8A344ED5-4A34-4D16-A3E7-C2D0BE6D6D06}"/>
              </a:ext>
            </a:extLst>
          </p:cNvPr>
          <p:cNvSpPr txBox="1"/>
          <p:nvPr/>
        </p:nvSpPr>
        <p:spPr>
          <a:xfrm>
            <a:off x="4663887" y="4390933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5" name="TextBox 1974">
            <a:extLst>
              <a:ext uri="{FF2B5EF4-FFF2-40B4-BE49-F238E27FC236}">
                <a16:creationId xmlns:a16="http://schemas.microsoft.com/office/drawing/2014/main" id="{BA37408F-997B-49CA-9303-E84C1208D4B1}"/>
              </a:ext>
            </a:extLst>
          </p:cNvPr>
          <p:cNvSpPr txBox="1"/>
          <p:nvPr/>
        </p:nvSpPr>
        <p:spPr>
          <a:xfrm>
            <a:off x="4888405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5FA977A2-69C2-4546-94FD-C9E03EC7E42A}"/>
              </a:ext>
            </a:extLst>
          </p:cNvPr>
          <p:cNvSpPr txBox="1"/>
          <p:nvPr/>
        </p:nvSpPr>
        <p:spPr>
          <a:xfrm>
            <a:off x="5112923" y="4390933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7" name="TextBox 1976">
            <a:extLst>
              <a:ext uri="{FF2B5EF4-FFF2-40B4-BE49-F238E27FC236}">
                <a16:creationId xmlns:a16="http://schemas.microsoft.com/office/drawing/2014/main" id="{FF626E79-79F8-464F-B1F7-3AE0288E5C65}"/>
              </a:ext>
            </a:extLst>
          </p:cNvPr>
          <p:cNvSpPr txBox="1"/>
          <p:nvPr/>
        </p:nvSpPr>
        <p:spPr>
          <a:xfrm>
            <a:off x="5337441" y="4390933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78" name="TextBox 1977">
            <a:extLst>
              <a:ext uri="{FF2B5EF4-FFF2-40B4-BE49-F238E27FC236}">
                <a16:creationId xmlns:a16="http://schemas.microsoft.com/office/drawing/2014/main" id="{B4F4B48D-84CD-494D-B2D6-98CF2D94F013}"/>
              </a:ext>
            </a:extLst>
          </p:cNvPr>
          <p:cNvSpPr txBox="1"/>
          <p:nvPr/>
        </p:nvSpPr>
        <p:spPr>
          <a:xfrm>
            <a:off x="5565164" y="4390933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79" name="직선 연결선 1978">
            <a:extLst>
              <a:ext uri="{FF2B5EF4-FFF2-40B4-BE49-F238E27FC236}">
                <a16:creationId xmlns:a16="http://schemas.microsoft.com/office/drawing/2014/main" id="{E15F890D-C8C9-453F-BE8B-1A5D8A1A5218}"/>
              </a:ext>
            </a:extLst>
          </p:cNvPr>
          <p:cNvCxnSpPr>
            <a:cxnSpLocks/>
          </p:cNvCxnSpPr>
          <p:nvPr/>
        </p:nvCxnSpPr>
        <p:spPr>
          <a:xfrm>
            <a:off x="4215408" y="4569476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0" name="TextBox 1979">
            <a:extLst>
              <a:ext uri="{FF2B5EF4-FFF2-40B4-BE49-F238E27FC236}">
                <a16:creationId xmlns:a16="http://schemas.microsoft.com/office/drawing/2014/main" id="{C447DE78-A006-45F9-84BE-0E71B9780869}"/>
              </a:ext>
            </a:extLst>
          </p:cNvPr>
          <p:cNvSpPr txBox="1"/>
          <p:nvPr/>
        </p:nvSpPr>
        <p:spPr>
          <a:xfrm>
            <a:off x="4214851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1" name="TextBox 1980">
            <a:extLst>
              <a:ext uri="{FF2B5EF4-FFF2-40B4-BE49-F238E27FC236}">
                <a16:creationId xmlns:a16="http://schemas.microsoft.com/office/drawing/2014/main" id="{5A10BC0F-2549-4F7A-9AE7-B2CF5205839D}"/>
              </a:ext>
            </a:extLst>
          </p:cNvPr>
          <p:cNvSpPr txBox="1"/>
          <p:nvPr/>
        </p:nvSpPr>
        <p:spPr>
          <a:xfrm>
            <a:off x="4439369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2" name="TextBox 1981">
            <a:extLst>
              <a:ext uri="{FF2B5EF4-FFF2-40B4-BE49-F238E27FC236}">
                <a16:creationId xmlns:a16="http://schemas.microsoft.com/office/drawing/2014/main" id="{2CE077E6-EB47-4835-BDCB-B91CB7BCF400}"/>
              </a:ext>
            </a:extLst>
          </p:cNvPr>
          <p:cNvSpPr txBox="1"/>
          <p:nvPr/>
        </p:nvSpPr>
        <p:spPr>
          <a:xfrm>
            <a:off x="4663887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3" name="TextBox 1982">
            <a:extLst>
              <a:ext uri="{FF2B5EF4-FFF2-40B4-BE49-F238E27FC236}">
                <a16:creationId xmlns:a16="http://schemas.microsoft.com/office/drawing/2014/main" id="{7A008DF7-6028-4A12-B6DD-F5F63D9E3120}"/>
              </a:ext>
            </a:extLst>
          </p:cNvPr>
          <p:cNvSpPr txBox="1"/>
          <p:nvPr/>
        </p:nvSpPr>
        <p:spPr>
          <a:xfrm>
            <a:off x="4888405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4" name="TextBox 1983">
            <a:extLst>
              <a:ext uri="{FF2B5EF4-FFF2-40B4-BE49-F238E27FC236}">
                <a16:creationId xmlns:a16="http://schemas.microsoft.com/office/drawing/2014/main" id="{9CF4109C-778E-4DC7-BD39-0BAE5F7A73D6}"/>
              </a:ext>
            </a:extLst>
          </p:cNvPr>
          <p:cNvSpPr txBox="1"/>
          <p:nvPr/>
        </p:nvSpPr>
        <p:spPr>
          <a:xfrm>
            <a:off x="5112923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09</a:t>
            </a:r>
            <a:endParaRPr lang="ko-KR" altLang="en-US" dirty="0"/>
          </a:p>
        </p:txBody>
      </p:sp>
      <p:sp>
        <p:nvSpPr>
          <p:cNvPr id="1985" name="TextBox 1984">
            <a:extLst>
              <a:ext uri="{FF2B5EF4-FFF2-40B4-BE49-F238E27FC236}">
                <a16:creationId xmlns:a16="http://schemas.microsoft.com/office/drawing/2014/main" id="{3A637364-0FCC-4FC0-94ED-8A2E2BA24C92}"/>
              </a:ext>
            </a:extLst>
          </p:cNvPr>
          <p:cNvSpPr txBox="1"/>
          <p:nvPr/>
        </p:nvSpPr>
        <p:spPr>
          <a:xfrm>
            <a:off x="5337441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6" name="TextBox 1985">
            <a:extLst>
              <a:ext uri="{FF2B5EF4-FFF2-40B4-BE49-F238E27FC236}">
                <a16:creationId xmlns:a16="http://schemas.microsoft.com/office/drawing/2014/main" id="{B205B1B5-A3E4-43BE-B6BE-77273F1C4F6E}"/>
              </a:ext>
            </a:extLst>
          </p:cNvPr>
          <p:cNvSpPr txBox="1"/>
          <p:nvPr/>
        </p:nvSpPr>
        <p:spPr>
          <a:xfrm>
            <a:off x="5561958" y="4784389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7" name="TextBox 1986">
            <a:extLst>
              <a:ext uri="{FF2B5EF4-FFF2-40B4-BE49-F238E27FC236}">
                <a16:creationId xmlns:a16="http://schemas.microsoft.com/office/drawing/2014/main" id="{2A0498F9-FCA4-4277-AB7C-4CA7130548FA}"/>
              </a:ext>
            </a:extLst>
          </p:cNvPr>
          <p:cNvSpPr txBox="1"/>
          <p:nvPr/>
        </p:nvSpPr>
        <p:spPr>
          <a:xfrm>
            <a:off x="4214851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988" name="TextBox 1987">
            <a:extLst>
              <a:ext uri="{FF2B5EF4-FFF2-40B4-BE49-F238E27FC236}">
                <a16:creationId xmlns:a16="http://schemas.microsoft.com/office/drawing/2014/main" id="{F7845B4A-60EF-47BC-8A0A-7F53565681F6}"/>
              </a:ext>
            </a:extLst>
          </p:cNvPr>
          <p:cNvSpPr txBox="1"/>
          <p:nvPr/>
        </p:nvSpPr>
        <p:spPr>
          <a:xfrm>
            <a:off x="4439369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89" name="TextBox 1988">
            <a:extLst>
              <a:ext uri="{FF2B5EF4-FFF2-40B4-BE49-F238E27FC236}">
                <a16:creationId xmlns:a16="http://schemas.microsoft.com/office/drawing/2014/main" id="{18F103CB-B9FF-4720-936F-D37AAFB8F7DA}"/>
              </a:ext>
            </a:extLst>
          </p:cNvPr>
          <p:cNvSpPr txBox="1"/>
          <p:nvPr/>
        </p:nvSpPr>
        <p:spPr>
          <a:xfrm>
            <a:off x="4663887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0" name="TextBox 1989">
            <a:extLst>
              <a:ext uri="{FF2B5EF4-FFF2-40B4-BE49-F238E27FC236}">
                <a16:creationId xmlns:a16="http://schemas.microsoft.com/office/drawing/2014/main" id="{B226CC1D-C1C8-4C1B-BD1E-B5C868D214EF}"/>
              </a:ext>
            </a:extLst>
          </p:cNvPr>
          <p:cNvSpPr txBox="1"/>
          <p:nvPr/>
        </p:nvSpPr>
        <p:spPr>
          <a:xfrm>
            <a:off x="4888405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1" name="TextBox 1990">
            <a:extLst>
              <a:ext uri="{FF2B5EF4-FFF2-40B4-BE49-F238E27FC236}">
                <a16:creationId xmlns:a16="http://schemas.microsoft.com/office/drawing/2014/main" id="{0AD86DEB-234B-475D-9004-65D14EECCD4A}"/>
              </a:ext>
            </a:extLst>
          </p:cNvPr>
          <p:cNvSpPr txBox="1"/>
          <p:nvPr/>
        </p:nvSpPr>
        <p:spPr>
          <a:xfrm>
            <a:off x="5112923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2" name="TextBox 1991">
            <a:extLst>
              <a:ext uri="{FF2B5EF4-FFF2-40B4-BE49-F238E27FC236}">
                <a16:creationId xmlns:a16="http://schemas.microsoft.com/office/drawing/2014/main" id="{D1572DDA-231D-471B-9460-ABE2FCD14B73}"/>
              </a:ext>
            </a:extLst>
          </p:cNvPr>
          <p:cNvSpPr txBox="1"/>
          <p:nvPr/>
        </p:nvSpPr>
        <p:spPr>
          <a:xfrm>
            <a:off x="5337441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3" name="TextBox 1992">
            <a:extLst>
              <a:ext uri="{FF2B5EF4-FFF2-40B4-BE49-F238E27FC236}">
                <a16:creationId xmlns:a16="http://schemas.microsoft.com/office/drawing/2014/main" id="{92DC452A-E24C-4146-851A-FEF68C0A2871}"/>
              </a:ext>
            </a:extLst>
          </p:cNvPr>
          <p:cNvSpPr txBox="1"/>
          <p:nvPr/>
        </p:nvSpPr>
        <p:spPr>
          <a:xfrm>
            <a:off x="5561958" y="4962067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4F196D5F-6DAC-4850-94A1-634D47C3B813}"/>
              </a:ext>
            </a:extLst>
          </p:cNvPr>
          <p:cNvSpPr txBox="1"/>
          <p:nvPr/>
        </p:nvSpPr>
        <p:spPr>
          <a:xfrm>
            <a:off x="4214851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A74EE6F0-F753-4314-8420-22044E6F5DCF}"/>
              </a:ext>
            </a:extLst>
          </p:cNvPr>
          <p:cNvSpPr txBox="1"/>
          <p:nvPr/>
        </p:nvSpPr>
        <p:spPr>
          <a:xfrm>
            <a:off x="4439369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1B179C08-01B9-4FDE-AE07-E62671805FF6}"/>
              </a:ext>
            </a:extLst>
          </p:cNvPr>
          <p:cNvSpPr txBox="1"/>
          <p:nvPr/>
        </p:nvSpPr>
        <p:spPr>
          <a:xfrm>
            <a:off x="4663887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0D359F6-A325-45C8-B61C-ACFBC59A50D6}"/>
              </a:ext>
            </a:extLst>
          </p:cNvPr>
          <p:cNvSpPr txBox="1"/>
          <p:nvPr/>
        </p:nvSpPr>
        <p:spPr>
          <a:xfrm>
            <a:off x="4888405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C71863CE-BF2B-4532-A451-C333402B9352}"/>
              </a:ext>
            </a:extLst>
          </p:cNvPr>
          <p:cNvSpPr txBox="1"/>
          <p:nvPr/>
        </p:nvSpPr>
        <p:spPr>
          <a:xfrm>
            <a:off x="5112923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D51724B0-C522-4502-BCAE-FAA36A91F025}"/>
              </a:ext>
            </a:extLst>
          </p:cNvPr>
          <p:cNvSpPr txBox="1"/>
          <p:nvPr/>
        </p:nvSpPr>
        <p:spPr>
          <a:xfrm>
            <a:off x="5337441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6A70FC21-2C54-48A6-9B8A-7281A842AAE7}"/>
              </a:ext>
            </a:extLst>
          </p:cNvPr>
          <p:cNvSpPr txBox="1"/>
          <p:nvPr/>
        </p:nvSpPr>
        <p:spPr>
          <a:xfrm>
            <a:off x="5561958" y="5139745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4D2083BD-F06E-4794-983A-40781CFCEDAE}"/>
              </a:ext>
            </a:extLst>
          </p:cNvPr>
          <p:cNvSpPr txBox="1"/>
          <p:nvPr/>
        </p:nvSpPr>
        <p:spPr>
          <a:xfrm>
            <a:off x="4214851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B7679216-043D-4A20-B208-EEC2967621D6}"/>
              </a:ext>
            </a:extLst>
          </p:cNvPr>
          <p:cNvSpPr txBox="1"/>
          <p:nvPr/>
        </p:nvSpPr>
        <p:spPr>
          <a:xfrm>
            <a:off x="4439369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59BF4035-908C-488C-BCFC-E4CE56517F1B}"/>
              </a:ext>
            </a:extLst>
          </p:cNvPr>
          <p:cNvSpPr txBox="1"/>
          <p:nvPr/>
        </p:nvSpPr>
        <p:spPr>
          <a:xfrm>
            <a:off x="4663887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592BC6DA-B46F-465C-BACB-240DA7000D6A}"/>
              </a:ext>
            </a:extLst>
          </p:cNvPr>
          <p:cNvSpPr txBox="1"/>
          <p:nvPr/>
        </p:nvSpPr>
        <p:spPr>
          <a:xfrm>
            <a:off x="4888405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946BC08A-99E4-4E1D-A0FC-947E89419C0D}"/>
              </a:ext>
            </a:extLst>
          </p:cNvPr>
          <p:cNvSpPr txBox="1"/>
          <p:nvPr/>
        </p:nvSpPr>
        <p:spPr>
          <a:xfrm>
            <a:off x="5112923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5D6D2C67-0F9E-4716-A417-A1F21392CB85}"/>
              </a:ext>
            </a:extLst>
          </p:cNvPr>
          <p:cNvSpPr txBox="1"/>
          <p:nvPr/>
        </p:nvSpPr>
        <p:spPr>
          <a:xfrm>
            <a:off x="5337441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86E4FBA8-881A-40E6-AF4F-A97A05B3EFB6}"/>
              </a:ext>
            </a:extLst>
          </p:cNvPr>
          <p:cNvSpPr txBox="1"/>
          <p:nvPr/>
        </p:nvSpPr>
        <p:spPr>
          <a:xfrm>
            <a:off x="5561958" y="5317423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88D8F245-C111-4DFB-AEFE-836A88C0C9BA}"/>
              </a:ext>
            </a:extLst>
          </p:cNvPr>
          <p:cNvSpPr txBox="1"/>
          <p:nvPr/>
        </p:nvSpPr>
        <p:spPr>
          <a:xfrm>
            <a:off x="4214851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E4538355-BE8B-4690-9FB5-CB93B28F640B}"/>
              </a:ext>
            </a:extLst>
          </p:cNvPr>
          <p:cNvSpPr txBox="1"/>
          <p:nvPr/>
        </p:nvSpPr>
        <p:spPr>
          <a:xfrm>
            <a:off x="4439369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0" name="TextBox 2009">
            <a:extLst>
              <a:ext uri="{FF2B5EF4-FFF2-40B4-BE49-F238E27FC236}">
                <a16:creationId xmlns:a16="http://schemas.microsoft.com/office/drawing/2014/main" id="{85DC6689-14F5-4617-96AB-1557C30D9F08}"/>
              </a:ext>
            </a:extLst>
          </p:cNvPr>
          <p:cNvSpPr txBox="1"/>
          <p:nvPr/>
        </p:nvSpPr>
        <p:spPr>
          <a:xfrm>
            <a:off x="4663887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1" name="TextBox 2010">
            <a:extLst>
              <a:ext uri="{FF2B5EF4-FFF2-40B4-BE49-F238E27FC236}">
                <a16:creationId xmlns:a16="http://schemas.microsoft.com/office/drawing/2014/main" id="{F10D460F-C6F1-46AF-9CF3-96C12A3D2EC4}"/>
              </a:ext>
            </a:extLst>
          </p:cNvPr>
          <p:cNvSpPr txBox="1"/>
          <p:nvPr/>
        </p:nvSpPr>
        <p:spPr>
          <a:xfrm>
            <a:off x="4888405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2" name="TextBox 2011">
            <a:extLst>
              <a:ext uri="{FF2B5EF4-FFF2-40B4-BE49-F238E27FC236}">
                <a16:creationId xmlns:a16="http://schemas.microsoft.com/office/drawing/2014/main" id="{640BC5A7-3DCB-4C41-81AA-C46C8ADF8D9E}"/>
              </a:ext>
            </a:extLst>
          </p:cNvPr>
          <p:cNvSpPr txBox="1"/>
          <p:nvPr/>
        </p:nvSpPr>
        <p:spPr>
          <a:xfrm>
            <a:off x="5112923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3" name="TextBox 2012">
            <a:extLst>
              <a:ext uri="{FF2B5EF4-FFF2-40B4-BE49-F238E27FC236}">
                <a16:creationId xmlns:a16="http://schemas.microsoft.com/office/drawing/2014/main" id="{C287491E-D41B-4A43-8C11-6E3EB9E00D46}"/>
              </a:ext>
            </a:extLst>
          </p:cNvPr>
          <p:cNvSpPr txBox="1"/>
          <p:nvPr/>
        </p:nvSpPr>
        <p:spPr>
          <a:xfrm>
            <a:off x="5337441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4" name="TextBox 2013">
            <a:extLst>
              <a:ext uri="{FF2B5EF4-FFF2-40B4-BE49-F238E27FC236}">
                <a16:creationId xmlns:a16="http://schemas.microsoft.com/office/drawing/2014/main" id="{E617C2D6-3AA0-44D8-8173-021782545D4F}"/>
              </a:ext>
            </a:extLst>
          </p:cNvPr>
          <p:cNvSpPr txBox="1"/>
          <p:nvPr/>
        </p:nvSpPr>
        <p:spPr>
          <a:xfrm>
            <a:off x="5561958" y="5495101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6" name="TextBox 2015">
            <a:extLst>
              <a:ext uri="{FF2B5EF4-FFF2-40B4-BE49-F238E27FC236}">
                <a16:creationId xmlns:a16="http://schemas.microsoft.com/office/drawing/2014/main" id="{A659B5C1-02FB-49F9-AA78-7C25085229EF}"/>
              </a:ext>
            </a:extLst>
          </p:cNvPr>
          <p:cNvSpPr txBox="1"/>
          <p:nvPr/>
        </p:nvSpPr>
        <p:spPr>
          <a:xfrm>
            <a:off x="234836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7" name="TextBox 2016">
            <a:extLst>
              <a:ext uri="{FF2B5EF4-FFF2-40B4-BE49-F238E27FC236}">
                <a16:creationId xmlns:a16="http://schemas.microsoft.com/office/drawing/2014/main" id="{1FB4BA26-93FA-44FB-8454-BAD842FD8851}"/>
              </a:ext>
            </a:extLst>
          </p:cNvPr>
          <p:cNvSpPr txBox="1"/>
          <p:nvPr/>
        </p:nvSpPr>
        <p:spPr>
          <a:xfrm>
            <a:off x="459354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8" name="TextBox 2017">
            <a:extLst>
              <a:ext uri="{FF2B5EF4-FFF2-40B4-BE49-F238E27FC236}">
                <a16:creationId xmlns:a16="http://schemas.microsoft.com/office/drawing/2014/main" id="{A6AA4A7F-0C40-4B2E-95C2-38C1B340496C}"/>
              </a:ext>
            </a:extLst>
          </p:cNvPr>
          <p:cNvSpPr txBox="1"/>
          <p:nvPr/>
        </p:nvSpPr>
        <p:spPr>
          <a:xfrm>
            <a:off x="683872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19" name="TextBox 2018">
            <a:extLst>
              <a:ext uri="{FF2B5EF4-FFF2-40B4-BE49-F238E27FC236}">
                <a16:creationId xmlns:a16="http://schemas.microsoft.com/office/drawing/2014/main" id="{E3482E27-B9B2-45FC-83B0-8F4E9A77D61C}"/>
              </a:ext>
            </a:extLst>
          </p:cNvPr>
          <p:cNvSpPr txBox="1"/>
          <p:nvPr/>
        </p:nvSpPr>
        <p:spPr>
          <a:xfrm>
            <a:off x="908390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0" name="TextBox 2019">
            <a:extLst>
              <a:ext uri="{FF2B5EF4-FFF2-40B4-BE49-F238E27FC236}">
                <a16:creationId xmlns:a16="http://schemas.microsoft.com/office/drawing/2014/main" id="{C93A7DF2-2024-4FFC-BE45-373EEAD1AC3A}"/>
              </a:ext>
            </a:extLst>
          </p:cNvPr>
          <p:cNvSpPr txBox="1"/>
          <p:nvPr/>
        </p:nvSpPr>
        <p:spPr>
          <a:xfrm>
            <a:off x="1132908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1" name="TextBox 2020">
            <a:extLst>
              <a:ext uri="{FF2B5EF4-FFF2-40B4-BE49-F238E27FC236}">
                <a16:creationId xmlns:a16="http://schemas.microsoft.com/office/drawing/2014/main" id="{149D24E0-65AA-435D-B236-56A0B989E161}"/>
              </a:ext>
            </a:extLst>
          </p:cNvPr>
          <p:cNvSpPr txBox="1"/>
          <p:nvPr/>
        </p:nvSpPr>
        <p:spPr>
          <a:xfrm>
            <a:off x="1357426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b="1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2" name="TextBox 2021">
            <a:extLst>
              <a:ext uri="{FF2B5EF4-FFF2-40B4-BE49-F238E27FC236}">
                <a16:creationId xmlns:a16="http://schemas.microsoft.com/office/drawing/2014/main" id="{32154D02-D4DA-4762-BCED-B7A0D06462DB}"/>
              </a:ext>
            </a:extLst>
          </p:cNvPr>
          <p:cNvSpPr txBox="1"/>
          <p:nvPr/>
        </p:nvSpPr>
        <p:spPr>
          <a:xfrm>
            <a:off x="1581943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3" name="직사각형 2022">
            <a:extLst>
              <a:ext uri="{FF2B5EF4-FFF2-40B4-BE49-F238E27FC236}">
                <a16:creationId xmlns:a16="http://schemas.microsoft.com/office/drawing/2014/main" id="{6F37FBB3-2F03-4A6F-8103-EB0D9E89ACB6}"/>
              </a:ext>
            </a:extLst>
          </p:cNvPr>
          <p:cNvSpPr/>
          <p:nvPr/>
        </p:nvSpPr>
        <p:spPr>
          <a:xfrm>
            <a:off x="234836" y="6012930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October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4" name="TextBox 2023">
            <a:extLst>
              <a:ext uri="{FF2B5EF4-FFF2-40B4-BE49-F238E27FC236}">
                <a16:creationId xmlns:a16="http://schemas.microsoft.com/office/drawing/2014/main" id="{F8D531F7-CBFC-4446-AD39-CF9179FE55BF}"/>
              </a:ext>
            </a:extLst>
          </p:cNvPr>
          <p:cNvSpPr txBox="1"/>
          <p:nvPr/>
        </p:nvSpPr>
        <p:spPr>
          <a:xfrm>
            <a:off x="234836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5" name="TextBox 2024">
            <a:extLst>
              <a:ext uri="{FF2B5EF4-FFF2-40B4-BE49-F238E27FC236}">
                <a16:creationId xmlns:a16="http://schemas.microsoft.com/office/drawing/2014/main" id="{75C25E87-ED4D-4452-AAE7-5ABB26670C4D}"/>
              </a:ext>
            </a:extLst>
          </p:cNvPr>
          <p:cNvSpPr txBox="1"/>
          <p:nvPr/>
        </p:nvSpPr>
        <p:spPr>
          <a:xfrm>
            <a:off x="459354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6" name="TextBox 2025">
            <a:extLst>
              <a:ext uri="{FF2B5EF4-FFF2-40B4-BE49-F238E27FC236}">
                <a16:creationId xmlns:a16="http://schemas.microsoft.com/office/drawing/2014/main" id="{C54FCBBC-826D-41C1-AF76-0CB17A47A664}"/>
              </a:ext>
            </a:extLst>
          </p:cNvPr>
          <p:cNvSpPr txBox="1"/>
          <p:nvPr/>
        </p:nvSpPr>
        <p:spPr>
          <a:xfrm>
            <a:off x="683872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7" name="TextBox 2026">
            <a:extLst>
              <a:ext uri="{FF2B5EF4-FFF2-40B4-BE49-F238E27FC236}">
                <a16:creationId xmlns:a16="http://schemas.microsoft.com/office/drawing/2014/main" id="{2051E22B-3E90-4C5E-AD22-0608419BFD25}"/>
              </a:ext>
            </a:extLst>
          </p:cNvPr>
          <p:cNvSpPr txBox="1"/>
          <p:nvPr/>
        </p:nvSpPr>
        <p:spPr>
          <a:xfrm>
            <a:off x="908390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8" name="TextBox 2027">
            <a:extLst>
              <a:ext uri="{FF2B5EF4-FFF2-40B4-BE49-F238E27FC236}">
                <a16:creationId xmlns:a16="http://schemas.microsoft.com/office/drawing/2014/main" id="{2F9A4416-98B3-4231-8D74-6B3FC8CB0FC9}"/>
              </a:ext>
            </a:extLst>
          </p:cNvPr>
          <p:cNvSpPr txBox="1"/>
          <p:nvPr/>
        </p:nvSpPr>
        <p:spPr>
          <a:xfrm>
            <a:off x="1132908" y="6223802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9" name="TextBox 2028">
            <a:extLst>
              <a:ext uri="{FF2B5EF4-FFF2-40B4-BE49-F238E27FC236}">
                <a16:creationId xmlns:a16="http://schemas.microsoft.com/office/drawing/2014/main" id="{23A3F08C-3978-4828-9BF5-0FE1FC48F4D8}"/>
              </a:ext>
            </a:extLst>
          </p:cNvPr>
          <p:cNvSpPr txBox="1"/>
          <p:nvPr/>
        </p:nvSpPr>
        <p:spPr>
          <a:xfrm>
            <a:off x="1357426" y="6223802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0" name="TextBox 2029">
            <a:extLst>
              <a:ext uri="{FF2B5EF4-FFF2-40B4-BE49-F238E27FC236}">
                <a16:creationId xmlns:a16="http://schemas.microsoft.com/office/drawing/2014/main" id="{12106453-28B7-4923-9DB3-6AA6313C04B0}"/>
              </a:ext>
            </a:extLst>
          </p:cNvPr>
          <p:cNvSpPr txBox="1"/>
          <p:nvPr/>
        </p:nvSpPr>
        <p:spPr>
          <a:xfrm>
            <a:off x="1585149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31" name="직선 연결선 2030">
            <a:extLst>
              <a:ext uri="{FF2B5EF4-FFF2-40B4-BE49-F238E27FC236}">
                <a16:creationId xmlns:a16="http://schemas.microsoft.com/office/drawing/2014/main" id="{670C2A1F-52B0-45E8-ABDA-C96CF19B4B32}"/>
              </a:ext>
            </a:extLst>
          </p:cNvPr>
          <p:cNvCxnSpPr>
            <a:cxnSpLocks/>
          </p:cNvCxnSpPr>
          <p:nvPr/>
        </p:nvCxnSpPr>
        <p:spPr>
          <a:xfrm>
            <a:off x="235393" y="6402345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2" name="TextBox 2031">
            <a:extLst>
              <a:ext uri="{FF2B5EF4-FFF2-40B4-BE49-F238E27FC236}">
                <a16:creationId xmlns:a16="http://schemas.microsoft.com/office/drawing/2014/main" id="{026CA491-AA25-4B29-8972-B624F8B5D3D0}"/>
              </a:ext>
            </a:extLst>
          </p:cNvPr>
          <p:cNvSpPr txBox="1"/>
          <p:nvPr/>
        </p:nvSpPr>
        <p:spPr>
          <a:xfrm>
            <a:off x="234836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2033" name="TextBox 2032">
            <a:extLst>
              <a:ext uri="{FF2B5EF4-FFF2-40B4-BE49-F238E27FC236}">
                <a16:creationId xmlns:a16="http://schemas.microsoft.com/office/drawing/2014/main" id="{93032172-C640-4CAC-B1F4-FC0A264729C8}"/>
              </a:ext>
            </a:extLst>
          </p:cNvPr>
          <p:cNvSpPr txBox="1"/>
          <p:nvPr/>
        </p:nvSpPr>
        <p:spPr>
          <a:xfrm>
            <a:off x="459354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4" name="TextBox 2033">
            <a:extLst>
              <a:ext uri="{FF2B5EF4-FFF2-40B4-BE49-F238E27FC236}">
                <a16:creationId xmlns:a16="http://schemas.microsoft.com/office/drawing/2014/main" id="{F0EC4943-E71C-46D5-93CA-6D495900698E}"/>
              </a:ext>
            </a:extLst>
          </p:cNvPr>
          <p:cNvSpPr txBox="1"/>
          <p:nvPr/>
        </p:nvSpPr>
        <p:spPr>
          <a:xfrm>
            <a:off x="683872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5" name="TextBox 2034">
            <a:extLst>
              <a:ext uri="{FF2B5EF4-FFF2-40B4-BE49-F238E27FC236}">
                <a16:creationId xmlns:a16="http://schemas.microsoft.com/office/drawing/2014/main" id="{18508AB9-B26D-43DA-B85A-471F38F0BA7F}"/>
              </a:ext>
            </a:extLst>
          </p:cNvPr>
          <p:cNvSpPr txBox="1"/>
          <p:nvPr/>
        </p:nvSpPr>
        <p:spPr>
          <a:xfrm>
            <a:off x="908390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6" name="TextBox 2035">
            <a:extLst>
              <a:ext uri="{FF2B5EF4-FFF2-40B4-BE49-F238E27FC236}">
                <a16:creationId xmlns:a16="http://schemas.microsoft.com/office/drawing/2014/main" id="{C95839ED-6E00-436E-A2E2-7295E8A2B41C}"/>
              </a:ext>
            </a:extLst>
          </p:cNvPr>
          <p:cNvSpPr txBox="1"/>
          <p:nvPr/>
        </p:nvSpPr>
        <p:spPr>
          <a:xfrm>
            <a:off x="1132908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7" name="TextBox 2036">
            <a:extLst>
              <a:ext uri="{FF2B5EF4-FFF2-40B4-BE49-F238E27FC236}">
                <a16:creationId xmlns:a16="http://schemas.microsoft.com/office/drawing/2014/main" id="{34C35C80-1354-4ACA-AB17-04F1EAA65967}"/>
              </a:ext>
            </a:extLst>
          </p:cNvPr>
          <p:cNvSpPr txBox="1"/>
          <p:nvPr/>
        </p:nvSpPr>
        <p:spPr>
          <a:xfrm>
            <a:off x="1357426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8" name="TextBox 2037">
            <a:extLst>
              <a:ext uri="{FF2B5EF4-FFF2-40B4-BE49-F238E27FC236}">
                <a16:creationId xmlns:a16="http://schemas.microsoft.com/office/drawing/2014/main" id="{8184649C-8067-4847-93FB-0C99509B6139}"/>
              </a:ext>
            </a:extLst>
          </p:cNvPr>
          <p:cNvSpPr txBox="1"/>
          <p:nvPr/>
        </p:nvSpPr>
        <p:spPr>
          <a:xfrm>
            <a:off x="1581943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9" name="TextBox 2038">
            <a:extLst>
              <a:ext uri="{FF2B5EF4-FFF2-40B4-BE49-F238E27FC236}">
                <a16:creationId xmlns:a16="http://schemas.microsoft.com/office/drawing/2014/main" id="{6CB94E94-F9E7-498C-ACBC-E175E87F4FD1}"/>
              </a:ext>
            </a:extLst>
          </p:cNvPr>
          <p:cNvSpPr txBox="1"/>
          <p:nvPr/>
        </p:nvSpPr>
        <p:spPr>
          <a:xfrm>
            <a:off x="234836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040" name="TextBox 2039">
            <a:extLst>
              <a:ext uri="{FF2B5EF4-FFF2-40B4-BE49-F238E27FC236}">
                <a16:creationId xmlns:a16="http://schemas.microsoft.com/office/drawing/2014/main" id="{3EE7DB50-F280-434F-A2F4-B021F3B89744}"/>
              </a:ext>
            </a:extLst>
          </p:cNvPr>
          <p:cNvSpPr txBox="1"/>
          <p:nvPr/>
        </p:nvSpPr>
        <p:spPr>
          <a:xfrm>
            <a:off x="459354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1" name="TextBox 2040">
            <a:extLst>
              <a:ext uri="{FF2B5EF4-FFF2-40B4-BE49-F238E27FC236}">
                <a16:creationId xmlns:a16="http://schemas.microsoft.com/office/drawing/2014/main" id="{685A446A-A9B4-4268-B188-C71F62836E26}"/>
              </a:ext>
            </a:extLst>
          </p:cNvPr>
          <p:cNvSpPr txBox="1"/>
          <p:nvPr/>
        </p:nvSpPr>
        <p:spPr>
          <a:xfrm>
            <a:off x="683872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2" name="TextBox 2041">
            <a:extLst>
              <a:ext uri="{FF2B5EF4-FFF2-40B4-BE49-F238E27FC236}">
                <a16:creationId xmlns:a16="http://schemas.microsoft.com/office/drawing/2014/main" id="{6AF54859-B160-4B66-A2FD-CCA020D4582D}"/>
              </a:ext>
            </a:extLst>
          </p:cNvPr>
          <p:cNvSpPr txBox="1"/>
          <p:nvPr/>
        </p:nvSpPr>
        <p:spPr>
          <a:xfrm>
            <a:off x="908390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BFEEEB45-542F-4EE9-8D6E-CB1B18CC285F}"/>
              </a:ext>
            </a:extLst>
          </p:cNvPr>
          <p:cNvSpPr txBox="1"/>
          <p:nvPr/>
        </p:nvSpPr>
        <p:spPr>
          <a:xfrm>
            <a:off x="1132908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A3CCFD10-CA82-486D-877A-AD946A0ED815}"/>
              </a:ext>
            </a:extLst>
          </p:cNvPr>
          <p:cNvSpPr txBox="1"/>
          <p:nvPr/>
        </p:nvSpPr>
        <p:spPr>
          <a:xfrm>
            <a:off x="1357426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7BE3CD33-7316-472A-A4F3-76DE97221CBD}"/>
              </a:ext>
            </a:extLst>
          </p:cNvPr>
          <p:cNvSpPr txBox="1"/>
          <p:nvPr/>
        </p:nvSpPr>
        <p:spPr>
          <a:xfrm>
            <a:off x="1581943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C1B20D38-6C69-4510-A08E-D75EA360BD3F}"/>
              </a:ext>
            </a:extLst>
          </p:cNvPr>
          <p:cNvSpPr txBox="1"/>
          <p:nvPr/>
        </p:nvSpPr>
        <p:spPr>
          <a:xfrm>
            <a:off x="234836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7" name="TextBox 2046">
            <a:extLst>
              <a:ext uri="{FF2B5EF4-FFF2-40B4-BE49-F238E27FC236}">
                <a16:creationId xmlns:a16="http://schemas.microsoft.com/office/drawing/2014/main" id="{13EF621E-F96C-4984-BFC2-8403E19CFD65}"/>
              </a:ext>
            </a:extLst>
          </p:cNvPr>
          <p:cNvSpPr txBox="1"/>
          <p:nvPr/>
        </p:nvSpPr>
        <p:spPr>
          <a:xfrm>
            <a:off x="459354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05236EF3-2EBE-4B0E-8809-AE4F994E05E9}"/>
              </a:ext>
            </a:extLst>
          </p:cNvPr>
          <p:cNvSpPr txBox="1"/>
          <p:nvPr/>
        </p:nvSpPr>
        <p:spPr>
          <a:xfrm>
            <a:off x="683872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32DBEA5A-CD24-47D1-A397-6985E2C2FC6F}"/>
              </a:ext>
            </a:extLst>
          </p:cNvPr>
          <p:cNvSpPr txBox="1"/>
          <p:nvPr/>
        </p:nvSpPr>
        <p:spPr>
          <a:xfrm>
            <a:off x="908390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0" name="TextBox 2049">
            <a:extLst>
              <a:ext uri="{FF2B5EF4-FFF2-40B4-BE49-F238E27FC236}">
                <a16:creationId xmlns:a16="http://schemas.microsoft.com/office/drawing/2014/main" id="{D5A4877F-8EA6-42CF-B6CC-24F48404A9A6}"/>
              </a:ext>
            </a:extLst>
          </p:cNvPr>
          <p:cNvSpPr txBox="1"/>
          <p:nvPr/>
        </p:nvSpPr>
        <p:spPr>
          <a:xfrm>
            <a:off x="1132908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DDB8CC03-24D9-4B27-A38B-C7FB3B08F6A8}"/>
              </a:ext>
            </a:extLst>
          </p:cNvPr>
          <p:cNvSpPr txBox="1"/>
          <p:nvPr/>
        </p:nvSpPr>
        <p:spPr>
          <a:xfrm>
            <a:off x="1357426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3CBF9866-543B-4A6F-9049-B634141FBD96}"/>
              </a:ext>
            </a:extLst>
          </p:cNvPr>
          <p:cNvSpPr txBox="1"/>
          <p:nvPr/>
        </p:nvSpPr>
        <p:spPr>
          <a:xfrm>
            <a:off x="1581943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898B4ACD-A234-4217-ACD3-ADCD3059A482}"/>
              </a:ext>
            </a:extLst>
          </p:cNvPr>
          <p:cNvSpPr txBox="1"/>
          <p:nvPr/>
        </p:nvSpPr>
        <p:spPr>
          <a:xfrm>
            <a:off x="234836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DB656C47-62CE-48B8-98AE-147D9E0226EF}"/>
              </a:ext>
            </a:extLst>
          </p:cNvPr>
          <p:cNvSpPr txBox="1"/>
          <p:nvPr/>
        </p:nvSpPr>
        <p:spPr>
          <a:xfrm>
            <a:off x="459354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5103E202-890C-4310-8735-BA00FF83B9CA}"/>
              </a:ext>
            </a:extLst>
          </p:cNvPr>
          <p:cNvSpPr txBox="1"/>
          <p:nvPr/>
        </p:nvSpPr>
        <p:spPr>
          <a:xfrm>
            <a:off x="683872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A8C95657-F365-4C53-937D-1161D7AB4300}"/>
              </a:ext>
            </a:extLst>
          </p:cNvPr>
          <p:cNvSpPr txBox="1"/>
          <p:nvPr/>
        </p:nvSpPr>
        <p:spPr>
          <a:xfrm>
            <a:off x="908390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A4C012BA-A572-4D35-9F5A-ABE6F8E44D68}"/>
              </a:ext>
            </a:extLst>
          </p:cNvPr>
          <p:cNvSpPr txBox="1"/>
          <p:nvPr/>
        </p:nvSpPr>
        <p:spPr>
          <a:xfrm>
            <a:off x="1132908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EF312990-B418-4DC9-A7AA-07D634587741}"/>
              </a:ext>
            </a:extLst>
          </p:cNvPr>
          <p:cNvSpPr txBox="1"/>
          <p:nvPr/>
        </p:nvSpPr>
        <p:spPr>
          <a:xfrm>
            <a:off x="1357426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5AFC1683-5D37-4378-92F5-A9AAB4CC559B}"/>
              </a:ext>
            </a:extLst>
          </p:cNvPr>
          <p:cNvSpPr txBox="1"/>
          <p:nvPr/>
        </p:nvSpPr>
        <p:spPr>
          <a:xfrm>
            <a:off x="1581943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A45F03DE-2F59-474A-B80A-FFA53A758942}"/>
              </a:ext>
            </a:extLst>
          </p:cNvPr>
          <p:cNvSpPr txBox="1"/>
          <p:nvPr/>
        </p:nvSpPr>
        <p:spPr>
          <a:xfrm>
            <a:off x="234836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DD04F64E-1D12-4631-9DE7-ABEB30BA970A}"/>
              </a:ext>
            </a:extLst>
          </p:cNvPr>
          <p:cNvSpPr txBox="1"/>
          <p:nvPr/>
        </p:nvSpPr>
        <p:spPr>
          <a:xfrm>
            <a:off x="459354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1D42ADFB-FBE4-4A94-BD74-B3B75CFB3257}"/>
              </a:ext>
            </a:extLst>
          </p:cNvPr>
          <p:cNvSpPr txBox="1"/>
          <p:nvPr/>
        </p:nvSpPr>
        <p:spPr>
          <a:xfrm>
            <a:off x="683872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6745D294-B3EC-4EDE-A751-97992E398A62}"/>
              </a:ext>
            </a:extLst>
          </p:cNvPr>
          <p:cNvSpPr txBox="1"/>
          <p:nvPr/>
        </p:nvSpPr>
        <p:spPr>
          <a:xfrm>
            <a:off x="908390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0851F9AF-55AF-459B-A7FE-59D2FE0C44F2}"/>
              </a:ext>
            </a:extLst>
          </p:cNvPr>
          <p:cNvSpPr txBox="1"/>
          <p:nvPr/>
        </p:nvSpPr>
        <p:spPr>
          <a:xfrm>
            <a:off x="1132908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BDFF9199-C072-438A-AEE5-71440D2D20DA}"/>
              </a:ext>
            </a:extLst>
          </p:cNvPr>
          <p:cNvSpPr txBox="1"/>
          <p:nvPr/>
        </p:nvSpPr>
        <p:spPr>
          <a:xfrm>
            <a:off x="1357426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AB4D8800-C417-48EE-A0A4-16B4DA2B6832}"/>
              </a:ext>
            </a:extLst>
          </p:cNvPr>
          <p:cNvSpPr txBox="1"/>
          <p:nvPr/>
        </p:nvSpPr>
        <p:spPr>
          <a:xfrm>
            <a:off x="1581943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7E757425-A6EA-4FE1-AABA-B3BECA4E9A1A}"/>
              </a:ext>
            </a:extLst>
          </p:cNvPr>
          <p:cNvSpPr txBox="1"/>
          <p:nvPr/>
        </p:nvSpPr>
        <p:spPr>
          <a:xfrm>
            <a:off x="2224844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69" name="TextBox 2068">
            <a:extLst>
              <a:ext uri="{FF2B5EF4-FFF2-40B4-BE49-F238E27FC236}">
                <a16:creationId xmlns:a16="http://schemas.microsoft.com/office/drawing/2014/main" id="{A3C91A69-3534-43F3-B1CF-2CEBE0C92418}"/>
              </a:ext>
            </a:extLst>
          </p:cNvPr>
          <p:cNvSpPr txBox="1"/>
          <p:nvPr/>
        </p:nvSpPr>
        <p:spPr>
          <a:xfrm>
            <a:off x="2449362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7F002E88-D64C-452F-B669-5C45533970DE}"/>
              </a:ext>
            </a:extLst>
          </p:cNvPr>
          <p:cNvSpPr txBox="1"/>
          <p:nvPr/>
        </p:nvSpPr>
        <p:spPr>
          <a:xfrm>
            <a:off x="2673880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1" name="TextBox 2070">
            <a:extLst>
              <a:ext uri="{FF2B5EF4-FFF2-40B4-BE49-F238E27FC236}">
                <a16:creationId xmlns:a16="http://schemas.microsoft.com/office/drawing/2014/main" id="{4E7727ED-26FD-469F-8686-CC6DC62B398F}"/>
              </a:ext>
            </a:extLst>
          </p:cNvPr>
          <p:cNvSpPr txBox="1"/>
          <p:nvPr/>
        </p:nvSpPr>
        <p:spPr>
          <a:xfrm>
            <a:off x="2898398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D4F7324F-E79C-4F37-93E3-65DF96B76A3D}"/>
              </a:ext>
            </a:extLst>
          </p:cNvPr>
          <p:cNvSpPr txBox="1"/>
          <p:nvPr/>
        </p:nvSpPr>
        <p:spPr>
          <a:xfrm>
            <a:off x="3122916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33E62151-C350-47E7-B1CA-56472556BD3F}"/>
              </a:ext>
            </a:extLst>
          </p:cNvPr>
          <p:cNvSpPr txBox="1"/>
          <p:nvPr/>
        </p:nvSpPr>
        <p:spPr>
          <a:xfrm>
            <a:off x="3347434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C29AF95A-19BF-42E0-A98E-077A891C0F3A}"/>
              </a:ext>
            </a:extLst>
          </p:cNvPr>
          <p:cNvSpPr txBox="1"/>
          <p:nvPr/>
        </p:nvSpPr>
        <p:spPr>
          <a:xfrm>
            <a:off x="3571951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5" name="직사각형 2074">
            <a:extLst>
              <a:ext uri="{FF2B5EF4-FFF2-40B4-BE49-F238E27FC236}">
                <a16:creationId xmlns:a16="http://schemas.microsoft.com/office/drawing/2014/main" id="{93D73396-C66F-479D-9DFC-91BD0E0DCEE7}"/>
              </a:ext>
            </a:extLst>
          </p:cNvPr>
          <p:cNvSpPr/>
          <p:nvPr/>
        </p:nvSpPr>
        <p:spPr>
          <a:xfrm>
            <a:off x="2224844" y="6012930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November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B0BF2AFC-77BE-46F9-8F70-8DBE6BC524FD}"/>
              </a:ext>
            </a:extLst>
          </p:cNvPr>
          <p:cNvSpPr txBox="1"/>
          <p:nvPr/>
        </p:nvSpPr>
        <p:spPr>
          <a:xfrm>
            <a:off x="2224844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7" name="TextBox 2076">
            <a:extLst>
              <a:ext uri="{FF2B5EF4-FFF2-40B4-BE49-F238E27FC236}">
                <a16:creationId xmlns:a16="http://schemas.microsoft.com/office/drawing/2014/main" id="{CB066EF4-1165-4EB5-9C69-1EE9065B989F}"/>
              </a:ext>
            </a:extLst>
          </p:cNvPr>
          <p:cNvSpPr txBox="1"/>
          <p:nvPr/>
        </p:nvSpPr>
        <p:spPr>
          <a:xfrm>
            <a:off x="2449362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575C25A5-CA71-4558-8773-0081763F5851}"/>
              </a:ext>
            </a:extLst>
          </p:cNvPr>
          <p:cNvSpPr txBox="1"/>
          <p:nvPr/>
        </p:nvSpPr>
        <p:spPr>
          <a:xfrm>
            <a:off x="2673880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EB6C6BE5-192F-4086-BB36-5698E69AF20C}"/>
              </a:ext>
            </a:extLst>
          </p:cNvPr>
          <p:cNvSpPr txBox="1"/>
          <p:nvPr/>
        </p:nvSpPr>
        <p:spPr>
          <a:xfrm>
            <a:off x="2898398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0" name="TextBox 2079">
            <a:extLst>
              <a:ext uri="{FF2B5EF4-FFF2-40B4-BE49-F238E27FC236}">
                <a16:creationId xmlns:a16="http://schemas.microsoft.com/office/drawing/2014/main" id="{2F937460-CE4D-4B65-B513-B6C0E411239D}"/>
              </a:ext>
            </a:extLst>
          </p:cNvPr>
          <p:cNvSpPr txBox="1"/>
          <p:nvPr/>
        </p:nvSpPr>
        <p:spPr>
          <a:xfrm>
            <a:off x="3122916" y="6223802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538D0E55-9469-4D90-8B40-9AF1EC49ADAA}"/>
              </a:ext>
            </a:extLst>
          </p:cNvPr>
          <p:cNvSpPr txBox="1"/>
          <p:nvPr/>
        </p:nvSpPr>
        <p:spPr>
          <a:xfrm>
            <a:off x="3347434" y="6223802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72DF166B-1470-4E66-B5F7-617ECF16A351}"/>
              </a:ext>
            </a:extLst>
          </p:cNvPr>
          <p:cNvSpPr txBox="1"/>
          <p:nvPr/>
        </p:nvSpPr>
        <p:spPr>
          <a:xfrm>
            <a:off x="3575157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83" name="직선 연결선 2082">
            <a:extLst>
              <a:ext uri="{FF2B5EF4-FFF2-40B4-BE49-F238E27FC236}">
                <a16:creationId xmlns:a16="http://schemas.microsoft.com/office/drawing/2014/main" id="{6C16F3E7-24A2-443A-9E8E-28720BE54EB8}"/>
              </a:ext>
            </a:extLst>
          </p:cNvPr>
          <p:cNvCxnSpPr>
            <a:cxnSpLocks/>
          </p:cNvCxnSpPr>
          <p:nvPr/>
        </p:nvCxnSpPr>
        <p:spPr>
          <a:xfrm>
            <a:off x="2225401" y="6402345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4" name="TextBox 2083">
            <a:extLst>
              <a:ext uri="{FF2B5EF4-FFF2-40B4-BE49-F238E27FC236}">
                <a16:creationId xmlns:a16="http://schemas.microsoft.com/office/drawing/2014/main" id="{AD7BD2A0-CCB8-4C62-9C21-DF01DC6E66B8}"/>
              </a:ext>
            </a:extLst>
          </p:cNvPr>
          <p:cNvSpPr txBox="1"/>
          <p:nvPr/>
        </p:nvSpPr>
        <p:spPr>
          <a:xfrm>
            <a:off x="2224844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5" name="TextBox 2084">
            <a:extLst>
              <a:ext uri="{FF2B5EF4-FFF2-40B4-BE49-F238E27FC236}">
                <a16:creationId xmlns:a16="http://schemas.microsoft.com/office/drawing/2014/main" id="{BA079CD1-629F-41CB-8135-B250E3B0FE58}"/>
              </a:ext>
            </a:extLst>
          </p:cNvPr>
          <p:cNvSpPr txBox="1"/>
          <p:nvPr/>
        </p:nvSpPr>
        <p:spPr>
          <a:xfrm>
            <a:off x="2449362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A583F9F2-7174-4599-BC57-C9BB045D17EA}"/>
              </a:ext>
            </a:extLst>
          </p:cNvPr>
          <p:cNvSpPr txBox="1"/>
          <p:nvPr/>
        </p:nvSpPr>
        <p:spPr>
          <a:xfrm>
            <a:off x="2673880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C01590B7-EAB6-41CC-A19F-4F01DAEE1AF1}"/>
              </a:ext>
            </a:extLst>
          </p:cNvPr>
          <p:cNvSpPr txBox="1"/>
          <p:nvPr/>
        </p:nvSpPr>
        <p:spPr>
          <a:xfrm>
            <a:off x="2898398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8" name="TextBox 2087">
            <a:extLst>
              <a:ext uri="{FF2B5EF4-FFF2-40B4-BE49-F238E27FC236}">
                <a16:creationId xmlns:a16="http://schemas.microsoft.com/office/drawing/2014/main" id="{750F6FB9-5015-4E1C-BD14-F2ACA816B6E6}"/>
              </a:ext>
            </a:extLst>
          </p:cNvPr>
          <p:cNvSpPr txBox="1"/>
          <p:nvPr/>
        </p:nvSpPr>
        <p:spPr>
          <a:xfrm>
            <a:off x="3122916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EFDE189B-EC15-49F0-8245-438A0BA6B861}"/>
              </a:ext>
            </a:extLst>
          </p:cNvPr>
          <p:cNvSpPr txBox="1"/>
          <p:nvPr/>
        </p:nvSpPr>
        <p:spPr>
          <a:xfrm>
            <a:off x="3347434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C4BAE853-0A83-4F11-B0CA-478823A7576F}"/>
              </a:ext>
            </a:extLst>
          </p:cNvPr>
          <p:cNvSpPr txBox="1"/>
          <p:nvPr/>
        </p:nvSpPr>
        <p:spPr>
          <a:xfrm>
            <a:off x="3571951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1" name="TextBox 2090">
            <a:extLst>
              <a:ext uri="{FF2B5EF4-FFF2-40B4-BE49-F238E27FC236}">
                <a16:creationId xmlns:a16="http://schemas.microsoft.com/office/drawing/2014/main" id="{554AE6FD-AD69-4096-BF92-785602D1CD68}"/>
              </a:ext>
            </a:extLst>
          </p:cNvPr>
          <p:cNvSpPr txBox="1"/>
          <p:nvPr/>
        </p:nvSpPr>
        <p:spPr>
          <a:xfrm>
            <a:off x="2224844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2" name="TextBox 2091">
            <a:extLst>
              <a:ext uri="{FF2B5EF4-FFF2-40B4-BE49-F238E27FC236}">
                <a16:creationId xmlns:a16="http://schemas.microsoft.com/office/drawing/2014/main" id="{C9C75347-42EC-4F24-A649-7CCDFF75A7DB}"/>
              </a:ext>
            </a:extLst>
          </p:cNvPr>
          <p:cNvSpPr txBox="1"/>
          <p:nvPr/>
        </p:nvSpPr>
        <p:spPr>
          <a:xfrm>
            <a:off x="2449362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DFDBEDAD-AF82-4FD3-88A7-B40DA9DB97DB}"/>
              </a:ext>
            </a:extLst>
          </p:cNvPr>
          <p:cNvSpPr txBox="1"/>
          <p:nvPr/>
        </p:nvSpPr>
        <p:spPr>
          <a:xfrm>
            <a:off x="2673880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4" name="TextBox 2093">
            <a:extLst>
              <a:ext uri="{FF2B5EF4-FFF2-40B4-BE49-F238E27FC236}">
                <a16:creationId xmlns:a16="http://schemas.microsoft.com/office/drawing/2014/main" id="{B79699E1-BF7B-4A1C-AE5C-04203C6CD19E}"/>
              </a:ext>
            </a:extLst>
          </p:cNvPr>
          <p:cNvSpPr txBox="1"/>
          <p:nvPr/>
        </p:nvSpPr>
        <p:spPr>
          <a:xfrm>
            <a:off x="2898398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5" name="TextBox 2094">
            <a:extLst>
              <a:ext uri="{FF2B5EF4-FFF2-40B4-BE49-F238E27FC236}">
                <a16:creationId xmlns:a16="http://schemas.microsoft.com/office/drawing/2014/main" id="{BC607A42-0054-4694-B029-C2B0F7ED9032}"/>
              </a:ext>
            </a:extLst>
          </p:cNvPr>
          <p:cNvSpPr txBox="1"/>
          <p:nvPr/>
        </p:nvSpPr>
        <p:spPr>
          <a:xfrm>
            <a:off x="3122916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6" name="TextBox 2095">
            <a:extLst>
              <a:ext uri="{FF2B5EF4-FFF2-40B4-BE49-F238E27FC236}">
                <a16:creationId xmlns:a16="http://schemas.microsoft.com/office/drawing/2014/main" id="{307E03BD-7B31-4FBB-BEC2-BB0499816D58}"/>
              </a:ext>
            </a:extLst>
          </p:cNvPr>
          <p:cNvSpPr txBox="1"/>
          <p:nvPr/>
        </p:nvSpPr>
        <p:spPr>
          <a:xfrm>
            <a:off x="3347434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7" name="TextBox 2096">
            <a:extLst>
              <a:ext uri="{FF2B5EF4-FFF2-40B4-BE49-F238E27FC236}">
                <a16:creationId xmlns:a16="http://schemas.microsoft.com/office/drawing/2014/main" id="{B4058851-0CA6-40BB-A37E-E70580894FB8}"/>
              </a:ext>
            </a:extLst>
          </p:cNvPr>
          <p:cNvSpPr txBox="1"/>
          <p:nvPr/>
        </p:nvSpPr>
        <p:spPr>
          <a:xfrm>
            <a:off x="3571951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C68E415D-E8D9-4A1A-A441-9987020DE5F6}"/>
              </a:ext>
            </a:extLst>
          </p:cNvPr>
          <p:cNvSpPr txBox="1"/>
          <p:nvPr/>
        </p:nvSpPr>
        <p:spPr>
          <a:xfrm>
            <a:off x="2224844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99653529-A15C-4C7A-B98E-6F1E673506D2}"/>
              </a:ext>
            </a:extLst>
          </p:cNvPr>
          <p:cNvSpPr txBox="1"/>
          <p:nvPr/>
        </p:nvSpPr>
        <p:spPr>
          <a:xfrm>
            <a:off x="2449362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0" name="TextBox 2099">
            <a:extLst>
              <a:ext uri="{FF2B5EF4-FFF2-40B4-BE49-F238E27FC236}">
                <a16:creationId xmlns:a16="http://schemas.microsoft.com/office/drawing/2014/main" id="{94181F45-B5BE-4EA1-B767-4A4E5704B4DE}"/>
              </a:ext>
            </a:extLst>
          </p:cNvPr>
          <p:cNvSpPr txBox="1"/>
          <p:nvPr/>
        </p:nvSpPr>
        <p:spPr>
          <a:xfrm>
            <a:off x="2673880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1" name="TextBox 2100">
            <a:extLst>
              <a:ext uri="{FF2B5EF4-FFF2-40B4-BE49-F238E27FC236}">
                <a16:creationId xmlns:a16="http://schemas.microsoft.com/office/drawing/2014/main" id="{46FCA870-8CC1-4ABA-91AA-57877D4D8D32}"/>
              </a:ext>
            </a:extLst>
          </p:cNvPr>
          <p:cNvSpPr txBox="1"/>
          <p:nvPr/>
        </p:nvSpPr>
        <p:spPr>
          <a:xfrm>
            <a:off x="2898398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2" name="TextBox 2101">
            <a:extLst>
              <a:ext uri="{FF2B5EF4-FFF2-40B4-BE49-F238E27FC236}">
                <a16:creationId xmlns:a16="http://schemas.microsoft.com/office/drawing/2014/main" id="{F815A58D-6E03-4608-99FC-896F9DB8A6E3}"/>
              </a:ext>
            </a:extLst>
          </p:cNvPr>
          <p:cNvSpPr txBox="1"/>
          <p:nvPr/>
        </p:nvSpPr>
        <p:spPr>
          <a:xfrm>
            <a:off x="3122916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9E6B5950-4528-4C25-B018-2824F8B04A75}"/>
              </a:ext>
            </a:extLst>
          </p:cNvPr>
          <p:cNvSpPr txBox="1"/>
          <p:nvPr/>
        </p:nvSpPr>
        <p:spPr>
          <a:xfrm>
            <a:off x="3347434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4" name="TextBox 2103">
            <a:extLst>
              <a:ext uri="{FF2B5EF4-FFF2-40B4-BE49-F238E27FC236}">
                <a16:creationId xmlns:a16="http://schemas.microsoft.com/office/drawing/2014/main" id="{AAAD49B0-B9AD-45C7-9649-F543CB75F214}"/>
              </a:ext>
            </a:extLst>
          </p:cNvPr>
          <p:cNvSpPr txBox="1"/>
          <p:nvPr/>
        </p:nvSpPr>
        <p:spPr>
          <a:xfrm>
            <a:off x="3571951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0BC338BA-F4F7-4E5A-A02D-8A5F32793EA3}"/>
              </a:ext>
            </a:extLst>
          </p:cNvPr>
          <p:cNvSpPr txBox="1"/>
          <p:nvPr/>
        </p:nvSpPr>
        <p:spPr>
          <a:xfrm>
            <a:off x="2224844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D3FD5A80-EB06-487D-A164-F27AC0DA67EF}"/>
              </a:ext>
            </a:extLst>
          </p:cNvPr>
          <p:cNvSpPr txBox="1"/>
          <p:nvPr/>
        </p:nvSpPr>
        <p:spPr>
          <a:xfrm>
            <a:off x="2449362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7" name="TextBox 2106">
            <a:extLst>
              <a:ext uri="{FF2B5EF4-FFF2-40B4-BE49-F238E27FC236}">
                <a16:creationId xmlns:a16="http://schemas.microsoft.com/office/drawing/2014/main" id="{B9C6B65A-7AA0-47A2-97FF-8EA5FEFA9CEC}"/>
              </a:ext>
            </a:extLst>
          </p:cNvPr>
          <p:cNvSpPr txBox="1"/>
          <p:nvPr/>
        </p:nvSpPr>
        <p:spPr>
          <a:xfrm>
            <a:off x="2673880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8" name="TextBox 2107">
            <a:extLst>
              <a:ext uri="{FF2B5EF4-FFF2-40B4-BE49-F238E27FC236}">
                <a16:creationId xmlns:a16="http://schemas.microsoft.com/office/drawing/2014/main" id="{CEE64355-1098-4B8D-8B4C-31BF394146D0}"/>
              </a:ext>
            </a:extLst>
          </p:cNvPr>
          <p:cNvSpPr txBox="1"/>
          <p:nvPr/>
        </p:nvSpPr>
        <p:spPr>
          <a:xfrm>
            <a:off x="2898398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09" name="TextBox 2108">
            <a:extLst>
              <a:ext uri="{FF2B5EF4-FFF2-40B4-BE49-F238E27FC236}">
                <a16:creationId xmlns:a16="http://schemas.microsoft.com/office/drawing/2014/main" id="{35019067-3DE4-41C2-9FD7-A9C3ECBE4EE1}"/>
              </a:ext>
            </a:extLst>
          </p:cNvPr>
          <p:cNvSpPr txBox="1"/>
          <p:nvPr/>
        </p:nvSpPr>
        <p:spPr>
          <a:xfrm>
            <a:off x="3122916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0" name="TextBox 2109">
            <a:extLst>
              <a:ext uri="{FF2B5EF4-FFF2-40B4-BE49-F238E27FC236}">
                <a16:creationId xmlns:a16="http://schemas.microsoft.com/office/drawing/2014/main" id="{9BF4D58D-04EF-4FC8-A3BD-C9CCA8674DF8}"/>
              </a:ext>
            </a:extLst>
          </p:cNvPr>
          <p:cNvSpPr txBox="1"/>
          <p:nvPr/>
        </p:nvSpPr>
        <p:spPr>
          <a:xfrm>
            <a:off x="3347434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1" name="TextBox 2110">
            <a:extLst>
              <a:ext uri="{FF2B5EF4-FFF2-40B4-BE49-F238E27FC236}">
                <a16:creationId xmlns:a16="http://schemas.microsoft.com/office/drawing/2014/main" id="{992E9517-7942-4AD2-900F-093E86CC2B0B}"/>
              </a:ext>
            </a:extLst>
          </p:cNvPr>
          <p:cNvSpPr txBox="1"/>
          <p:nvPr/>
        </p:nvSpPr>
        <p:spPr>
          <a:xfrm>
            <a:off x="3571951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2" name="TextBox 2111">
            <a:extLst>
              <a:ext uri="{FF2B5EF4-FFF2-40B4-BE49-F238E27FC236}">
                <a16:creationId xmlns:a16="http://schemas.microsoft.com/office/drawing/2014/main" id="{050000A7-6A4E-40CD-9D11-4842A89F9A57}"/>
              </a:ext>
            </a:extLst>
          </p:cNvPr>
          <p:cNvSpPr txBox="1"/>
          <p:nvPr/>
        </p:nvSpPr>
        <p:spPr>
          <a:xfrm>
            <a:off x="2224844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C6FF7E57-8B12-4CC6-9DDC-BFAEC75C4222}"/>
              </a:ext>
            </a:extLst>
          </p:cNvPr>
          <p:cNvSpPr txBox="1"/>
          <p:nvPr/>
        </p:nvSpPr>
        <p:spPr>
          <a:xfrm>
            <a:off x="2449362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4" name="TextBox 2113">
            <a:extLst>
              <a:ext uri="{FF2B5EF4-FFF2-40B4-BE49-F238E27FC236}">
                <a16:creationId xmlns:a16="http://schemas.microsoft.com/office/drawing/2014/main" id="{F7CEB0BE-E76F-4DF8-8C1B-4D1349B2F07B}"/>
              </a:ext>
            </a:extLst>
          </p:cNvPr>
          <p:cNvSpPr txBox="1"/>
          <p:nvPr/>
        </p:nvSpPr>
        <p:spPr>
          <a:xfrm>
            <a:off x="2673880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8494A91E-855A-40E1-8C39-FD3BBF1CC8B2}"/>
              </a:ext>
            </a:extLst>
          </p:cNvPr>
          <p:cNvSpPr txBox="1"/>
          <p:nvPr/>
        </p:nvSpPr>
        <p:spPr>
          <a:xfrm>
            <a:off x="2898398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6" name="TextBox 2115">
            <a:extLst>
              <a:ext uri="{FF2B5EF4-FFF2-40B4-BE49-F238E27FC236}">
                <a16:creationId xmlns:a16="http://schemas.microsoft.com/office/drawing/2014/main" id="{CC96DFBD-2BD4-42A1-8754-7D96AD9AFCF3}"/>
              </a:ext>
            </a:extLst>
          </p:cNvPr>
          <p:cNvSpPr txBox="1"/>
          <p:nvPr/>
        </p:nvSpPr>
        <p:spPr>
          <a:xfrm>
            <a:off x="3122916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7" name="TextBox 2116">
            <a:extLst>
              <a:ext uri="{FF2B5EF4-FFF2-40B4-BE49-F238E27FC236}">
                <a16:creationId xmlns:a16="http://schemas.microsoft.com/office/drawing/2014/main" id="{4E95BD3C-B788-4308-ACE4-2E6E87F4490D}"/>
              </a:ext>
            </a:extLst>
          </p:cNvPr>
          <p:cNvSpPr txBox="1"/>
          <p:nvPr/>
        </p:nvSpPr>
        <p:spPr>
          <a:xfrm>
            <a:off x="3347434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1043103F-3047-4B5F-9D5B-C5AF6D02A6E4}"/>
              </a:ext>
            </a:extLst>
          </p:cNvPr>
          <p:cNvSpPr txBox="1"/>
          <p:nvPr/>
        </p:nvSpPr>
        <p:spPr>
          <a:xfrm>
            <a:off x="3571951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0" name="TextBox 2119">
            <a:extLst>
              <a:ext uri="{FF2B5EF4-FFF2-40B4-BE49-F238E27FC236}">
                <a16:creationId xmlns:a16="http://schemas.microsoft.com/office/drawing/2014/main" id="{8C935561-D060-47F9-AA31-E87323F601BC}"/>
              </a:ext>
            </a:extLst>
          </p:cNvPr>
          <p:cNvSpPr txBox="1"/>
          <p:nvPr/>
        </p:nvSpPr>
        <p:spPr>
          <a:xfrm>
            <a:off x="4214851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B570D954-B864-49D2-811A-998B03D853C4}"/>
              </a:ext>
            </a:extLst>
          </p:cNvPr>
          <p:cNvSpPr txBox="1"/>
          <p:nvPr/>
        </p:nvSpPr>
        <p:spPr>
          <a:xfrm>
            <a:off x="4439369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2" name="TextBox 2121">
            <a:extLst>
              <a:ext uri="{FF2B5EF4-FFF2-40B4-BE49-F238E27FC236}">
                <a16:creationId xmlns:a16="http://schemas.microsoft.com/office/drawing/2014/main" id="{B5B89682-A660-4F5C-A8A4-1DC1DC527420}"/>
              </a:ext>
            </a:extLst>
          </p:cNvPr>
          <p:cNvSpPr txBox="1"/>
          <p:nvPr/>
        </p:nvSpPr>
        <p:spPr>
          <a:xfrm>
            <a:off x="4663887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3" name="TextBox 2122">
            <a:extLst>
              <a:ext uri="{FF2B5EF4-FFF2-40B4-BE49-F238E27FC236}">
                <a16:creationId xmlns:a16="http://schemas.microsoft.com/office/drawing/2014/main" id="{F0A12CAB-0490-4769-9732-8C51207C0CE2}"/>
              </a:ext>
            </a:extLst>
          </p:cNvPr>
          <p:cNvSpPr txBox="1"/>
          <p:nvPr/>
        </p:nvSpPr>
        <p:spPr>
          <a:xfrm>
            <a:off x="4888405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4" name="TextBox 2123">
            <a:extLst>
              <a:ext uri="{FF2B5EF4-FFF2-40B4-BE49-F238E27FC236}">
                <a16:creationId xmlns:a16="http://schemas.microsoft.com/office/drawing/2014/main" id="{17BB81EE-C141-4C38-9FE5-865532015BC7}"/>
              </a:ext>
            </a:extLst>
          </p:cNvPr>
          <p:cNvSpPr txBox="1"/>
          <p:nvPr/>
        </p:nvSpPr>
        <p:spPr>
          <a:xfrm>
            <a:off x="5112923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5" name="TextBox 2124">
            <a:extLst>
              <a:ext uri="{FF2B5EF4-FFF2-40B4-BE49-F238E27FC236}">
                <a16:creationId xmlns:a16="http://schemas.microsoft.com/office/drawing/2014/main" id="{36A4580C-DF4A-4E54-98E0-69AD45B076C3}"/>
              </a:ext>
            </a:extLst>
          </p:cNvPr>
          <p:cNvSpPr txBox="1"/>
          <p:nvPr/>
        </p:nvSpPr>
        <p:spPr>
          <a:xfrm>
            <a:off x="5337441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03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6" name="TextBox 2125">
            <a:extLst>
              <a:ext uri="{FF2B5EF4-FFF2-40B4-BE49-F238E27FC236}">
                <a16:creationId xmlns:a16="http://schemas.microsoft.com/office/drawing/2014/main" id="{83145AD5-6DA9-4EB5-B1A2-6C7A4721F190}"/>
              </a:ext>
            </a:extLst>
          </p:cNvPr>
          <p:cNvSpPr txBox="1"/>
          <p:nvPr/>
        </p:nvSpPr>
        <p:spPr>
          <a:xfrm>
            <a:off x="5561958" y="643958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7" name="직사각형 2126">
            <a:extLst>
              <a:ext uri="{FF2B5EF4-FFF2-40B4-BE49-F238E27FC236}">
                <a16:creationId xmlns:a16="http://schemas.microsoft.com/office/drawing/2014/main" id="{25C1213C-8773-4A33-B8B9-0AE9C0A03158}"/>
              </a:ext>
            </a:extLst>
          </p:cNvPr>
          <p:cNvSpPr/>
          <p:nvPr/>
        </p:nvSpPr>
        <p:spPr>
          <a:xfrm>
            <a:off x="4214851" y="6012930"/>
            <a:ext cx="1497789" cy="1790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December</a:t>
            </a:r>
            <a:endParaRPr lang="ko-KR" alt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8" name="TextBox 2127">
            <a:extLst>
              <a:ext uri="{FF2B5EF4-FFF2-40B4-BE49-F238E27FC236}">
                <a16:creationId xmlns:a16="http://schemas.microsoft.com/office/drawing/2014/main" id="{00313E94-7AF9-4884-90A9-AE9DEDB027BB}"/>
              </a:ext>
            </a:extLst>
          </p:cNvPr>
          <p:cNvSpPr txBox="1"/>
          <p:nvPr/>
        </p:nvSpPr>
        <p:spPr>
          <a:xfrm>
            <a:off x="4214851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29" name="TextBox 2128">
            <a:extLst>
              <a:ext uri="{FF2B5EF4-FFF2-40B4-BE49-F238E27FC236}">
                <a16:creationId xmlns:a16="http://schemas.microsoft.com/office/drawing/2014/main" id="{C95DA877-19A0-4DDF-99C9-943BE6380AF2}"/>
              </a:ext>
            </a:extLst>
          </p:cNvPr>
          <p:cNvSpPr txBox="1"/>
          <p:nvPr/>
        </p:nvSpPr>
        <p:spPr>
          <a:xfrm>
            <a:off x="4439369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Tu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0" name="TextBox 2129">
            <a:extLst>
              <a:ext uri="{FF2B5EF4-FFF2-40B4-BE49-F238E27FC236}">
                <a16:creationId xmlns:a16="http://schemas.microsoft.com/office/drawing/2014/main" id="{767026FD-EFB5-4B83-8217-9781201C8578}"/>
              </a:ext>
            </a:extLst>
          </p:cNvPr>
          <p:cNvSpPr txBox="1"/>
          <p:nvPr/>
        </p:nvSpPr>
        <p:spPr>
          <a:xfrm>
            <a:off x="4663887" y="6223802"/>
            <a:ext cx="20197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A59304D2-9846-4822-A9C5-80FE4CD54B00}"/>
              </a:ext>
            </a:extLst>
          </p:cNvPr>
          <p:cNvSpPr txBox="1"/>
          <p:nvPr/>
        </p:nvSpPr>
        <p:spPr>
          <a:xfrm>
            <a:off x="4888405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2" name="TextBox 2131">
            <a:extLst>
              <a:ext uri="{FF2B5EF4-FFF2-40B4-BE49-F238E27FC236}">
                <a16:creationId xmlns:a16="http://schemas.microsoft.com/office/drawing/2014/main" id="{AF76CD66-8ADD-48E4-A3C9-30E1637FFDDA}"/>
              </a:ext>
            </a:extLst>
          </p:cNvPr>
          <p:cNvSpPr txBox="1"/>
          <p:nvPr/>
        </p:nvSpPr>
        <p:spPr>
          <a:xfrm>
            <a:off x="5112923" y="6223802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3" name="TextBox 2132">
            <a:extLst>
              <a:ext uri="{FF2B5EF4-FFF2-40B4-BE49-F238E27FC236}">
                <a16:creationId xmlns:a16="http://schemas.microsoft.com/office/drawing/2014/main" id="{327D9D07-50E1-4578-9A47-EAEBDF3E225E}"/>
              </a:ext>
            </a:extLst>
          </p:cNvPr>
          <p:cNvSpPr txBox="1"/>
          <p:nvPr/>
        </p:nvSpPr>
        <p:spPr>
          <a:xfrm>
            <a:off x="5337441" y="6223802"/>
            <a:ext cx="1410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4" name="TextBox 2133">
            <a:extLst>
              <a:ext uri="{FF2B5EF4-FFF2-40B4-BE49-F238E27FC236}">
                <a16:creationId xmlns:a16="http://schemas.microsoft.com/office/drawing/2014/main" id="{B141B116-9A9D-48C9-A0DA-1952100A20CA}"/>
              </a:ext>
            </a:extLst>
          </p:cNvPr>
          <p:cNvSpPr txBox="1"/>
          <p:nvPr/>
        </p:nvSpPr>
        <p:spPr>
          <a:xfrm>
            <a:off x="5565164" y="6223802"/>
            <a:ext cx="1474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 err="1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35" name="직선 연결선 2134">
            <a:extLst>
              <a:ext uri="{FF2B5EF4-FFF2-40B4-BE49-F238E27FC236}">
                <a16:creationId xmlns:a16="http://schemas.microsoft.com/office/drawing/2014/main" id="{9D6BA70C-8610-40D5-A950-01403BB14E5C}"/>
              </a:ext>
            </a:extLst>
          </p:cNvPr>
          <p:cNvCxnSpPr>
            <a:cxnSpLocks/>
          </p:cNvCxnSpPr>
          <p:nvPr/>
        </p:nvCxnSpPr>
        <p:spPr>
          <a:xfrm>
            <a:off x="4215408" y="6402345"/>
            <a:ext cx="1497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6" name="TextBox 2135">
            <a:extLst>
              <a:ext uri="{FF2B5EF4-FFF2-40B4-BE49-F238E27FC236}">
                <a16:creationId xmlns:a16="http://schemas.microsoft.com/office/drawing/2014/main" id="{A232020E-BAC5-471D-901C-935E82ABDEA8}"/>
              </a:ext>
            </a:extLst>
          </p:cNvPr>
          <p:cNvSpPr txBox="1"/>
          <p:nvPr/>
        </p:nvSpPr>
        <p:spPr>
          <a:xfrm>
            <a:off x="4214851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7" name="TextBox 2136">
            <a:extLst>
              <a:ext uri="{FF2B5EF4-FFF2-40B4-BE49-F238E27FC236}">
                <a16:creationId xmlns:a16="http://schemas.microsoft.com/office/drawing/2014/main" id="{E689836F-7FE5-4B20-BB6C-3B594414DB19}"/>
              </a:ext>
            </a:extLst>
          </p:cNvPr>
          <p:cNvSpPr txBox="1"/>
          <p:nvPr/>
        </p:nvSpPr>
        <p:spPr>
          <a:xfrm>
            <a:off x="4439369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1D95B182-03C1-4562-8352-39443A3990D3}"/>
              </a:ext>
            </a:extLst>
          </p:cNvPr>
          <p:cNvSpPr txBox="1"/>
          <p:nvPr/>
        </p:nvSpPr>
        <p:spPr>
          <a:xfrm>
            <a:off x="4663887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E66E492F-6118-4C5F-9D80-0A281018CB56}"/>
              </a:ext>
            </a:extLst>
          </p:cNvPr>
          <p:cNvSpPr txBox="1"/>
          <p:nvPr/>
        </p:nvSpPr>
        <p:spPr>
          <a:xfrm>
            <a:off x="4888405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0" name="TextBox 2139">
            <a:extLst>
              <a:ext uri="{FF2B5EF4-FFF2-40B4-BE49-F238E27FC236}">
                <a16:creationId xmlns:a16="http://schemas.microsoft.com/office/drawing/2014/main" id="{5952C443-EE1C-4F63-83C8-B17C09EFEF29}"/>
              </a:ext>
            </a:extLst>
          </p:cNvPr>
          <p:cNvSpPr txBox="1"/>
          <p:nvPr/>
        </p:nvSpPr>
        <p:spPr>
          <a:xfrm>
            <a:off x="5112923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1" name="TextBox 2140">
            <a:extLst>
              <a:ext uri="{FF2B5EF4-FFF2-40B4-BE49-F238E27FC236}">
                <a16:creationId xmlns:a16="http://schemas.microsoft.com/office/drawing/2014/main" id="{4075A8C1-4B29-4089-BF47-DA194608465B}"/>
              </a:ext>
            </a:extLst>
          </p:cNvPr>
          <p:cNvSpPr txBox="1"/>
          <p:nvPr/>
        </p:nvSpPr>
        <p:spPr>
          <a:xfrm>
            <a:off x="5337441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2" name="TextBox 2141">
            <a:extLst>
              <a:ext uri="{FF2B5EF4-FFF2-40B4-BE49-F238E27FC236}">
                <a16:creationId xmlns:a16="http://schemas.microsoft.com/office/drawing/2014/main" id="{8F957BDC-3C91-4EAF-8743-ACD738E85358}"/>
              </a:ext>
            </a:extLst>
          </p:cNvPr>
          <p:cNvSpPr txBox="1"/>
          <p:nvPr/>
        </p:nvSpPr>
        <p:spPr>
          <a:xfrm>
            <a:off x="5561958" y="6617258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3" name="TextBox 2142">
            <a:extLst>
              <a:ext uri="{FF2B5EF4-FFF2-40B4-BE49-F238E27FC236}">
                <a16:creationId xmlns:a16="http://schemas.microsoft.com/office/drawing/2014/main" id="{1A84D819-0B2D-44E7-A580-0910E5751B74}"/>
              </a:ext>
            </a:extLst>
          </p:cNvPr>
          <p:cNvSpPr txBox="1"/>
          <p:nvPr/>
        </p:nvSpPr>
        <p:spPr>
          <a:xfrm>
            <a:off x="4214851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4" name="TextBox 2143">
            <a:extLst>
              <a:ext uri="{FF2B5EF4-FFF2-40B4-BE49-F238E27FC236}">
                <a16:creationId xmlns:a16="http://schemas.microsoft.com/office/drawing/2014/main" id="{2EEDC6B2-5977-44B0-B6D6-02E1624128B8}"/>
              </a:ext>
            </a:extLst>
          </p:cNvPr>
          <p:cNvSpPr txBox="1"/>
          <p:nvPr/>
        </p:nvSpPr>
        <p:spPr>
          <a:xfrm>
            <a:off x="4439369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5" name="TextBox 2144">
            <a:extLst>
              <a:ext uri="{FF2B5EF4-FFF2-40B4-BE49-F238E27FC236}">
                <a16:creationId xmlns:a16="http://schemas.microsoft.com/office/drawing/2014/main" id="{46BA57EE-D9AC-468B-851F-078611545ACB}"/>
              </a:ext>
            </a:extLst>
          </p:cNvPr>
          <p:cNvSpPr txBox="1"/>
          <p:nvPr/>
        </p:nvSpPr>
        <p:spPr>
          <a:xfrm>
            <a:off x="4663887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6" name="TextBox 2145">
            <a:extLst>
              <a:ext uri="{FF2B5EF4-FFF2-40B4-BE49-F238E27FC236}">
                <a16:creationId xmlns:a16="http://schemas.microsoft.com/office/drawing/2014/main" id="{892DE10B-C887-47A9-95F5-C700B5565FF0}"/>
              </a:ext>
            </a:extLst>
          </p:cNvPr>
          <p:cNvSpPr txBox="1"/>
          <p:nvPr/>
        </p:nvSpPr>
        <p:spPr>
          <a:xfrm>
            <a:off x="4888405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7" name="TextBox 2146">
            <a:extLst>
              <a:ext uri="{FF2B5EF4-FFF2-40B4-BE49-F238E27FC236}">
                <a16:creationId xmlns:a16="http://schemas.microsoft.com/office/drawing/2014/main" id="{8485EA08-B432-4A53-B330-C3AD1E2FA430}"/>
              </a:ext>
            </a:extLst>
          </p:cNvPr>
          <p:cNvSpPr txBox="1"/>
          <p:nvPr/>
        </p:nvSpPr>
        <p:spPr>
          <a:xfrm>
            <a:off x="5112923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8" name="TextBox 2147">
            <a:extLst>
              <a:ext uri="{FF2B5EF4-FFF2-40B4-BE49-F238E27FC236}">
                <a16:creationId xmlns:a16="http://schemas.microsoft.com/office/drawing/2014/main" id="{1B39EB22-BE69-443C-B3EB-41C035CB6C21}"/>
              </a:ext>
            </a:extLst>
          </p:cNvPr>
          <p:cNvSpPr txBox="1"/>
          <p:nvPr/>
        </p:nvSpPr>
        <p:spPr>
          <a:xfrm>
            <a:off x="5337441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49" name="TextBox 2148">
            <a:extLst>
              <a:ext uri="{FF2B5EF4-FFF2-40B4-BE49-F238E27FC236}">
                <a16:creationId xmlns:a16="http://schemas.microsoft.com/office/drawing/2014/main" id="{2DF4D7B0-D401-463C-9A93-0CD49F090CE0}"/>
              </a:ext>
            </a:extLst>
          </p:cNvPr>
          <p:cNvSpPr txBox="1"/>
          <p:nvPr/>
        </p:nvSpPr>
        <p:spPr>
          <a:xfrm>
            <a:off x="5561958" y="6794936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0" name="TextBox 2149">
            <a:extLst>
              <a:ext uri="{FF2B5EF4-FFF2-40B4-BE49-F238E27FC236}">
                <a16:creationId xmlns:a16="http://schemas.microsoft.com/office/drawing/2014/main" id="{FA0C1000-853A-4538-8479-D81616FF8308}"/>
              </a:ext>
            </a:extLst>
          </p:cNvPr>
          <p:cNvSpPr txBox="1"/>
          <p:nvPr/>
        </p:nvSpPr>
        <p:spPr>
          <a:xfrm>
            <a:off x="4214851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1" name="TextBox 2150">
            <a:extLst>
              <a:ext uri="{FF2B5EF4-FFF2-40B4-BE49-F238E27FC236}">
                <a16:creationId xmlns:a16="http://schemas.microsoft.com/office/drawing/2014/main" id="{6CB529AA-47BF-40D9-AB41-A741D3D2F855}"/>
              </a:ext>
            </a:extLst>
          </p:cNvPr>
          <p:cNvSpPr txBox="1"/>
          <p:nvPr/>
        </p:nvSpPr>
        <p:spPr>
          <a:xfrm>
            <a:off x="4439369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2" name="TextBox 2151">
            <a:extLst>
              <a:ext uri="{FF2B5EF4-FFF2-40B4-BE49-F238E27FC236}">
                <a16:creationId xmlns:a16="http://schemas.microsoft.com/office/drawing/2014/main" id="{03D4CBDB-43B6-4083-8115-B8F027730E35}"/>
              </a:ext>
            </a:extLst>
          </p:cNvPr>
          <p:cNvSpPr txBox="1"/>
          <p:nvPr/>
        </p:nvSpPr>
        <p:spPr>
          <a:xfrm>
            <a:off x="4663887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3" name="TextBox 2152">
            <a:extLst>
              <a:ext uri="{FF2B5EF4-FFF2-40B4-BE49-F238E27FC236}">
                <a16:creationId xmlns:a16="http://schemas.microsoft.com/office/drawing/2014/main" id="{9F4C7CBC-9F64-4E1A-982D-08B9EEEF376F}"/>
              </a:ext>
            </a:extLst>
          </p:cNvPr>
          <p:cNvSpPr txBox="1"/>
          <p:nvPr/>
        </p:nvSpPr>
        <p:spPr>
          <a:xfrm>
            <a:off x="4888405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4" name="TextBox 2153">
            <a:extLst>
              <a:ext uri="{FF2B5EF4-FFF2-40B4-BE49-F238E27FC236}">
                <a16:creationId xmlns:a16="http://schemas.microsoft.com/office/drawing/2014/main" id="{5F4FD9CC-98AD-41A7-8D70-80FE5554EB3F}"/>
              </a:ext>
            </a:extLst>
          </p:cNvPr>
          <p:cNvSpPr txBox="1"/>
          <p:nvPr/>
        </p:nvSpPr>
        <p:spPr>
          <a:xfrm>
            <a:off x="5112923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5" name="TextBox 2154">
            <a:extLst>
              <a:ext uri="{FF2B5EF4-FFF2-40B4-BE49-F238E27FC236}">
                <a16:creationId xmlns:a16="http://schemas.microsoft.com/office/drawing/2014/main" id="{C30107EE-ACEF-489F-B805-3A6EF3862A0E}"/>
              </a:ext>
            </a:extLst>
          </p:cNvPr>
          <p:cNvSpPr txBox="1"/>
          <p:nvPr/>
        </p:nvSpPr>
        <p:spPr>
          <a:xfrm>
            <a:off x="5337441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6" name="TextBox 2155">
            <a:extLst>
              <a:ext uri="{FF2B5EF4-FFF2-40B4-BE49-F238E27FC236}">
                <a16:creationId xmlns:a16="http://schemas.microsoft.com/office/drawing/2014/main" id="{5989D145-94DA-4218-84DF-9B238E417F45}"/>
              </a:ext>
            </a:extLst>
          </p:cNvPr>
          <p:cNvSpPr txBox="1"/>
          <p:nvPr/>
        </p:nvSpPr>
        <p:spPr>
          <a:xfrm>
            <a:off x="5561958" y="6972614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7" name="TextBox 2156">
            <a:extLst>
              <a:ext uri="{FF2B5EF4-FFF2-40B4-BE49-F238E27FC236}">
                <a16:creationId xmlns:a16="http://schemas.microsoft.com/office/drawing/2014/main" id="{2E01CB01-2057-46B9-9FA7-C48B436CACAE}"/>
              </a:ext>
            </a:extLst>
          </p:cNvPr>
          <p:cNvSpPr txBox="1"/>
          <p:nvPr/>
        </p:nvSpPr>
        <p:spPr>
          <a:xfrm>
            <a:off x="4214851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8" name="TextBox 2157">
            <a:extLst>
              <a:ext uri="{FF2B5EF4-FFF2-40B4-BE49-F238E27FC236}">
                <a16:creationId xmlns:a16="http://schemas.microsoft.com/office/drawing/2014/main" id="{F8E4D291-8BF1-4DCA-AF3F-A2289FD65539}"/>
              </a:ext>
            </a:extLst>
          </p:cNvPr>
          <p:cNvSpPr txBox="1"/>
          <p:nvPr/>
        </p:nvSpPr>
        <p:spPr>
          <a:xfrm>
            <a:off x="4439369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9" name="TextBox 2158">
            <a:extLst>
              <a:ext uri="{FF2B5EF4-FFF2-40B4-BE49-F238E27FC236}">
                <a16:creationId xmlns:a16="http://schemas.microsoft.com/office/drawing/2014/main" id="{9B5C9F52-0B34-4F94-8C49-D6EA69C266BA}"/>
              </a:ext>
            </a:extLst>
          </p:cNvPr>
          <p:cNvSpPr txBox="1"/>
          <p:nvPr/>
        </p:nvSpPr>
        <p:spPr>
          <a:xfrm>
            <a:off x="4663887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0" name="TextBox 2159">
            <a:extLst>
              <a:ext uri="{FF2B5EF4-FFF2-40B4-BE49-F238E27FC236}">
                <a16:creationId xmlns:a16="http://schemas.microsoft.com/office/drawing/2014/main" id="{519FDE63-5102-4715-A23E-42CCA52E2B4A}"/>
              </a:ext>
            </a:extLst>
          </p:cNvPr>
          <p:cNvSpPr txBox="1"/>
          <p:nvPr/>
        </p:nvSpPr>
        <p:spPr>
          <a:xfrm>
            <a:off x="4888405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1" name="TextBox 2160">
            <a:extLst>
              <a:ext uri="{FF2B5EF4-FFF2-40B4-BE49-F238E27FC236}">
                <a16:creationId xmlns:a16="http://schemas.microsoft.com/office/drawing/2014/main" id="{0810CB19-4D6D-4EB1-AB5B-C9B431341212}"/>
              </a:ext>
            </a:extLst>
          </p:cNvPr>
          <p:cNvSpPr txBox="1"/>
          <p:nvPr/>
        </p:nvSpPr>
        <p:spPr>
          <a:xfrm>
            <a:off x="5112923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2" name="TextBox 2161">
            <a:extLst>
              <a:ext uri="{FF2B5EF4-FFF2-40B4-BE49-F238E27FC236}">
                <a16:creationId xmlns:a16="http://schemas.microsoft.com/office/drawing/2014/main" id="{3DAA8BA0-0663-468A-86B5-8DEA4EE18F07}"/>
              </a:ext>
            </a:extLst>
          </p:cNvPr>
          <p:cNvSpPr txBox="1"/>
          <p:nvPr/>
        </p:nvSpPr>
        <p:spPr>
          <a:xfrm>
            <a:off x="5337441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r>
            <a:endParaRPr lang="ko-KR" altLang="en-US" sz="10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3" name="TextBox 2162">
            <a:extLst>
              <a:ext uri="{FF2B5EF4-FFF2-40B4-BE49-F238E27FC236}">
                <a16:creationId xmlns:a16="http://schemas.microsoft.com/office/drawing/2014/main" id="{505DE79B-DB48-4FC7-9F88-288678ED1CD4}"/>
              </a:ext>
            </a:extLst>
          </p:cNvPr>
          <p:cNvSpPr txBox="1"/>
          <p:nvPr/>
        </p:nvSpPr>
        <p:spPr>
          <a:xfrm>
            <a:off x="5561958" y="7150292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4" name="TextBox 2163">
            <a:extLst>
              <a:ext uri="{FF2B5EF4-FFF2-40B4-BE49-F238E27FC236}">
                <a16:creationId xmlns:a16="http://schemas.microsoft.com/office/drawing/2014/main" id="{82CEBDCD-471C-47D9-9ECD-D49CF854ED68}"/>
              </a:ext>
            </a:extLst>
          </p:cNvPr>
          <p:cNvSpPr txBox="1"/>
          <p:nvPr/>
        </p:nvSpPr>
        <p:spPr>
          <a:xfrm>
            <a:off x="4214851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5" name="TextBox 2164">
            <a:extLst>
              <a:ext uri="{FF2B5EF4-FFF2-40B4-BE49-F238E27FC236}">
                <a16:creationId xmlns:a16="http://schemas.microsoft.com/office/drawing/2014/main" id="{714C695E-CFA0-4580-B16B-4D6BF77410B6}"/>
              </a:ext>
            </a:extLst>
          </p:cNvPr>
          <p:cNvSpPr txBox="1"/>
          <p:nvPr/>
        </p:nvSpPr>
        <p:spPr>
          <a:xfrm>
            <a:off x="4439369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6" name="TextBox 2165">
            <a:extLst>
              <a:ext uri="{FF2B5EF4-FFF2-40B4-BE49-F238E27FC236}">
                <a16:creationId xmlns:a16="http://schemas.microsoft.com/office/drawing/2014/main" id="{6A4751A7-80CB-40BB-90C6-95574F5708E7}"/>
              </a:ext>
            </a:extLst>
          </p:cNvPr>
          <p:cNvSpPr txBox="1"/>
          <p:nvPr/>
        </p:nvSpPr>
        <p:spPr>
          <a:xfrm>
            <a:off x="4663887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7" name="TextBox 2166">
            <a:extLst>
              <a:ext uri="{FF2B5EF4-FFF2-40B4-BE49-F238E27FC236}">
                <a16:creationId xmlns:a16="http://schemas.microsoft.com/office/drawing/2014/main" id="{6C0A9AC2-4860-41B2-99C6-D1BEB89D8B25}"/>
              </a:ext>
            </a:extLst>
          </p:cNvPr>
          <p:cNvSpPr txBox="1"/>
          <p:nvPr/>
        </p:nvSpPr>
        <p:spPr>
          <a:xfrm>
            <a:off x="4888405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8" name="TextBox 2167">
            <a:extLst>
              <a:ext uri="{FF2B5EF4-FFF2-40B4-BE49-F238E27FC236}">
                <a16:creationId xmlns:a16="http://schemas.microsoft.com/office/drawing/2014/main" id="{83A9CD65-4CBC-4245-9DA9-EC8299C4706B}"/>
              </a:ext>
            </a:extLst>
          </p:cNvPr>
          <p:cNvSpPr txBox="1"/>
          <p:nvPr/>
        </p:nvSpPr>
        <p:spPr>
          <a:xfrm>
            <a:off x="5112923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9" name="TextBox 2168">
            <a:extLst>
              <a:ext uri="{FF2B5EF4-FFF2-40B4-BE49-F238E27FC236}">
                <a16:creationId xmlns:a16="http://schemas.microsoft.com/office/drawing/2014/main" id="{97F3B2CD-2F88-4CAE-B9C6-ED4CD21FB9DE}"/>
              </a:ext>
            </a:extLst>
          </p:cNvPr>
          <p:cNvSpPr txBox="1"/>
          <p:nvPr/>
        </p:nvSpPr>
        <p:spPr>
          <a:xfrm>
            <a:off x="5337441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70" name="TextBox 2169">
            <a:extLst>
              <a:ext uri="{FF2B5EF4-FFF2-40B4-BE49-F238E27FC236}">
                <a16:creationId xmlns:a16="http://schemas.microsoft.com/office/drawing/2014/main" id="{204AB3C2-0FF4-4C79-9DAA-D862990150EF}"/>
              </a:ext>
            </a:extLst>
          </p:cNvPr>
          <p:cNvSpPr txBox="1"/>
          <p:nvPr/>
        </p:nvSpPr>
        <p:spPr>
          <a:xfrm>
            <a:off x="5561958" y="7327970"/>
            <a:ext cx="1538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9" name="직사각형 708">
            <a:extLst>
              <a:ext uri="{FF2B5EF4-FFF2-40B4-BE49-F238E27FC236}">
                <a16:creationId xmlns:a16="http://schemas.microsoft.com/office/drawing/2014/main" id="{8470EFA3-A448-4659-B9F1-EA78C1A50A54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710" name="직사각형 709">
            <a:extLst>
              <a:ext uri="{FF2B5EF4-FFF2-40B4-BE49-F238E27FC236}">
                <a16:creationId xmlns:a16="http://schemas.microsoft.com/office/drawing/2014/main" id="{797B76CE-90E5-4776-BFF9-18698968600E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1" name="직사각형 710">
            <a:extLst>
              <a:ext uri="{FF2B5EF4-FFF2-40B4-BE49-F238E27FC236}">
                <a16:creationId xmlns:a16="http://schemas.microsoft.com/office/drawing/2014/main" id="{85D16B4B-90E0-458A-8239-426EE5A4FC18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2" name="직사각형 711">
            <a:extLst>
              <a:ext uri="{FF2B5EF4-FFF2-40B4-BE49-F238E27FC236}">
                <a16:creationId xmlns:a16="http://schemas.microsoft.com/office/drawing/2014/main" id="{32835188-60A4-477B-9320-1814477DCCC4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3" name="직사각형 712">
            <a:extLst>
              <a:ext uri="{FF2B5EF4-FFF2-40B4-BE49-F238E27FC236}">
                <a16:creationId xmlns:a16="http://schemas.microsoft.com/office/drawing/2014/main" id="{7085134B-3F88-4C7F-8AB2-B253A06381D8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4" name="직사각형 713">
            <a:extLst>
              <a:ext uri="{FF2B5EF4-FFF2-40B4-BE49-F238E27FC236}">
                <a16:creationId xmlns:a16="http://schemas.microsoft.com/office/drawing/2014/main" id="{5C3D8A91-3B5B-4A23-ACC1-286FA8FED87E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5" name="직사각형 714">
            <a:extLst>
              <a:ext uri="{FF2B5EF4-FFF2-40B4-BE49-F238E27FC236}">
                <a16:creationId xmlns:a16="http://schemas.microsoft.com/office/drawing/2014/main" id="{652A4704-03F8-4C43-9CFB-DF7A9105F7DA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6" name="직사각형 715">
            <a:extLst>
              <a:ext uri="{FF2B5EF4-FFF2-40B4-BE49-F238E27FC236}">
                <a16:creationId xmlns:a16="http://schemas.microsoft.com/office/drawing/2014/main" id="{3448CBB4-D607-4E41-B08B-28D9AF007E6E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7" name="직사각형 716">
            <a:extLst>
              <a:ext uri="{FF2B5EF4-FFF2-40B4-BE49-F238E27FC236}">
                <a16:creationId xmlns:a16="http://schemas.microsoft.com/office/drawing/2014/main" id="{DC1421EA-0878-465B-9D64-836826F1FEB4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8" name="직사각형 717">
            <a:extLst>
              <a:ext uri="{FF2B5EF4-FFF2-40B4-BE49-F238E27FC236}">
                <a16:creationId xmlns:a16="http://schemas.microsoft.com/office/drawing/2014/main" id="{9B01EFE1-C6D6-4744-BFE8-CF6DE5AED545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9" name="직사각형 718">
            <a:extLst>
              <a:ext uri="{FF2B5EF4-FFF2-40B4-BE49-F238E27FC236}">
                <a16:creationId xmlns:a16="http://schemas.microsoft.com/office/drawing/2014/main" id="{36D77965-323B-4086-A9D7-D4775D0AE8C7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0" name="직사각형 719">
            <a:extLst>
              <a:ext uri="{FF2B5EF4-FFF2-40B4-BE49-F238E27FC236}">
                <a16:creationId xmlns:a16="http://schemas.microsoft.com/office/drawing/2014/main" id="{98703AA3-B8F2-4AE5-A0D9-D6AB83DA8072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1" name="직사각형 720">
            <a:extLst>
              <a:ext uri="{FF2B5EF4-FFF2-40B4-BE49-F238E27FC236}">
                <a16:creationId xmlns:a16="http://schemas.microsoft.com/office/drawing/2014/main" id="{46DAA3C5-9ED3-4A88-A95A-D53F4862B5EA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2" name="직사각형 721">
            <a:extLst>
              <a:ext uri="{FF2B5EF4-FFF2-40B4-BE49-F238E27FC236}">
                <a16:creationId xmlns:a16="http://schemas.microsoft.com/office/drawing/2014/main" id="{81CC0CB3-EA2E-468B-AE75-FBABEE89731A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3" name="직사각형 722">
            <a:extLst>
              <a:ext uri="{FF2B5EF4-FFF2-40B4-BE49-F238E27FC236}">
                <a16:creationId xmlns:a16="http://schemas.microsoft.com/office/drawing/2014/main" id="{1012967E-698E-4482-8310-FE607A6E111A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4" name="직사각형 723">
            <a:extLst>
              <a:ext uri="{FF2B5EF4-FFF2-40B4-BE49-F238E27FC236}">
                <a16:creationId xmlns:a16="http://schemas.microsoft.com/office/drawing/2014/main" id="{EE170B16-568B-4737-95FD-9D275E6C20DE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5" name="직사각형 724">
            <a:extLst>
              <a:ext uri="{FF2B5EF4-FFF2-40B4-BE49-F238E27FC236}">
                <a16:creationId xmlns:a16="http://schemas.microsoft.com/office/drawing/2014/main" id="{560B0FB5-E0EF-495F-9E65-54AEF1290951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6" name="직사각형 725">
            <a:extLst>
              <a:ext uri="{FF2B5EF4-FFF2-40B4-BE49-F238E27FC236}">
                <a16:creationId xmlns:a16="http://schemas.microsoft.com/office/drawing/2014/main" id="{34D6382A-00E1-422F-B51C-A41CD1CB4401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727" name="TextBox 726">
            <a:extLst>
              <a:ext uri="{FF2B5EF4-FFF2-40B4-BE49-F238E27FC236}">
                <a16:creationId xmlns:a16="http://schemas.microsoft.com/office/drawing/2014/main" id="{CACE35A6-E97E-45C2-AEC9-9FAEAF4EFC6B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35B396EF-95C8-44E1-B337-0BCBD4799881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E28ED7D9-BE56-4CB8-850D-A1B84E534481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0" name="TextBox 729">
            <a:extLst>
              <a:ext uri="{FF2B5EF4-FFF2-40B4-BE49-F238E27FC236}">
                <a16:creationId xmlns:a16="http://schemas.microsoft.com/office/drawing/2014/main" id="{E90F9A63-CAB8-4C21-A3B1-8EDEAB6E0A57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C4C844C6-4707-48BD-992D-1BB2CE92159F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2" name="TextBox 731">
            <a:extLst>
              <a:ext uri="{FF2B5EF4-FFF2-40B4-BE49-F238E27FC236}">
                <a16:creationId xmlns:a16="http://schemas.microsoft.com/office/drawing/2014/main" id="{428152A1-7512-4539-8655-2914153D72BF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3" name="TextBox 732">
            <a:extLst>
              <a:ext uri="{FF2B5EF4-FFF2-40B4-BE49-F238E27FC236}">
                <a16:creationId xmlns:a16="http://schemas.microsoft.com/office/drawing/2014/main" id="{10F53029-6315-478D-AE33-E9935713C5B5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4" name="TextBox 733">
            <a:extLst>
              <a:ext uri="{FF2B5EF4-FFF2-40B4-BE49-F238E27FC236}">
                <a16:creationId xmlns:a16="http://schemas.microsoft.com/office/drawing/2014/main" id="{DE7414D9-2509-4F0A-B9DB-EF5A28977A4A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5" name="TextBox 734">
            <a:extLst>
              <a:ext uri="{FF2B5EF4-FFF2-40B4-BE49-F238E27FC236}">
                <a16:creationId xmlns:a16="http://schemas.microsoft.com/office/drawing/2014/main" id="{92805531-6144-4D4D-BEC3-EA5207B5BC04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6" name="TextBox 735">
            <a:extLst>
              <a:ext uri="{FF2B5EF4-FFF2-40B4-BE49-F238E27FC236}">
                <a16:creationId xmlns:a16="http://schemas.microsoft.com/office/drawing/2014/main" id="{2ABDA33E-83CB-4D46-9A50-92542DC3E18D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7" name="TextBox 736">
            <a:extLst>
              <a:ext uri="{FF2B5EF4-FFF2-40B4-BE49-F238E27FC236}">
                <a16:creationId xmlns:a16="http://schemas.microsoft.com/office/drawing/2014/main" id="{C8E5DAD1-8495-4B91-A98C-10D9A682FABC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8" name="TextBox 737">
            <a:extLst>
              <a:ext uri="{FF2B5EF4-FFF2-40B4-BE49-F238E27FC236}">
                <a16:creationId xmlns:a16="http://schemas.microsoft.com/office/drawing/2014/main" id="{7C38D5C5-10A8-4AB8-A5BB-D953D784F112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9" name="TextBox 738">
            <a:extLst>
              <a:ext uri="{FF2B5EF4-FFF2-40B4-BE49-F238E27FC236}">
                <a16:creationId xmlns:a16="http://schemas.microsoft.com/office/drawing/2014/main" id="{703A8E2C-765E-4993-B9D7-A721DC33152D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0" name="사각형: 둥근 위쪽 모서리 739">
            <a:hlinkClick r:id="rId2"/>
            <a:extLst>
              <a:ext uri="{FF2B5EF4-FFF2-40B4-BE49-F238E27FC236}">
                <a16:creationId xmlns:a16="http://schemas.microsoft.com/office/drawing/2014/main" id="{55D4881C-C5DA-46B0-BBBE-0CE944DD97AF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F91E471D-5CF7-490D-8FE5-843A33A0BB91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C09ECAB2-DC6C-4D52-985E-6E5492A2A669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D26E1B8E-36B7-4B49-B074-F1736312A400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744" name="TextBox 743">
            <a:extLst>
              <a:ext uri="{FF2B5EF4-FFF2-40B4-BE49-F238E27FC236}">
                <a16:creationId xmlns:a16="http://schemas.microsoft.com/office/drawing/2014/main" id="{4A386948-61C5-4875-AC94-B262ED82FC89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5" name="TextBox 744">
            <a:extLst>
              <a:ext uri="{FF2B5EF4-FFF2-40B4-BE49-F238E27FC236}">
                <a16:creationId xmlns:a16="http://schemas.microsoft.com/office/drawing/2014/main" id="{AF29A756-5271-4323-AD31-F49AD6CDB0FA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72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B25D204D-982D-4CCE-85E5-C80FF599F381}"/>
              </a:ext>
            </a:extLst>
          </p:cNvPr>
          <p:cNvCxnSpPr>
            <a:cxnSpLocks/>
          </p:cNvCxnSpPr>
          <p:nvPr/>
        </p:nvCxnSpPr>
        <p:spPr>
          <a:xfrm>
            <a:off x="230019" y="9279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295EB198-F285-4D74-8014-898D3D745F50}"/>
              </a:ext>
            </a:extLst>
          </p:cNvPr>
          <p:cNvCxnSpPr>
            <a:cxnSpLocks/>
          </p:cNvCxnSpPr>
          <p:nvPr/>
        </p:nvCxnSpPr>
        <p:spPr>
          <a:xfrm>
            <a:off x="230019" y="31120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D961D52-4975-4D1C-A4D3-DEFBEC3A1289}"/>
              </a:ext>
            </a:extLst>
          </p:cNvPr>
          <p:cNvCxnSpPr>
            <a:cxnSpLocks/>
          </p:cNvCxnSpPr>
          <p:nvPr/>
        </p:nvCxnSpPr>
        <p:spPr>
          <a:xfrm>
            <a:off x="230019" y="44224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100EA91F-DC23-421E-8167-E51B81C46FB2}"/>
              </a:ext>
            </a:extLst>
          </p:cNvPr>
          <p:cNvCxnSpPr>
            <a:cxnSpLocks/>
          </p:cNvCxnSpPr>
          <p:nvPr/>
        </p:nvCxnSpPr>
        <p:spPr>
          <a:xfrm>
            <a:off x="230019" y="55145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6BB79FA-9121-47C4-9342-8CAA2E45E4E9}"/>
              </a:ext>
            </a:extLst>
          </p:cNvPr>
          <p:cNvCxnSpPr>
            <a:cxnSpLocks/>
          </p:cNvCxnSpPr>
          <p:nvPr/>
        </p:nvCxnSpPr>
        <p:spPr>
          <a:xfrm>
            <a:off x="230019" y="748025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8BAD8601-4917-4426-817F-FE298F2E4309}"/>
              </a:ext>
            </a:extLst>
          </p:cNvPr>
          <p:cNvCxnSpPr>
            <a:cxnSpLocks/>
          </p:cNvCxnSpPr>
          <p:nvPr/>
        </p:nvCxnSpPr>
        <p:spPr>
          <a:xfrm>
            <a:off x="230019" y="66065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84D1AB8-9230-4F15-A2E7-43CAC41AC1F6}"/>
              </a:ext>
            </a:extLst>
          </p:cNvPr>
          <p:cNvCxnSpPr>
            <a:cxnSpLocks/>
          </p:cNvCxnSpPr>
          <p:nvPr/>
        </p:nvCxnSpPr>
        <p:spPr>
          <a:xfrm>
            <a:off x="230019" y="13647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2F0EB64-0916-4A23-9FC1-7FF4546C9A48}"/>
              </a:ext>
            </a:extLst>
          </p:cNvPr>
          <p:cNvCxnSpPr>
            <a:cxnSpLocks/>
          </p:cNvCxnSpPr>
          <p:nvPr/>
        </p:nvCxnSpPr>
        <p:spPr>
          <a:xfrm>
            <a:off x="230019" y="18015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69C0F349-A246-4F30-B647-BAF740B55864}"/>
              </a:ext>
            </a:extLst>
          </p:cNvPr>
          <p:cNvCxnSpPr>
            <a:cxnSpLocks/>
          </p:cNvCxnSpPr>
          <p:nvPr/>
        </p:nvCxnSpPr>
        <p:spPr>
          <a:xfrm>
            <a:off x="230019" y="22383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556C8EAD-DD70-4ED5-874F-0D8755E82959}"/>
              </a:ext>
            </a:extLst>
          </p:cNvPr>
          <p:cNvCxnSpPr>
            <a:cxnSpLocks/>
          </p:cNvCxnSpPr>
          <p:nvPr/>
        </p:nvCxnSpPr>
        <p:spPr>
          <a:xfrm>
            <a:off x="230019" y="26752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95CC9B63-E8ED-4907-A95D-DCE2AE5408F9}"/>
              </a:ext>
            </a:extLst>
          </p:cNvPr>
          <p:cNvCxnSpPr>
            <a:cxnSpLocks/>
          </p:cNvCxnSpPr>
          <p:nvPr/>
        </p:nvCxnSpPr>
        <p:spPr>
          <a:xfrm>
            <a:off x="230019" y="35488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1C194650-B0F9-42D0-8973-D8CFF2B92878}"/>
              </a:ext>
            </a:extLst>
          </p:cNvPr>
          <p:cNvCxnSpPr>
            <a:cxnSpLocks/>
          </p:cNvCxnSpPr>
          <p:nvPr/>
        </p:nvCxnSpPr>
        <p:spPr>
          <a:xfrm>
            <a:off x="230019" y="37672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0E2FE8B7-C515-415B-B0E7-4A5CF2C7DAB7}"/>
              </a:ext>
            </a:extLst>
          </p:cNvPr>
          <p:cNvCxnSpPr>
            <a:cxnSpLocks/>
          </p:cNvCxnSpPr>
          <p:nvPr/>
        </p:nvCxnSpPr>
        <p:spPr>
          <a:xfrm>
            <a:off x="230019" y="39856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F411EB74-7D5F-45D2-8006-4B0A5126AAC3}"/>
              </a:ext>
            </a:extLst>
          </p:cNvPr>
          <p:cNvCxnSpPr>
            <a:cxnSpLocks/>
          </p:cNvCxnSpPr>
          <p:nvPr/>
        </p:nvCxnSpPr>
        <p:spPr>
          <a:xfrm>
            <a:off x="230019" y="42040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11A811D8-2DD8-4DFC-ACF9-666ECF4BA472}"/>
              </a:ext>
            </a:extLst>
          </p:cNvPr>
          <p:cNvCxnSpPr>
            <a:cxnSpLocks/>
          </p:cNvCxnSpPr>
          <p:nvPr/>
        </p:nvCxnSpPr>
        <p:spPr>
          <a:xfrm>
            <a:off x="230019" y="46408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608F515E-28B6-46C3-87E8-D7ED31CCBD4E}"/>
              </a:ext>
            </a:extLst>
          </p:cNvPr>
          <p:cNvCxnSpPr>
            <a:cxnSpLocks/>
          </p:cNvCxnSpPr>
          <p:nvPr/>
        </p:nvCxnSpPr>
        <p:spPr>
          <a:xfrm>
            <a:off x="230019" y="48593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0B22EC9-F823-4D09-A7FD-AEE4779845AF}"/>
              </a:ext>
            </a:extLst>
          </p:cNvPr>
          <p:cNvCxnSpPr>
            <a:cxnSpLocks/>
          </p:cNvCxnSpPr>
          <p:nvPr/>
        </p:nvCxnSpPr>
        <p:spPr>
          <a:xfrm>
            <a:off x="230019" y="50777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9BC41F72-A15B-48BB-A711-3E701FF3DA4F}"/>
              </a:ext>
            </a:extLst>
          </p:cNvPr>
          <p:cNvCxnSpPr>
            <a:cxnSpLocks/>
          </p:cNvCxnSpPr>
          <p:nvPr/>
        </p:nvCxnSpPr>
        <p:spPr>
          <a:xfrm>
            <a:off x="230019" y="52961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DEE3F1A1-46A8-42F2-8F45-17B282CBB4CD}"/>
              </a:ext>
            </a:extLst>
          </p:cNvPr>
          <p:cNvCxnSpPr>
            <a:cxnSpLocks/>
          </p:cNvCxnSpPr>
          <p:nvPr/>
        </p:nvCxnSpPr>
        <p:spPr>
          <a:xfrm>
            <a:off x="230019" y="57329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FC70BDDE-039D-40DE-9EDE-BA6F09AA48E3}"/>
              </a:ext>
            </a:extLst>
          </p:cNvPr>
          <p:cNvCxnSpPr>
            <a:cxnSpLocks/>
          </p:cNvCxnSpPr>
          <p:nvPr/>
        </p:nvCxnSpPr>
        <p:spPr>
          <a:xfrm>
            <a:off x="230019" y="59513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2336FCD6-5450-4A05-88EC-D8C11AFCE16C}"/>
              </a:ext>
            </a:extLst>
          </p:cNvPr>
          <p:cNvCxnSpPr>
            <a:cxnSpLocks/>
          </p:cNvCxnSpPr>
          <p:nvPr/>
        </p:nvCxnSpPr>
        <p:spPr>
          <a:xfrm>
            <a:off x="230019" y="61697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42714203-4D03-4707-9ADF-302CF775C2EA}"/>
              </a:ext>
            </a:extLst>
          </p:cNvPr>
          <p:cNvCxnSpPr>
            <a:cxnSpLocks/>
          </p:cNvCxnSpPr>
          <p:nvPr/>
        </p:nvCxnSpPr>
        <p:spPr>
          <a:xfrm>
            <a:off x="230019" y="70434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A4238313-4113-4ACC-953C-15A51AB6C05B}"/>
              </a:ext>
            </a:extLst>
          </p:cNvPr>
          <p:cNvCxnSpPr>
            <a:cxnSpLocks/>
          </p:cNvCxnSpPr>
          <p:nvPr/>
        </p:nvCxnSpPr>
        <p:spPr>
          <a:xfrm>
            <a:off x="230019" y="63881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81FEB3AA-4214-4061-B0B3-502E651E33CF}"/>
              </a:ext>
            </a:extLst>
          </p:cNvPr>
          <p:cNvCxnSpPr>
            <a:cxnSpLocks/>
          </p:cNvCxnSpPr>
          <p:nvPr/>
        </p:nvCxnSpPr>
        <p:spPr>
          <a:xfrm>
            <a:off x="230019" y="68249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F4668D81-7695-430F-B715-D73075B4FA16}"/>
              </a:ext>
            </a:extLst>
          </p:cNvPr>
          <p:cNvCxnSpPr>
            <a:cxnSpLocks/>
          </p:cNvCxnSpPr>
          <p:nvPr/>
        </p:nvCxnSpPr>
        <p:spPr>
          <a:xfrm>
            <a:off x="230019" y="72618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172D19C-C37D-4549-B8F4-26D7E2019AE7}"/>
              </a:ext>
            </a:extLst>
          </p:cNvPr>
          <p:cNvCxnSpPr>
            <a:cxnSpLocks/>
          </p:cNvCxnSpPr>
          <p:nvPr/>
        </p:nvCxnSpPr>
        <p:spPr>
          <a:xfrm>
            <a:off x="230019" y="70951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3B93DF6A-C48B-4FD4-86BB-10BC9424AD13}"/>
              </a:ext>
            </a:extLst>
          </p:cNvPr>
          <p:cNvCxnSpPr>
            <a:cxnSpLocks/>
          </p:cNvCxnSpPr>
          <p:nvPr/>
        </p:nvCxnSpPr>
        <p:spPr>
          <a:xfrm>
            <a:off x="230019" y="11463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46C5412A-A6B3-43DF-B25B-AE8F1D948C99}"/>
              </a:ext>
            </a:extLst>
          </p:cNvPr>
          <p:cNvCxnSpPr>
            <a:cxnSpLocks/>
          </p:cNvCxnSpPr>
          <p:nvPr/>
        </p:nvCxnSpPr>
        <p:spPr>
          <a:xfrm>
            <a:off x="230019" y="33304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429765AC-8A1B-49E2-ABBA-2512AD8DA1EC}"/>
              </a:ext>
            </a:extLst>
          </p:cNvPr>
          <p:cNvCxnSpPr>
            <a:cxnSpLocks/>
          </p:cNvCxnSpPr>
          <p:nvPr/>
        </p:nvCxnSpPr>
        <p:spPr>
          <a:xfrm>
            <a:off x="230019" y="15831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27D90752-DB5D-4553-B941-86C48B0DFF23}"/>
              </a:ext>
            </a:extLst>
          </p:cNvPr>
          <p:cNvCxnSpPr>
            <a:cxnSpLocks/>
          </p:cNvCxnSpPr>
          <p:nvPr/>
        </p:nvCxnSpPr>
        <p:spPr>
          <a:xfrm>
            <a:off x="230019" y="20199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10B9E03A-B9EF-48A3-A689-CD50D3A4FDA4}"/>
              </a:ext>
            </a:extLst>
          </p:cNvPr>
          <p:cNvCxnSpPr>
            <a:cxnSpLocks/>
          </p:cNvCxnSpPr>
          <p:nvPr/>
        </p:nvCxnSpPr>
        <p:spPr>
          <a:xfrm>
            <a:off x="230019" y="24567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F20B5A8B-FD48-40EA-840B-A0FD475D3796}"/>
              </a:ext>
            </a:extLst>
          </p:cNvPr>
          <p:cNvCxnSpPr>
            <a:cxnSpLocks/>
          </p:cNvCxnSpPr>
          <p:nvPr/>
        </p:nvCxnSpPr>
        <p:spPr>
          <a:xfrm>
            <a:off x="230019" y="28936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FEA2F8-7739-46E2-942B-ED49D05ED3F6}"/>
              </a:ext>
            </a:extLst>
          </p:cNvPr>
          <p:cNvCxnSpPr>
            <a:cxnSpLocks/>
          </p:cNvCxnSpPr>
          <p:nvPr/>
        </p:nvCxnSpPr>
        <p:spPr>
          <a:xfrm>
            <a:off x="463897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FB6D01-8FDD-4702-91A5-383CC1D6883C}"/>
              </a:ext>
            </a:extLst>
          </p:cNvPr>
          <p:cNvCxnSpPr>
            <a:cxnSpLocks/>
          </p:cNvCxnSpPr>
          <p:nvPr/>
        </p:nvCxnSpPr>
        <p:spPr>
          <a:xfrm>
            <a:off x="463897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137464E-F648-4D96-93E4-E7A1D78F253E}"/>
              </a:ext>
            </a:extLst>
          </p:cNvPr>
          <p:cNvCxnSpPr>
            <a:cxnSpLocks/>
          </p:cNvCxnSpPr>
          <p:nvPr/>
        </p:nvCxnSpPr>
        <p:spPr>
          <a:xfrm>
            <a:off x="463897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289F53-1C29-46C6-8539-FC86249FD862}"/>
              </a:ext>
            </a:extLst>
          </p:cNvPr>
          <p:cNvCxnSpPr>
            <a:cxnSpLocks/>
          </p:cNvCxnSpPr>
          <p:nvPr/>
        </p:nvCxnSpPr>
        <p:spPr>
          <a:xfrm>
            <a:off x="463897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484BA1-C84D-4FF3-B4B0-2CCD4E4798D9}"/>
              </a:ext>
            </a:extLst>
          </p:cNvPr>
          <p:cNvCxnSpPr>
            <a:cxnSpLocks/>
          </p:cNvCxnSpPr>
          <p:nvPr/>
        </p:nvCxnSpPr>
        <p:spPr>
          <a:xfrm>
            <a:off x="463897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54118DB-1121-41B0-B0D0-CA8077C60B45}"/>
              </a:ext>
            </a:extLst>
          </p:cNvPr>
          <p:cNvCxnSpPr>
            <a:cxnSpLocks/>
          </p:cNvCxnSpPr>
          <p:nvPr/>
        </p:nvCxnSpPr>
        <p:spPr>
          <a:xfrm>
            <a:off x="463897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7BD914-7F5B-4723-A502-0E95FF0D7D88}"/>
              </a:ext>
            </a:extLst>
          </p:cNvPr>
          <p:cNvCxnSpPr>
            <a:cxnSpLocks/>
          </p:cNvCxnSpPr>
          <p:nvPr/>
        </p:nvCxnSpPr>
        <p:spPr>
          <a:xfrm>
            <a:off x="463897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71FC3D9-10B5-42EB-A486-E0378CED41CF}"/>
              </a:ext>
            </a:extLst>
          </p:cNvPr>
          <p:cNvCxnSpPr>
            <a:cxnSpLocks/>
          </p:cNvCxnSpPr>
          <p:nvPr/>
        </p:nvCxnSpPr>
        <p:spPr>
          <a:xfrm>
            <a:off x="463897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167BC0-14A7-4B5E-91AF-DF2542805271}"/>
              </a:ext>
            </a:extLst>
          </p:cNvPr>
          <p:cNvCxnSpPr>
            <a:cxnSpLocks/>
          </p:cNvCxnSpPr>
          <p:nvPr/>
        </p:nvCxnSpPr>
        <p:spPr>
          <a:xfrm>
            <a:off x="463897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32197D-11CB-4321-8420-AB8EC95CC592}"/>
              </a:ext>
            </a:extLst>
          </p:cNvPr>
          <p:cNvCxnSpPr>
            <a:cxnSpLocks/>
          </p:cNvCxnSpPr>
          <p:nvPr/>
        </p:nvCxnSpPr>
        <p:spPr>
          <a:xfrm>
            <a:off x="463897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0D799F-089F-42AF-A30C-E308FFEF1878}"/>
              </a:ext>
            </a:extLst>
          </p:cNvPr>
          <p:cNvCxnSpPr>
            <a:cxnSpLocks/>
          </p:cNvCxnSpPr>
          <p:nvPr/>
        </p:nvCxnSpPr>
        <p:spPr>
          <a:xfrm>
            <a:off x="463897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6BDA118-8978-4A89-BD76-053D1C836514}"/>
              </a:ext>
            </a:extLst>
          </p:cNvPr>
          <p:cNvCxnSpPr>
            <a:cxnSpLocks/>
          </p:cNvCxnSpPr>
          <p:nvPr/>
        </p:nvCxnSpPr>
        <p:spPr>
          <a:xfrm>
            <a:off x="463897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093A87-F7BA-4829-8168-2980CF6DE0FC}"/>
              </a:ext>
            </a:extLst>
          </p:cNvPr>
          <p:cNvCxnSpPr>
            <a:cxnSpLocks/>
          </p:cNvCxnSpPr>
          <p:nvPr/>
        </p:nvCxnSpPr>
        <p:spPr>
          <a:xfrm>
            <a:off x="463897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243B460-01DF-4570-B10F-01693A334FDA}"/>
              </a:ext>
            </a:extLst>
          </p:cNvPr>
          <p:cNvCxnSpPr>
            <a:cxnSpLocks/>
          </p:cNvCxnSpPr>
          <p:nvPr/>
        </p:nvCxnSpPr>
        <p:spPr>
          <a:xfrm>
            <a:off x="463897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F219CC-E421-44FB-9A9C-BF4287863C31}"/>
              </a:ext>
            </a:extLst>
          </p:cNvPr>
          <p:cNvCxnSpPr>
            <a:cxnSpLocks/>
          </p:cNvCxnSpPr>
          <p:nvPr/>
        </p:nvCxnSpPr>
        <p:spPr>
          <a:xfrm>
            <a:off x="463897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9582F3-4A88-48AB-9E33-FCBD36F89DA5}"/>
              </a:ext>
            </a:extLst>
          </p:cNvPr>
          <p:cNvCxnSpPr>
            <a:cxnSpLocks/>
          </p:cNvCxnSpPr>
          <p:nvPr/>
        </p:nvCxnSpPr>
        <p:spPr>
          <a:xfrm>
            <a:off x="463897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390BB8D-2F8E-4EBA-A981-E643213E9DF6}"/>
              </a:ext>
            </a:extLst>
          </p:cNvPr>
          <p:cNvCxnSpPr>
            <a:cxnSpLocks/>
          </p:cNvCxnSpPr>
          <p:nvPr/>
        </p:nvCxnSpPr>
        <p:spPr>
          <a:xfrm>
            <a:off x="463897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204DA8-756A-4E8F-A80D-84339F4F062B}"/>
              </a:ext>
            </a:extLst>
          </p:cNvPr>
          <p:cNvCxnSpPr>
            <a:cxnSpLocks/>
          </p:cNvCxnSpPr>
          <p:nvPr/>
        </p:nvCxnSpPr>
        <p:spPr>
          <a:xfrm>
            <a:off x="463897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DEEB18-1FBA-4DB9-A245-EB89BF2DDAFD}"/>
              </a:ext>
            </a:extLst>
          </p:cNvPr>
          <p:cNvCxnSpPr>
            <a:cxnSpLocks/>
          </p:cNvCxnSpPr>
          <p:nvPr/>
        </p:nvCxnSpPr>
        <p:spPr>
          <a:xfrm>
            <a:off x="463897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79E184E-40FB-4A1D-A58F-F500C3C32A87}"/>
              </a:ext>
            </a:extLst>
          </p:cNvPr>
          <p:cNvCxnSpPr>
            <a:cxnSpLocks/>
          </p:cNvCxnSpPr>
          <p:nvPr/>
        </p:nvCxnSpPr>
        <p:spPr>
          <a:xfrm>
            <a:off x="463897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6A5E15-13DD-4CE8-B174-797C75084E23}"/>
              </a:ext>
            </a:extLst>
          </p:cNvPr>
          <p:cNvCxnSpPr>
            <a:cxnSpLocks/>
          </p:cNvCxnSpPr>
          <p:nvPr/>
        </p:nvCxnSpPr>
        <p:spPr>
          <a:xfrm>
            <a:off x="463897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6E6E49-6BD9-4ADB-9EBC-90BA36938710}"/>
              </a:ext>
            </a:extLst>
          </p:cNvPr>
          <p:cNvCxnSpPr>
            <a:cxnSpLocks/>
          </p:cNvCxnSpPr>
          <p:nvPr/>
        </p:nvCxnSpPr>
        <p:spPr>
          <a:xfrm>
            <a:off x="463897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AFB6068-158A-4A8F-AB2F-FF8038CD77A9}"/>
              </a:ext>
            </a:extLst>
          </p:cNvPr>
          <p:cNvCxnSpPr>
            <a:cxnSpLocks/>
          </p:cNvCxnSpPr>
          <p:nvPr/>
        </p:nvCxnSpPr>
        <p:spPr>
          <a:xfrm>
            <a:off x="463897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6FD5B9E-5F06-40BF-99CE-5D2012699AF2}"/>
              </a:ext>
            </a:extLst>
          </p:cNvPr>
          <p:cNvCxnSpPr>
            <a:cxnSpLocks/>
          </p:cNvCxnSpPr>
          <p:nvPr/>
        </p:nvCxnSpPr>
        <p:spPr>
          <a:xfrm>
            <a:off x="463897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B22F4FF-E77F-4C54-8A4B-DEFBBF8C92D9}"/>
              </a:ext>
            </a:extLst>
          </p:cNvPr>
          <p:cNvCxnSpPr>
            <a:cxnSpLocks/>
          </p:cNvCxnSpPr>
          <p:nvPr/>
        </p:nvCxnSpPr>
        <p:spPr>
          <a:xfrm>
            <a:off x="463897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DA5E88C-2C15-4155-83CA-61C7B606BCDB}"/>
              </a:ext>
            </a:extLst>
          </p:cNvPr>
          <p:cNvCxnSpPr>
            <a:cxnSpLocks/>
          </p:cNvCxnSpPr>
          <p:nvPr/>
        </p:nvCxnSpPr>
        <p:spPr>
          <a:xfrm>
            <a:off x="463897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8C7767D-2565-41F7-9D62-06BEA31C9A7A}"/>
              </a:ext>
            </a:extLst>
          </p:cNvPr>
          <p:cNvCxnSpPr>
            <a:cxnSpLocks/>
          </p:cNvCxnSpPr>
          <p:nvPr/>
        </p:nvCxnSpPr>
        <p:spPr>
          <a:xfrm>
            <a:off x="463897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653C5D-6BE0-450F-9027-80E2B4ECE936}"/>
              </a:ext>
            </a:extLst>
          </p:cNvPr>
          <p:cNvCxnSpPr>
            <a:cxnSpLocks/>
          </p:cNvCxnSpPr>
          <p:nvPr/>
        </p:nvCxnSpPr>
        <p:spPr>
          <a:xfrm>
            <a:off x="463897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9403F6C-EDBA-43A3-B9EB-30D9BA060A7D}"/>
              </a:ext>
            </a:extLst>
          </p:cNvPr>
          <p:cNvCxnSpPr>
            <a:cxnSpLocks/>
          </p:cNvCxnSpPr>
          <p:nvPr/>
        </p:nvCxnSpPr>
        <p:spPr>
          <a:xfrm>
            <a:off x="463897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5B9682D-410D-4DF4-9ABE-034513F83E16}"/>
              </a:ext>
            </a:extLst>
          </p:cNvPr>
          <p:cNvCxnSpPr>
            <a:cxnSpLocks/>
          </p:cNvCxnSpPr>
          <p:nvPr/>
        </p:nvCxnSpPr>
        <p:spPr>
          <a:xfrm>
            <a:off x="463897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7B03C6F-A72C-4CE0-A9C9-86A94ABC404A}"/>
              </a:ext>
            </a:extLst>
          </p:cNvPr>
          <p:cNvCxnSpPr>
            <a:cxnSpLocks/>
          </p:cNvCxnSpPr>
          <p:nvPr/>
        </p:nvCxnSpPr>
        <p:spPr>
          <a:xfrm>
            <a:off x="463897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791C5F3-8BA3-4E2C-9C4C-75ECACED167C}"/>
              </a:ext>
            </a:extLst>
          </p:cNvPr>
          <p:cNvCxnSpPr>
            <a:cxnSpLocks/>
          </p:cNvCxnSpPr>
          <p:nvPr/>
        </p:nvCxnSpPr>
        <p:spPr>
          <a:xfrm>
            <a:off x="463897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1BD57EB-EF65-4463-9DEF-390225C9003E}"/>
              </a:ext>
            </a:extLst>
          </p:cNvPr>
          <p:cNvCxnSpPr>
            <a:cxnSpLocks/>
          </p:cNvCxnSpPr>
          <p:nvPr/>
        </p:nvCxnSpPr>
        <p:spPr>
          <a:xfrm>
            <a:off x="463897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36108EA-0C74-4665-A72E-8401C26AD269}"/>
              </a:ext>
            </a:extLst>
          </p:cNvPr>
          <p:cNvCxnSpPr>
            <a:cxnSpLocks/>
          </p:cNvCxnSpPr>
          <p:nvPr/>
        </p:nvCxnSpPr>
        <p:spPr>
          <a:xfrm>
            <a:off x="1351063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94F05C-9800-4039-8734-EEA663258B41}"/>
              </a:ext>
            </a:extLst>
          </p:cNvPr>
          <p:cNvCxnSpPr>
            <a:cxnSpLocks/>
          </p:cNvCxnSpPr>
          <p:nvPr/>
        </p:nvCxnSpPr>
        <p:spPr>
          <a:xfrm>
            <a:off x="1351063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297B975-E9D1-4045-BEBA-167D2AE57FF6}"/>
              </a:ext>
            </a:extLst>
          </p:cNvPr>
          <p:cNvCxnSpPr>
            <a:cxnSpLocks/>
          </p:cNvCxnSpPr>
          <p:nvPr/>
        </p:nvCxnSpPr>
        <p:spPr>
          <a:xfrm>
            <a:off x="1351063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5583A6D-0165-4C2B-9EEC-8D047C9D875D}"/>
              </a:ext>
            </a:extLst>
          </p:cNvPr>
          <p:cNvCxnSpPr>
            <a:cxnSpLocks/>
          </p:cNvCxnSpPr>
          <p:nvPr/>
        </p:nvCxnSpPr>
        <p:spPr>
          <a:xfrm>
            <a:off x="1351063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43DB5E-4101-4214-9C45-767D22461C5E}"/>
              </a:ext>
            </a:extLst>
          </p:cNvPr>
          <p:cNvCxnSpPr>
            <a:cxnSpLocks/>
          </p:cNvCxnSpPr>
          <p:nvPr/>
        </p:nvCxnSpPr>
        <p:spPr>
          <a:xfrm>
            <a:off x="1351063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2E90823-C363-42CC-A361-7024FD51165F}"/>
              </a:ext>
            </a:extLst>
          </p:cNvPr>
          <p:cNvCxnSpPr>
            <a:cxnSpLocks/>
          </p:cNvCxnSpPr>
          <p:nvPr/>
        </p:nvCxnSpPr>
        <p:spPr>
          <a:xfrm>
            <a:off x="135106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FC91E9B-22E7-487B-8910-FF95DCFC35EB}"/>
              </a:ext>
            </a:extLst>
          </p:cNvPr>
          <p:cNvCxnSpPr>
            <a:cxnSpLocks/>
          </p:cNvCxnSpPr>
          <p:nvPr/>
        </p:nvCxnSpPr>
        <p:spPr>
          <a:xfrm>
            <a:off x="1351063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4F8F31C-9153-46E8-AFE9-80A02281603B}"/>
              </a:ext>
            </a:extLst>
          </p:cNvPr>
          <p:cNvCxnSpPr>
            <a:cxnSpLocks/>
          </p:cNvCxnSpPr>
          <p:nvPr/>
        </p:nvCxnSpPr>
        <p:spPr>
          <a:xfrm>
            <a:off x="1351063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59DC24-8C65-48EE-8649-57DC942A6641}"/>
              </a:ext>
            </a:extLst>
          </p:cNvPr>
          <p:cNvCxnSpPr>
            <a:cxnSpLocks/>
          </p:cNvCxnSpPr>
          <p:nvPr/>
        </p:nvCxnSpPr>
        <p:spPr>
          <a:xfrm>
            <a:off x="1351063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5238690-120D-4F30-9989-BB73AC8AFEF9}"/>
              </a:ext>
            </a:extLst>
          </p:cNvPr>
          <p:cNvCxnSpPr>
            <a:cxnSpLocks/>
          </p:cNvCxnSpPr>
          <p:nvPr/>
        </p:nvCxnSpPr>
        <p:spPr>
          <a:xfrm>
            <a:off x="1351063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39F7912-BF3A-4AA4-8583-08773C29FD28}"/>
              </a:ext>
            </a:extLst>
          </p:cNvPr>
          <p:cNvCxnSpPr>
            <a:cxnSpLocks/>
          </p:cNvCxnSpPr>
          <p:nvPr/>
        </p:nvCxnSpPr>
        <p:spPr>
          <a:xfrm>
            <a:off x="1351063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3D33005-A39E-47B1-BDF3-B54856415E10}"/>
              </a:ext>
            </a:extLst>
          </p:cNvPr>
          <p:cNvCxnSpPr>
            <a:cxnSpLocks/>
          </p:cNvCxnSpPr>
          <p:nvPr/>
        </p:nvCxnSpPr>
        <p:spPr>
          <a:xfrm>
            <a:off x="1351063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03EC29A-EB0C-4CBB-9E7E-71DC420864A0}"/>
              </a:ext>
            </a:extLst>
          </p:cNvPr>
          <p:cNvCxnSpPr>
            <a:cxnSpLocks/>
          </p:cNvCxnSpPr>
          <p:nvPr/>
        </p:nvCxnSpPr>
        <p:spPr>
          <a:xfrm>
            <a:off x="1351063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0DFD790-5F89-4677-9F59-0622FED73388}"/>
              </a:ext>
            </a:extLst>
          </p:cNvPr>
          <p:cNvCxnSpPr>
            <a:cxnSpLocks/>
          </p:cNvCxnSpPr>
          <p:nvPr/>
        </p:nvCxnSpPr>
        <p:spPr>
          <a:xfrm>
            <a:off x="1351063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0446976-EED8-4585-BEEA-F3B3E9EA7613}"/>
              </a:ext>
            </a:extLst>
          </p:cNvPr>
          <p:cNvCxnSpPr>
            <a:cxnSpLocks/>
          </p:cNvCxnSpPr>
          <p:nvPr/>
        </p:nvCxnSpPr>
        <p:spPr>
          <a:xfrm>
            <a:off x="1351063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2B81A43-5603-4A7E-8170-95B641BC0C4A}"/>
              </a:ext>
            </a:extLst>
          </p:cNvPr>
          <p:cNvCxnSpPr>
            <a:cxnSpLocks/>
          </p:cNvCxnSpPr>
          <p:nvPr/>
        </p:nvCxnSpPr>
        <p:spPr>
          <a:xfrm>
            <a:off x="1351063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6C0DE6-5B51-4E80-8895-C18D3BE69AC0}"/>
              </a:ext>
            </a:extLst>
          </p:cNvPr>
          <p:cNvCxnSpPr>
            <a:cxnSpLocks/>
          </p:cNvCxnSpPr>
          <p:nvPr/>
        </p:nvCxnSpPr>
        <p:spPr>
          <a:xfrm>
            <a:off x="1351063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E2A4068-3526-41BC-B8EC-48D8AD6A5CA6}"/>
              </a:ext>
            </a:extLst>
          </p:cNvPr>
          <p:cNvCxnSpPr>
            <a:cxnSpLocks/>
          </p:cNvCxnSpPr>
          <p:nvPr/>
        </p:nvCxnSpPr>
        <p:spPr>
          <a:xfrm>
            <a:off x="1351063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C8392A3-C13F-48F2-8E4C-83105E202B69}"/>
              </a:ext>
            </a:extLst>
          </p:cNvPr>
          <p:cNvCxnSpPr>
            <a:cxnSpLocks/>
          </p:cNvCxnSpPr>
          <p:nvPr/>
        </p:nvCxnSpPr>
        <p:spPr>
          <a:xfrm>
            <a:off x="1351063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D1E9F04-2834-4DCD-912F-AF5393B965AB}"/>
              </a:ext>
            </a:extLst>
          </p:cNvPr>
          <p:cNvCxnSpPr>
            <a:cxnSpLocks/>
          </p:cNvCxnSpPr>
          <p:nvPr/>
        </p:nvCxnSpPr>
        <p:spPr>
          <a:xfrm>
            <a:off x="1351063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3F91F0E-2BFA-4CE7-99F0-2A6FE1B6B28F}"/>
              </a:ext>
            </a:extLst>
          </p:cNvPr>
          <p:cNvCxnSpPr>
            <a:cxnSpLocks/>
          </p:cNvCxnSpPr>
          <p:nvPr/>
        </p:nvCxnSpPr>
        <p:spPr>
          <a:xfrm>
            <a:off x="1351063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46416B-FAD3-4B6E-8B3D-7BDC7A4426E1}"/>
              </a:ext>
            </a:extLst>
          </p:cNvPr>
          <p:cNvCxnSpPr>
            <a:cxnSpLocks/>
          </p:cNvCxnSpPr>
          <p:nvPr/>
        </p:nvCxnSpPr>
        <p:spPr>
          <a:xfrm>
            <a:off x="1351063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5BE2790-16E4-4DED-A044-4F2E78A02E3F}"/>
              </a:ext>
            </a:extLst>
          </p:cNvPr>
          <p:cNvCxnSpPr>
            <a:cxnSpLocks/>
          </p:cNvCxnSpPr>
          <p:nvPr/>
        </p:nvCxnSpPr>
        <p:spPr>
          <a:xfrm>
            <a:off x="1351063" y="70434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82ED431-1959-4DD3-BA54-B6067C0F66E5}"/>
              </a:ext>
            </a:extLst>
          </p:cNvPr>
          <p:cNvCxnSpPr>
            <a:cxnSpLocks/>
          </p:cNvCxnSpPr>
          <p:nvPr/>
        </p:nvCxnSpPr>
        <p:spPr>
          <a:xfrm>
            <a:off x="1351063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F3F9B07-F4B0-474C-B240-BD3262593C6F}"/>
              </a:ext>
            </a:extLst>
          </p:cNvPr>
          <p:cNvCxnSpPr>
            <a:cxnSpLocks/>
          </p:cNvCxnSpPr>
          <p:nvPr/>
        </p:nvCxnSpPr>
        <p:spPr>
          <a:xfrm>
            <a:off x="1351063" y="6825031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8F4C661-09AB-4C33-BC5E-D0A81DBF4B64}"/>
              </a:ext>
            </a:extLst>
          </p:cNvPr>
          <p:cNvCxnSpPr>
            <a:cxnSpLocks/>
          </p:cNvCxnSpPr>
          <p:nvPr/>
        </p:nvCxnSpPr>
        <p:spPr>
          <a:xfrm>
            <a:off x="1351063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0410CB4-9AF0-46D0-B173-C89D5C8D0ADE}"/>
              </a:ext>
            </a:extLst>
          </p:cNvPr>
          <p:cNvCxnSpPr>
            <a:cxnSpLocks/>
          </p:cNvCxnSpPr>
          <p:nvPr/>
        </p:nvCxnSpPr>
        <p:spPr>
          <a:xfrm>
            <a:off x="135106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77C74B8-E904-44A0-9CBA-79B3FFAE3A46}"/>
              </a:ext>
            </a:extLst>
          </p:cNvPr>
          <p:cNvCxnSpPr>
            <a:cxnSpLocks/>
          </p:cNvCxnSpPr>
          <p:nvPr/>
        </p:nvCxnSpPr>
        <p:spPr>
          <a:xfrm>
            <a:off x="1351063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B328D87-19EF-4E6E-A4E7-2FAE3572178B}"/>
              </a:ext>
            </a:extLst>
          </p:cNvPr>
          <p:cNvCxnSpPr>
            <a:cxnSpLocks/>
          </p:cNvCxnSpPr>
          <p:nvPr/>
        </p:nvCxnSpPr>
        <p:spPr>
          <a:xfrm>
            <a:off x="1351063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1C74CD4-B0D8-4ED2-95C9-3A30BBA85484}"/>
              </a:ext>
            </a:extLst>
          </p:cNvPr>
          <p:cNvCxnSpPr>
            <a:cxnSpLocks/>
          </p:cNvCxnSpPr>
          <p:nvPr/>
        </p:nvCxnSpPr>
        <p:spPr>
          <a:xfrm>
            <a:off x="1351063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305858E-AB60-472C-80AC-ED395A1F8ABB}"/>
              </a:ext>
            </a:extLst>
          </p:cNvPr>
          <p:cNvCxnSpPr>
            <a:cxnSpLocks/>
          </p:cNvCxnSpPr>
          <p:nvPr/>
        </p:nvCxnSpPr>
        <p:spPr>
          <a:xfrm>
            <a:off x="1351063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59CC4E-9BAB-49DD-8DA1-E3688C6E7C9A}"/>
              </a:ext>
            </a:extLst>
          </p:cNvPr>
          <p:cNvCxnSpPr>
            <a:cxnSpLocks/>
          </p:cNvCxnSpPr>
          <p:nvPr/>
        </p:nvCxnSpPr>
        <p:spPr>
          <a:xfrm>
            <a:off x="1351063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62600DA-4A40-4CDF-A09B-C7C8CBFBF82F}"/>
              </a:ext>
            </a:extLst>
          </p:cNvPr>
          <p:cNvCxnSpPr>
            <a:cxnSpLocks/>
          </p:cNvCxnSpPr>
          <p:nvPr/>
        </p:nvCxnSpPr>
        <p:spPr>
          <a:xfrm>
            <a:off x="1351063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B25D415-9E95-4968-A482-45DE3B8D660A}"/>
              </a:ext>
            </a:extLst>
          </p:cNvPr>
          <p:cNvCxnSpPr>
            <a:cxnSpLocks/>
          </p:cNvCxnSpPr>
          <p:nvPr/>
        </p:nvCxnSpPr>
        <p:spPr>
          <a:xfrm>
            <a:off x="2228605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16B9B3-E337-4099-97E1-B443431C8447}"/>
              </a:ext>
            </a:extLst>
          </p:cNvPr>
          <p:cNvCxnSpPr>
            <a:cxnSpLocks/>
          </p:cNvCxnSpPr>
          <p:nvPr/>
        </p:nvCxnSpPr>
        <p:spPr>
          <a:xfrm>
            <a:off x="2228605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E82142-322D-49A1-9A3E-BCF8CFFAF3A8}"/>
              </a:ext>
            </a:extLst>
          </p:cNvPr>
          <p:cNvCxnSpPr>
            <a:cxnSpLocks/>
          </p:cNvCxnSpPr>
          <p:nvPr/>
        </p:nvCxnSpPr>
        <p:spPr>
          <a:xfrm>
            <a:off x="2228605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D5A6AC8-05FE-4DC7-A6BC-1D12FC48D8F5}"/>
              </a:ext>
            </a:extLst>
          </p:cNvPr>
          <p:cNvCxnSpPr>
            <a:cxnSpLocks/>
          </p:cNvCxnSpPr>
          <p:nvPr/>
        </p:nvCxnSpPr>
        <p:spPr>
          <a:xfrm>
            <a:off x="2228605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9E2A011-5719-4E5B-8BBC-22E0A3E246B9}"/>
              </a:ext>
            </a:extLst>
          </p:cNvPr>
          <p:cNvCxnSpPr>
            <a:cxnSpLocks/>
          </p:cNvCxnSpPr>
          <p:nvPr/>
        </p:nvCxnSpPr>
        <p:spPr>
          <a:xfrm>
            <a:off x="2228605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70D05FA-2097-4350-AECB-84C1039DBEB6}"/>
              </a:ext>
            </a:extLst>
          </p:cNvPr>
          <p:cNvCxnSpPr>
            <a:cxnSpLocks/>
          </p:cNvCxnSpPr>
          <p:nvPr/>
        </p:nvCxnSpPr>
        <p:spPr>
          <a:xfrm>
            <a:off x="2228605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256EB91-4D6F-43D2-86CF-C1150BC9440A}"/>
              </a:ext>
            </a:extLst>
          </p:cNvPr>
          <p:cNvCxnSpPr>
            <a:cxnSpLocks/>
          </p:cNvCxnSpPr>
          <p:nvPr/>
        </p:nvCxnSpPr>
        <p:spPr>
          <a:xfrm>
            <a:off x="2228605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0DBB80E-EAFB-4812-B37D-AB8D8941628B}"/>
              </a:ext>
            </a:extLst>
          </p:cNvPr>
          <p:cNvCxnSpPr>
            <a:cxnSpLocks/>
          </p:cNvCxnSpPr>
          <p:nvPr/>
        </p:nvCxnSpPr>
        <p:spPr>
          <a:xfrm>
            <a:off x="2228605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53399B-0D1A-46FF-8181-512577CCD1BE}"/>
              </a:ext>
            </a:extLst>
          </p:cNvPr>
          <p:cNvCxnSpPr>
            <a:cxnSpLocks/>
          </p:cNvCxnSpPr>
          <p:nvPr/>
        </p:nvCxnSpPr>
        <p:spPr>
          <a:xfrm>
            <a:off x="2228605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F8ABEF0-4732-4C4C-BB9E-98BF7208B2A8}"/>
              </a:ext>
            </a:extLst>
          </p:cNvPr>
          <p:cNvCxnSpPr>
            <a:cxnSpLocks/>
          </p:cNvCxnSpPr>
          <p:nvPr/>
        </p:nvCxnSpPr>
        <p:spPr>
          <a:xfrm>
            <a:off x="2228605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085A5A2-E407-462C-9563-2BF57F22218B}"/>
              </a:ext>
            </a:extLst>
          </p:cNvPr>
          <p:cNvCxnSpPr>
            <a:cxnSpLocks/>
          </p:cNvCxnSpPr>
          <p:nvPr/>
        </p:nvCxnSpPr>
        <p:spPr>
          <a:xfrm>
            <a:off x="2228605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AAC153-F377-4897-A83E-32625A836F20}"/>
              </a:ext>
            </a:extLst>
          </p:cNvPr>
          <p:cNvCxnSpPr>
            <a:cxnSpLocks/>
          </p:cNvCxnSpPr>
          <p:nvPr/>
        </p:nvCxnSpPr>
        <p:spPr>
          <a:xfrm>
            <a:off x="2228605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E0572AE-5E27-48AE-95E3-301D1AE7421B}"/>
              </a:ext>
            </a:extLst>
          </p:cNvPr>
          <p:cNvCxnSpPr>
            <a:cxnSpLocks/>
          </p:cNvCxnSpPr>
          <p:nvPr/>
        </p:nvCxnSpPr>
        <p:spPr>
          <a:xfrm>
            <a:off x="2228605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6819B43-6FBC-4C43-A6FD-D384A3EFF6C2}"/>
              </a:ext>
            </a:extLst>
          </p:cNvPr>
          <p:cNvCxnSpPr>
            <a:cxnSpLocks/>
          </p:cNvCxnSpPr>
          <p:nvPr/>
        </p:nvCxnSpPr>
        <p:spPr>
          <a:xfrm>
            <a:off x="2228605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6B5C4B-1E9F-4077-B19B-ECFF1511C62C}"/>
              </a:ext>
            </a:extLst>
          </p:cNvPr>
          <p:cNvCxnSpPr>
            <a:cxnSpLocks/>
          </p:cNvCxnSpPr>
          <p:nvPr/>
        </p:nvCxnSpPr>
        <p:spPr>
          <a:xfrm>
            <a:off x="2228605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2268592-7A1D-409A-97A5-3B02B6BEB4EF}"/>
              </a:ext>
            </a:extLst>
          </p:cNvPr>
          <p:cNvCxnSpPr>
            <a:cxnSpLocks/>
          </p:cNvCxnSpPr>
          <p:nvPr/>
        </p:nvCxnSpPr>
        <p:spPr>
          <a:xfrm>
            <a:off x="2228605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89338E3-CCB0-4522-A19D-FA6B427445E4}"/>
              </a:ext>
            </a:extLst>
          </p:cNvPr>
          <p:cNvCxnSpPr>
            <a:cxnSpLocks/>
          </p:cNvCxnSpPr>
          <p:nvPr/>
        </p:nvCxnSpPr>
        <p:spPr>
          <a:xfrm>
            <a:off x="2228605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AFAEC1-B3AD-4B62-98E9-48F3A2CD9E1F}"/>
              </a:ext>
            </a:extLst>
          </p:cNvPr>
          <p:cNvCxnSpPr>
            <a:cxnSpLocks/>
          </p:cNvCxnSpPr>
          <p:nvPr/>
        </p:nvCxnSpPr>
        <p:spPr>
          <a:xfrm>
            <a:off x="2228605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55921-AA5E-4115-A845-1AF5DDCDEB9D}"/>
              </a:ext>
            </a:extLst>
          </p:cNvPr>
          <p:cNvCxnSpPr>
            <a:cxnSpLocks/>
          </p:cNvCxnSpPr>
          <p:nvPr/>
        </p:nvCxnSpPr>
        <p:spPr>
          <a:xfrm>
            <a:off x="2228605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47E3D21-01E8-4DA0-AD93-6AAFCAD6A16E}"/>
              </a:ext>
            </a:extLst>
          </p:cNvPr>
          <p:cNvCxnSpPr>
            <a:cxnSpLocks/>
          </p:cNvCxnSpPr>
          <p:nvPr/>
        </p:nvCxnSpPr>
        <p:spPr>
          <a:xfrm>
            <a:off x="2228605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C10950E-81FF-44E7-85CC-10E091CF25C9}"/>
              </a:ext>
            </a:extLst>
          </p:cNvPr>
          <p:cNvCxnSpPr>
            <a:cxnSpLocks/>
          </p:cNvCxnSpPr>
          <p:nvPr/>
        </p:nvCxnSpPr>
        <p:spPr>
          <a:xfrm>
            <a:off x="2228605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D8DF2A0-5C4D-4925-AE22-002897C224D1}"/>
              </a:ext>
            </a:extLst>
          </p:cNvPr>
          <p:cNvCxnSpPr>
            <a:cxnSpLocks/>
          </p:cNvCxnSpPr>
          <p:nvPr/>
        </p:nvCxnSpPr>
        <p:spPr>
          <a:xfrm>
            <a:off x="2228605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DF620EE-973E-412B-BFB8-0B0548CF7241}"/>
              </a:ext>
            </a:extLst>
          </p:cNvPr>
          <p:cNvCxnSpPr>
            <a:cxnSpLocks/>
          </p:cNvCxnSpPr>
          <p:nvPr/>
        </p:nvCxnSpPr>
        <p:spPr>
          <a:xfrm>
            <a:off x="2228605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AFE86D-6B63-485A-8552-D39C28463753}"/>
              </a:ext>
            </a:extLst>
          </p:cNvPr>
          <p:cNvCxnSpPr>
            <a:cxnSpLocks/>
          </p:cNvCxnSpPr>
          <p:nvPr/>
        </p:nvCxnSpPr>
        <p:spPr>
          <a:xfrm>
            <a:off x="2228605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D738B8F-BB64-4702-8BFF-D8C6E1B2F754}"/>
              </a:ext>
            </a:extLst>
          </p:cNvPr>
          <p:cNvCxnSpPr>
            <a:cxnSpLocks/>
          </p:cNvCxnSpPr>
          <p:nvPr/>
        </p:nvCxnSpPr>
        <p:spPr>
          <a:xfrm>
            <a:off x="2228605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903445A-B9B6-497F-A815-EB574E233156}"/>
              </a:ext>
            </a:extLst>
          </p:cNvPr>
          <p:cNvCxnSpPr>
            <a:cxnSpLocks/>
          </p:cNvCxnSpPr>
          <p:nvPr/>
        </p:nvCxnSpPr>
        <p:spPr>
          <a:xfrm>
            <a:off x="2228605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F1A36FB-1637-46A9-BEC4-2A9D233325A8}"/>
              </a:ext>
            </a:extLst>
          </p:cNvPr>
          <p:cNvCxnSpPr>
            <a:cxnSpLocks/>
          </p:cNvCxnSpPr>
          <p:nvPr/>
        </p:nvCxnSpPr>
        <p:spPr>
          <a:xfrm>
            <a:off x="2228605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7913E57-C2E8-4AD9-98EE-F4536066322A}"/>
              </a:ext>
            </a:extLst>
          </p:cNvPr>
          <p:cNvCxnSpPr>
            <a:cxnSpLocks/>
          </p:cNvCxnSpPr>
          <p:nvPr/>
        </p:nvCxnSpPr>
        <p:spPr>
          <a:xfrm>
            <a:off x="2228605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AC8DECC-0E7E-4044-AF81-428670124FB8}"/>
              </a:ext>
            </a:extLst>
          </p:cNvPr>
          <p:cNvCxnSpPr>
            <a:cxnSpLocks/>
          </p:cNvCxnSpPr>
          <p:nvPr/>
        </p:nvCxnSpPr>
        <p:spPr>
          <a:xfrm>
            <a:off x="2228605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BD92A1A-3EB7-4B09-839E-1F79BD86AED2}"/>
              </a:ext>
            </a:extLst>
          </p:cNvPr>
          <p:cNvCxnSpPr>
            <a:cxnSpLocks/>
          </p:cNvCxnSpPr>
          <p:nvPr/>
        </p:nvCxnSpPr>
        <p:spPr>
          <a:xfrm>
            <a:off x="2228605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703D20C-A183-42F6-BF8E-CA49BDC09B38}"/>
              </a:ext>
            </a:extLst>
          </p:cNvPr>
          <p:cNvCxnSpPr>
            <a:cxnSpLocks/>
          </p:cNvCxnSpPr>
          <p:nvPr/>
        </p:nvCxnSpPr>
        <p:spPr>
          <a:xfrm>
            <a:off x="2228605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B0DEC39-58A1-46DF-B98B-542EEC8AC9D7}"/>
              </a:ext>
            </a:extLst>
          </p:cNvPr>
          <p:cNvCxnSpPr>
            <a:cxnSpLocks/>
          </p:cNvCxnSpPr>
          <p:nvPr/>
        </p:nvCxnSpPr>
        <p:spPr>
          <a:xfrm>
            <a:off x="2228605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128FD4B-B252-4FA3-BB80-B89B72145CEF}"/>
              </a:ext>
            </a:extLst>
          </p:cNvPr>
          <p:cNvCxnSpPr>
            <a:cxnSpLocks/>
          </p:cNvCxnSpPr>
          <p:nvPr/>
        </p:nvCxnSpPr>
        <p:spPr>
          <a:xfrm>
            <a:off x="2228605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A22EB6E-2518-4A4D-A6E6-4677A6D99DE8}"/>
              </a:ext>
            </a:extLst>
          </p:cNvPr>
          <p:cNvCxnSpPr>
            <a:cxnSpLocks/>
          </p:cNvCxnSpPr>
          <p:nvPr/>
        </p:nvCxnSpPr>
        <p:spPr>
          <a:xfrm>
            <a:off x="3106146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5B14032-5BEF-4B78-8162-CCB7FA676D2E}"/>
              </a:ext>
            </a:extLst>
          </p:cNvPr>
          <p:cNvCxnSpPr>
            <a:cxnSpLocks/>
          </p:cNvCxnSpPr>
          <p:nvPr/>
        </p:nvCxnSpPr>
        <p:spPr>
          <a:xfrm>
            <a:off x="3106146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E6696AF-F9F0-451C-91E9-19D61E297840}"/>
              </a:ext>
            </a:extLst>
          </p:cNvPr>
          <p:cNvCxnSpPr>
            <a:cxnSpLocks/>
          </p:cNvCxnSpPr>
          <p:nvPr/>
        </p:nvCxnSpPr>
        <p:spPr>
          <a:xfrm>
            <a:off x="3106146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FB8C61C-713A-40BC-BA5B-64E7EA2D13F3}"/>
              </a:ext>
            </a:extLst>
          </p:cNvPr>
          <p:cNvCxnSpPr>
            <a:cxnSpLocks/>
          </p:cNvCxnSpPr>
          <p:nvPr/>
        </p:nvCxnSpPr>
        <p:spPr>
          <a:xfrm>
            <a:off x="3106146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AEAADCA-F58C-4FD6-9886-68A0A9532A12}"/>
              </a:ext>
            </a:extLst>
          </p:cNvPr>
          <p:cNvCxnSpPr>
            <a:cxnSpLocks/>
          </p:cNvCxnSpPr>
          <p:nvPr/>
        </p:nvCxnSpPr>
        <p:spPr>
          <a:xfrm>
            <a:off x="3106146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2066F8B-F7BE-4A34-BEF6-AA9C1B2236A2}"/>
              </a:ext>
            </a:extLst>
          </p:cNvPr>
          <p:cNvCxnSpPr>
            <a:cxnSpLocks/>
          </p:cNvCxnSpPr>
          <p:nvPr/>
        </p:nvCxnSpPr>
        <p:spPr>
          <a:xfrm>
            <a:off x="3106146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3C94C71-39B2-44F3-8C2C-AA58B406CF94}"/>
              </a:ext>
            </a:extLst>
          </p:cNvPr>
          <p:cNvCxnSpPr>
            <a:cxnSpLocks/>
          </p:cNvCxnSpPr>
          <p:nvPr/>
        </p:nvCxnSpPr>
        <p:spPr>
          <a:xfrm>
            <a:off x="3106146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67F472B-11CD-4691-A6DC-EB536DC1E31D}"/>
              </a:ext>
            </a:extLst>
          </p:cNvPr>
          <p:cNvCxnSpPr>
            <a:cxnSpLocks/>
          </p:cNvCxnSpPr>
          <p:nvPr/>
        </p:nvCxnSpPr>
        <p:spPr>
          <a:xfrm>
            <a:off x="3106146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E1C0249-07CA-4208-AABA-E80A145C280E}"/>
              </a:ext>
            </a:extLst>
          </p:cNvPr>
          <p:cNvCxnSpPr>
            <a:cxnSpLocks/>
          </p:cNvCxnSpPr>
          <p:nvPr/>
        </p:nvCxnSpPr>
        <p:spPr>
          <a:xfrm>
            <a:off x="3106146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1EBF6AE-26E0-4073-93DB-6211EB2BE159}"/>
              </a:ext>
            </a:extLst>
          </p:cNvPr>
          <p:cNvCxnSpPr>
            <a:cxnSpLocks/>
          </p:cNvCxnSpPr>
          <p:nvPr/>
        </p:nvCxnSpPr>
        <p:spPr>
          <a:xfrm>
            <a:off x="3106146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D67C8E3-ECAE-4F80-9853-EE7095377F29}"/>
              </a:ext>
            </a:extLst>
          </p:cNvPr>
          <p:cNvCxnSpPr>
            <a:cxnSpLocks/>
          </p:cNvCxnSpPr>
          <p:nvPr/>
        </p:nvCxnSpPr>
        <p:spPr>
          <a:xfrm>
            <a:off x="3106146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5E3897E-0ED4-47E6-A6EC-5AE5A871A5F8}"/>
              </a:ext>
            </a:extLst>
          </p:cNvPr>
          <p:cNvCxnSpPr>
            <a:cxnSpLocks/>
          </p:cNvCxnSpPr>
          <p:nvPr/>
        </p:nvCxnSpPr>
        <p:spPr>
          <a:xfrm>
            <a:off x="3106146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CDDC43FC-B8CE-46B0-9928-6DC4B315CE34}"/>
              </a:ext>
            </a:extLst>
          </p:cNvPr>
          <p:cNvCxnSpPr>
            <a:cxnSpLocks/>
          </p:cNvCxnSpPr>
          <p:nvPr/>
        </p:nvCxnSpPr>
        <p:spPr>
          <a:xfrm>
            <a:off x="3106146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B32D3C8-2023-4E52-8FC8-10ECED3CB336}"/>
              </a:ext>
            </a:extLst>
          </p:cNvPr>
          <p:cNvCxnSpPr>
            <a:cxnSpLocks/>
          </p:cNvCxnSpPr>
          <p:nvPr/>
        </p:nvCxnSpPr>
        <p:spPr>
          <a:xfrm>
            <a:off x="3106146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4A9624F-BFE0-40C0-8711-84B243DD8DD7}"/>
              </a:ext>
            </a:extLst>
          </p:cNvPr>
          <p:cNvCxnSpPr>
            <a:cxnSpLocks/>
          </p:cNvCxnSpPr>
          <p:nvPr/>
        </p:nvCxnSpPr>
        <p:spPr>
          <a:xfrm>
            <a:off x="3106146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4220C46-BA8C-41E5-879B-FFDDF1543140}"/>
              </a:ext>
            </a:extLst>
          </p:cNvPr>
          <p:cNvCxnSpPr>
            <a:cxnSpLocks/>
          </p:cNvCxnSpPr>
          <p:nvPr/>
        </p:nvCxnSpPr>
        <p:spPr>
          <a:xfrm>
            <a:off x="3106146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A82589C-72A6-4269-8366-27E5651DC015}"/>
              </a:ext>
            </a:extLst>
          </p:cNvPr>
          <p:cNvCxnSpPr>
            <a:cxnSpLocks/>
          </p:cNvCxnSpPr>
          <p:nvPr/>
        </p:nvCxnSpPr>
        <p:spPr>
          <a:xfrm>
            <a:off x="3106146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12F1DCA-CB6B-47AC-8112-DD8D6ED92B9D}"/>
              </a:ext>
            </a:extLst>
          </p:cNvPr>
          <p:cNvCxnSpPr>
            <a:cxnSpLocks/>
          </p:cNvCxnSpPr>
          <p:nvPr/>
        </p:nvCxnSpPr>
        <p:spPr>
          <a:xfrm>
            <a:off x="3106146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E68C93C-BDFE-4C27-95F7-AF022DF2C7B9}"/>
              </a:ext>
            </a:extLst>
          </p:cNvPr>
          <p:cNvCxnSpPr>
            <a:cxnSpLocks/>
          </p:cNvCxnSpPr>
          <p:nvPr/>
        </p:nvCxnSpPr>
        <p:spPr>
          <a:xfrm>
            <a:off x="3106146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1322CA9-0CA3-41CB-A5C7-A27BEDC7AE17}"/>
              </a:ext>
            </a:extLst>
          </p:cNvPr>
          <p:cNvCxnSpPr>
            <a:cxnSpLocks/>
          </p:cNvCxnSpPr>
          <p:nvPr/>
        </p:nvCxnSpPr>
        <p:spPr>
          <a:xfrm>
            <a:off x="3106146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0FD863E8-9C13-45CF-86DD-88973B0502B8}"/>
              </a:ext>
            </a:extLst>
          </p:cNvPr>
          <p:cNvCxnSpPr>
            <a:cxnSpLocks/>
          </p:cNvCxnSpPr>
          <p:nvPr/>
        </p:nvCxnSpPr>
        <p:spPr>
          <a:xfrm>
            <a:off x="3106146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97A9997-5E04-4539-BB25-B64E6E232F3A}"/>
              </a:ext>
            </a:extLst>
          </p:cNvPr>
          <p:cNvCxnSpPr>
            <a:cxnSpLocks/>
          </p:cNvCxnSpPr>
          <p:nvPr/>
        </p:nvCxnSpPr>
        <p:spPr>
          <a:xfrm>
            <a:off x="3106146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4D64F58-EC1F-4A12-87D2-7F6046A7630D}"/>
              </a:ext>
            </a:extLst>
          </p:cNvPr>
          <p:cNvCxnSpPr>
            <a:cxnSpLocks/>
          </p:cNvCxnSpPr>
          <p:nvPr/>
        </p:nvCxnSpPr>
        <p:spPr>
          <a:xfrm>
            <a:off x="3106146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70D67F1-23DE-4334-87C4-87E2C205E395}"/>
              </a:ext>
            </a:extLst>
          </p:cNvPr>
          <p:cNvCxnSpPr>
            <a:cxnSpLocks/>
          </p:cNvCxnSpPr>
          <p:nvPr/>
        </p:nvCxnSpPr>
        <p:spPr>
          <a:xfrm>
            <a:off x="3106146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EA293E1-460F-4D55-ACE3-068E114A0340}"/>
              </a:ext>
            </a:extLst>
          </p:cNvPr>
          <p:cNvCxnSpPr>
            <a:cxnSpLocks/>
          </p:cNvCxnSpPr>
          <p:nvPr/>
        </p:nvCxnSpPr>
        <p:spPr>
          <a:xfrm>
            <a:off x="3106146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2BEB8F0-A926-4145-AC4A-3BAFC2B98BA8}"/>
              </a:ext>
            </a:extLst>
          </p:cNvPr>
          <p:cNvCxnSpPr>
            <a:cxnSpLocks/>
          </p:cNvCxnSpPr>
          <p:nvPr/>
        </p:nvCxnSpPr>
        <p:spPr>
          <a:xfrm>
            <a:off x="3106146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E8BC26F5-1443-4BDF-9691-E41DFCB1C351}"/>
              </a:ext>
            </a:extLst>
          </p:cNvPr>
          <p:cNvCxnSpPr>
            <a:cxnSpLocks/>
          </p:cNvCxnSpPr>
          <p:nvPr/>
        </p:nvCxnSpPr>
        <p:spPr>
          <a:xfrm>
            <a:off x="3106146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FE273FF-151A-472A-8EB2-0E71E5C2EBDD}"/>
              </a:ext>
            </a:extLst>
          </p:cNvPr>
          <p:cNvCxnSpPr>
            <a:cxnSpLocks/>
          </p:cNvCxnSpPr>
          <p:nvPr/>
        </p:nvCxnSpPr>
        <p:spPr>
          <a:xfrm>
            <a:off x="3106146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DB89752-AC0B-4FFE-8673-C51C8FDFC633}"/>
              </a:ext>
            </a:extLst>
          </p:cNvPr>
          <p:cNvCxnSpPr>
            <a:cxnSpLocks/>
          </p:cNvCxnSpPr>
          <p:nvPr/>
        </p:nvCxnSpPr>
        <p:spPr>
          <a:xfrm>
            <a:off x="3106146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96E1E61-FB3D-41AD-AB56-D18DE6357845}"/>
              </a:ext>
            </a:extLst>
          </p:cNvPr>
          <p:cNvCxnSpPr>
            <a:cxnSpLocks/>
          </p:cNvCxnSpPr>
          <p:nvPr/>
        </p:nvCxnSpPr>
        <p:spPr>
          <a:xfrm>
            <a:off x="3106146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38B995D4-04B1-471A-BAC6-AB8C6489F73D}"/>
              </a:ext>
            </a:extLst>
          </p:cNvPr>
          <p:cNvCxnSpPr>
            <a:cxnSpLocks/>
          </p:cNvCxnSpPr>
          <p:nvPr/>
        </p:nvCxnSpPr>
        <p:spPr>
          <a:xfrm>
            <a:off x="3106146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1845701-1FBB-4EA6-8701-5627A8166BD7}"/>
              </a:ext>
            </a:extLst>
          </p:cNvPr>
          <p:cNvCxnSpPr>
            <a:cxnSpLocks/>
          </p:cNvCxnSpPr>
          <p:nvPr/>
        </p:nvCxnSpPr>
        <p:spPr>
          <a:xfrm>
            <a:off x="3106146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871A406-FB32-4842-9CFD-CF3C742E27F5}"/>
              </a:ext>
            </a:extLst>
          </p:cNvPr>
          <p:cNvCxnSpPr>
            <a:cxnSpLocks/>
          </p:cNvCxnSpPr>
          <p:nvPr/>
        </p:nvCxnSpPr>
        <p:spPr>
          <a:xfrm>
            <a:off x="3106146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B707864-0A1F-40F9-8CA2-C3C496D940F1}"/>
              </a:ext>
            </a:extLst>
          </p:cNvPr>
          <p:cNvCxnSpPr>
            <a:cxnSpLocks/>
          </p:cNvCxnSpPr>
          <p:nvPr/>
        </p:nvCxnSpPr>
        <p:spPr>
          <a:xfrm>
            <a:off x="3993313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15B6D79-EC6A-4397-A413-615D06BD1C17}"/>
              </a:ext>
            </a:extLst>
          </p:cNvPr>
          <p:cNvCxnSpPr>
            <a:cxnSpLocks/>
          </p:cNvCxnSpPr>
          <p:nvPr/>
        </p:nvCxnSpPr>
        <p:spPr>
          <a:xfrm>
            <a:off x="3993313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526EF86-B618-4444-A863-CFD3D4590E2D}"/>
              </a:ext>
            </a:extLst>
          </p:cNvPr>
          <p:cNvCxnSpPr>
            <a:cxnSpLocks/>
          </p:cNvCxnSpPr>
          <p:nvPr/>
        </p:nvCxnSpPr>
        <p:spPr>
          <a:xfrm>
            <a:off x="3993313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77FAA1E-6EBE-4F2A-BD7B-AA898D19DB14}"/>
              </a:ext>
            </a:extLst>
          </p:cNvPr>
          <p:cNvCxnSpPr>
            <a:cxnSpLocks/>
          </p:cNvCxnSpPr>
          <p:nvPr/>
        </p:nvCxnSpPr>
        <p:spPr>
          <a:xfrm>
            <a:off x="3993313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668E7B5-2CC4-403D-8F6E-1650A2F22CF5}"/>
              </a:ext>
            </a:extLst>
          </p:cNvPr>
          <p:cNvCxnSpPr>
            <a:cxnSpLocks/>
          </p:cNvCxnSpPr>
          <p:nvPr/>
        </p:nvCxnSpPr>
        <p:spPr>
          <a:xfrm>
            <a:off x="3993313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AD0D474-79B3-448B-8934-3F4E81C0B377}"/>
              </a:ext>
            </a:extLst>
          </p:cNvPr>
          <p:cNvCxnSpPr>
            <a:cxnSpLocks/>
          </p:cNvCxnSpPr>
          <p:nvPr/>
        </p:nvCxnSpPr>
        <p:spPr>
          <a:xfrm>
            <a:off x="399331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911FA2F-68AC-444D-B290-EDA266757E68}"/>
              </a:ext>
            </a:extLst>
          </p:cNvPr>
          <p:cNvCxnSpPr>
            <a:cxnSpLocks/>
          </p:cNvCxnSpPr>
          <p:nvPr/>
        </p:nvCxnSpPr>
        <p:spPr>
          <a:xfrm>
            <a:off x="3993313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05CF82E-3073-4196-B391-6E2AA496FD4C}"/>
              </a:ext>
            </a:extLst>
          </p:cNvPr>
          <p:cNvCxnSpPr>
            <a:cxnSpLocks/>
          </p:cNvCxnSpPr>
          <p:nvPr/>
        </p:nvCxnSpPr>
        <p:spPr>
          <a:xfrm>
            <a:off x="3993313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CC870679-8DFF-4EC7-AFB7-D846C55E33FF}"/>
              </a:ext>
            </a:extLst>
          </p:cNvPr>
          <p:cNvCxnSpPr>
            <a:cxnSpLocks/>
          </p:cNvCxnSpPr>
          <p:nvPr/>
        </p:nvCxnSpPr>
        <p:spPr>
          <a:xfrm>
            <a:off x="3993313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58AF3F4-348A-4D38-9051-9C7F28F5BC89}"/>
              </a:ext>
            </a:extLst>
          </p:cNvPr>
          <p:cNvCxnSpPr>
            <a:cxnSpLocks/>
          </p:cNvCxnSpPr>
          <p:nvPr/>
        </p:nvCxnSpPr>
        <p:spPr>
          <a:xfrm>
            <a:off x="3993313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D719E66-5270-4A36-BA27-E50506A8DFAE}"/>
              </a:ext>
            </a:extLst>
          </p:cNvPr>
          <p:cNvCxnSpPr>
            <a:cxnSpLocks/>
          </p:cNvCxnSpPr>
          <p:nvPr/>
        </p:nvCxnSpPr>
        <p:spPr>
          <a:xfrm>
            <a:off x="3993313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FE9BD58-3D87-4667-8EF3-BED34BD4D2C4}"/>
              </a:ext>
            </a:extLst>
          </p:cNvPr>
          <p:cNvCxnSpPr>
            <a:cxnSpLocks/>
          </p:cNvCxnSpPr>
          <p:nvPr/>
        </p:nvCxnSpPr>
        <p:spPr>
          <a:xfrm>
            <a:off x="3993313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7177306-C9DD-4CF6-B378-184A23685034}"/>
              </a:ext>
            </a:extLst>
          </p:cNvPr>
          <p:cNvCxnSpPr>
            <a:cxnSpLocks/>
          </p:cNvCxnSpPr>
          <p:nvPr/>
        </p:nvCxnSpPr>
        <p:spPr>
          <a:xfrm>
            <a:off x="3993313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B428869-7897-4B46-AB98-090C3506293C}"/>
              </a:ext>
            </a:extLst>
          </p:cNvPr>
          <p:cNvCxnSpPr>
            <a:cxnSpLocks/>
          </p:cNvCxnSpPr>
          <p:nvPr/>
        </p:nvCxnSpPr>
        <p:spPr>
          <a:xfrm>
            <a:off x="3993313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C3127A5-290E-4766-82B8-260604BB8FEF}"/>
              </a:ext>
            </a:extLst>
          </p:cNvPr>
          <p:cNvCxnSpPr>
            <a:cxnSpLocks/>
          </p:cNvCxnSpPr>
          <p:nvPr/>
        </p:nvCxnSpPr>
        <p:spPr>
          <a:xfrm>
            <a:off x="3993313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9E604EA-A706-44CA-BCE3-E369219C7105}"/>
              </a:ext>
            </a:extLst>
          </p:cNvPr>
          <p:cNvCxnSpPr>
            <a:cxnSpLocks/>
          </p:cNvCxnSpPr>
          <p:nvPr/>
        </p:nvCxnSpPr>
        <p:spPr>
          <a:xfrm>
            <a:off x="3993313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B2531A0-D186-4BB5-9BED-A05047FBD690}"/>
              </a:ext>
            </a:extLst>
          </p:cNvPr>
          <p:cNvCxnSpPr>
            <a:cxnSpLocks/>
          </p:cNvCxnSpPr>
          <p:nvPr/>
        </p:nvCxnSpPr>
        <p:spPr>
          <a:xfrm>
            <a:off x="3993313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7FB80D9-1055-4752-9C86-366C5EB3AE14}"/>
              </a:ext>
            </a:extLst>
          </p:cNvPr>
          <p:cNvCxnSpPr>
            <a:cxnSpLocks/>
          </p:cNvCxnSpPr>
          <p:nvPr/>
        </p:nvCxnSpPr>
        <p:spPr>
          <a:xfrm>
            <a:off x="3993313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B218F8E-4EDF-4FE6-8BC6-FE1B23E1BEF3}"/>
              </a:ext>
            </a:extLst>
          </p:cNvPr>
          <p:cNvCxnSpPr>
            <a:cxnSpLocks/>
          </p:cNvCxnSpPr>
          <p:nvPr/>
        </p:nvCxnSpPr>
        <p:spPr>
          <a:xfrm>
            <a:off x="3993313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5FF2C65-AD09-4382-989C-4B729F795D1F}"/>
              </a:ext>
            </a:extLst>
          </p:cNvPr>
          <p:cNvCxnSpPr>
            <a:cxnSpLocks/>
          </p:cNvCxnSpPr>
          <p:nvPr/>
        </p:nvCxnSpPr>
        <p:spPr>
          <a:xfrm>
            <a:off x="3993313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A63CF24-1999-408D-BA48-8780BDC4FCC5}"/>
              </a:ext>
            </a:extLst>
          </p:cNvPr>
          <p:cNvCxnSpPr>
            <a:cxnSpLocks/>
          </p:cNvCxnSpPr>
          <p:nvPr/>
        </p:nvCxnSpPr>
        <p:spPr>
          <a:xfrm>
            <a:off x="3993313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C5AB3F6A-6648-4855-8CBE-700C31A10547}"/>
              </a:ext>
            </a:extLst>
          </p:cNvPr>
          <p:cNvCxnSpPr>
            <a:cxnSpLocks/>
          </p:cNvCxnSpPr>
          <p:nvPr/>
        </p:nvCxnSpPr>
        <p:spPr>
          <a:xfrm>
            <a:off x="3993313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FEEAD47-2711-4ABB-9CAB-F3FE7A280342}"/>
              </a:ext>
            </a:extLst>
          </p:cNvPr>
          <p:cNvCxnSpPr>
            <a:cxnSpLocks/>
          </p:cNvCxnSpPr>
          <p:nvPr/>
        </p:nvCxnSpPr>
        <p:spPr>
          <a:xfrm>
            <a:off x="3993313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85C7B4A-7887-4E16-92D3-850901666D9E}"/>
              </a:ext>
            </a:extLst>
          </p:cNvPr>
          <p:cNvCxnSpPr>
            <a:cxnSpLocks/>
          </p:cNvCxnSpPr>
          <p:nvPr/>
        </p:nvCxnSpPr>
        <p:spPr>
          <a:xfrm>
            <a:off x="3993313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60C8DA43-AD7F-4D55-A188-E5E4F468A8F4}"/>
              </a:ext>
            </a:extLst>
          </p:cNvPr>
          <p:cNvCxnSpPr>
            <a:cxnSpLocks/>
          </p:cNvCxnSpPr>
          <p:nvPr/>
        </p:nvCxnSpPr>
        <p:spPr>
          <a:xfrm>
            <a:off x="3993313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49A94B9F-E51D-4F7D-A60C-92EAE3648255}"/>
              </a:ext>
            </a:extLst>
          </p:cNvPr>
          <p:cNvCxnSpPr>
            <a:cxnSpLocks/>
          </p:cNvCxnSpPr>
          <p:nvPr/>
        </p:nvCxnSpPr>
        <p:spPr>
          <a:xfrm>
            <a:off x="3993313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4A28023F-C3A2-4CF6-AC1E-63FD2561FC0A}"/>
              </a:ext>
            </a:extLst>
          </p:cNvPr>
          <p:cNvCxnSpPr>
            <a:cxnSpLocks/>
          </p:cNvCxnSpPr>
          <p:nvPr/>
        </p:nvCxnSpPr>
        <p:spPr>
          <a:xfrm>
            <a:off x="399331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079EC3-1E46-4FC8-AE14-72C0AF317D1C}"/>
              </a:ext>
            </a:extLst>
          </p:cNvPr>
          <p:cNvCxnSpPr>
            <a:cxnSpLocks/>
          </p:cNvCxnSpPr>
          <p:nvPr/>
        </p:nvCxnSpPr>
        <p:spPr>
          <a:xfrm>
            <a:off x="3993313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536D7C37-A18D-409B-8969-4801DDD9FFD7}"/>
              </a:ext>
            </a:extLst>
          </p:cNvPr>
          <p:cNvCxnSpPr>
            <a:cxnSpLocks/>
          </p:cNvCxnSpPr>
          <p:nvPr/>
        </p:nvCxnSpPr>
        <p:spPr>
          <a:xfrm>
            <a:off x="3993313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81590EFB-E544-47C0-9A83-F940DB46C5A5}"/>
              </a:ext>
            </a:extLst>
          </p:cNvPr>
          <p:cNvCxnSpPr>
            <a:cxnSpLocks/>
          </p:cNvCxnSpPr>
          <p:nvPr/>
        </p:nvCxnSpPr>
        <p:spPr>
          <a:xfrm>
            <a:off x="3993313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75813D-E5E6-4FFB-A15B-7BCDF0CFB078}"/>
              </a:ext>
            </a:extLst>
          </p:cNvPr>
          <p:cNvCxnSpPr>
            <a:cxnSpLocks/>
          </p:cNvCxnSpPr>
          <p:nvPr/>
        </p:nvCxnSpPr>
        <p:spPr>
          <a:xfrm>
            <a:off x="3993313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2F7779F-83D6-4486-8A86-FE9E2B15B2FB}"/>
              </a:ext>
            </a:extLst>
          </p:cNvPr>
          <p:cNvCxnSpPr>
            <a:cxnSpLocks/>
          </p:cNvCxnSpPr>
          <p:nvPr/>
        </p:nvCxnSpPr>
        <p:spPr>
          <a:xfrm>
            <a:off x="3993313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D54BD46-59C7-42FE-B0A3-A15433B3CF9E}"/>
              </a:ext>
            </a:extLst>
          </p:cNvPr>
          <p:cNvCxnSpPr>
            <a:cxnSpLocks/>
          </p:cNvCxnSpPr>
          <p:nvPr/>
        </p:nvCxnSpPr>
        <p:spPr>
          <a:xfrm>
            <a:off x="3993313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489D517A-637A-4BE1-95AE-A214410687E2}"/>
              </a:ext>
            </a:extLst>
          </p:cNvPr>
          <p:cNvCxnSpPr>
            <a:cxnSpLocks/>
          </p:cNvCxnSpPr>
          <p:nvPr/>
        </p:nvCxnSpPr>
        <p:spPr>
          <a:xfrm>
            <a:off x="4880479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A7D3142B-9AAD-4749-A821-3B0B40B87BDD}"/>
              </a:ext>
            </a:extLst>
          </p:cNvPr>
          <p:cNvCxnSpPr>
            <a:cxnSpLocks/>
          </p:cNvCxnSpPr>
          <p:nvPr/>
        </p:nvCxnSpPr>
        <p:spPr>
          <a:xfrm>
            <a:off x="4880479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87288C1-CD8E-46E6-8C02-0BF77376DF5F}"/>
              </a:ext>
            </a:extLst>
          </p:cNvPr>
          <p:cNvCxnSpPr>
            <a:cxnSpLocks/>
          </p:cNvCxnSpPr>
          <p:nvPr/>
        </p:nvCxnSpPr>
        <p:spPr>
          <a:xfrm>
            <a:off x="4880479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134436AA-963D-4F9B-982E-230B0CD8F6B8}"/>
              </a:ext>
            </a:extLst>
          </p:cNvPr>
          <p:cNvCxnSpPr>
            <a:cxnSpLocks/>
          </p:cNvCxnSpPr>
          <p:nvPr/>
        </p:nvCxnSpPr>
        <p:spPr>
          <a:xfrm>
            <a:off x="4880479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8EF9518-ACF5-4BE1-B9D9-61DA4E243A9B}"/>
              </a:ext>
            </a:extLst>
          </p:cNvPr>
          <p:cNvCxnSpPr>
            <a:cxnSpLocks/>
          </p:cNvCxnSpPr>
          <p:nvPr/>
        </p:nvCxnSpPr>
        <p:spPr>
          <a:xfrm>
            <a:off x="4880479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1C7DD3D-6EF7-419F-9FB0-E1BC88B26D75}"/>
              </a:ext>
            </a:extLst>
          </p:cNvPr>
          <p:cNvCxnSpPr>
            <a:cxnSpLocks/>
          </p:cNvCxnSpPr>
          <p:nvPr/>
        </p:nvCxnSpPr>
        <p:spPr>
          <a:xfrm>
            <a:off x="4880479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7218584-FDF5-49E3-A32C-21AD799ABF8D}"/>
              </a:ext>
            </a:extLst>
          </p:cNvPr>
          <p:cNvCxnSpPr>
            <a:cxnSpLocks/>
          </p:cNvCxnSpPr>
          <p:nvPr/>
        </p:nvCxnSpPr>
        <p:spPr>
          <a:xfrm>
            <a:off x="4880479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CC609A8E-2902-42C2-B605-4F27522A03EE}"/>
              </a:ext>
            </a:extLst>
          </p:cNvPr>
          <p:cNvCxnSpPr>
            <a:cxnSpLocks/>
          </p:cNvCxnSpPr>
          <p:nvPr/>
        </p:nvCxnSpPr>
        <p:spPr>
          <a:xfrm>
            <a:off x="4880479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8954D004-25F1-41B1-9B61-D6954814311B}"/>
              </a:ext>
            </a:extLst>
          </p:cNvPr>
          <p:cNvCxnSpPr>
            <a:cxnSpLocks/>
          </p:cNvCxnSpPr>
          <p:nvPr/>
        </p:nvCxnSpPr>
        <p:spPr>
          <a:xfrm>
            <a:off x="4880479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4D42BD6-89DE-4D64-8EAC-C3E095BF68BD}"/>
              </a:ext>
            </a:extLst>
          </p:cNvPr>
          <p:cNvCxnSpPr>
            <a:cxnSpLocks/>
          </p:cNvCxnSpPr>
          <p:nvPr/>
        </p:nvCxnSpPr>
        <p:spPr>
          <a:xfrm>
            <a:off x="4880479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4EC6521B-C29A-44EE-8ED2-D373F72C88C3}"/>
              </a:ext>
            </a:extLst>
          </p:cNvPr>
          <p:cNvCxnSpPr>
            <a:cxnSpLocks/>
          </p:cNvCxnSpPr>
          <p:nvPr/>
        </p:nvCxnSpPr>
        <p:spPr>
          <a:xfrm>
            <a:off x="4880479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18B683C6-B593-4CB0-A28A-6142FAE5950A}"/>
              </a:ext>
            </a:extLst>
          </p:cNvPr>
          <p:cNvCxnSpPr>
            <a:cxnSpLocks/>
          </p:cNvCxnSpPr>
          <p:nvPr/>
        </p:nvCxnSpPr>
        <p:spPr>
          <a:xfrm>
            <a:off x="4880479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D8D439-DFBE-4DBC-905A-A4966045E1EA}"/>
              </a:ext>
            </a:extLst>
          </p:cNvPr>
          <p:cNvCxnSpPr>
            <a:cxnSpLocks/>
          </p:cNvCxnSpPr>
          <p:nvPr/>
        </p:nvCxnSpPr>
        <p:spPr>
          <a:xfrm>
            <a:off x="4880479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FBDEB7A-6A3F-4D72-9696-079506184356}"/>
              </a:ext>
            </a:extLst>
          </p:cNvPr>
          <p:cNvCxnSpPr>
            <a:cxnSpLocks/>
          </p:cNvCxnSpPr>
          <p:nvPr/>
        </p:nvCxnSpPr>
        <p:spPr>
          <a:xfrm>
            <a:off x="4880479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6DD09B2F-E4F1-40DD-92A1-15019FBD5E2B}"/>
              </a:ext>
            </a:extLst>
          </p:cNvPr>
          <p:cNvCxnSpPr>
            <a:cxnSpLocks/>
          </p:cNvCxnSpPr>
          <p:nvPr/>
        </p:nvCxnSpPr>
        <p:spPr>
          <a:xfrm>
            <a:off x="4880479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97C1476-8E53-4451-8191-6EF4B5BC41C1}"/>
              </a:ext>
            </a:extLst>
          </p:cNvPr>
          <p:cNvCxnSpPr>
            <a:cxnSpLocks/>
          </p:cNvCxnSpPr>
          <p:nvPr/>
        </p:nvCxnSpPr>
        <p:spPr>
          <a:xfrm>
            <a:off x="4880479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23318A2C-136B-46D7-BBF3-368C40B3A7DE}"/>
              </a:ext>
            </a:extLst>
          </p:cNvPr>
          <p:cNvCxnSpPr>
            <a:cxnSpLocks/>
          </p:cNvCxnSpPr>
          <p:nvPr/>
        </p:nvCxnSpPr>
        <p:spPr>
          <a:xfrm>
            <a:off x="4880479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259B5C6E-3FAE-45ED-9247-3A97DE8330CD}"/>
              </a:ext>
            </a:extLst>
          </p:cNvPr>
          <p:cNvCxnSpPr>
            <a:cxnSpLocks/>
          </p:cNvCxnSpPr>
          <p:nvPr/>
        </p:nvCxnSpPr>
        <p:spPr>
          <a:xfrm>
            <a:off x="4880479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84C7B06-FE6C-4105-9A93-1C3F17451786}"/>
              </a:ext>
            </a:extLst>
          </p:cNvPr>
          <p:cNvCxnSpPr>
            <a:cxnSpLocks/>
          </p:cNvCxnSpPr>
          <p:nvPr/>
        </p:nvCxnSpPr>
        <p:spPr>
          <a:xfrm>
            <a:off x="4880479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C9F7B27-36BE-4D83-8BA9-58C62A09C58D}"/>
              </a:ext>
            </a:extLst>
          </p:cNvPr>
          <p:cNvCxnSpPr>
            <a:cxnSpLocks/>
          </p:cNvCxnSpPr>
          <p:nvPr/>
        </p:nvCxnSpPr>
        <p:spPr>
          <a:xfrm>
            <a:off x="4880479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550C253-38F9-4B35-9F5E-11FFDAA26FDC}"/>
              </a:ext>
            </a:extLst>
          </p:cNvPr>
          <p:cNvCxnSpPr>
            <a:cxnSpLocks/>
          </p:cNvCxnSpPr>
          <p:nvPr/>
        </p:nvCxnSpPr>
        <p:spPr>
          <a:xfrm>
            <a:off x="4880479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687C0FB-386F-44DB-8DE5-2FA1C0C16B62}"/>
              </a:ext>
            </a:extLst>
          </p:cNvPr>
          <p:cNvCxnSpPr>
            <a:cxnSpLocks/>
          </p:cNvCxnSpPr>
          <p:nvPr/>
        </p:nvCxnSpPr>
        <p:spPr>
          <a:xfrm>
            <a:off x="4880479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870D4F1-7E6E-4FD6-BAA8-BD085DAF43EA}"/>
              </a:ext>
            </a:extLst>
          </p:cNvPr>
          <p:cNvCxnSpPr>
            <a:cxnSpLocks/>
          </p:cNvCxnSpPr>
          <p:nvPr/>
        </p:nvCxnSpPr>
        <p:spPr>
          <a:xfrm>
            <a:off x="4880479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9C5FA1C-1BA9-482F-BA06-870FE904E10C}"/>
              </a:ext>
            </a:extLst>
          </p:cNvPr>
          <p:cNvCxnSpPr>
            <a:cxnSpLocks/>
          </p:cNvCxnSpPr>
          <p:nvPr/>
        </p:nvCxnSpPr>
        <p:spPr>
          <a:xfrm>
            <a:off x="4880479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096E5B5-49BE-4B65-BD03-3D4F31E25A0F}"/>
              </a:ext>
            </a:extLst>
          </p:cNvPr>
          <p:cNvCxnSpPr>
            <a:cxnSpLocks/>
          </p:cNvCxnSpPr>
          <p:nvPr/>
        </p:nvCxnSpPr>
        <p:spPr>
          <a:xfrm>
            <a:off x="4880479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46DFB63C-D50E-4C1D-9BAB-FD982F7F53E6}"/>
              </a:ext>
            </a:extLst>
          </p:cNvPr>
          <p:cNvCxnSpPr>
            <a:cxnSpLocks/>
          </p:cNvCxnSpPr>
          <p:nvPr/>
        </p:nvCxnSpPr>
        <p:spPr>
          <a:xfrm>
            <a:off x="4880479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E177C33-0797-40DD-9B6E-1DEF9FC9AA34}"/>
              </a:ext>
            </a:extLst>
          </p:cNvPr>
          <p:cNvCxnSpPr>
            <a:cxnSpLocks/>
          </p:cNvCxnSpPr>
          <p:nvPr/>
        </p:nvCxnSpPr>
        <p:spPr>
          <a:xfrm>
            <a:off x="4880479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EDB3932D-EF31-4AB0-9773-580B9FEE9BB6}"/>
              </a:ext>
            </a:extLst>
          </p:cNvPr>
          <p:cNvCxnSpPr>
            <a:cxnSpLocks/>
          </p:cNvCxnSpPr>
          <p:nvPr/>
        </p:nvCxnSpPr>
        <p:spPr>
          <a:xfrm>
            <a:off x="4880479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69398CF-AB78-49B4-8F5E-8E7C979D9BC8}"/>
              </a:ext>
            </a:extLst>
          </p:cNvPr>
          <p:cNvCxnSpPr>
            <a:cxnSpLocks/>
          </p:cNvCxnSpPr>
          <p:nvPr/>
        </p:nvCxnSpPr>
        <p:spPr>
          <a:xfrm>
            <a:off x="4880479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1F2F25AE-8062-40B6-9A34-902CBA9D8699}"/>
              </a:ext>
            </a:extLst>
          </p:cNvPr>
          <p:cNvCxnSpPr>
            <a:cxnSpLocks/>
          </p:cNvCxnSpPr>
          <p:nvPr/>
        </p:nvCxnSpPr>
        <p:spPr>
          <a:xfrm>
            <a:off x="4880479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3EC3843B-769B-449B-966F-1851DABD8F38}"/>
              </a:ext>
            </a:extLst>
          </p:cNvPr>
          <p:cNvCxnSpPr>
            <a:cxnSpLocks/>
          </p:cNvCxnSpPr>
          <p:nvPr/>
        </p:nvCxnSpPr>
        <p:spPr>
          <a:xfrm>
            <a:off x="4880479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E4D7C910-E525-4749-834B-3E945520E8E6}"/>
              </a:ext>
            </a:extLst>
          </p:cNvPr>
          <p:cNvCxnSpPr>
            <a:cxnSpLocks/>
          </p:cNvCxnSpPr>
          <p:nvPr/>
        </p:nvCxnSpPr>
        <p:spPr>
          <a:xfrm>
            <a:off x="4880479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66A60E6C-9431-4F6D-9BFA-693CDACD3BF7}"/>
              </a:ext>
            </a:extLst>
          </p:cNvPr>
          <p:cNvCxnSpPr>
            <a:cxnSpLocks/>
          </p:cNvCxnSpPr>
          <p:nvPr/>
        </p:nvCxnSpPr>
        <p:spPr>
          <a:xfrm>
            <a:off x="4880479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E9039EE-3181-493B-8687-E8A25D64310A}"/>
              </a:ext>
            </a:extLst>
          </p:cNvPr>
          <p:cNvSpPr txBox="1"/>
          <p:nvPr/>
        </p:nvSpPr>
        <p:spPr>
          <a:xfrm>
            <a:off x="788487" y="556951"/>
            <a:ext cx="165110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E27CDDD-AC5F-4741-88A9-5A4E9342439B}"/>
              </a:ext>
            </a:extLst>
          </p:cNvPr>
          <p:cNvSpPr txBox="1"/>
          <p:nvPr/>
        </p:nvSpPr>
        <p:spPr>
          <a:xfrm>
            <a:off x="1668440" y="556951"/>
            <a:ext cx="17953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7969D61-0AB9-42E6-8472-8B3A97329B29}"/>
              </a:ext>
            </a:extLst>
          </p:cNvPr>
          <p:cNvSpPr txBox="1"/>
          <p:nvPr/>
        </p:nvSpPr>
        <p:spPr>
          <a:xfrm>
            <a:off x="2533158" y="556951"/>
            <a:ext cx="205185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16ED463-4090-4A34-A1C6-F5624506A3AF}"/>
              </a:ext>
            </a:extLst>
          </p:cNvPr>
          <p:cNvSpPr txBox="1"/>
          <p:nvPr/>
        </p:nvSpPr>
        <p:spPr>
          <a:xfrm>
            <a:off x="3412291" y="556951"/>
            <a:ext cx="202000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96AF5F1-4409-49A1-99F6-DE67FE0B3913}"/>
              </a:ext>
            </a:extLst>
          </p:cNvPr>
          <p:cNvSpPr txBox="1"/>
          <p:nvPr/>
        </p:nvSpPr>
        <p:spPr>
          <a:xfrm>
            <a:off x="4249878" y="556951"/>
            <a:ext cx="301158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97312BD-9237-4B86-B759-B9F803C58D6F}"/>
              </a:ext>
            </a:extLst>
          </p:cNvPr>
          <p:cNvSpPr txBox="1"/>
          <p:nvPr/>
        </p:nvSpPr>
        <p:spPr>
          <a:xfrm>
            <a:off x="5144225" y="556951"/>
            <a:ext cx="286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F20066-6AAB-4A3E-B1A8-C6BB41AF9DF8}"/>
              </a:ext>
            </a:extLst>
          </p:cNvPr>
          <p:cNvSpPr txBox="1"/>
          <p:nvPr/>
        </p:nvSpPr>
        <p:spPr>
          <a:xfrm>
            <a:off x="313525" y="76646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F87BB81-FB98-4170-A573-9567B74438DC}"/>
              </a:ext>
            </a:extLst>
          </p:cNvPr>
          <p:cNvSpPr txBox="1"/>
          <p:nvPr/>
        </p:nvSpPr>
        <p:spPr>
          <a:xfrm>
            <a:off x="313525" y="98487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CB8B00-3410-46A6-8DE8-CBC2FB468E3A}"/>
              </a:ext>
            </a:extLst>
          </p:cNvPr>
          <p:cNvSpPr txBox="1"/>
          <p:nvPr/>
        </p:nvSpPr>
        <p:spPr>
          <a:xfrm>
            <a:off x="313525" y="120328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18E5DBB-05E6-445B-A7A0-6433A7C1D875}"/>
              </a:ext>
            </a:extLst>
          </p:cNvPr>
          <p:cNvSpPr txBox="1"/>
          <p:nvPr/>
        </p:nvSpPr>
        <p:spPr>
          <a:xfrm>
            <a:off x="313525" y="142169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4E28AF-E07B-499E-8298-64CB706BCBD0}"/>
              </a:ext>
            </a:extLst>
          </p:cNvPr>
          <p:cNvSpPr txBox="1"/>
          <p:nvPr/>
        </p:nvSpPr>
        <p:spPr>
          <a:xfrm>
            <a:off x="313525" y="164010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6FA4C45-C7CD-44F3-BEF1-A7CBC92C195D}"/>
              </a:ext>
            </a:extLst>
          </p:cNvPr>
          <p:cNvSpPr txBox="1"/>
          <p:nvPr/>
        </p:nvSpPr>
        <p:spPr>
          <a:xfrm>
            <a:off x="313525" y="185851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51F8FA8-9386-4497-B7D3-189C034CDD6F}"/>
              </a:ext>
            </a:extLst>
          </p:cNvPr>
          <p:cNvSpPr txBox="1"/>
          <p:nvPr/>
        </p:nvSpPr>
        <p:spPr>
          <a:xfrm>
            <a:off x="313525" y="207692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B5792C2-911F-4ED0-8BC1-5BD35EAEB691}"/>
              </a:ext>
            </a:extLst>
          </p:cNvPr>
          <p:cNvSpPr txBox="1"/>
          <p:nvPr/>
        </p:nvSpPr>
        <p:spPr>
          <a:xfrm>
            <a:off x="313525" y="229533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ECAB8E5-F47C-4FD7-A7D0-8ADAD9FACDDA}"/>
              </a:ext>
            </a:extLst>
          </p:cNvPr>
          <p:cNvSpPr txBox="1"/>
          <p:nvPr/>
        </p:nvSpPr>
        <p:spPr>
          <a:xfrm>
            <a:off x="313525" y="251374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EDF70F3-DCB7-4FF5-A21A-1874247BE5E4}"/>
              </a:ext>
            </a:extLst>
          </p:cNvPr>
          <p:cNvSpPr txBox="1"/>
          <p:nvPr/>
        </p:nvSpPr>
        <p:spPr>
          <a:xfrm>
            <a:off x="260532" y="27321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568B601-4213-4EA5-9DC9-CB208063F7C0}"/>
              </a:ext>
            </a:extLst>
          </p:cNvPr>
          <p:cNvSpPr txBox="1"/>
          <p:nvPr/>
        </p:nvSpPr>
        <p:spPr>
          <a:xfrm>
            <a:off x="260532" y="29505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7D3A8A-C270-4750-82AB-58E95D5FFF70}"/>
              </a:ext>
            </a:extLst>
          </p:cNvPr>
          <p:cNvSpPr txBox="1"/>
          <p:nvPr/>
        </p:nvSpPr>
        <p:spPr>
          <a:xfrm>
            <a:off x="260532" y="31689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A03EB28-7DA3-4670-B43D-F4B906FB7E26}"/>
              </a:ext>
            </a:extLst>
          </p:cNvPr>
          <p:cNvSpPr txBox="1"/>
          <p:nvPr/>
        </p:nvSpPr>
        <p:spPr>
          <a:xfrm>
            <a:off x="260532" y="33873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12C9E08-1A96-4B8D-B98A-259D5A91B8FF}"/>
              </a:ext>
            </a:extLst>
          </p:cNvPr>
          <p:cNvSpPr txBox="1"/>
          <p:nvPr/>
        </p:nvSpPr>
        <p:spPr>
          <a:xfrm>
            <a:off x="260532" y="36057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F7D9C0-B434-4677-9DF1-F61364A27DE0}"/>
              </a:ext>
            </a:extLst>
          </p:cNvPr>
          <p:cNvSpPr txBox="1"/>
          <p:nvPr/>
        </p:nvSpPr>
        <p:spPr>
          <a:xfrm>
            <a:off x="260532" y="38242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AA15C59-C375-49E5-B129-5A6B283E60F9}"/>
              </a:ext>
            </a:extLst>
          </p:cNvPr>
          <p:cNvSpPr txBox="1"/>
          <p:nvPr/>
        </p:nvSpPr>
        <p:spPr>
          <a:xfrm>
            <a:off x="260532" y="40426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21E4E2D-724D-422D-8300-05A554384DDD}"/>
              </a:ext>
            </a:extLst>
          </p:cNvPr>
          <p:cNvSpPr txBox="1"/>
          <p:nvPr/>
        </p:nvSpPr>
        <p:spPr>
          <a:xfrm>
            <a:off x="260532" y="42610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269E8EE-5B4E-4E58-B9CA-717D7A340FB7}"/>
              </a:ext>
            </a:extLst>
          </p:cNvPr>
          <p:cNvSpPr txBox="1"/>
          <p:nvPr/>
        </p:nvSpPr>
        <p:spPr>
          <a:xfrm>
            <a:off x="260532" y="44794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9A8BA65-9335-4687-B225-A7854A55A8B9}"/>
              </a:ext>
            </a:extLst>
          </p:cNvPr>
          <p:cNvSpPr txBox="1"/>
          <p:nvPr/>
        </p:nvSpPr>
        <p:spPr>
          <a:xfrm>
            <a:off x="260532" y="46978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079B847-84CA-4D7A-B351-4142E6899BBF}"/>
              </a:ext>
            </a:extLst>
          </p:cNvPr>
          <p:cNvSpPr txBox="1"/>
          <p:nvPr/>
        </p:nvSpPr>
        <p:spPr>
          <a:xfrm>
            <a:off x="260532" y="49162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71EB9DE-7AB4-4A20-A004-282AB49F501C}"/>
              </a:ext>
            </a:extLst>
          </p:cNvPr>
          <p:cNvSpPr txBox="1"/>
          <p:nvPr/>
        </p:nvSpPr>
        <p:spPr>
          <a:xfrm>
            <a:off x="260532" y="51346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F5457A-6F57-415B-A06A-4A70273B2374}"/>
              </a:ext>
            </a:extLst>
          </p:cNvPr>
          <p:cNvSpPr txBox="1"/>
          <p:nvPr/>
        </p:nvSpPr>
        <p:spPr>
          <a:xfrm>
            <a:off x="260532" y="53530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0892B33-F132-447B-8A62-1149AA2537FE}"/>
              </a:ext>
            </a:extLst>
          </p:cNvPr>
          <p:cNvSpPr txBox="1"/>
          <p:nvPr/>
        </p:nvSpPr>
        <p:spPr>
          <a:xfrm>
            <a:off x="260532" y="55714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240164A-515F-4876-9B22-2045DDCD1B47}"/>
              </a:ext>
            </a:extLst>
          </p:cNvPr>
          <p:cNvSpPr txBox="1"/>
          <p:nvPr/>
        </p:nvSpPr>
        <p:spPr>
          <a:xfrm>
            <a:off x="260532" y="57898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89D90D7-B172-4D41-B877-A95DB148218F}"/>
              </a:ext>
            </a:extLst>
          </p:cNvPr>
          <p:cNvSpPr txBox="1"/>
          <p:nvPr/>
        </p:nvSpPr>
        <p:spPr>
          <a:xfrm>
            <a:off x="260532" y="60083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B0C93EF-C58B-43E1-BCE9-E96F73700AE5}"/>
              </a:ext>
            </a:extLst>
          </p:cNvPr>
          <p:cNvSpPr txBox="1"/>
          <p:nvPr/>
        </p:nvSpPr>
        <p:spPr>
          <a:xfrm>
            <a:off x="260532" y="62267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24193B6-B875-4482-80F3-DAC8450EE960}"/>
              </a:ext>
            </a:extLst>
          </p:cNvPr>
          <p:cNvSpPr txBox="1"/>
          <p:nvPr/>
        </p:nvSpPr>
        <p:spPr>
          <a:xfrm>
            <a:off x="260532" y="64451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6D1697-EFEC-46CE-9B72-0088C01334C9}"/>
              </a:ext>
            </a:extLst>
          </p:cNvPr>
          <p:cNvSpPr txBox="1"/>
          <p:nvPr/>
        </p:nvSpPr>
        <p:spPr>
          <a:xfrm>
            <a:off x="260532" y="66635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D3E96B6-4D7B-445C-81FF-FBD4ABB0887A}"/>
              </a:ext>
            </a:extLst>
          </p:cNvPr>
          <p:cNvSpPr txBox="1"/>
          <p:nvPr/>
        </p:nvSpPr>
        <p:spPr>
          <a:xfrm>
            <a:off x="260532" y="68819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6AF5B2F-B242-44FD-9AA0-12BDC6D3C9A4}"/>
              </a:ext>
            </a:extLst>
          </p:cNvPr>
          <p:cNvSpPr txBox="1"/>
          <p:nvPr/>
        </p:nvSpPr>
        <p:spPr>
          <a:xfrm>
            <a:off x="260532" y="71003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97678C8-F585-4F37-B866-F70D9A3859C1}"/>
              </a:ext>
            </a:extLst>
          </p:cNvPr>
          <p:cNvSpPr txBox="1"/>
          <p:nvPr/>
        </p:nvSpPr>
        <p:spPr>
          <a:xfrm>
            <a:off x="260532" y="73187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0966E43F-5276-44D5-995E-24C0D0D1D890}"/>
              </a:ext>
            </a:extLst>
          </p:cNvPr>
          <p:cNvSpPr txBox="1"/>
          <p:nvPr/>
        </p:nvSpPr>
        <p:spPr>
          <a:xfrm>
            <a:off x="235493" y="109602"/>
            <a:ext cx="1979709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Anniversary &amp; Holiday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908CFB3-60DB-4569-A0E9-D19AA2820D61}"/>
              </a:ext>
            </a:extLst>
          </p:cNvPr>
          <p:cNvSpPr txBox="1"/>
          <p:nvPr/>
        </p:nvSpPr>
        <p:spPr>
          <a:xfrm>
            <a:off x="463897" y="76486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/>
              <a:t>신정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00E7C217-B719-408D-8B80-0D9147BA52DB}"/>
              </a:ext>
            </a:extLst>
          </p:cNvPr>
          <p:cNvSpPr txBox="1"/>
          <p:nvPr/>
        </p:nvSpPr>
        <p:spPr>
          <a:xfrm>
            <a:off x="463897" y="1201682"/>
            <a:ext cx="464871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88D9A38-07B9-4D21-BF91-74A5FE78B0DA}"/>
              </a:ext>
            </a:extLst>
          </p:cNvPr>
          <p:cNvSpPr txBox="1"/>
          <p:nvPr/>
        </p:nvSpPr>
        <p:spPr>
          <a:xfrm>
            <a:off x="463897" y="163850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소한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7623F286-39FA-4AE5-8D79-7DD6F54E58C4}"/>
              </a:ext>
            </a:extLst>
          </p:cNvPr>
          <p:cNvSpPr txBox="1"/>
          <p:nvPr/>
        </p:nvSpPr>
        <p:spPr>
          <a:xfrm>
            <a:off x="463897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F2927047-5767-41A1-AEAB-BC79521C8CC4}"/>
              </a:ext>
            </a:extLst>
          </p:cNvPr>
          <p:cNvSpPr txBox="1"/>
          <p:nvPr/>
        </p:nvSpPr>
        <p:spPr>
          <a:xfrm>
            <a:off x="463897" y="142009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BBE09E6D-D31A-4335-BE05-64F01BCB0BC3}"/>
              </a:ext>
            </a:extLst>
          </p:cNvPr>
          <p:cNvSpPr txBox="1"/>
          <p:nvPr/>
        </p:nvSpPr>
        <p:spPr>
          <a:xfrm>
            <a:off x="463897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56016D4E-CC0A-48A8-9C98-47FD5ADA2E9B}"/>
              </a:ext>
            </a:extLst>
          </p:cNvPr>
          <p:cNvSpPr txBox="1"/>
          <p:nvPr/>
        </p:nvSpPr>
        <p:spPr>
          <a:xfrm>
            <a:off x="463897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74F9603-5A65-4CFB-9554-F88130C90129}"/>
              </a:ext>
            </a:extLst>
          </p:cNvPr>
          <p:cNvSpPr txBox="1"/>
          <p:nvPr/>
        </p:nvSpPr>
        <p:spPr>
          <a:xfrm>
            <a:off x="463897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73D378D-080D-4027-8A09-22D34848F390}"/>
              </a:ext>
            </a:extLst>
          </p:cNvPr>
          <p:cNvSpPr txBox="1"/>
          <p:nvPr/>
        </p:nvSpPr>
        <p:spPr>
          <a:xfrm>
            <a:off x="463897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3A4788B1-E72B-4846-A094-A51429DBA5D6}"/>
              </a:ext>
            </a:extLst>
          </p:cNvPr>
          <p:cNvSpPr txBox="1"/>
          <p:nvPr/>
        </p:nvSpPr>
        <p:spPr>
          <a:xfrm>
            <a:off x="463897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BDD45F4E-E624-4450-96F4-E3A321CB11AC}"/>
              </a:ext>
            </a:extLst>
          </p:cNvPr>
          <p:cNvSpPr txBox="1"/>
          <p:nvPr/>
        </p:nvSpPr>
        <p:spPr>
          <a:xfrm>
            <a:off x="463897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ABDD58C-D7E2-4ECB-A4E2-A2EEE90A5259}"/>
              </a:ext>
            </a:extLst>
          </p:cNvPr>
          <p:cNvSpPr txBox="1"/>
          <p:nvPr/>
        </p:nvSpPr>
        <p:spPr>
          <a:xfrm>
            <a:off x="463897" y="294896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327ED9C-FCB8-4043-890A-1EF70923C034}"/>
              </a:ext>
            </a:extLst>
          </p:cNvPr>
          <p:cNvSpPr txBox="1"/>
          <p:nvPr/>
        </p:nvSpPr>
        <p:spPr>
          <a:xfrm>
            <a:off x="463897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6C0B437-3CB0-495C-8289-57DB4A435DF1}"/>
              </a:ext>
            </a:extLst>
          </p:cNvPr>
          <p:cNvSpPr txBox="1"/>
          <p:nvPr/>
        </p:nvSpPr>
        <p:spPr>
          <a:xfrm>
            <a:off x="463897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E24D3478-9376-42B9-ADA7-307AC72A7E9B}"/>
              </a:ext>
            </a:extLst>
          </p:cNvPr>
          <p:cNvSpPr txBox="1"/>
          <p:nvPr/>
        </p:nvSpPr>
        <p:spPr>
          <a:xfrm>
            <a:off x="463897" y="382260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77184F96-91A3-4126-8029-ABC4ADA2FB45}"/>
              </a:ext>
            </a:extLst>
          </p:cNvPr>
          <p:cNvSpPr txBox="1"/>
          <p:nvPr/>
        </p:nvSpPr>
        <p:spPr>
          <a:xfrm>
            <a:off x="463897" y="4259422"/>
            <a:ext cx="519373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565D50C5-69C7-4951-9BE7-3A315724F5C1}"/>
              </a:ext>
            </a:extLst>
          </p:cNvPr>
          <p:cNvSpPr txBox="1"/>
          <p:nvPr/>
        </p:nvSpPr>
        <p:spPr>
          <a:xfrm>
            <a:off x="463897" y="469624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657178C-81FC-4BBC-A666-4836BB3970F3}"/>
              </a:ext>
            </a:extLst>
          </p:cNvPr>
          <p:cNvSpPr txBox="1"/>
          <p:nvPr/>
        </p:nvSpPr>
        <p:spPr>
          <a:xfrm>
            <a:off x="463897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B207DF1-F7B3-455A-BAB6-7AED12970856}"/>
              </a:ext>
            </a:extLst>
          </p:cNvPr>
          <p:cNvSpPr txBox="1"/>
          <p:nvPr/>
        </p:nvSpPr>
        <p:spPr>
          <a:xfrm>
            <a:off x="463897" y="447783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78824EBB-7AAF-48C2-98E7-90C1CBB7EF52}"/>
              </a:ext>
            </a:extLst>
          </p:cNvPr>
          <p:cNvSpPr txBox="1"/>
          <p:nvPr/>
        </p:nvSpPr>
        <p:spPr>
          <a:xfrm>
            <a:off x="463897" y="491465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대한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4F02312-DB21-46CC-BA56-5EB952FD1EBB}"/>
              </a:ext>
            </a:extLst>
          </p:cNvPr>
          <p:cNvSpPr txBox="1"/>
          <p:nvPr/>
        </p:nvSpPr>
        <p:spPr>
          <a:xfrm>
            <a:off x="463897" y="513306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FBA18AC8-7510-4667-ACB5-71034B816165}"/>
              </a:ext>
            </a:extLst>
          </p:cNvPr>
          <p:cNvSpPr txBox="1"/>
          <p:nvPr/>
        </p:nvSpPr>
        <p:spPr>
          <a:xfrm>
            <a:off x="463897" y="535147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EC51D303-2E7D-4783-995E-98BDE39BDA0E}"/>
              </a:ext>
            </a:extLst>
          </p:cNvPr>
          <p:cNvSpPr txBox="1"/>
          <p:nvPr/>
        </p:nvSpPr>
        <p:spPr>
          <a:xfrm>
            <a:off x="463897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780A264-CBF7-445D-9E54-55B5D8A452FF}"/>
              </a:ext>
            </a:extLst>
          </p:cNvPr>
          <p:cNvSpPr txBox="1"/>
          <p:nvPr/>
        </p:nvSpPr>
        <p:spPr>
          <a:xfrm>
            <a:off x="463897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D1BAFD99-DF65-46E8-AC0D-D7082547B899}"/>
              </a:ext>
            </a:extLst>
          </p:cNvPr>
          <p:cNvSpPr txBox="1"/>
          <p:nvPr/>
        </p:nvSpPr>
        <p:spPr>
          <a:xfrm>
            <a:off x="463897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12AE7E57-BF2F-4D29-AA02-52BAD73E9B36}"/>
              </a:ext>
            </a:extLst>
          </p:cNvPr>
          <p:cNvSpPr txBox="1"/>
          <p:nvPr/>
        </p:nvSpPr>
        <p:spPr>
          <a:xfrm>
            <a:off x="463897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0F2B28E7-8D6F-4A79-A530-71F0C914629F}"/>
              </a:ext>
            </a:extLst>
          </p:cNvPr>
          <p:cNvSpPr txBox="1"/>
          <p:nvPr/>
        </p:nvSpPr>
        <p:spPr>
          <a:xfrm>
            <a:off x="463897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894E2B78-87FE-48B8-8B04-943AE7D48D9E}"/>
              </a:ext>
            </a:extLst>
          </p:cNvPr>
          <p:cNvSpPr txBox="1"/>
          <p:nvPr/>
        </p:nvSpPr>
        <p:spPr>
          <a:xfrm>
            <a:off x="463897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6384FE4C-8A65-4233-A9D6-8D2F18AAC166}"/>
              </a:ext>
            </a:extLst>
          </p:cNvPr>
          <p:cNvSpPr txBox="1"/>
          <p:nvPr/>
        </p:nvSpPr>
        <p:spPr>
          <a:xfrm>
            <a:off x="463897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32F85C13-EDE1-4FE3-9D77-8F99D2FFF7F8}"/>
              </a:ext>
            </a:extLst>
          </p:cNvPr>
          <p:cNvSpPr txBox="1"/>
          <p:nvPr/>
        </p:nvSpPr>
        <p:spPr>
          <a:xfrm>
            <a:off x="463896" y="7317162"/>
            <a:ext cx="825153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설 연휴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E7A9D9F3-CCB9-46C9-9284-E40B2B7D0C78}"/>
              </a:ext>
            </a:extLst>
          </p:cNvPr>
          <p:cNvSpPr txBox="1"/>
          <p:nvPr/>
        </p:nvSpPr>
        <p:spPr>
          <a:xfrm>
            <a:off x="463897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D7C30A1-0611-44F1-A6C1-B39C5A03F15E}"/>
              </a:ext>
            </a:extLst>
          </p:cNvPr>
          <p:cNvSpPr txBox="1"/>
          <p:nvPr/>
        </p:nvSpPr>
        <p:spPr>
          <a:xfrm>
            <a:off x="1351062" y="983275"/>
            <a:ext cx="85238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 </a:t>
            </a:r>
            <a:r>
              <a:rPr lang="ko-KR" altLang="en-US" sz="600" dirty="0"/>
              <a:t>설 연휴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4E41AE0-5854-491E-94BE-BE15E8E52F72}"/>
              </a:ext>
            </a:extLst>
          </p:cNvPr>
          <p:cNvSpPr txBox="1"/>
          <p:nvPr/>
        </p:nvSpPr>
        <p:spPr>
          <a:xfrm>
            <a:off x="1351062" y="764863"/>
            <a:ext cx="82698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화</a:t>
            </a:r>
            <a:r>
              <a:rPr lang="en-US" altLang="ko-KR" sz="600" dirty="0"/>
              <a:t>: </a:t>
            </a:r>
            <a:r>
              <a:rPr lang="ko-KR" altLang="en-US" sz="600" dirty="0"/>
              <a:t>설날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1E2ADE1F-4148-4388-87E1-59D3CC7DF607}"/>
              </a:ext>
            </a:extLst>
          </p:cNvPr>
          <p:cNvSpPr txBox="1"/>
          <p:nvPr/>
        </p:nvSpPr>
        <p:spPr>
          <a:xfrm>
            <a:off x="1351063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32B7A14D-202C-42D8-90A2-C8264AF3E529}"/>
              </a:ext>
            </a:extLst>
          </p:cNvPr>
          <p:cNvSpPr txBox="1"/>
          <p:nvPr/>
        </p:nvSpPr>
        <p:spPr>
          <a:xfrm>
            <a:off x="1351063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입춘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05D32311-0DC4-47F7-8AE3-57D20A8D2537}"/>
              </a:ext>
            </a:extLst>
          </p:cNvPr>
          <p:cNvSpPr txBox="1"/>
          <p:nvPr/>
        </p:nvSpPr>
        <p:spPr>
          <a:xfrm>
            <a:off x="1351063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F55C6CEC-2604-4A99-8C6C-C0920572BCB5}"/>
              </a:ext>
            </a:extLst>
          </p:cNvPr>
          <p:cNvSpPr txBox="1"/>
          <p:nvPr/>
        </p:nvSpPr>
        <p:spPr>
          <a:xfrm>
            <a:off x="1351063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31FD71A4-B73E-4449-A423-B43B0826034E}"/>
              </a:ext>
            </a:extLst>
          </p:cNvPr>
          <p:cNvSpPr txBox="1"/>
          <p:nvPr/>
        </p:nvSpPr>
        <p:spPr>
          <a:xfrm>
            <a:off x="1351063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365F3BBC-5EA9-4318-A406-9580E467A1C9}"/>
              </a:ext>
            </a:extLst>
          </p:cNvPr>
          <p:cNvSpPr txBox="1"/>
          <p:nvPr/>
        </p:nvSpPr>
        <p:spPr>
          <a:xfrm>
            <a:off x="1351063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2D02B828-4726-402B-9F1F-3CCBE961FB47}"/>
              </a:ext>
            </a:extLst>
          </p:cNvPr>
          <p:cNvSpPr txBox="1"/>
          <p:nvPr/>
        </p:nvSpPr>
        <p:spPr>
          <a:xfrm>
            <a:off x="1351063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96602AEA-69CE-43DB-8940-865B5896E73F}"/>
              </a:ext>
            </a:extLst>
          </p:cNvPr>
          <p:cNvSpPr txBox="1"/>
          <p:nvPr/>
        </p:nvSpPr>
        <p:spPr>
          <a:xfrm>
            <a:off x="1351063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273B7AF5-8771-443B-AA1D-068670BDDF72}"/>
              </a:ext>
            </a:extLst>
          </p:cNvPr>
          <p:cNvSpPr txBox="1"/>
          <p:nvPr/>
        </p:nvSpPr>
        <p:spPr>
          <a:xfrm>
            <a:off x="1351063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F212F5B3-1209-4439-888C-FCF49B4B2B92}"/>
              </a:ext>
            </a:extLst>
          </p:cNvPr>
          <p:cNvSpPr txBox="1"/>
          <p:nvPr/>
        </p:nvSpPr>
        <p:spPr>
          <a:xfrm>
            <a:off x="1351063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EE04B264-A8F7-4A20-A753-A6C683894F62}"/>
              </a:ext>
            </a:extLst>
          </p:cNvPr>
          <p:cNvSpPr txBox="1"/>
          <p:nvPr/>
        </p:nvSpPr>
        <p:spPr>
          <a:xfrm>
            <a:off x="1351063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발렌타인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10D92BA0-CA99-455E-8A14-5452A907A808}"/>
              </a:ext>
            </a:extLst>
          </p:cNvPr>
          <p:cNvSpPr txBox="1"/>
          <p:nvPr/>
        </p:nvSpPr>
        <p:spPr>
          <a:xfrm>
            <a:off x="1351063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725C7822-0C31-4272-9FAF-3E13FCFFA1EE}"/>
              </a:ext>
            </a:extLst>
          </p:cNvPr>
          <p:cNvSpPr txBox="1"/>
          <p:nvPr/>
        </p:nvSpPr>
        <p:spPr>
          <a:xfrm>
            <a:off x="1351063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6679C8E6-C6ED-4C3C-894F-BE993C4B792E}"/>
              </a:ext>
            </a:extLst>
          </p:cNvPr>
          <p:cNvSpPr txBox="1"/>
          <p:nvPr/>
        </p:nvSpPr>
        <p:spPr>
          <a:xfrm>
            <a:off x="1351063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정월대보름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79CF63E9-94CE-49D9-966F-A3906D7F7C74}"/>
              </a:ext>
            </a:extLst>
          </p:cNvPr>
          <p:cNvSpPr txBox="1"/>
          <p:nvPr/>
        </p:nvSpPr>
        <p:spPr>
          <a:xfrm>
            <a:off x="1351063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B87999CB-0EEC-4E12-9525-C76FDE23876D}"/>
              </a:ext>
            </a:extLst>
          </p:cNvPr>
          <p:cNvSpPr txBox="1"/>
          <p:nvPr/>
        </p:nvSpPr>
        <p:spPr>
          <a:xfrm>
            <a:off x="1351063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89A0A55-4665-4BBA-94AB-56B1EC7A5ADE}"/>
              </a:ext>
            </a:extLst>
          </p:cNvPr>
          <p:cNvSpPr txBox="1"/>
          <p:nvPr/>
        </p:nvSpPr>
        <p:spPr>
          <a:xfrm>
            <a:off x="1351062" y="4696279"/>
            <a:ext cx="331687" cy="852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C9BFD204-E336-4957-ABD7-E48D2C97F5EA}"/>
              </a:ext>
            </a:extLst>
          </p:cNvPr>
          <p:cNvSpPr txBox="1"/>
          <p:nvPr/>
        </p:nvSpPr>
        <p:spPr>
          <a:xfrm>
            <a:off x="1351063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0C3BE320-9DFA-4B47-A825-73E723F416A9}"/>
              </a:ext>
            </a:extLst>
          </p:cNvPr>
          <p:cNvSpPr txBox="1"/>
          <p:nvPr/>
        </p:nvSpPr>
        <p:spPr>
          <a:xfrm>
            <a:off x="1351063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03A1188F-CA5C-4A59-A7DC-C968C1751701}"/>
              </a:ext>
            </a:extLst>
          </p:cNvPr>
          <p:cNvSpPr txBox="1"/>
          <p:nvPr/>
        </p:nvSpPr>
        <p:spPr>
          <a:xfrm>
            <a:off x="1351063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0071EEFC-567C-4D6A-B913-ADC2E0664317}"/>
              </a:ext>
            </a:extLst>
          </p:cNvPr>
          <p:cNvSpPr txBox="1"/>
          <p:nvPr/>
        </p:nvSpPr>
        <p:spPr>
          <a:xfrm>
            <a:off x="1351063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879A5A60-9934-43D2-B984-9BA29149287A}"/>
              </a:ext>
            </a:extLst>
          </p:cNvPr>
          <p:cNvSpPr txBox="1"/>
          <p:nvPr/>
        </p:nvSpPr>
        <p:spPr>
          <a:xfrm>
            <a:off x="1351063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E947B589-9CB2-4259-A33F-9613E68194ED}"/>
              </a:ext>
            </a:extLst>
          </p:cNvPr>
          <p:cNvSpPr txBox="1"/>
          <p:nvPr/>
        </p:nvSpPr>
        <p:spPr>
          <a:xfrm>
            <a:off x="1351063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0FCBD9DB-0936-498B-99C3-233114F5B327}"/>
              </a:ext>
            </a:extLst>
          </p:cNvPr>
          <p:cNvSpPr txBox="1"/>
          <p:nvPr/>
        </p:nvSpPr>
        <p:spPr>
          <a:xfrm>
            <a:off x="1351063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67BE4F4C-686A-4B41-BE5B-3AF980EDA54D}"/>
              </a:ext>
            </a:extLst>
          </p:cNvPr>
          <p:cNvSpPr txBox="1"/>
          <p:nvPr/>
        </p:nvSpPr>
        <p:spPr>
          <a:xfrm>
            <a:off x="1351063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2.28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민주운동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81E4344-EBB1-46D3-A8B2-9855F5C1FD45}"/>
              </a:ext>
            </a:extLst>
          </p:cNvPr>
          <p:cNvSpPr txBox="1"/>
          <p:nvPr/>
        </p:nvSpPr>
        <p:spPr>
          <a:xfrm>
            <a:off x="1351063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F8E36282-3B7A-4F58-8F8E-C17BDA23F670}"/>
              </a:ext>
            </a:extLst>
          </p:cNvPr>
          <p:cNvSpPr txBox="1"/>
          <p:nvPr/>
        </p:nvSpPr>
        <p:spPr>
          <a:xfrm>
            <a:off x="2228605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497B9B71-57F6-4265-B582-1AE65730452D}"/>
              </a:ext>
            </a:extLst>
          </p:cNvPr>
          <p:cNvSpPr txBox="1"/>
          <p:nvPr/>
        </p:nvSpPr>
        <p:spPr>
          <a:xfrm>
            <a:off x="2228604" y="764862"/>
            <a:ext cx="647946" cy="1114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화</a:t>
            </a:r>
            <a:r>
              <a:rPr lang="en-US" altLang="ko-KR" sz="600" dirty="0"/>
              <a:t>: </a:t>
            </a:r>
            <a:r>
              <a:rPr lang="ko-KR" altLang="en-US" sz="600" dirty="0"/>
              <a:t>삼일절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0DB9EC27-58DC-4ACD-B281-D61F1FFEC8C2}"/>
              </a:ext>
            </a:extLst>
          </p:cNvPr>
          <p:cNvSpPr txBox="1"/>
          <p:nvPr/>
        </p:nvSpPr>
        <p:spPr>
          <a:xfrm>
            <a:off x="2228605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남세자의날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EB41AD9A-BAE6-4EA0-8808-BD4002C2925B}"/>
              </a:ext>
            </a:extLst>
          </p:cNvPr>
          <p:cNvSpPr txBox="1"/>
          <p:nvPr/>
        </p:nvSpPr>
        <p:spPr>
          <a:xfrm>
            <a:off x="2228605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38594825-5B2A-4097-BCAE-E520F42596C8}"/>
              </a:ext>
            </a:extLst>
          </p:cNvPr>
          <p:cNvSpPr txBox="1"/>
          <p:nvPr/>
        </p:nvSpPr>
        <p:spPr>
          <a:xfrm>
            <a:off x="2228605" y="1638502"/>
            <a:ext cx="35267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/>
              <a:t>경칩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78EDD728-9914-43C2-8128-86330E556281}"/>
              </a:ext>
            </a:extLst>
          </p:cNvPr>
          <p:cNvSpPr txBox="1"/>
          <p:nvPr/>
        </p:nvSpPr>
        <p:spPr>
          <a:xfrm>
            <a:off x="2228605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D4C6241-7EA7-4BA0-B94D-93E7623B1EBD}"/>
              </a:ext>
            </a:extLst>
          </p:cNvPr>
          <p:cNvSpPr txBox="1"/>
          <p:nvPr/>
        </p:nvSpPr>
        <p:spPr>
          <a:xfrm>
            <a:off x="2228605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23B9BAC-1850-4E3D-A370-D6C23DA36BE9}"/>
              </a:ext>
            </a:extLst>
          </p:cNvPr>
          <p:cNvSpPr txBox="1"/>
          <p:nvPr/>
        </p:nvSpPr>
        <p:spPr>
          <a:xfrm>
            <a:off x="2228604" y="2512142"/>
            <a:ext cx="787645" cy="1231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 20</a:t>
            </a:r>
            <a:r>
              <a:rPr lang="ko-KR" altLang="en-US" sz="600" dirty="0"/>
              <a:t>대 대통령선거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3C13127D-0949-4783-A1C1-168474F7FCDE}"/>
              </a:ext>
            </a:extLst>
          </p:cNvPr>
          <p:cNvSpPr txBox="1"/>
          <p:nvPr/>
        </p:nvSpPr>
        <p:spPr>
          <a:xfrm>
            <a:off x="2228605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세계여성의날</a:t>
            </a:r>
            <a:endParaRPr lang="en-US" altLang="ko-KR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     3.8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민주의거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AE02ADA1-A9E6-4E57-AAA4-91EE63845C6A}"/>
              </a:ext>
            </a:extLst>
          </p:cNvPr>
          <p:cNvSpPr txBox="1"/>
          <p:nvPr/>
        </p:nvSpPr>
        <p:spPr>
          <a:xfrm>
            <a:off x="2228605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C08FB4A-B092-452B-96B1-DD0A07D3AA24}"/>
              </a:ext>
            </a:extLst>
          </p:cNvPr>
          <p:cNvSpPr txBox="1"/>
          <p:nvPr/>
        </p:nvSpPr>
        <p:spPr>
          <a:xfrm>
            <a:off x="2228605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0A5DD94-317D-4211-BB96-E5C441D1D6A3}"/>
              </a:ext>
            </a:extLst>
          </p:cNvPr>
          <p:cNvSpPr txBox="1"/>
          <p:nvPr/>
        </p:nvSpPr>
        <p:spPr>
          <a:xfrm>
            <a:off x="2228605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70EAA5D5-3BC3-483A-B436-1BE9FF8C4D03}"/>
              </a:ext>
            </a:extLst>
          </p:cNvPr>
          <p:cNvSpPr txBox="1"/>
          <p:nvPr/>
        </p:nvSpPr>
        <p:spPr>
          <a:xfrm>
            <a:off x="2228605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화이트데이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0360512-F798-4233-A1D1-344B249D2AC4}"/>
              </a:ext>
            </a:extLst>
          </p:cNvPr>
          <p:cNvSpPr txBox="1"/>
          <p:nvPr/>
        </p:nvSpPr>
        <p:spPr>
          <a:xfrm>
            <a:off x="2228605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67EC16C4-18E0-43A9-B2ED-BF72B31E71FE}"/>
              </a:ext>
            </a:extLst>
          </p:cNvPr>
          <p:cNvSpPr txBox="1"/>
          <p:nvPr/>
        </p:nvSpPr>
        <p:spPr>
          <a:xfrm>
            <a:off x="2228605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상공의날</a:t>
            </a: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591FA06C-BC47-4C9B-AF8D-EB8FB727A1E2}"/>
              </a:ext>
            </a:extLst>
          </p:cNvPr>
          <p:cNvSpPr txBox="1"/>
          <p:nvPr/>
        </p:nvSpPr>
        <p:spPr>
          <a:xfrm>
            <a:off x="2228605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3.15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의거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3BE8661D-80BC-4BB9-A0FE-5E3F71045E60}"/>
              </a:ext>
            </a:extLst>
          </p:cNvPr>
          <p:cNvSpPr txBox="1"/>
          <p:nvPr/>
        </p:nvSpPr>
        <p:spPr>
          <a:xfrm>
            <a:off x="2228605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69254214-40FA-48DB-B667-127CAFBF155E}"/>
              </a:ext>
            </a:extLst>
          </p:cNvPr>
          <p:cNvSpPr txBox="1"/>
          <p:nvPr/>
        </p:nvSpPr>
        <p:spPr>
          <a:xfrm>
            <a:off x="2228605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00852FF6-E0F8-4D05-A204-63F2807EB46E}"/>
              </a:ext>
            </a:extLst>
          </p:cNvPr>
          <p:cNvSpPr txBox="1"/>
          <p:nvPr/>
        </p:nvSpPr>
        <p:spPr>
          <a:xfrm>
            <a:off x="2228605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D12852CF-9DD9-478C-816C-D49D2712995C}"/>
              </a:ext>
            </a:extLst>
          </p:cNvPr>
          <p:cNvSpPr txBox="1"/>
          <p:nvPr/>
        </p:nvSpPr>
        <p:spPr>
          <a:xfrm>
            <a:off x="2228605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춘분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0562C5-CA1A-4224-A72E-6023AA7FA846}"/>
              </a:ext>
            </a:extLst>
          </p:cNvPr>
          <p:cNvSpPr txBox="1"/>
          <p:nvPr/>
        </p:nvSpPr>
        <p:spPr>
          <a:xfrm>
            <a:off x="2228605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01EEB97D-B2E5-4EAC-A07F-A1BCC130001B}"/>
              </a:ext>
            </a:extLst>
          </p:cNvPr>
          <p:cNvSpPr txBox="1"/>
          <p:nvPr/>
        </p:nvSpPr>
        <p:spPr>
          <a:xfrm>
            <a:off x="2228605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FE898C4-9988-4508-A60E-F682C3585BAE}"/>
              </a:ext>
            </a:extLst>
          </p:cNvPr>
          <p:cNvSpPr txBox="1"/>
          <p:nvPr/>
        </p:nvSpPr>
        <p:spPr>
          <a:xfrm>
            <a:off x="2228605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세계물의날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BAF8F22C-025E-4504-8C15-30CEC9A9003F}"/>
              </a:ext>
            </a:extLst>
          </p:cNvPr>
          <p:cNvSpPr txBox="1"/>
          <p:nvPr/>
        </p:nvSpPr>
        <p:spPr>
          <a:xfrm>
            <a:off x="2228605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BDFB91BD-3684-4703-95EA-294EE7462629}"/>
              </a:ext>
            </a:extLst>
          </p:cNvPr>
          <p:cNvSpPr txBox="1"/>
          <p:nvPr/>
        </p:nvSpPr>
        <p:spPr>
          <a:xfrm>
            <a:off x="2228605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서해수호의날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3CC603BB-99DC-4586-91FB-87EC3C4AD089}"/>
              </a:ext>
            </a:extLst>
          </p:cNvPr>
          <p:cNvSpPr txBox="1"/>
          <p:nvPr/>
        </p:nvSpPr>
        <p:spPr>
          <a:xfrm>
            <a:off x="2228605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F13FC407-97FF-4409-BB41-21E67F11133D}"/>
              </a:ext>
            </a:extLst>
          </p:cNvPr>
          <p:cNvSpPr txBox="1"/>
          <p:nvPr/>
        </p:nvSpPr>
        <p:spPr>
          <a:xfrm>
            <a:off x="2228605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25BE7BE9-4C2D-411A-B49D-F0C34C18233D}"/>
              </a:ext>
            </a:extLst>
          </p:cNvPr>
          <p:cNvSpPr txBox="1"/>
          <p:nvPr/>
        </p:nvSpPr>
        <p:spPr>
          <a:xfrm>
            <a:off x="2228605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901091C5-B36B-476B-9ADC-AC345D7029CB}"/>
              </a:ext>
            </a:extLst>
          </p:cNvPr>
          <p:cNvSpPr txBox="1"/>
          <p:nvPr/>
        </p:nvSpPr>
        <p:spPr>
          <a:xfrm>
            <a:off x="2228605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8B153A07-E4C6-4492-A4F6-AD813173235C}"/>
              </a:ext>
            </a:extLst>
          </p:cNvPr>
          <p:cNvSpPr txBox="1"/>
          <p:nvPr/>
        </p:nvSpPr>
        <p:spPr>
          <a:xfrm>
            <a:off x="2228605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CF1E9C6C-CC95-4E95-97CF-31BD12030DFF}"/>
              </a:ext>
            </a:extLst>
          </p:cNvPr>
          <p:cNvSpPr txBox="1"/>
          <p:nvPr/>
        </p:nvSpPr>
        <p:spPr>
          <a:xfrm>
            <a:off x="2228605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E9EFFBC0-EFF1-4786-98EB-0C20EF10E367}"/>
              </a:ext>
            </a:extLst>
          </p:cNvPr>
          <p:cNvSpPr txBox="1"/>
          <p:nvPr/>
        </p:nvSpPr>
        <p:spPr>
          <a:xfrm>
            <a:off x="3106146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수산인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향토예비군의날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B3F2CE07-DB06-471D-91ED-1449EB48BBCE}"/>
              </a:ext>
            </a:extLst>
          </p:cNvPr>
          <p:cNvSpPr txBox="1"/>
          <p:nvPr/>
        </p:nvSpPr>
        <p:spPr>
          <a:xfrm>
            <a:off x="3106146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42A67C3E-22C1-4A92-9EE6-24240D0BCD91}"/>
              </a:ext>
            </a:extLst>
          </p:cNvPr>
          <p:cNvSpPr txBox="1"/>
          <p:nvPr/>
        </p:nvSpPr>
        <p:spPr>
          <a:xfrm>
            <a:off x="3106146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FF43A50E-8A43-4FBC-9959-EBCF111B6566}"/>
              </a:ext>
            </a:extLst>
          </p:cNvPr>
          <p:cNvSpPr txBox="1"/>
          <p:nvPr/>
        </p:nvSpPr>
        <p:spPr>
          <a:xfrm>
            <a:off x="3106146" y="1201687"/>
            <a:ext cx="811804" cy="1000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4.3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희생의 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30786E87-06B3-4784-A971-B1E5F900B2A5}"/>
              </a:ext>
            </a:extLst>
          </p:cNvPr>
          <p:cNvSpPr txBox="1"/>
          <p:nvPr/>
        </p:nvSpPr>
        <p:spPr>
          <a:xfrm>
            <a:off x="3106146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한식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BD0142A-84C5-494C-9CF5-0D1FB65C0245}"/>
              </a:ext>
            </a:extLst>
          </p:cNvPr>
          <p:cNvSpPr txBox="1"/>
          <p:nvPr/>
        </p:nvSpPr>
        <p:spPr>
          <a:xfrm>
            <a:off x="3106146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식목일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청명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E9F9935-9CB7-4416-A22F-2601A04F99A5}"/>
              </a:ext>
            </a:extLst>
          </p:cNvPr>
          <p:cNvSpPr txBox="1"/>
          <p:nvPr/>
        </p:nvSpPr>
        <p:spPr>
          <a:xfrm>
            <a:off x="3106146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보건의날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FF33011-1A16-42FA-9346-0637A551314B}"/>
              </a:ext>
            </a:extLst>
          </p:cNvPr>
          <p:cNvSpPr txBox="1"/>
          <p:nvPr/>
        </p:nvSpPr>
        <p:spPr>
          <a:xfrm>
            <a:off x="3106146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A07E874-DCDB-4A86-B9BB-3C1E73501E28}"/>
              </a:ext>
            </a:extLst>
          </p:cNvPr>
          <p:cNvSpPr txBox="1"/>
          <p:nvPr/>
        </p:nvSpPr>
        <p:spPr>
          <a:xfrm>
            <a:off x="3106146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2E2CD8B6-01F4-499B-B8A9-41B758276006}"/>
              </a:ext>
            </a:extLst>
          </p:cNvPr>
          <p:cNvSpPr txBox="1"/>
          <p:nvPr/>
        </p:nvSpPr>
        <p:spPr>
          <a:xfrm>
            <a:off x="3106146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임시정부수립일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5862E067-5EDE-4C98-A4FC-128611CA8BC1}"/>
              </a:ext>
            </a:extLst>
          </p:cNvPr>
          <p:cNvSpPr txBox="1"/>
          <p:nvPr/>
        </p:nvSpPr>
        <p:spPr>
          <a:xfrm>
            <a:off x="3106146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82E4597C-1284-4860-85D0-818801B633A3}"/>
              </a:ext>
            </a:extLst>
          </p:cNvPr>
          <p:cNvSpPr txBox="1"/>
          <p:nvPr/>
        </p:nvSpPr>
        <p:spPr>
          <a:xfrm>
            <a:off x="3106146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81254FE-7DDF-488B-96E4-8714DF9BD102}"/>
              </a:ext>
            </a:extLst>
          </p:cNvPr>
          <p:cNvSpPr txBox="1"/>
          <p:nvPr/>
        </p:nvSpPr>
        <p:spPr>
          <a:xfrm>
            <a:off x="3106146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115B9A55-E9C4-4006-B92E-19B49BCC93B2}"/>
              </a:ext>
            </a:extLst>
          </p:cNvPr>
          <p:cNvSpPr txBox="1"/>
          <p:nvPr/>
        </p:nvSpPr>
        <p:spPr>
          <a:xfrm>
            <a:off x="3106146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1791903C-935A-45FB-B6B4-19AC99722C17}"/>
              </a:ext>
            </a:extLst>
          </p:cNvPr>
          <p:cNvSpPr txBox="1"/>
          <p:nvPr/>
        </p:nvSpPr>
        <p:spPr>
          <a:xfrm>
            <a:off x="3106146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8D9DE0F7-9FD2-4657-B24E-71E25802BF6E}"/>
              </a:ext>
            </a:extLst>
          </p:cNvPr>
          <p:cNvSpPr txBox="1"/>
          <p:nvPr/>
        </p:nvSpPr>
        <p:spPr>
          <a:xfrm>
            <a:off x="3106146" y="4041042"/>
            <a:ext cx="837204" cy="12455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국민안전의날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E92C663-C3E6-40AA-8177-781CEC4E504D}"/>
              </a:ext>
            </a:extLst>
          </p:cNvPr>
          <p:cNvSpPr txBox="1"/>
          <p:nvPr/>
        </p:nvSpPr>
        <p:spPr>
          <a:xfrm>
            <a:off x="3106146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C0C83DBC-BF47-48C8-B912-732DA3765F3A}"/>
              </a:ext>
            </a:extLst>
          </p:cNvPr>
          <p:cNvSpPr txBox="1"/>
          <p:nvPr/>
        </p:nvSpPr>
        <p:spPr>
          <a:xfrm>
            <a:off x="3106146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CDBFF9E2-EC52-4022-826E-1B75A75C74FE}"/>
              </a:ext>
            </a:extLst>
          </p:cNvPr>
          <p:cNvSpPr txBox="1"/>
          <p:nvPr/>
        </p:nvSpPr>
        <p:spPr>
          <a:xfrm>
            <a:off x="3106146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곡우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장애인의날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5E64DB15-57E8-436F-9B7E-1CC964A64AE0}"/>
              </a:ext>
            </a:extLst>
          </p:cNvPr>
          <p:cNvSpPr txBox="1"/>
          <p:nvPr/>
        </p:nvSpPr>
        <p:spPr>
          <a:xfrm>
            <a:off x="3106146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4.19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혁명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0BA0A0DC-9B67-45F6-B6E9-48A6F3DB47B0}"/>
              </a:ext>
            </a:extLst>
          </p:cNvPr>
          <p:cNvSpPr txBox="1"/>
          <p:nvPr/>
        </p:nvSpPr>
        <p:spPr>
          <a:xfrm>
            <a:off x="3106146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과학의날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E753E04-CA0B-4F92-A440-98E53CD85DC4}"/>
              </a:ext>
            </a:extLst>
          </p:cNvPr>
          <p:cNvSpPr txBox="1"/>
          <p:nvPr/>
        </p:nvSpPr>
        <p:spPr>
          <a:xfrm>
            <a:off x="3106146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지구의날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정보통신의날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DDC817AF-7265-4055-AACA-6DE0DADE73CD}"/>
              </a:ext>
            </a:extLst>
          </p:cNvPr>
          <p:cNvSpPr txBox="1"/>
          <p:nvPr/>
        </p:nvSpPr>
        <p:spPr>
          <a:xfrm>
            <a:off x="3106146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BDB86DF1-D991-44E4-8020-631908F67E05}"/>
              </a:ext>
            </a:extLst>
          </p:cNvPr>
          <p:cNvSpPr txBox="1"/>
          <p:nvPr/>
        </p:nvSpPr>
        <p:spPr>
          <a:xfrm>
            <a:off x="3106146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법의날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098961CB-7313-4128-B9BD-76D9EF898FD3}"/>
              </a:ext>
            </a:extLst>
          </p:cNvPr>
          <p:cNvSpPr txBox="1"/>
          <p:nvPr/>
        </p:nvSpPr>
        <p:spPr>
          <a:xfrm>
            <a:off x="3106146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02F10601-E76C-41D1-BADE-C98A10B00DC8}"/>
              </a:ext>
            </a:extLst>
          </p:cNvPr>
          <p:cNvSpPr txBox="1"/>
          <p:nvPr/>
        </p:nvSpPr>
        <p:spPr>
          <a:xfrm>
            <a:off x="3106146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9D4C3919-FCA2-4B7C-B3DC-396F84FAC17B}"/>
              </a:ext>
            </a:extLst>
          </p:cNvPr>
          <p:cNvSpPr txBox="1"/>
          <p:nvPr/>
        </p:nvSpPr>
        <p:spPr>
          <a:xfrm>
            <a:off x="3106146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4967142C-8337-4580-8ECA-F7EC0AAB9A03}"/>
              </a:ext>
            </a:extLst>
          </p:cNvPr>
          <p:cNvSpPr txBox="1"/>
          <p:nvPr/>
        </p:nvSpPr>
        <p:spPr>
          <a:xfrm>
            <a:off x="3106146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충무공탄신일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45892D9-4B3D-4DCB-9B65-7288098A51B0}"/>
              </a:ext>
            </a:extLst>
          </p:cNvPr>
          <p:cNvSpPr txBox="1"/>
          <p:nvPr/>
        </p:nvSpPr>
        <p:spPr>
          <a:xfrm>
            <a:off x="3106146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0AAA1871-E5D8-4F49-92C3-BFE257AA3DBE}"/>
              </a:ext>
            </a:extLst>
          </p:cNvPr>
          <p:cNvSpPr txBox="1"/>
          <p:nvPr/>
        </p:nvSpPr>
        <p:spPr>
          <a:xfrm>
            <a:off x="3106146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C0B4DC56-1F9E-4932-8510-E6B1888211C6}"/>
              </a:ext>
            </a:extLst>
          </p:cNvPr>
          <p:cNvSpPr txBox="1"/>
          <p:nvPr/>
        </p:nvSpPr>
        <p:spPr>
          <a:xfrm>
            <a:off x="3993313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8F31E230-B7DB-4F6C-9D44-A9AB179A92AE}"/>
              </a:ext>
            </a:extLst>
          </p:cNvPr>
          <p:cNvSpPr txBox="1"/>
          <p:nvPr/>
        </p:nvSpPr>
        <p:spPr>
          <a:xfrm>
            <a:off x="3993312" y="764862"/>
            <a:ext cx="819987" cy="1114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근로자의날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156188DF-63B4-42F5-9A3B-B6AA218AC6F5}"/>
              </a:ext>
            </a:extLst>
          </p:cNvPr>
          <p:cNvSpPr txBox="1"/>
          <p:nvPr/>
        </p:nvSpPr>
        <p:spPr>
          <a:xfrm>
            <a:off x="3993313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1B106CD5-16F5-4E5C-9EAD-63B48E0B9810}"/>
              </a:ext>
            </a:extLst>
          </p:cNvPr>
          <p:cNvSpPr txBox="1"/>
          <p:nvPr/>
        </p:nvSpPr>
        <p:spPr>
          <a:xfrm>
            <a:off x="3993313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88A14C44-6757-42F1-BDCA-7F1C9693EA0D}"/>
              </a:ext>
            </a:extLst>
          </p:cNvPr>
          <p:cNvSpPr txBox="1"/>
          <p:nvPr/>
        </p:nvSpPr>
        <p:spPr>
          <a:xfrm>
            <a:off x="3993312" y="1638502"/>
            <a:ext cx="819987" cy="11409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목</a:t>
            </a:r>
            <a:r>
              <a:rPr lang="en-US" altLang="ko-KR" sz="600" dirty="0"/>
              <a:t>: </a:t>
            </a:r>
            <a:r>
              <a:rPr lang="ko-KR" altLang="en-US" sz="600" dirty="0"/>
              <a:t>어린이날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입하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E972DEB3-6CF3-41C8-A9F9-87746361D13C}"/>
              </a:ext>
            </a:extLst>
          </p:cNvPr>
          <p:cNvSpPr txBox="1"/>
          <p:nvPr/>
        </p:nvSpPr>
        <p:spPr>
          <a:xfrm>
            <a:off x="3993313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2E6EC2A-798A-4CB7-954A-D7FBBB6679E3}"/>
              </a:ext>
            </a:extLst>
          </p:cNvPr>
          <p:cNvSpPr txBox="1"/>
          <p:nvPr/>
        </p:nvSpPr>
        <p:spPr>
          <a:xfrm>
            <a:off x="3993313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2186564-154E-42C0-9092-1F9895BB6F03}"/>
              </a:ext>
            </a:extLst>
          </p:cNvPr>
          <p:cNvSpPr txBox="1"/>
          <p:nvPr/>
        </p:nvSpPr>
        <p:spPr>
          <a:xfrm>
            <a:off x="3993313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544E6455-252D-4617-9A1B-4E69ACBE073C}"/>
              </a:ext>
            </a:extLst>
          </p:cNvPr>
          <p:cNvSpPr txBox="1"/>
          <p:nvPr/>
        </p:nvSpPr>
        <p:spPr>
          <a:xfrm>
            <a:off x="3993312" y="2293732"/>
            <a:ext cx="800937" cy="1256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부처님오신날</a:t>
            </a:r>
            <a:r>
              <a:rPr lang="en-US" altLang="ko-KR" sz="600" dirty="0"/>
              <a:t>/</a:t>
            </a:r>
            <a:r>
              <a:rPr lang="ko-KR" altLang="en-US" sz="600" dirty="0"/>
              <a:t>어버이날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B385EA2B-6BDF-4DFB-8B6D-016C34C41F28}"/>
              </a:ext>
            </a:extLst>
          </p:cNvPr>
          <p:cNvSpPr txBox="1"/>
          <p:nvPr/>
        </p:nvSpPr>
        <p:spPr>
          <a:xfrm>
            <a:off x="3993313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E199FCE5-5DA9-4E44-A1CC-83D95C5B94CD}"/>
              </a:ext>
            </a:extLst>
          </p:cNvPr>
          <p:cNvSpPr txBox="1"/>
          <p:nvPr/>
        </p:nvSpPr>
        <p:spPr>
          <a:xfrm>
            <a:off x="3993313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바다식목일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유권자의날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C6CE2CD2-CC70-4147-BE6F-1A140E83D486}"/>
              </a:ext>
            </a:extLst>
          </p:cNvPr>
          <p:cNvSpPr txBox="1"/>
          <p:nvPr/>
        </p:nvSpPr>
        <p:spPr>
          <a:xfrm>
            <a:off x="3993313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국제간호사의날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B4282EE7-E3BB-4286-B9BF-E52047A24C9B}"/>
              </a:ext>
            </a:extLst>
          </p:cNvPr>
          <p:cNvSpPr txBox="1"/>
          <p:nvPr/>
        </p:nvSpPr>
        <p:spPr>
          <a:xfrm>
            <a:off x="3993313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00670901-F8F2-4E28-94CC-1653AFF6CAE4}"/>
              </a:ext>
            </a:extLst>
          </p:cNvPr>
          <p:cNvSpPr txBox="1"/>
          <p:nvPr/>
        </p:nvSpPr>
        <p:spPr>
          <a:xfrm>
            <a:off x="3993312" y="3604192"/>
            <a:ext cx="807287" cy="1296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식품안전의날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406C724A-E5E9-443D-925C-7E51ABED695E}"/>
              </a:ext>
            </a:extLst>
          </p:cNvPr>
          <p:cNvSpPr txBox="1"/>
          <p:nvPr/>
        </p:nvSpPr>
        <p:spPr>
          <a:xfrm>
            <a:off x="3993313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2AF86ABF-8A70-4CB7-9780-4191FDF8354A}"/>
              </a:ext>
            </a:extLst>
          </p:cNvPr>
          <p:cNvSpPr txBox="1"/>
          <p:nvPr/>
        </p:nvSpPr>
        <p:spPr>
          <a:xfrm>
            <a:off x="3993312" y="3822602"/>
            <a:ext cx="807287" cy="120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스승의날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78CBE4D5-4943-45AC-AD3D-145FD5E0BF39}"/>
              </a:ext>
            </a:extLst>
          </p:cNvPr>
          <p:cNvSpPr txBox="1"/>
          <p:nvPr/>
        </p:nvSpPr>
        <p:spPr>
          <a:xfrm>
            <a:off x="3993313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5.18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민주화운동기념일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53B4BB8-4360-404B-BFD6-BE3A804577B9}"/>
              </a:ext>
            </a:extLst>
          </p:cNvPr>
          <p:cNvSpPr txBox="1"/>
          <p:nvPr/>
        </p:nvSpPr>
        <p:spPr>
          <a:xfrm>
            <a:off x="3993313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8A6380C3-5B8F-4528-AA17-0A1E38A14E38}"/>
              </a:ext>
            </a:extLst>
          </p:cNvPr>
          <p:cNvSpPr txBox="1"/>
          <p:nvPr/>
        </p:nvSpPr>
        <p:spPr>
          <a:xfrm>
            <a:off x="3993313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발명의날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42CA202B-AE3E-43BD-90E3-85DF7431D523}"/>
              </a:ext>
            </a:extLst>
          </p:cNvPr>
          <p:cNvSpPr txBox="1"/>
          <p:nvPr/>
        </p:nvSpPr>
        <p:spPr>
          <a:xfrm>
            <a:off x="3993313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세계인의날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5A6091C9-F955-4651-A592-8FCF6F4FF3D6}"/>
              </a:ext>
            </a:extLst>
          </p:cNvPr>
          <p:cNvSpPr txBox="1"/>
          <p:nvPr/>
        </p:nvSpPr>
        <p:spPr>
          <a:xfrm>
            <a:off x="3993312" y="5133062"/>
            <a:ext cx="819987" cy="1310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소만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부부의날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F0AD57CB-99D9-44B0-99F4-242D93CBA3C8}"/>
              </a:ext>
            </a:extLst>
          </p:cNvPr>
          <p:cNvSpPr txBox="1"/>
          <p:nvPr/>
        </p:nvSpPr>
        <p:spPr>
          <a:xfrm>
            <a:off x="3993313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FF0CB53B-980B-45D5-A709-04B96C7E15B4}"/>
              </a:ext>
            </a:extLst>
          </p:cNvPr>
          <p:cNvSpPr txBox="1"/>
          <p:nvPr/>
        </p:nvSpPr>
        <p:spPr>
          <a:xfrm>
            <a:off x="3993313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EAF04BEE-B22F-4B2C-B0AE-8967A50083BB}"/>
              </a:ext>
            </a:extLst>
          </p:cNvPr>
          <p:cNvSpPr txBox="1"/>
          <p:nvPr/>
        </p:nvSpPr>
        <p:spPr>
          <a:xfrm>
            <a:off x="3993313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방재의날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82D4AB12-BBB8-479D-B4BE-6D76E2D29EA9}"/>
              </a:ext>
            </a:extLst>
          </p:cNvPr>
          <p:cNvSpPr txBox="1"/>
          <p:nvPr/>
        </p:nvSpPr>
        <p:spPr>
          <a:xfrm>
            <a:off x="3993313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88021340-017F-4300-AD6B-C2D772FCB531}"/>
              </a:ext>
            </a:extLst>
          </p:cNvPr>
          <p:cNvSpPr txBox="1"/>
          <p:nvPr/>
        </p:nvSpPr>
        <p:spPr>
          <a:xfrm>
            <a:off x="3993313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4CBC8FD0-4CBB-4765-87F0-3449A85DBFAF}"/>
              </a:ext>
            </a:extLst>
          </p:cNvPr>
          <p:cNvSpPr txBox="1"/>
          <p:nvPr/>
        </p:nvSpPr>
        <p:spPr>
          <a:xfrm>
            <a:off x="3993313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4D22196E-F34E-4DE4-A747-1257AC49FAF4}"/>
              </a:ext>
            </a:extLst>
          </p:cNvPr>
          <p:cNvSpPr txBox="1"/>
          <p:nvPr/>
        </p:nvSpPr>
        <p:spPr>
          <a:xfrm>
            <a:off x="3993313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313E73ED-A1E5-4487-A059-88E3FF82B971}"/>
              </a:ext>
            </a:extLst>
          </p:cNvPr>
          <p:cNvSpPr txBox="1"/>
          <p:nvPr/>
        </p:nvSpPr>
        <p:spPr>
          <a:xfrm>
            <a:off x="3993313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7C5A6F65-A717-4108-B3F8-A0FA2AD8C29D}"/>
              </a:ext>
            </a:extLst>
          </p:cNvPr>
          <p:cNvSpPr txBox="1"/>
          <p:nvPr/>
        </p:nvSpPr>
        <p:spPr>
          <a:xfrm>
            <a:off x="3993313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7BD4FB4D-E982-4E51-8DE8-5680328FCB10}"/>
              </a:ext>
            </a:extLst>
          </p:cNvPr>
          <p:cNvSpPr txBox="1"/>
          <p:nvPr/>
        </p:nvSpPr>
        <p:spPr>
          <a:xfrm>
            <a:off x="3993313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바다의날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E725E5C4-F399-4BA2-A677-D89060B0C111}"/>
              </a:ext>
            </a:extLst>
          </p:cNvPr>
          <p:cNvSpPr txBox="1"/>
          <p:nvPr/>
        </p:nvSpPr>
        <p:spPr>
          <a:xfrm>
            <a:off x="4880478" y="764862"/>
            <a:ext cx="821821" cy="143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 </a:t>
            </a:r>
            <a:r>
              <a:rPr lang="ko-KR" altLang="en-US" sz="600" dirty="0"/>
              <a:t>지방선거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의병의날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4CF085AA-F291-4D16-B209-716180BDCE2A}"/>
              </a:ext>
            </a:extLst>
          </p:cNvPr>
          <p:cNvSpPr txBox="1"/>
          <p:nvPr/>
        </p:nvSpPr>
        <p:spPr>
          <a:xfrm>
            <a:off x="4880479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6EDD5E8F-80A0-40A8-A7DF-D1B0B7BEF701}"/>
              </a:ext>
            </a:extLst>
          </p:cNvPr>
          <p:cNvSpPr txBox="1"/>
          <p:nvPr/>
        </p:nvSpPr>
        <p:spPr>
          <a:xfrm>
            <a:off x="4880479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단오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011DB534-2344-4C99-ACC4-C902E80F2CF3}"/>
              </a:ext>
            </a:extLst>
          </p:cNvPr>
          <p:cNvSpPr txBox="1"/>
          <p:nvPr/>
        </p:nvSpPr>
        <p:spPr>
          <a:xfrm>
            <a:off x="4880479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0FF03B34-89BF-4B8D-9C6A-62CCAB7EACE8}"/>
              </a:ext>
            </a:extLst>
          </p:cNvPr>
          <p:cNvSpPr txBox="1"/>
          <p:nvPr/>
        </p:nvSpPr>
        <p:spPr>
          <a:xfrm>
            <a:off x="4880478" y="1856922"/>
            <a:ext cx="821821" cy="1306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현충일 </a:t>
            </a:r>
            <a:r>
              <a:rPr lang="en-US" altLang="ko-KR" sz="600" dirty="0"/>
              <a:t>/ </a:t>
            </a:r>
            <a:r>
              <a:rPr lang="ko-KR" altLang="en-US" sz="600" dirty="0"/>
              <a:t>망종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94B55632-9D4B-4B6E-AE37-07872BF2F76E}"/>
              </a:ext>
            </a:extLst>
          </p:cNvPr>
          <p:cNvSpPr txBox="1"/>
          <p:nvPr/>
        </p:nvSpPr>
        <p:spPr>
          <a:xfrm>
            <a:off x="4880478" y="1638510"/>
            <a:ext cx="809121" cy="12678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환경의날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724000C3-5B27-49CF-BEC7-56C181FF6616}"/>
              </a:ext>
            </a:extLst>
          </p:cNvPr>
          <p:cNvSpPr txBox="1"/>
          <p:nvPr/>
        </p:nvSpPr>
        <p:spPr>
          <a:xfrm>
            <a:off x="4880479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16795861-7870-4DF2-A5A2-3A1D10B02E0C}"/>
              </a:ext>
            </a:extLst>
          </p:cNvPr>
          <p:cNvSpPr txBox="1"/>
          <p:nvPr/>
        </p:nvSpPr>
        <p:spPr>
          <a:xfrm>
            <a:off x="4880479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6DAA1490-C528-47C1-BED7-81C5359539FA}"/>
              </a:ext>
            </a:extLst>
          </p:cNvPr>
          <p:cNvSpPr txBox="1"/>
          <p:nvPr/>
        </p:nvSpPr>
        <p:spPr>
          <a:xfrm>
            <a:off x="4880479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5AFFF610-4515-42B1-9B87-0ED633756709}"/>
              </a:ext>
            </a:extLst>
          </p:cNvPr>
          <p:cNvSpPr txBox="1"/>
          <p:nvPr/>
        </p:nvSpPr>
        <p:spPr>
          <a:xfrm>
            <a:off x="4880479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6.10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민주항쟁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AF25B9C-7DED-41F0-B10F-6A5C562D4894}"/>
              </a:ext>
            </a:extLst>
          </p:cNvPr>
          <p:cNvSpPr txBox="1"/>
          <p:nvPr/>
        </p:nvSpPr>
        <p:spPr>
          <a:xfrm>
            <a:off x="4880479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B82596C1-2473-44D1-82D1-5461C8A866E3}"/>
              </a:ext>
            </a:extLst>
          </p:cNvPr>
          <p:cNvSpPr txBox="1"/>
          <p:nvPr/>
        </p:nvSpPr>
        <p:spPr>
          <a:xfrm>
            <a:off x="4880479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CB40EE20-2299-4755-AB30-FE32BAEF99D5}"/>
              </a:ext>
            </a:extLst>
          </p:cNvPr>
          <p:cNvSpPr txBox="1"/>
          <p:nvPr/>
        </p:nvSpPr>
        <p:spPr>
          <a:xfrm>
            <a:off x="4880479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076A5DAC-BB07-4D5D-B5AB-17281B9FE3F8}"/>
              </a:ext>
            </a:extLst>
          </p:cNvPr>
          <p:cNvSpPr txBox="1"/>
          <p:nvPr/>
        </p:nvSpPr>
        <p:spPr>
          <a:xfrm>
            <a:off x="4880479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노인학대예방의날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BA79D0FC-4CB8-4FDA-B02B-C1F0D3F591AB}"/>
              </a:ext>
            </a:extLst>
          </p:cNvPr>
          <p:cNvSpPr txBox="1"/>
          <p:nvPr/>
        </p:nvSpPr>
        <p:spPr>
          <a:xfrm>
            <a:off x="4880479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3CD4CC8C-D350-4672-994D-25A9426B0068}"/>
              </a:ext>
            </a:extLst>
          </p:cNvPr>
          <p:cNvSpPr txBox="1"/>
          <p:nvPr/>
        </p:nvSpPr>
        <p:spPr>
          <a:xfrm>
            <a:off x="4880479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CEB349BD-C793-4C51-9A8F-615E0DBF91BB}"/>
              </a:ext>
            </a:extLst>
          </p:cNvPr>
          <p:cNvSpPr txBox="1"/>
          <p:nvPr/>
        </p:nvSpPr>
        <p:spPr>
          <a:xfrm>
            <a:off x="4880479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D793A085-8CDA-46A2-8637-04F80EC20219}"/>
              </a:ext>
            </a:extLst>
          </p:cNvPr>
          <p:cNvSpPr txBox="1"/>
          <p:nvPr/>
        </p:nvSpPr>
        <p:spPr>
          <a:xfrm>
            <a:off x="4880479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4CB4F0D4-BF90-4E1F-B2D7-82B0A6D5AA42}"/>
              </a:ext>
            </a:extLst>
          </p:cNvPr>
          <p:cNvSpPr txBox="1"/>
          <p:nvPr/>
        </p:nvSpPr>
        <p:spPr>
          <a:xfrm>
            <a:off x="4880479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A139AF8A-0482-4941-8FB6-7018F6C218E3}"/>
              </a:ext>
            </a:extLst>
          </p:cNvPr>
          <p:cNvSpPr txBox="1"/>
          <p:nvPr/>
        </p:nvSpPr>
        <p:spPr>
          <a:xfrm>
            <a:off x="4880479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955875EF-0E15-4472-9EFF-B372C1252590}"/>
              </a:ext>
            </a:extLst>
          </p:cNvPr>
          <p:cNvSpPr txBox="1"/>
          <p:nvPr/>
        </p:nvSpPr>
        <p:spPr>
          <a:xfrm>
            <a:off x="4880479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0D2F1269-E371-493C-9A4C-5509AB64F834}"/>
              </a:ext>
            </a:extLst>
          </p:cNvPr>
          <p:cNvSpPr txBox="1"/>
          <p:nvPr/>
        </p:nvSpPr>
        <p:spPr>
          <a:xfrm>
            <a:off x="4880479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하지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해양조사의날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4984A5CC-E723-4777-A2C3-D1F9964DED01}"/>
              </a:ext>
            </a:extLst>
          </p:cNvPr>
          <p:cNvSpPr txBox="1"/>
          <p:nvPr/>
        </p:nvSpPr>
        <p:spPr>
          <a:xfrm>
            <a:off x="4880479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1ED3DA20-7B94-41B9-AC24-8C2485E162D9}"/>
              </a:ext>
            </a:extLst>
          </p:cNvPr>
          <p:cNvSpPr txBox="1"/>
          <p:nvPr/>
        </p:nvSpPr>
        <p:spPr>
          <a:xfrm>
            <a:off x="4880479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58F5B1BA-0A94-4E65-AC25-CA1B203339C3}"/>
              </a:ext>
            </a:extLst>
          </p:cNvPr>
          <p:cNvSpPr txBox="1"/>
          <p:nvPr/>
        </p:nvSpPr>
        <p:spPr>
          <a:xfrm>
            <a:off x="4880478" y="6006750"/>
            <a:ext cx="828171" cy="12734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6.25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전쟁일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21E2F5EF-0DFA-417F-A5B3-C88A183ABFDC}"/>
              </a:ext>
            </a:extLst>
          </p:cNvPr>
          <p:cNvSpPr txBox="1"/>
          <p:nvPr/>
        </p:nvSpPr>
        <p:spPr>
          <a:xfrm>
            <a:off x="4880479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9BE16B3E-5B3B-4000-AABB-8B9345CC244D}"/>
              </a:ext>
            </a:extLst>
          </p:cNvPr>
          <p:cNvSpPr txBox="1"/>
          <p:nvPr/>
        </p:nvSpPr>
        <p:spPr>
          <a:xfrm>
            <a:off x="4880479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1FE898EF-F2F6-4C90-AA1F-2C899D7D284D}"/>
              </a:ext>
            </a:extLst>
          </p:cNvPr>
          <p:cNvSpPr txBox="1"/>
          <p:nvPr/>
        </p:nvSpPr>
        <p:spPr>
          <a:xfrm>
            <a:off x="4880479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철도의날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50732614-01B4-45AE-B16C-3F16F6E360F7}"/>
              </a:ext>
            </a:extLst>
          </p:cNvPr>
          <p:cNvSpPr txBox="1"/>
          <p:nvPr/>
        </p:nvSpPr>
        <p:spPr>
          <a:xfrm>
            <a:off x="4880479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36A27D4E-3337-488A-B998-5E5012ED9083}"/>
              </a:ext>
            </a:extLst>
          </p:cNvPr>
          <p:cNvSpPr txBox="1"/>
          <p:nvPr/>
        </p:nvSpPr>
        <p:spPr>
          <a:xfrm>
            <a:off x="4880479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AD24C1B7-4F71-437C-A74D-5B15C872A993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CA187965-129A-440E-8A56-5F1BAB313828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D733B318-F876-44BF-8D8A-FA12BB4D3291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07133D0C-4CCF-4A99-9CFF-0F5A1DB72522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68BD0BAF-ABB7-4DFD-A2DB-C659BD63205B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D89CB493-5C44-4F49-AFB7-8C1144602598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99C3B908-E254-43FE-8049-34070FA97E35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9DD1AD82-522D-4A44-AFE5-C3AE6C4ED10B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8" name="직사각형 557">
            <a:extLst>
              <a:ext uri="{FF2B5EF4-FFF2-40B4-BE49-F238E27FC236}">
                <a16:creationId xmlns:a16="http://schemas.microsoft.com/office/drawing/2014/main" id="{F3243F6D-B827-4157-9B7D-AF4FDB023EDA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9" name="직사각형 558">
            <a:extLst>
              <a:ext uri="{FF2B5EF4-FFF2-40B4-BE49-F238E27FC236}">
                <a16:creationId xmlns:a16="http://schemas.microsoft.com/office/drawing/2014/main" id="{E74A0B73-4161-4114-9FF2-6268D3479E45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13294D43-5DEF-4B01-86D0-8C4086F4CE40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E38C534A-1CE0-4739-928F-52425F50075C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2" name="직사각형 561">
            <a:extLst>
              <a:ext uri="{FF2B5EF4-FFF2-40B4-BE49-F238E27FC236}">
                <a16:creationId xmlns:a16="http://schemas.microsoft.com/office/drawing/2014/main" id="{2EB3452D-B064-40B7-8F29-158957C30E88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3" name="직사각형 562">
            <a:extLst>
              <a:ext uri="{FF2B5EF4-FFF2-40B4-BE49-F238E27FC236}">
                <a16:creationId xmlns:a16="http://schemas.microsoft.com/office/drawing/2014/main" id="{C5878D96-1110-4902-AFA5-BCB94647E723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4" name="직사각형 563">
            <a:extLst>
              <a:ext uri="{FF2B5EF4-FFF2-40B4-BE49-F238E27FC236}">
                <a16:creationId xmlns:a16="http://schemas.microsoft.com/office/drawing/2014/main" id="{543B8B9A-558C-4184-9C6D-621592FE875C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FEAB2AFC-89EC-4929-84DA-6E4314E2874D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E028B560-84F6-44A2-98AA-98C41DF6E67E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7" name="직사각형 566">
            <a:extLst>
              <a:ext uri="{FF2B5EF4-FFF2-40B4-BE49-F238E27FC236}">
                <a16:creationId xmlns:a16="http://schemas.microsoft.com/office/drawing/2014/main" id="{216A16F9-97D8-4E2E-A537-A4FB14CA8618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1BE0B092-BF29-44CD-8B60-C07252A78C43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05253A53-1F0F-4050-8B4D-38D549D09588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852D292F-BF23-4C9A-A44D-3001BBE57238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99580973-5019-47C9-AA21-89B5B8AE7D04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F84A1D1C-698D-4174-941E-23558B3C92A2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AC259372-75DE-412B-9550-1E4F4272268B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61DBDF7B-59B5-4EF0-8633-69AD5A9C1862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1D728039-F66E-4CC4-90CA-9453F844C341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95FBD7BE-AA41-47FB-8ECF-DC1B4C7B462E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070388D0-E2C8-421F-980E-1D21C3E9A428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5F3BFB07-92A2-40BE-AEE7-C0C4C229CC09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C9A5DEB6-9573-45A9-BA71-54200B975FF5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CC7D4159-D05D-4741-9C7B-C170D13AA466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1" name="사각형: 둥근 위쪽 모서리 580">
            <a:hlinkClick r:id="rId2"/>
            <a:extLst>
              <a:ext uri="{FF2B5EF4-FFF2-40B4-BE49-F238E27FC236}">
                <a16:creationId xmlns:a16="http://schemas.microsoft.com/office/drawing/2014/main" id="{E32C9F6E-A19D-4F9F-9163-5E9903DFC2E9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6A0DF6FE-0662-4C8F-AC8C-2BC30F3D509D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67B2BAC0-AA06-4F53-8CA2-C23E3ED1E182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8190F2AB-A643-4424-9DC1-D22CA13344A4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196B648-BE5F-4EA0-8F7F-8D0A3D2A0F48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FF66F968-B040-4F25-AB33-B5242E6415C4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269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B25D204D-982D-4CCE-85E5-C80FF599F381}"/>
              </a:ext>
            </a:extLst>
          </p:cNvPr>
          <p:cNvCxnSpPr>
            <a:cxnSpLocks/>
          </p:cNvCxnSpPr>
          <p:nvPr/>
        </p:nvCxnSpPr>
        <p:spPr>
          <a:xfrm>
            <a:off x="230019" y="9279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295EB198-F285-4D74-8014-898D3D745F50}"/>
              </a:ext>
            </a:extLst>
          </p:cNvPr>
          <p:cNvCxnSpPr>
            <a:cxnSpLocks/>
          </p:cNvCxnSpPr>
          <p:nvPr/>
        </p:nvCxnSpPr>
        <p:spPr>
          <a:xfrm>
            <a:off x="230019" y="31120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D961D52-4975-4D1C-A4D3-DEFBEC3A1289}"/>
              </a:ext>
            </a:extLst>
          </p:cNvPr>
          <p:cNvCxnSpPr>
            <a:cxnSpLocks/>
          </p:cNvCxnSpPr>
          <p:nvPr/>
        </p:nvCxnSpPr>
        <p:spPr>
          <a:xfrm>
            <a:off x="230019" y="44224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100EA91F-DC23-421E-8167-E51B81C46FB2}"/>
              </a:ext>
            </a:extLst>
          </p:cNvPr>
          <p:cNvCxnSpPr>
            <a:cxnSpLocks/>
          </p:cNvCxnSpPr>
          <p:nvPr/>
        </p:nvCxnSpPr>
        <p:spPr>
          <a:xfrm>
            <a:off x="230019" y="55145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6BB79FA-9121-47C4-9342-8CAA2E45E4E9}"/>
              </a:ext>
            </a:extLst>
          </p:cNvPr>
          <p:cNvCxnSpPr>
            <a:cxnSpLocks/>
          </p:cNvCxnSpPr>
          <p:nvPr/>
        </p:nvCxnSpPr>
        <p:spPr>
          <a:xfrm>
            <a:off x="230019" y="748025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8BAD8601-4917-4426-817F-FE298F2E4309}"/>
              </a:ext>
            </a:extLst>
          </p:cNvPr>
          <p:cNvCxnSpPr>
            <a:cxnSpLocks/>
          </p:cNvCxnSpPr>
          <p:nvPr/>
        </p:nvCxnSpPr>
        <p:spPr>
          <a:xfrm>
            <a:off x="230019" y="66065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84D1AB8-9230-4F15-A2E7-43CAC41AC1F6}"/>
              </a:ext>
            </a:extLst>
          </p:cNvPr>
          <p:cNvCxnSpPr>
            <a:cxnSpLocks/>
          </p:cNvCxnSpPr>
          <p:nvPr/>
        </p:nvCxnSpPr>
        <p:spPr>
          <a:xfrm>
            <a:off x="230019" y="13647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2F0EB64-0916-4A23-9FC1-7FF4546C9A48}"/>
              </a:ext>
            </a:extLst>
          </p:cNvPr>
          <p:cNvCxnSpPr>
            <a:cxnSpLocks/>
          </p:cNvCxnSpPr>
          <p:nvPr/>
        </p:nvCxnSpPr>
        <p:spPr>
          <a:xfrm>
            <a:off x="230019" y="18015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69C0F349-A246-4F30-B647-BAF740B55864}"/>
              </a:ext>
            </a:extLst>
          </p:cNvPr>
          <p:cNvCxnSpPr>
            <a:cxnSpLocks/>
          </p:cNvCxnSpPr>
          <p:nvPr/>
        </p:nvCxnSpPr>
        <p:spPr>
          <a:xfrm>
            <a:off x="230019" y="22383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556C8EAD-DD70-4ED5-874F-0D8755E82959}"/>
              </a:ext>
            </a:extLst>
          </p:cNvPr>
          <p:cNvCxnSpPr>
            <a:cxnSpLocks/>
          </p:cNvCxnSpPr>
          <p:nvPr/>
        </p:nvCxnSpPr>
        <p:spPr>
          <a:xfrm>
            <a:off x="230019" y="26752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95CC9B63-E8ED-4907-A95D-DCE2AE5408F9}"/>
              </a:ext>
            </a:extLst>
          </p:cNvPr>
          <p:cNvCxnSpPr>
            <a:cxnSpLocks/>
          </p:cNvCxnSpPr>
          <p:nvPr/>
        </p:nvCxnSpPr>
        <p:spPr>
          <a:xfrm>
            <a:off x="230019" y="35488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1C194650-B0F9-42D0-8973-D8CFF2B92878}"/>
              </a:ext>
            </a:extLst>
          </p:cNvPr>
          <p:cNvCxnSpPr>
            <a:cxnSpLocks/>
          </p:cNvCxnSpPr>
          <p:nvPr/>
        </p:nvCxnSpPr>
        <p:spPr>
          <a:xfrm>
            <a:off x="230019" y="37672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0E2FE8B7-C515-415B-B0E7-4A5CF2C7DAB7}"/>
              </a:ext>
            </a:extLst>
          </p:cNvPr>
          <p:cNvCxnSpPr>
            <a:cxnSpLocks/>
          </p:cNvCxnSpPr>
          <p:nvPr/>
        </p:nvCxnSpPr>
        <p:spPr>
          <a:xfrm>
            <a:off x="230019" y="39856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F411EB74-7D5F-45D2-8006-4B0A5126AAC3}"/>
              </a:ext>
            </a:extLst>
          </p:cNvPr>
          <p:cNvCxnSpPr>
            <a:cxnSpLocks/>
          </p:cNvCxnSpPr>
          <p:nvPr/>
        </p:nvCxnSpPr>
        <p:spPr>
          <a:xfrm>
            <a:off x="230019" y="42040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11A811D8-2DD8-4DFC-ACF9-666ECF4BA472}"/>
              </a:ext>
            </a:extLst>
          </p:cNvPr>
          <p:cNvCxnSpPr>
            <a:cxnSpLocks/>
          </p:cNvCxnSpPr>
          <p:nvPr/>
        </p:nvCxnSpPr>
        <p:spPr>
          <a:xfrm>
            <a:off x="230019" y="46408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608F515E-28B6-46C3-87E8-D7ED31CCBD4E}"/>
              </a:ext>
            </a:extLst>
          </p:cNvPr>
          <p:cNvCxnSpPr>
            <a:cxnSpLocks/>
          </p:cNvCxnSpPr>
          <p:nvPr/>
        </p:nvCxnSpPr>
        <p:spPr>
          <a:xfrm>
            <a:off x="230019" y="48593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0B22EC9-F823-4D09-A7FD-AEE4779845AF}"/>
              </a:ext>
            </a:extLst>
          </p:cNvPr>
          <p:cNvCxnSpPr>
            <a:cxnSpLocks/>
          </p:cNvCxnSpPr>
          <p:nvPr/>
        </p:nvCxnSpPr>
        <p:spPr>
          <a:xfrm>
            <a:off x="230019" y="50777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9BC41F72-A15B-48BB-A711-3E701FF3DA4F}"/>
              </a:ext>
            </a:extLst>
          </p:cNvPr>
          <p:cNvCxnSpPr>
            <a:cxnSpLocks/>
          </p:cNvCxnSpPr>
          <p:nvPr/>
        </p:nvCxnSpPr>
        <p:spPr>
          <a:xfrm>
            <a:off x="230019" y="52961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DEE3F1A1-46A8-42F2-8F45-17B282CBB4CD}"/>
              </a:ext>
            </a:extLst>
          </p:cNvPr>
          <p:cNvCxnSpPr>
            <a:cxnSpLocks/>
          </p:cNvCxnSpPr>
          <p:nvPr/>
        </p:nvCxnSpPr>
        <p:spPr>
          <a:xfrm>
            <a:off x="230019" y="57329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FC70BDDE-039D-40DE-9EDE-BA6F09AA48E3}"/>
              </a:ext>
            </a:extLst>
          </p:cNvPr>
          <p:cNvCxnSpPr>
            <a:cxnSpLocks/>
          </p:cNvCxnSpPr>
          <p:nvPr/>
        </p:nvCxnSpPr>
        <p:spPr>
          <a:xfrm>
            <a:off x="230019" y="59513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2336FCD6-5450-4A05-88EC-D8C11AFCE16C}"/>
              </a:ext>
            </a:extLst>
          </p:cNvPr>
          <p:cNvCxnSpPr>
            <a:cxnSpLocks/>
          </p:cNvCxnSpPr>
          <p:nvPr/>
        </p:nvCxnSpPr>
        <p:spPr>
          <a:xfrm>
            <a:off x="230019" y="61697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42714203-4D03-4707-9ADF-302CF775C2EA}"/>
              </a:ext>
            </a:extLst>
          </p:cNvPr>
          <p:cNvCxnSpPr>
            <a:cxnSpLocks/>
          </p:cNvCxnSpPr>
          <p:nvPr/>
        </p:nvCxnSpPr>
        <p:spPr>
          <a:xfrm>
            <a:off x="230019" y="70434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A4238313-4113-4ACC-953C-15A51AB6C05B}"/>
              </a:ext>
            </a:extLst>
          </p:cNvPr>
          <p:cNvCxnSpPr>
            <a:cxnSpLocks/>
          </p:cNvCxnSpPr>
          <p:nvPr/>
        </p:nvCxnSpPr>
        <p:spPr>
          <a:xfrm>
            <a:off x="230019" y="63881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81FEB3AA-4214-4061-B0B3-502E651E33CF}"/>
              </a:ext>
            </a:extLst>
          </p:cNvPr>
          <p:cNvCxnSpPr>
            <a:cxnSpLocks/>
          </p:cNvCxnSpPr>
          <p:nvPr/>
        </p:nvCxnSpPr>
        <p:spPr>
          <a:xfrm>
            <a:off x="230019" y="68249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F4668D81-7695-430F-B715-D73075B4FA16}"/>
              </a:ext>
            </a:extLst>
          </p:cNvPr>
          <p:cNvCxnSpPr>
            <a:cxnSpLocks/>
          </p:cNvCxnSpPr>
          <p:nvPr/>
        </p:nvCxnSpPr>
        <p:spPr>
          <a:xfrm>
            <a:off x="230019" y="72618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172D19C-C37D-4549-B8F4-26D7E2019AE7}"/>
              </a:ext>
            </a:extLst>
          </p:cNvPr>
          <p:cNvCxnSpPr>
            <a:cxnSpLocks/>
          </p:cNvCxnSpPr>
          <p:nvPr/>
        </p:nvCxnSpPr>
        <p:spPr>
          <a:xfrm>
            <a:off x="230019" y="70951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3B93DF6A-C48B-4FD4-86BB-10BC9424AD13}"/>
              </a:ext>
            </a:extLst>
          </p:cNvPr>
          <p:cNvCxnSpPr>
            <a:cxnSpLocks/>
          </p:cNvCxnSpPr>
          <p:nvPr/>
        </p:nvCxnSpPr>
        <p:spPr>
          <a:xfrm>
            <a:off x="230019" y="11463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46C5412A-A6B3-43DF-B25B-AE8F1D948C99}"/>
              </a:ext>
            </a:extLst>
          </p:cNvPr>
          <p:cNvCxnSpPr>
            <a:cxnSpLocks/>
          </p:cNvCxnSpPr>
          <p:nvPr/>
        </p:nvCxnSpPr>
        <p:spPr>
          <a:xfrm>
            <a:off x="230019" y="33304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429765AC-8A1B-49E2-ABBA-2512AD8DA1EC}"/>
              </a:ext>
            </a:extLst>
          </p:cNvPr>
          <p:cNvCxnSpPr>
            <a:cxnSpLocks/>
          </p:cNvCxnSpPr>
          <p:nvPr/>
        </p:nvCxnSpPr>
        <p:spPr>
          <a:xfrm>
            <a:off x="230019" y="15831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27D90752-DB5D-4553-B941-86C48B0DFF23}"/>
              </a:ext>
            </a:extLst>
          </p:cNvPr>
          <p:cNvCxnSpPr>
            <a:cxnSpLocks/>
          </p:cNvCxnSpPr>
          <p:nvPr/>
        </p:nvCxnSpPr>
        <p:spPr>
          <a:xfrm>
            <a:off x="230019" y="20199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10B9E03A-B9EF-48A3-A689-CD50D3A4FDA4}"/>
              </a:ext>
            </a:extLst>
          </p:cNvPr>
          <p:cNvCxnSpPr>
            <a:cxnSpLocks/>
          </p:cNvCxnSpPr>
          <p:nvPr/>
        </p:nvCxnSpPr>
        <p:spPr>
          <a:xfrm>
            <a:off x="230019" y="24567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F20B5A8B-FD48-40EA-840B-A0FD475D3796}"/>
              </a:ext>
            </a:extLst>
          </p:cNvPr>
          <p:cNvCxnSpPr>
            <a:cxnSpLocks/>
          </p:cNvCxnSpPr>
          <p:nvPr/>
        </p:nvCxnSpPr>
        <p:spPr>
          <a:xfrm>
            <a:off x="230019" y="28936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FEA2F8-7739-46E2-942B-ED49D05ED3F6}"/>
              </a:ext>
            </a:extLst>
          </p:cNvPr>
          <p:cNvCxnSpPr>
            <a:cxnSpLocks/>
          </p:cNvCxnSpPr>
          <p:nvPr/>
        </p:nvCxnSpPr>
        <p:spPr>
          <a:xfrm>
            <a:off x="463897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FB6D01-8FDD-4702-91A5-383CC1D6883C}"/>
              </a:ext>
            </a:extLst>
          </p:cNvPr>
          <p:cNvCxnSpPr>
            <a:cxnSpLocks/>
          </p:cNvCxnSpPr>
          <p:nvPr/>
        </p:nvCxnSpPr>
        <p:spPr>
          <a:xfrm>
            <a:off x="463897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137464E-F648-4D96-93E4-E7A1D78F253E}"/>
              </a:ext>
            </a:extLst>
          </p:cNvPr>
          <p:cNvCxnSpPr>
            <a:cxnSpLocks/>
          </p:cNvCxnSpPr>
          <p:nvPr/>
        </p:nvCxnSpPr>
        <p:spPr>
          <a:xfrm>
            <a:off x="463897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289F53-1C29-46C6-8539-FC86249FD862}"/>
              </a:ext>
            </a:extLst>
          </p:cNvPr>
          <p:cNvCxnSpPr>
            <a:cxnSpLocks/>
          </p:cNvCxnSpPr>
          <p:nvPr/>
        </p:nvCxnSpPr>
        <p:spPr>
          <a:xfrm>
            <a:off x="463897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484BA1-C84D-4FF3-B4B0-2CCD4E4798D9}"/>
              </a:ext>
            </a:extLst>
          </p:cNvPr>
          <p:cNvCxnSpPr>
            <a:cxnSpLocks/>
          </p:cNvCxnSpPr>
          <p:nvPr/>
        </p:nvCxnSpPr>
        <p:spPr>
          <a:xfrm>
            <a:off x="463897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54118DB-1121-41B0-B0D0-CA8077C60B45}"/>
              </a:ext>
            </a:extLst>
          </p:cNvPr>
          <p:cNvCxnSpPr>
            <a:cxnSpLocks/>
          </p:cNvCxnSpPr>
          <p:nvPr/>
        </p:nvCxnSpPr>
        <p:spPr>
          <a:xfrm>
            <a:off x="463897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7BD914-7F5B-4723-A502-0E95FF0D7D88}"/>
              </a:ext>
            </a:extLst>
          </p:cNvPr>
          <p:cNvCxnSpPr>
            <a:cxnSpLocks/>
          </p:cNvCxnSpPr>
          <p:nvPr/>
        </p:nvCxnSpPr>
        <p:spPr>
          <a:xfrm>
            <a:off x="463897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71FC3D9-10B5-42EB-A486-E0378CED41CF}"/>
              </a:ext>
            </a:extLst>
          </p:cNvPr>
          <p:cNvCxnSpPr>
            <a:cxnSpLocks/>
          </p:cNvCxnSpPr>
          <p:nvPr/>
        </p:nvCxnSpPr>
        <p:spPr>
          <a:xfrm>
            <a:off x="463897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167BC0-14A7-4B5E-91AF-DF2542805271}"/>
              </a:ext>
            </a:extLst>
          </p:cNvPr>
          <p:cNvCxnSpPr>
            <a:cxnSpLocks/>
          </p:cNvCxnSpPr>
          <p:nvPr/>
        </p:nvCxnSpPr>
        <p:spPr>
          <a:xfrm>
            <a:off x="463897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32197D-11CB-4321-8420-AB8EC95CC592}"/>
              </a:ext>
            </a:extLst>
          </p:cNvPr>
          <p:cNvCxnSpPr>
            <a:cxnSpLocks/>
          </p:cNvCxnSpPr>
          <p:nvPr/>
        </p:nvCxnSpPr>
        <p:spPr>
          <a:xfrm>
            <a:off x="463897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0D799F-089F-42AF-A30C-E308FFEF1878}"/>
              </a:ext>
            </a:extLst>
          </p:cNvPr>
          <p:cNvCxnSpPr>
            <a:cxnSpLocks/>
          </p:cNvCxnSpPr>
          <p:nvPr/>
        </p:nvCxnSpPr>
        <p:spPr>
          <a:xfrm>
            <a:off x="463897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6BDA118-8978-4A89-BD76-053D1C836514}"/>
              </a:ext>
            </a:extLst>
          </p:cNvPr>
          <p:cNvCxnSpPr>
            <a:cxnSpLocks/>
          </p:cNvCxnSpPr>
          <p:nvPr/>
        </p:nvCxnSpPr>
        <p:spPr>
          <a:xfrm>
            <a:off x="463897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093A87-F7BA-4829-8168-2980CF6DE0FC}"/>
              </a:ext>
            </a:extLst>
          </p:cNvPr>
          <p:cNvCxnSpPr>
            <a:cxnSpLocks/>
          </p:cNvCxnSpPr>
          <p:nvPr/>
        </p:nvCxnSpPr>
        <p:spPr>
          <a:xfrm>
            <a:off x="463897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243B460-01DF-4570-B10F-01693A334FDA}"/>
              </a:ext>
            </a:extLst>
          </p:cNvPr>
          <p:cNvCxnSpPr>
            <a:cxnSpLocks/>
          </p:cNvCxnSpPr>
          <p:nvPr/>
        </p:nvCxnSpPr>
        <p:spPr>
          <a:xfrm>
            <a:off x="463897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F219CC-E421-44FB-9A9C-BF4287863C31}"/>
              </a:ext>
            </a:extLst>
          </p:cNvPr>
          <p:cNvCxnSpPr>
            <a:cxnSpLocks/>
          </p:cNvCxnSpPr>
          <p:nvPr/>
        </p:nvCxnSpPr>
        <p:spPr>
          <a:xfrm>
            <a:off x="463897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9582F3-4A88-48AB-9E33-FCBD36F89DA5}"/>
              </a:ext>
            </a:extLst>
          </p:cNvPr>
          <p:cNvCxnSpPr>
            <a:cxnSpLocks/>
          </p:cNvCxnSpPr>
          <p:nvPr/>
        </p:nvCxnSpPr>
        <p:spPr>
          <a:xfrm>
            <a:off x="463897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390BB8D-2F8E-4EBA-A981-E643213E9DF6}"/>
              </a:ext>
            </a:extLst>
          </p:cNvPr>
          <p:cNvCxnSpPr>
            <a:cxnSpLocks/>
          </p:cNvCxnSpPr>
          <p:nvPr/>
        </p:nvCxnSpPr>
        <p:spPr>
          <a:xfrm>
            <a:off x="463897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204DA8-756A-4E8F-A80D-84339F4F062B}"/>
              </a:ext>
            </a:extLst>
          </p:cNvPr>
          <p:cNvCxnSpPr>
            <a:cxnSpLocks/>
          </p:cNvCxnSpPr>
          <p:nvPr/>
        </p:nvCxnSpPr>
        <p:spPr>
          <a:xfrm>
            <a:off x="463897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DEEB18-1FBA-4DB9-A245-EB89BF2DDAFD}"/>
              </a:ext>
            </a:extLst>
          </p:cNvPr>
          <p:cNvCxnSpPr>
            <a:cxnSpLocks/>
          </p:cNvCxnSpPr>
          <p:nvPr/>
        </p:nvCxnSpPr>
        <p:spPr>
          <a:xfrm>
            <a:off x="463897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79E184E-40FB-4A1D-A58F-F500C3C32A87}"/>
              </a:ext>
            </a:extLst>
          </p:cNvPr>
          <p:cNvCxnSpPr>
            <a:cxnSpLocks/>
          </p:cNvCxnSpPr>
          <p:nvPr/>
        </p:nvCxnSpPr>
        <p:spPr>
          <a:xfrm>
            <a:off x="463897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6A5E15-13DD-4CE8-B174-797C75084E23}"/>
              </a:ext>
            </a:extLst>
          </p:cNvPr>
          <p:cNvCxnSpPr>
            <a:cxnSpLocks/>
          </p:cNvCxnSpPr>
          <p:nvPr/>
        </p:nvCxnSpPr>
        <p:spPr>
          <a:xfrm>
            <a:off x="463897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6E6E49-6BD9-4ADB-9EBC-90BA36938710}"/>
              </a:ext>
            </a:extLst>
          </p:cNvPr>
          <p:cNvCxnSpPr>
            <a:cxnSpLocks/>
          </p:cNvCxnSpPr>
          <p:nvPr/>
        </p:nvCxnSpPr>
        <p:spPr>
          <a:xfrm>
            <a:off x="463897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AFB6068-158A-4A8F-AB2F-FF8038CD77A9}"/>
              </a:ext>
            </a:extLst>
          </p:cNvPr>
          <p:cNvCxnSpPr>
            <a:cxnSpLocks/>
          </p:cNvCxnSpPr>
          <p:nvPr/>
        </p:nvCxnSpPr>
        <p:spPr>
          <a:xfrm>
            <a:off x="463897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6FD5B9E-5F06-40BF-99CE-5D2012699AF2}"/>
              </a:ext>
            </a:extLst>
          </p:cNvPr>
          <p:cNvCxnSpPr>
            <a:cxnSpLocks/>
          </p:cNvCxnSpPr>
          <p:nvPr/>
        </p:nvCxnSpPr>
        <p:spPr>
          <a:xfrm>
            <a:off x="463897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B22F4FF-E77F-4C54-8A4B-DEFBBF8C92D9}"/>
              </a:ext>
            </a:extLst>
          </p:cNvPr>
          <p:cNvCxnSpPr>
            <a:cxnSpLocks/>
          </p:cNvCxnSpPr>
          <p:nvPr/>
        </p:nvCxnSpPr>
        <p:spPr>
          <a:xfrm>
            <a:off x="463897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DA5E88C-2C15-4155-83CA-61C7B606BCDB}"/>
              </a:ext>
            </a:extLst>
          </p:cNvPr>
          <p:cNvCxnSpPr>
            <a:cxnSpLocks/>
          </p:cNvCxnSpPr>
          <p:nvPr/>
        </p:nvCxnSpPr>
        <p:spPr>
          <a:xfrm>
            <a:off x="463897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8C7767D-2565-41F7-9D62-06BEA31C9A7A}"/>
              </a:ext>
            </a:extLst>
          </p:cNvPr>
          <p:cNvCxnSpPr>
            <a:cxnSpLocks/>
          </p:cNvCxnSpPr>
          <p:nvPr/>
        </p:nvCxnSpPr>
        <p:spPr>
          <a:xfrm>
            <a:off x="463897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653C5D-6BE0-450F-9027-80E2B4ECE936}"/>
              </a:ext>
            </a:extLst>
          </p:cNvPr>
          <p:cNvCxnSpPr>
            <a:cxnSpLocks/>
          </p:cNvCxnSpPr>
          <p:nvPr/>
        </p:nvCxnSpPr>
        <p:spPr>
          <a:xfrm>
            <a:off x="463897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9403F6C-EDBA-43A3-B9EB-30D9BA060A7D}"/>
              </a:ext>
            </a:extLst>
          </p:cNvPr>
          <p:cNvCxnSpPr>
            <a:cxnSpLocks/>
          </p:cNvCxnSpPr>
          <p:nvPr/>
        </p:nvCxnSpPr>
        <p:spPr>
          <a:xfrm>
            <a:off x="463897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5B9682D-410D-4DF4-9ABE-034513F83E16}"/>
              </a:ext>
            </a:extLst>
          </p:cNvPr>
          <p:cNvCxnSpPr>
            <a:cxnSpLocks/>
          </p:cNvCxnSpPr>
          <p:nvPr/>
        </p:nvCxnSpPr>
        <p:spPr>
          <a:xfrm>
            <a:off x="463897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7B03C6F-A72C-4CE0-A9C9-86A94ABC404A}"/>
              </a:ext>
            </a:extLst>
          </p:cNvPr>
          <p:cNvCxnSpPr>
            <a:cxnSpLocks/>
          </p:cNvCxnSpPr>
          <p:nvPr/>
        </p:nvCxnSpPr>
        <p:spPr>
          <a:xfrm>
            <a:off x="463897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791C5F3-8BA3-4E2C-9C4C-75ECACED167C}"/>
              </a:ext>
            </a:extLst>
          </p:cNvPr>
          <p:cNvCxnSpPr>
            <a:cxnSpLocks/>
          </p:cNvCxnSpPr>
          <p:nvPr/>
        </p:nvCxnSpPr>
        <p:spPr>
          <a:xfrm>
            <a:off x="463897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1BD57EB-EF65-4463-9DEF-390225C9003E}"/>
              </a:ext>
            </a:extLst>
          </p:cNvPr>
          <p:cNvCxnSpPr>
            <a:cxnSpLocks/>
          </p:cNvCxnSpPr>
          <p:nvPr/>
        </p:nvCxnSpPr>
        <p:spPr>
          <a:xfrm>
            <a:off x="463897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36108EA-0C74-4665-A72E-8401C26AD269}"/>
              </a:ext>
            </a:extLst>
          </p:cNvPr>
          <p:cNvCxnSpPr>
            <a:cxnSpLocks/>
          </p:cNvCxnSpPr>
          <p:nvPr/>
        </p:nvCxnSpPr>
        <p:spPr>
          <a:xfrm>
            <a:off x="1351063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94F05C-9800-4039-8734-EEA663258B41}"/>
              </a:ext>
            </a:extLst>
          </p:cNvPr>
          <p:cNvCxnSpPr>
            <a:cxnSpLocks/>
          </p:cNvCxnSpPr>
          <p:nvPr/>
        </p:nvCxnSpPr>
        <p:spPr>
          <a:xfrm>
            <a:off x="1351063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297B975-E9D1-4045-BEBA-167D2AE57FF6}"/>
              </a:ext>
            </a:extLst>
          </p:cNvPr>
          <p:cNvCxnSpPr>
            <a:cxnSpLocks/>
          </p:cNvCxnSpPr>
          <p:nvPr/>
        </p:nvCxnSpPr>
        <p:spPr>
          <a:xfrm>
            <a:off x="1351063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5583A6D-0165-4C2B-9EEC-8D047C9D875D}"/>
              </a:ext>
            </a:extLst>
          </p:cNvPr>
          <p:cNvCxnSpPr>
            <a:cxnSpLocks/>
          </p:cNvCxnSpPr>
          <p:nvPr/>
        </p:nvCxnSpPr>
        <p:spPr>
          <a:xfrm>
            <a:off x="1351063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43DB5E-4101-4214-9C45-767D22461C5E}"/>
              </a:ext>
            </a:extLst>
          </p:cNvPr>
          <p:cNvCxnSpPr>
            <a:cxnSpLocks/>
          </p:cNvCxnSpPr>
          <p:nvPr/>
        </p:nvCxnSpPr>
        <p:spPr>
          <a:xfrm>
            <a:off x="1351063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2E90823-C363-42CC-A361-7024FD51165F}"/>
              </a:ext>
            </a:extLst>
          </p:cNvPr>
          <p:cNvCxnSpPr>
            <a:cxnSpLocks/>
          </p:cNvCxnSpPr>
          <p:nvPr/>
        </p:nvCxnSpPr>
        <p:spPr>
          <a:xfrm>
            <a:off x="135106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FC91E9B-22E7-487B-8910-FF95DCFC35EB}"/>
              </a:ext>
            </a:extLst>
          </p:cNvPr>
          <p:cNvCxnSpPr>
            <a:cxnSpLocks/>
          </p:cNvCxnSpPr>
          <p:nvPr/>
        </p:nvCxnSpPr>
        <p:spPr>
          <a:xfrm>
            <a:off x="1351063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4F8F31C-9153-46E8-AFE9-80A02281603B}"/>
              </a:ext>
            </a:extLst>
          </p:cNvPr>
          <p:cNvCxnSpPr>
            <a:cxnSpLocks/>
          </p:cNvCxnSpPr>
          <p:nvPr/>
        </p:nvCxnSpPr>
        <p:spPr>
          <a:xfrm>
            <a:off x="1351063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59DC24-8C65-48EE-8649-57DC942A6641}"/>
              </a:ext>
            </a:extLst>
          </p:cNvPr>
          <p:cNvCxnSpPr>
            <a:cxnSpLocks/>
          </p:cNvCxnSpPr>
          <p:nvPr/>
        </p:nvCxnSpPr>
        <p:spPr>
          <a:xfrm>
            <a:off x="1351063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5238690-120D-4F30-9989-BB73AC8AFEF9}"/>
              </a:ext>
            </a:extLst>
          </p:cNvPr>
          <p:cNvCxnSpPr>
            <a:cxnSpLocks/>
          </p:cNvCxnSpPr>
          <p:nvPr/>
        </p:nvCxnSpPr>
        <p:spPr>
          <a:xfrm>
            <a:off x="1351063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39F7912-BF3A-4AA4-8583-08773C29FD28}"/>
              </a:ext>
            </a:extLst>
          </p:cNvPr>
          <p:cNvCxnSpPr>
            <a:cxnSpLocks/>
          </p:cNvCxnSpPr>
          <p:nvPr/>
        </p:nvCxnSpPr>
        <p:spPr>
          <a:xfrm>
            <a:off x="1351063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3D33005-A39E-47B1-BDF3-B54856415E10}"/>
              </a:ext>
            </a:extLst>
          </p:cNvPr>
          <p:cNvCxnSpPr>
            <a:cxnSpLocks/>
          </p:cNvCxnSpPr>
          <p:nvPr/>
        </p:nvCxnSpPr>
        <p:spPr>
          <a:xfrm>
            <a:off x="1351063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03EC29A-EB0C-4CBB-9E7E-71DC420864A0}"/>
              </a:ext>
            </a:extLst>
          </p:cNvPr>
          <p:cNvCxnSpPr>
            <a:cxnSpLocks/>
          </p:cNvCxnSpPr>
          <p:nvPr/>
        </p:nvCxnSpPr>
        <p:spPr>
          <a:xfrm>
            <a:off x="1351063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0DFD790-5F89-4677-9F59-0622FED73388}"/>
              </a:ext>
            </a:extLst>
          </p:cNvPr>
          <p:cNvCxnSpPr>
            <a:cxnSpLocks/>
          </p:cNvCxnSpPr>
          <p:nvPr/>
        </p:nvCxnSpPr>
        <p:spPr>
          <a:xfrm>
            <a:off x="1351063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0446976-EED8-4585-BEEA-F3B3E9EA7613}"/>
              </a:ext>
            </a:extLst>
          </p:cNvPr>
          <p:cNvCxnSpPr>
            <a:cxnSpLocks/>
          </p:cNvCxnSpPr>
          <p:nvPr/>
        </p:nvCxnSpPr>
        <p:spPr>
          <a:xfrm>
            <a:off x="1351063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2B81A43-5603-4A7E-8170-95B641BC0C4A}"/>
              </a:ext>
            </a:extLst>
          </p:cNvPr>
          <p:cNvCxnSpPr>
            <a:cxnSpLocks/>
          </p:cNvCxnSpPr>
          <p:nvPr/>
        </p:nvCxnSpPr>
        <p:spPr>
          <a:xfrm>
            <a:off x="1351063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6C0DE6-5B51-4E80-8895-C18D3BE69AC0}"/>
              </a:ext>
            </a:extLst>
          </p:cNvPr>
          <p:cNvCxnSpPr>
            <a:cxnSpLocks/>
          </p:cNvCxnSpPr>
          <p:nvPr/>
        </p:nvCxnSpPr>
        <p:spPr>
          <a:xfrm>
            <a:off x="1351063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E2A4068-3526-41BC-B8EC-48D8AD6A5CA6}"/>
              </a:ext>
            </a:extLst>
          </p:cNvPr>
          <p:cNvCxnSpPr>
            <a:cxnSpLocks/>
          </p:cNvCxnSpPr>
          <p:nvPr/>
        </p:nvCxnSpPr>
        <p:spPr>
          <a:xfrm>
            <a:off x="1351063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C8392A3-C13F-48F2-8E4C-83105E202B69}"/>
              </a:ext>
            </a:extLst>
          </p:cNvPr>
          <p:cNvCxnSpPr>
            <a:cxnSpLocks/>
          </p:cNvCxnSpPr>
          <p:nvPr/>
        </p:nvCxnSpPr>
        <p:spPr>
          <a:xfrm>
            <a:off x="1351063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D1E9F04-2834-4DCD-912F-AF5393B965AB}"/>
              </a:ext>
            </a:extLst>
          </p:cNvPr>
          <p:cNvCxnSpPr>
            <a:cxnSpLocks/>
          </p:cNvCxnSpPr>
          <p:nvPr/>
        </p:nvCxnSpPr>
        <p:spPr>
          <a:xfrm>
            <a:off x="1351063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3F91F0E-2BFA-4CE7-99F0-2A6FE1B6B28F}"/>
              </a:ext>
            </a:extLst>
          </p:cNvPr>
          <p:cNvCxnSpPr>
            <a:cxnSpLocks/>
          </p:cNvCxnSpPr>
          <p:nvPr/>
        </p:nvCxnSpPr>
        <p:spPr>
          <a:xfrm>
            <a:off x="1351063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46416B-FAD3-4B6E-8B3D-7BDC7A4426E1}"/>
              </a:ext>
            </a:extLst>
          </p:cNvPr>
          <p:cNvCxnSpPr>
            <a:cxnSpLocks/>
          </p:cNvCxnSpPr>
          <p:nvPr/>
        </p:nvCxnSpPr>
        <p:spPr>
          <a:xfrm>
            <a:off x="1351063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5BE2790-16E4-4DED-A044-4F2E78A02E3F}"/>
              </a:ext>
            </a:extLst>
          </p:cNvPr>
          <p:cNvCxnSpPr>
            <a:cxnSpLocks/>
          </p:cNvCxnSpPr>
          <p:nvPr/>
        </p:nvCxnSpPr>
        <p:spPr>
          <a:xfrm>
            <a:off x="1351063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82ED431-1959-4DD3-BA54-B6067C0F66E5}"/>
              </a:ext>
            </a:extLst>
          </p:cNvPr>
          <p:cNvCxnSpPr>
            <a:cxnSpLocks/>
          </p:cNvCxnSpPr>
          <p:nvPr/>
        </p:nvCxnSpPr>
        <p:spPr>
          <a:xfrm>
            <a:off x="1351063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F3F9B07-F4B0-474C-B240-BD3262593C6F}"/>
              </a:ext>
            </a:extLst>
          </p:cNvPr>
          <p:cNvCxnSpPr>
            <a:cxnSpLocks/>
          </p:cNvCxnSpPr>
          <p:nvPr/>
        </p:nvCxnSpPr>
        <p:spPr>
          <a:xfrm>
            <a:off x="1351063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8F4C661-09AB-4C33-BC5E-D0A81DBF4B64}"/>
              </a:ext>
            </a:extLst>
          </p:cNvPr>
          <p:cNvCxnSpPr>
            <a:cxnSpLocks/>
          </p:cNvCxnSpPr>
          <p:nvPr/>
        </p:nvCxnSpPr>
        <p:spPr>
          <a:xfrm>
            <a:off x="1351063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0410CB4-9AF0-46D0-B173-C89D5C8D0ADE}"/>
              </a:ext>
            </a:extLst>
          </p:cNvPr>
          <p:cNvCxnSpPr>
            <a:cxnSpLocks/>
          </p:cNvCxnSpPr>
          <p:nvPr/>
        </p:nvCxnSpPr>
        <p:spPr>
          <a:xfrm>
            <a:off x="135106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77C74B8-E904-44A0-9CBA-79B3FFAE3A46}"/>
              </a:ext>
            </a:extLst>
          </p:cNvPr>
          <p:cNvCxnSpPr>
            <a:cxnSpLocks/>
          </p:cNvCxnSpPr>
          <p:nvPr/>
        </p:nvCxnSpPr>
        <p:spPr>
          <a:xfrm>
            <a:off x="1351063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B328D87-19EF-4E6E-A4E7-2FAE3572178B}"/>
              </a:ext>
            </a:extLst>
          </p:cNvPr>
          <p:cNvCxnSpPr>
            <a:cxnSpLocks/>
          </p:cNvCxnSpPr>
          <p:nvPr/>
        </p:nvCxnSpPr>
        <p:spPr>
          <a:xfrm>
            <a:off x="1351063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1C74CD4-B0D8-4ED2-95C9-3A30BBA85484}"/>
              </a:ext>
            </a:extLst>
          </p:cNvPr>
          <p:cNvCxnSpPr>
            <a:cxnSpLocks/>
          </p:cNvCxnSpPr>
          <p:nvPr/>
        </p:nvCxnSpPr>
        <p:spPr>
          <a:xfrm>
            <a:off x="1351063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305858E-AB60-472C-80AC-ED395A1F8ABB}"/>
              </a:ext>
            </a:extLst>
          </p:cNvPr>
          <p:cNvCxnSpPr>
            <a:cxnSpLocks/>
          </p:cNvCxnSpPr>
          <p:nvPr/>
        </p:nvCxnSpPr>
        <p:spPr>
          <a:xfrm>
            <a:off x="1351063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59CC4E-9BAB-49DD-8DA1-E3688C6E7C9A}"/>
              </a:ext>
            </a:extLst>
          </p:cNvPr>
          <p:cNvCxnSpPr>
            <a:cxnSpLocks/>
          </p:cNvCxnSpPr>
          <p:nvPr/>
        </p:nvCxnSpPr>
        <p:spPr>
          <a:xfrm>
            <a:off x="1351063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62600DA-4A40-4CDF-A09B-C7C8CBFBF82F}"/>
              </a:ext>
            </a:extLst>
          </p:cNvPr>
          <p:cNvCxnSpPr>
            <a:cxnSpLocks/>
          </p:cNvCxnSpPr>
          <p:nvPr/>
        </p:nvCxnSpPr>
        <p:spPr>
          <a:xfrm>
            <a:off x="1351063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B25D415-9E95-4968-A482-45DE3B8D660A}"/>
              </a:ext>
            </a:extLst>
          </p:cNvPr>
          <p:cNvCxnSpPr>
            <a:cxnSpLocks/>
          </p:cNvCxnSpPr>
          <p:nvPr/>
        </p:nvCxnSpPr>
        <p:spPr>
          <a:xfrm>
            <a:off x="2228605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16B9B3-E337-4099-97E1-B443431C8447}"/>
              </a:ext>
            </a:extLst>
          </p:cNvPr>
          <p:cNvCxnSpPr>
            <a:cxnSpLocks/>
          </p:cNvCxnSpPr>
          <p:nvPr/>
        </p:nvCxnSpPr>
        <p:spPr>
          <a:xfrm>
            <a:off x="2228605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E82142-322D-49A1-9A3E-BCF8CFFAF3A8}"/>
              </a:ext>
            </a:extLst>
          </p:cNvPr>
          <p:cNvCxnSpPr>
            <a:cxnSpLocks/>
          </p:cNvCxnSpPr>
          <p:nvPr/>
        </p:nvCxnSpPr>
        <p:spPr>
          <a:xfrm>
            <a:off x="2228605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D5A6AC8-05FE-4DC7-A6BC-1D12FC48D8F5}"/>
              </a:ext>
            </a:extLst>
          </p:cNvPr>
          <p:cNvCxnSpPr>
            <a:cxnSpLocks/>
          </p:cNvCxnSpPr>
          <p:nvPr/>
        </p:nvCxnSpPr>
        <p:spPr>
          <a:xfrm>
            <a:off x="2228605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9E2A011-5719-4E5B-8BBC-22E0A3E246B9}"/>
              </a:ext>
            </a:extLst>
          </p:cNvPr>
          <p:cNvCxnSpPr>
            <a:cxnSpLocks/>
          </p:cNvCxnSpPr>
          <p:nvPr/>
        </p:nvCxnSpPr>
        <p:spPr>
          <a:xfrm>
            <a:off x="2228605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70D05FA-2097-4350-AECB-84C1039DBEB6}"/>
              </a:ext>
            </a:extLst>
          </p:cNvPr>
          <p:cNvCxnSpPr>
            <a:cxnSpLocks/>
          </p:cNvCxnSpPr>
          <p:nvPr/>
        </p:nvCxnSpPr>
        <p:spPr>
          <a:xfrm>
            <a:off x="2228605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256EB91-4D6F-43D2-86CF-C1150BC9440A}"/>
              </a:ext>
            </a:extLst>
          </p:cNvPr>
          <p:cNvCxnSpPr>
            <a:cxnSpLocks/>
          </p:cNvCxnSpPr>
          <p:nvPr/>
        </p:nvCxnSpPr>
        <p:spPr>
          <a:xfrm>
            <a:off x="2228605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0DBB80E-EAFB-4812-B37D-AB8D8941628B}"/>
              </a:ext>
            </a:extLst>
          </p:cNvPr>
          <p:cNvCxnSpPr>
            <a:cxnSpLocks/>
          </p:cNvCxnSpPr>
          <p:nvPr/>
        </p:nvCxnSpPr>
        <p:spPr>
          <a:xfrm>
            <a:off x="2228605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53399B-0D1A-46FF-8181-512577CCD1BE}"/>
              </a:ext>
            </a:extLst>
          </p:cNvPr>
          <p:cNvCxnSpPr>
            <a:cxnSpLocks/>
          </p:cNvCxnSpPr>
          <p:nvPr/>
        </p:nvCxnSpPr>
        <p:spPr>
          <a:xfrm>
            <a:off x="2228605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F8ABEF0-4732-4C4C-BB9E-98BF7208B2A8}"/>
              </a:ext>
            </a:extLst>
          </p:cNvPr>
          <p:cNvCxnSpPr>
            <a:cxnSpLocks/>
          </p:cNvCxnSpPr>
          <p:nvPr/>
        </p:nvCxnSpPr>
        <p:spPr>
          <a:xfrm>
            <a:off x="2228605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085A5A2-E407-462C-9563-2BF57F22218B}"/>
              </a:ext>
            </a:extLst>
          </p:cNvPr>
          <p:cNvCxnSpPr>
            <a:cxnSpLocks/>
          </p:cNvCxnSpPr>
          <p:nvPr/>
        </p:nvCxnSpPr>
        <p:spPr>
          <a:xfrm>
            <a:off x="2228605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AAC153-F377-4897-A83E-32625A836F20}"/>
              </a:ext>
            </a:extLst>
          </p:cNvPr>
          <p:cNvCxnSpPr>
            <a:cxnSpLocks/>
          </p:cNvCxnSpPr>
          <p:nvPr/>
        </p:nvCxnSpPr>
        <p:spPr>
          <a:xfrm>
            <a:off x="2228605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E0572AE-5E27-48AE-95E3-301D1AE7421B}"/>
              </a:ext>
            </a:extLst>
          </p:cNvPr>
          <p:cNvCxnSpPr>
            <a:cxnSpLocks/>
          </p:cNvCxnSpPr>
          <p:nvPr/>
        </p:nvCxnSpPr>
        <p:spPr>
          <a:xfrm>
            <a:off x="2228605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6819B43-6FBC-4C43-A6FD-D384A3EFF6C2}"/>
              </a:ext>
            </a:extLst>
          </p:cNvPr>
          <p:cNvCxnSpPr>
            <a:cxnSpLocks/>
          </p:cNvCxnSpPr>
          <p:nvPr/>
        </p:nvCxnSpPr>
        <p:spPr>
          <a:xfrm>
            <a:off x="2228605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6B5C4B-1E9F-4077-B19B-ECFF1511C62C}"/>
              </a:ext>
            </a:extLst>
          </p:cNvPr>
          <p:cNvCxnSpPr>
            <a:cxnSpLocks/>
          </p:cNvCxnSpPr>
          <p:nvPr/>
        </p:nvCxnSpPr>
        <p:spPr>
          <a:xfrm>
            <a:off x="2228605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2268592-7A1D-409A-97A5-3B02B6BEB4EF}"/>
              </a:ext>
            </a:extLst>
          </p:cNvPr>
          <p:cNvCxnSpPr>
            <a:cxnSpLocks/>
          </p:cNvCxnSpPr>
          <p:nvPr/>
        </p:nvCxnSpPr>
        <p:spPr>
          <a:xfrm>
            <a:off x="2228605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89338E3-CCB0-4522-A19D-FA6B427445E4}"/>
              </a:ext>
            </a:extLst>
          </p:cNvPr>
          <p:cNvCxnSpPr>
            <a:cxnSpLocks/>
          </p:cNvCxnSpPr>
          <p:nvPr/>
        </p:nvCxnSpPr>
        <p:spPr>
          <a:xfrm>
            <a:off x="2228605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AFAEC1-B3AD-4B62-98E9-48F3A2CD9E1F}"/>
              </a:ext>
            </a:extLst>
          </p:cNvPr>
          <p:cNvCxnSpPr>
            <a:cxnSpLocks/>
          </p:cNvCxnSpPr>
          <p:nvPr/>
        </p:nvCxnSpPr>
        <p:spPr>
          <a:xfrm>
            <a:off x="2228605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55921-AA5E-4115-A845-1AF5DDCDEB9D}"/>
              </a:ext>
            </a:extLst>
          </p:cNvPr>
          <p:cNvCxnSpPr>
            <a:cxnSpLocks/>
          </p:cNvCxnSpPr>
          <p:nvPr/>
        </p:nvCxnSpPr>
        <p:spPr>
          <a:xfrm>
            <a:off x="2228605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47E3D21-01E8-4DA0-AD93-6AAFCAD6A16E}"/>
              </a:ext>
            </a:extLst>
          </p:cNvPr>
          <p:cNvCxnSpPr>
            <a:cxnSpLocks/>
          </p:cNvCxnSpPr>
          <p:nvPr/>
        </p:nvCxnSpPr>
        <p:spPr>
          <a:xfrm>
            <a:off x="2228605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C10950E-81FF-44E7-85CC-10E091CF25C9}"/>
              </a:ext>
            </a:extLst>
          </p:cNvPr>
          <p:cNvCxnSpPr>
            <a:cxnSpLocks/>
          </p:cNvCxnSpPr>
          <p:nvPr/>
        </p:nvCxnSpPr>
        <p:spPr>
          <a:xfrm>
            <a:off x="2228605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D8DF2A0-5C4D-4925-AE22-002897C224D1}"/>
              </a:ext>
            </a:extLst>
          </p:cNvPr>
          <p:cNvCxnSpPr>
            <a:cxnSpLocks/>
          </p:cNvCxnSpPr>
          <p:nvPr/>
        </p:nvCxnSpPr>
        <p:spPr>
          <a:xfrm>
            <a:off x="2228605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DF620EE-973E-412B-BFB8-0B0548CF7241}"/>
              </a:ext>
            </a:extLst>
          </p:cNvPr>
          <p:cNvCxnSpPr>
            <a:cxnSpLocks/>
          </p:cNvCxnSpPr>
          <p:nvPr/>
        </p:nvCxnSpPr>
        <p:spPr>
          <a:xfrm>
            <a:off x="2228605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AFE86D-6B63-485A-8552-D39C28463753}"/>
              </a:ext>
            </a:extLst>
          </p:cNvPr>
          <p:cNvCxnSpPr>
            <a:cxnSpLocks/>
          </p:cNvCxnSpPr>
          <p:nvPr/>
        </p:nvCxnSpPr>
        <p:spPr>
          <a:xfrm>
            <a:off x="2228605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D738B8F-BB64-4702-8BFF-D8C6E1B2F754}"/>
              </a:ext>
            </a:extLst>
          </p:cNvPr>
          <p:cNvCxnSpPr>
            <a:cxnSpLocks/>
          </p:cNvCxnSpPr>
          <p:nvPr/>
        </p:nvCxnSpPr>
        <p:spPr>
          <a:xfrm>
            <a:off x="2228605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903445A-B9B6-497F-A815-EB574E233156}"/>
              </a:ext>
            </a:extLst>
          </p:cNvPr>
          <p:cNvCxnSpPr>
            <a:cxnSpLocks/>
          </p:cNvCxnSpPr>
          <p:nvPr/>
        </p:nvCxnSpPr>
        <p:spPr>
          <a:xfrm>
            <a:off x="2228605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F1A36FB-1637-46A9-BEC4-2A9D233325A8}"/>
              </a:ext>
            </a:extLst>
          </p:cNvPr>
          <p:cNvCxnSpPr>
            <a:cxnSpLocks/>
          </p:cNvCxnSpPr>
          <p:nvPr/>
        </p:nvCxnSpPr>
        <p:spPr>
          <a:xfrm>
            <a:off x="2228605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7913E57-C2E8-4AD9-98EE-F4536066322A}"/>
              </a:ext>
            </a:extLst>
          </p:cNvPr>
          <p:cNvCxnSpPr>
            <a:cxnSpLocks/>
          </p:cNvCxnSpPr>
          <p:nvPr/>
        </p:nvCxnSpPr>
        <p:spPr>
          <a:xfrm>
            <a:off x="2228605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AC8DECC-0E7E-4044-AF81-428670124FB8}"/>
              </a:ext>
            </a:extLst>
          </p:cNvPr>
          <p:cNvCxnSpPr>
            <a:cxnSpLocks/>
          </p:cNvCxnSpPr>
          <p:nvPr/>
        </p:nvCxnSpPr>
        <p:spPr>
          <a:xfrm>
            <a:off x="2228605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BD92A1A-3EB7-4B09-839E-1F79BD86AED2}"/>
              </a:ext>
            </a:extLst>
          </p:cNvPr>
          <p:cNvCxnSpPr>
            <a:cxnSpLocks/>
          </p:cNvCxnSpPr>
          <p:nvPr/>
        </p:nvCxnSpPr>
        <p:spPr>
          <a:xfrm>
            <a:off x="2228605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703D20C-A183-42F6-BF8E-CA49BDC09B38}"/>
              </a:ext>
            </a:extLst>
          </p:cNvPr>
          <p:cNvCxnSpPr>
            <a:cxnSpLocks/>
          </p:cNvCxnSpPr>
          <p:nvPr/>
        </p:nvCxnSpPr>
        <p:spPr>
          <a:xfrm>
            <a:off x="2228605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B0DEC39-58A1-46DF-B98B-542EEC8AC9D7}"/>
              </a:ext>
            </a:extLst>
          </p:cNvPr>
          <p:cNvCxnSpPr>
            <a:cxnSpLocks/>
          </p:cNvCxnSpPr>
          <p:nvPr/>
        </p:nvCxnSpPr>
        <p:spPr>
          <a:xfrm>
            <a:off x="2228605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128FD4B-B252-4FA3-BB80-B89B72145CEF}"/>
              </a:ext>
            </a:extLst>
          </p:cNvPr>
          <p:cNvCxnSpPr>
            <a:cxnSpLocks/>
          </p:cNvCxnSpPr>
          <p:nvPr/>
        </p:nvCxnSpPr>
        <p:spPr>
          <a:xfrm>
            <a:off x="2228605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A22EB6E-2518-4A4D-A6E6-4677A6D99DE8}"/>
              </a:ext>
            </a:extLst>
          </p:cNvPr>
          <p:cNvCxnSpPr>
            <a:cxnSpLocks/>
          </p:cNvCxnSpPr>
          <p:nvPr/>
        </p:nvCxnSpPr>
        <p:spPr>
          <a:xfrm>
            <a:off x="3106146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5B14032-5BEF-4B78-8162-CCB7FA676D2E}"/>
              </a:ext>
            </a:extLst>
          </p:cNvPr>
          <p:cNvCxnSpPr>
            <a:cxnSpLocks/>
          </p:cNvCxnSpPr>
          <p:nvPr/>
        </p:nvCxnSpPr>
        <p:spPr>
          <a:xfrm>
            <a:off x="3106146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E6696AF-F9F0-451C-91E9-19D61E297840}"/>
              </a:ext>
            </a:extLst>
          </p:cNvPr>
          <p:cNvCxnSpPr>
            <a:cxnSpLocks/>
          </p:cNvCxnSpPr>
          <p:nvPr/>
        </p:nvCxnSpPr>
        <p:spPr>
          <a:xfrm>
            <a:off x="3106146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FB8C61C-713A-40BC-BA5B-64E7EA2D13F3}"/>
              </a:ext>
            </a:extLst>
          </p:cNvPr>
          <p:cNvCxnSpPr>
            <a:cxnSpLocks/>
          </p:cNvCxnSpPr>
          <p:nvPr/>
        </p:nvCxnSpPr>
        <p:spPr>
          <a:xfrm>
            <a:off x="3106146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AEAADCA-F58C-4FD6-9886-68A0A9532A12}"/>
              </a:ext>
            </a:extLst>
          </p:cNvPr>
          <p:cNvCxnSpPr>
            <a:cxnSpLocks/>
          </p:cNvCxnSpPr>
          <p:nvPr/>
        </p:nvCxnSpPr>
        <p:spPr>
          <a:xfrm>
            <a:off x="3106146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2066F8B-F7BE-4A34-BEF6-AA9C1B2236A2}"/>
              </a:ext>
            </a:extLst>
          </p:cNvPr>
          <p:cNvCxnSpPr>
            <a:cxnSpLocks/>
          </p:cNvCxnSpPr>
          <p:nvPr/>
        </p:nvCxnSpPr>
        <p:spPr>
          <a:xfrm>
            <a:off x="3106146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3C94C71-39B2-44F3-8C2C-AA58B406CF94}"/>
              </a:ext>
            </a:extLst>
          </p:cNvPr>
          <p:cNvCxnSpPr>
            <a:cxnSpLocks/>
          </p:cNvCxnSpPr>
          <p:nvPr/>
        </p:nvCxnSpPr>
        <p:spPr>
          <a:xfrm>
            <a:off x="3106146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67F472B-11CD-4691-A6DC-EB536DC1E31D}"/>
              </a:ext>
            </a:extLst>
          </p:cNvPr>
          <p:cNvCxnSpPr>
            <a:cxnSpLocks/>
          </p:cNvCxnSpPr>
          <p:nvPr/>
        </p:nvCxnSpPr>
        <p:spPr>
          <a:xfrm>
            <a:off x="3106146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E1C0249-07CA-4208-AABA-E80A145C280E}"/>
              </a:ext>
            </a:extLst>
          </p:cNvPr>
          <p:cNvCxnSpPr>
            <a:cxnSpLocks/>
          </p:cNvCxnSpPr>
          <p:nvPr/>
        </p:nvCxnSpPr>
        <p:spPr>
          <a:xfrm>
            <a:off x="3106146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1EBF6AE-26E0-4073-93DB-6211EB2BE159}"/>
              </a:ext>
            </a:extLst>
          </p:cNvPr>
          <p:cNvCxnSpPr>
            <a:cxnSpLocks/>
          </p:cNvCxnSpPr>
          <p:nvPr/>
        </p:nvCxnSpPr>
        <p:spPr>
          <a:xfrm>
            <a:off x="3106146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D67C8E3-ECAE-4F80-9853-EE7095377F29}"/>
              </a:ext>
            </a:extLst>
          </p:cNvPr>
          <p:cNvCxnSpPr>
            <a:cxnSpLocks/>
          </p:cNvCxnSpPr>
          <p:nvPr/>
        </p:nvCxnSpPr>
        <p:spPr>
          <a:xfrm>
            <a:off x="3106146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5E3897E-0ED4-47E6-A6EC-5AE5A871A5F8}"/>
              </a:ext>
            </a:extLst>
          </p:cNvPr>
          <p:cNvCxnSpPr>
            <a:cxnSpLocks/>
          </p:cNvCxnSpPr>
          <p:nvPr/>
        </p:nvCxnSpPr>
        <p:spPr>
          <a:xfrm>
            <a:off x="3106146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CDDC43FC-B8CE-46B0-9928-6DC4B315CE34}"/>
              </a:ext>
            </a:extLst>
          </p:cNvPr>
          <p:cNvCxnSpPr>
            <a:cxnSpLocks/>
          </p:cNvCxnSpPr>
          <p:nvPr/>
        </p:nvCxnSpPr>
        <p:spPr>
          <a:xfrm>
            <a:off x="3106146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B32D3C8-2023-4E52-8FC8-10ECED3CB336}"/>
              </a:ext>
            </a:extLst>
          </p:cNvPr>
          <p:cNvCxnSpPr>
            <a:cxnSpLocks/>
          </p:cNvCxnSpPr>
          <p:nvPr/>
        </p:nvCxnSpPr>
        <p:spPr>
          <a:xfrm>
            <a:off x="3106146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4A9624F-BFE0-40C0-8711-84B243DD8DD7}"/>
              </a:ext>
            </a:extLst>
          </p:cNvPr>
          <p:cNvCxnSpPr>
            <a:cxnSpLocks/>
          </p:cNvCxnSpPr>
          <p:nvPr/>
        </p:nvCxnSpPr>
        <p:spPr>
          <a:xfrm>
            <a:off x="3106146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4220C46-BA8C-41E5-879B-FFDDF1543140}"/>
              </a:ext>
            </a:extLst>
          </p:cNvPr>
          <p:cNvCxnSpPr>
            <a:cxnSpLocks/>
          </p:cNvCxnSpPr>
          <p:nvPr/>
        </p:nvCxnSpPr>
        <p:spPr>
          <a:xfrm>
            <a:off x="3106146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A82589C-72A6-4269-8366-27E5651DC015}"/>
              </a:ext>
            </a:extLst>
          </p:cNvPr>
          <p:cNvCxnSpPr>
            <a:cxnSpLocks/>
          </p:cNvCxnSpPr>
          <p:nvPr/>
        </p:nvCxnSpPr>
        <p:spPr>
          <a:xfrm>
            <a:off x="3106146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12F1DCA-CB6B-47AC-8112-DD8D6ED92B9D}"/>
              </a:ext>
            </a:extLst>
          </p:cNvPr>
          <p:cNvCxnSpPr>
            <a:cxnSpLocks/>
          </p:cNvCxnSpPr>
          <p:nvPr/>
        </p:nvCxnSpPr>
        <p:spPr>
          <a:xfrm>
            <a:off x="3106146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E68C93C-BDFE-4C27-95F7-AF022DF2C7B9}"/>
              </a:ext>
            </a:extLst>
          </p:cNvPr>
          <p:cNvCxnSpPr>
            <a:cxnSpLocks/>
          </p:cNvCxnSpPr>
          <p:nvPr/>
        </p:nvCxnSpPr>
        <p:spPr>
          <a:xfrm>
            <a:off x="3106146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1322CA9-0CA3-41CB-A5C7-A27BEDC7AE17}"/>
              </a:ext>
            </a:extLst>
          </p:cNvPr>
          <p:cNvCxnSpPr>
            <a:cxnSpLocks/>
          </p:cNvCxnSpPr>
          <p:nvPr/>
        </p:nvCxnSpPr>
        <p:spPr>
          <a:xfrm>
            <a:off x="3106146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0FD863E8-9C13-45CF-86DD-88973B0502B8}"/>
              </a:ext>
            </a:extLst>
          </p:cNvPr>
          <p:cNvCxnSpPr>
            <a:cxnSpLocks/>
          </p:cNvCxnSpPr>
          <p:nvPr/>
        </p:nvCxnSpPr>
        <p:spPr>
          <a:xfrm>
            <a:off x="3106146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97A9997-5E04-4539-BB25-B64E6E232F3A}"/>
              </a:ext>
            </a:extLst>
          </p:cNvPr>
          <p:cNvCxnSpPr>
            <a:cxnSpLocks/>
          </p:cNvCxnSpPr>
          <p:nvPr/>
        </p:nvCxnSpPr>
        <p:spPr>
          <a:xfrm>
            <a:off x="3106146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4D64F58-EC1F-4A12-87D2-7F6046A7630D}"/>
              </a:ext>
            </a:extLst>
          </p:cNvPr>
          <p:cNvCxnSpPr>
            <a:cxnSpLocks/>
          </p:cNvCxnSpPr>
          <p:nvPr/>
        </p:nvCxnSpPr>
        <p:spPr>
          <a:xfrm>
            <a:off x="3106146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70D67F1-23DE-4334-87C4-87E2C205E395}"/>
              </a:ext>
            </a:extLst>
          </p:cNvPr>
          <p:cNvCxnSpPr>
            <a:cxnSpLocks/>
          </p:cNvCxnSpPr>
          <p:nvPr/>
        </p:nvCxnSpPr>
        <p:spPr>
          <a:xfrm>
            <a:off x="3106146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EA293E1-460F-4D55-ACE3-068E114A0340}"/>
              </a:ext>
            </a:extLst>
          </p:cNvPr>
          <p:cNvCxnSpPr>
            <a:cxnSpLocks/>
          </p:cNvCxnSpPr>
          <p:nvPr/>
        </p:nvCxnSpPr>
        <p:spPr>
          <a:xfrm>
            <a:off x="3106146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2BEB8F0-A926-4145-AC4A-3BAFC2B98BA8}"/>
              </a:ext>
            </a:extLst>
          </p:cNvPr>
          <p:cNvCxnSpPr>
            <a:cxnSpLocks/>
          </p:cNvCxnSpPr>
          <p:nvPr/>
        </p:nvCxnSpPr>
        <p:spPr>
          <a:xfrm>
            <a:off x="3106146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E8BC26F5-1443-4BDF-9691-E41DFCB1C351}"/>
              </a:ext>
            </a:extLst>
          </p:cNvPr>
          <p:cNvCxnSpPr>
            <a:cxnSpLocks/>
          </p:cNvCxnSpPr>
          <p:nvPr/>
        </p:nvCxnSpPr>
        <p:spPr>
          <a:xfrm>
            <a:off x="3106146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FE273FF-151A-472A-8EB2-0E71E5C2EBDD}"/>
              </a:ext>
            </a:extLst>
          </p:cNvPr>
          <p:cNvCxnSpPr>
            <a:cxnSpLocks/>
          </p:cNvCxnSpPr>
          <p:nvPr/>
        </p:nvCxnSpPr>
        <p:spPr>
          <a:xfrm>
            <a:off x="3106146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DB89752-AC0B-4FFE-8673-C51C8FDFC633}"/>
              </a:ext>
            </a:extLst>
          </p:cNvPr>
          <p:cNvCxnSpPr>
            <a:cxnSpLocks/>
          </p:cNvCxnSpPr>
          <p:nvPr/>
        </p:nvCxnSpPr>
        <p:spPr>
          <a:xfrm>
            <a:off x="3106146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96E1E61-FB3D-41AD-AB56-D18DE6357845}"/>
              </a:ext>
            </a:extLst>
          </p:cNvPr>
          <p:cNvCxnSpPr>
            <a:cxnSpLocks/>
          </p:cNvCxnSpPr>
          <p:nvPr/>
        </p:nvCxnSpPr>
        <p:spPr>
          <a:xfrm>
            <a:off x="3106146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38B995D4-04B1-471A-BAC6-AB8C6489F73D}"/>
              </a:ext>
            </a:extLst>
          </p:cNvPr>
          <p:cNvCxnSpPr>
            <a:cxnSpLocks/>
          </p:cNvCxnSpPr>
          <p:nvPr/>
        </p:nvCxnSpPr>
        <p:spPr>
          <a:xfrm>
            <a:off x="3106146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1845701-1FBB-4EA6-8701-5627A8166BD7}"/>
              </a:ext>
            </a:extLst>
          </p:cNvPr>
          <p:cNvCxnSpPr>
            <a:cxnSpLocks/>
          </p:cNvCxnSpPr>
          <p:nvPr/>
        </p:nvCxnSpPr>
        <p:spPr>
          <a:xfrm>
            <a:off x="3106146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871A406-FB32-4842-9CFD-CF3C742E27F5}"/>
              </a:ext>
            </a:extLst>
          </p:cNvPr>
          <p:cNvCxnSpPr>
            <a:cxnSpLocks/>
          </p:cNvCxnSpPr>
          <p:nvPr/>
        </p:nvCxnSpPr>
        <p:spPr>
          <a:xfrm>
            <a:off x="3106146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B707864-0A1F-40F9-8CA2-C3C496D940F1}"/>
              </a:ext>
            </a:extLst>
          </p:cNvPr>
          <p:cNvCxnSpPr>
            <a:cxnSpLocks/>
          </p:cNvCxnSpPr>
          <p:nvPr/>
        </p:nvCxnSpPr>
        <p:spPr>
          <a:xfrm>
            <a:off x="3993313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15B6D79-EC6A-4397-A413-615D06BD1C17}"/>
              </a:ext>
            </a:extLst>
          </p:cNvPr>
          <p:cNvCxnSpPr>
            <a:cxnSpLocks/>
          </p:cNvCxnSpPr>
          <p:nvPr/>
        </p:nvCxnSpPr>
        <p:spPr>
          <a:xfrm>
            <a:off x="3993313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526EF86-B618-4444-A863-CFD3D4590E2D}"/>
              </a:ext>
            </a:extLst>
          </p:cNvPr>
          <p:cNvCxnSpPr>
            <a:cxnSpLocks/>
          </p:cNvCxnSpPr>
          <p:nvPr/>
        </p:nvCxnSpPr>
        <p:spPr>
          <a:xfrm>
            <a:off x="3993313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77FAA1E-6EBE-4F2A-BD7B-AA898D19DB14}"/>
              </a:ext>
            </a:extLst>
          </p:cNvPr>
          <p:cNvCxnSpPr>
            <a:cxnSpLocks/>
          </p:cNvCxnSpPr>
          <p:nvPr/>
        </p:nvCxnSpPr>
        <p:spPr>
          <a:xfrm>
            <a:off x="3993313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668E7B5-2CC4-403D-8F6E-1650A2F22CF5}"/>
              </a:ext>
            </a:extLst>
          </p:cNvPr>
          <p:cNvCxnSpPr>
            <a:cxnSpLocks/>
          </p:cNvCxnSpPr>
          <p:nvPr/>
        </p:nvCxnSpPr>
        <p:spPr>
          <a:xfrm>
            <a:off x="3993313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AD0D474-79B3-448B-8934-3F4E81C0B377}"/>
              </a:ext>
            </a:extLst>
          </p:cNvPr>
          <p:cNvCxnSpPr>
            <a:cxnSpLocks/>
          </p:cNvCxnSpPr>
          <p:nvPr/>
        </p:nvCxnSpPr>
        <p:spPr>
          <a:xfrm>
            <a:off x="399331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911FA2F-68AC-444D-B290-EDA266757E68}"/>
              </a:ext>
            </a:extLst>
          </p:cNvPr>
          <p:cNvCxnSpPr>
            <a:cxnSpLocks/>
          </p:cNvCxnSpPr>
          <p:nvPr/>
        </p:nvCxnSpPr>
        <p:spPr>
          <a:xfrm>
            <a:off x="3993313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05CF82E-3073-4196-B391-6E2AA496FD4C}"/>
              </a:ext>
            </a:extLst>
          </p:cNvPr>
          <p:cNvCxnSpPr>
            <a:cxnSpLocks/>
          </p:cNvCxnSpPr>
          <p:nvPr/>
        </p:nvCxnSpPr>
        <p:spPr>
          <a:xfrm>
            <a:off x="3993313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CC870679-8DFF-4EC7-AFB7-D846C55E33FF}"/>
              </a:ext>
            </a:extLst>
          </p:cNvPr>
          <p:cNvCxnSpPr>
            <a:cxnSpLocks/>
          </p:cNvCxnSpPr>
          <p:nvPr/>
        </p:nvCxnSpPr>
        <p:spPr>
          <a:xfrm>
            <a:off x="3993313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58AF3F4-348A-4D38-9051-9C7F28F5BC89}"/>
              </a:ext>
            </a:extLst>
          </p:cNvPr>
          <p:cNvCxnSpPr>
            <a:cxnSpLocks/>
          </p:cNvCxnSpPr>
          <p:nvPr/>
        </p:nvCxnSpPr>
        <p:spPr>
          <a:xfrm>
            <a:off x="3993313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D719E66-5270-4A36-BA27-E50506A8DFAE}"/>
              </a:ext>
            </a:extLst>
          </p:cNvPr>
          <p:cNvCxnSpPr>
            <a:cxnSpLocks/>
          </p:cNvCxnSpPr>
          <p:nvPr/>
        </p:nvCxnSpPr>
        <p:spPr>
          <a:xfrm>
            <a:off x="3993313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FE9BD58-3D87-4667-8EF3-BED34BD4D2C4}"/>
              </a:ext>
            </a:extLst>
          </p:cNvPr>
          <p:cNvCxnSpPr>
            <a:cxnSpLocks/>
          </p:cNvCxnSpPr>
          <p:nvPr/>
        </p:nvCxnSpPr>
        <p:spPr>
          <a:xfrm>
            <a:off x="3993313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7177306-C9DD-4CF6-B378-184A23685034}"/>
              </a:ext>
            </a:extLst>
          </p:cNvPr>
          <p:cNvCxnSpPr>
            <a:cxnSpLocks/>
          </p:cNvCxnSpPr>
          <p:nvPr/>
        </p:nvCxnSpPr>
        <p:spPr>
          <a:xfrm>
            <a:off x="3993313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B428869-7897-4B46-AB98-090C3506293C}"/>
              </a:ext>
            </a:extLst>
          </p:cNvPr>
          <p:cNvCxnSpPr>
            <a:cxnSpLocks/>
          </p:cNvCxnSpPr>
          <p:nvPr/>
        </p:nvCxnSpPr>
        <p:spPr>
          <a:xfrm>
            <a:off x="3993313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C3127A5-290E-4766-82B8-260604BB8FEF}"/>
              </a:ext>
            </a:extLst>
          </p:cNvPr>
          <p:cNvCxnSpPr>
            <a:cxnSpLocks/>
          </p:cNvCxnSpPr>
          <p:nvPr/>
        </p:nvCxnSpPr>
        <p:spPr>
          <a:xfrm>
            <a:off x="3993313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9E604EA-A706-44CA-BCE3-E369219C7105}"/>
              </a:ext>
            </a:extLst>
          </p:cNvPr>
          <p:cNvCxnSpPr>
            <a:cxnSpLocks/>
          </p:cNvCxnSpPr>
          <p:nvPr/>
        </p:nvCxnSpPr>
        <p:spPr>
          <a:xfrm>
            <a:off x="3993313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B2531A0-D186-4BB5-9BED-A05047FBD690}"/>
              </a:ext>
            </a:extLst>
          </p:cNvPr>
          <p:cNvCxnSpPr>
            <a:cxnSpLocks/>
          </p:cNvCxnSpPr>
          <p:nvPr/>
        </p:nvCxnSpPr>
        <p:spPr>
          <a:xfrm>
            <a:off x="3993313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7FB80D9-1055-4752-9C86-366C5EB3AE14}"/>
              </a:ext>
            </a:extLst>
          </p:cNvPr>
          <p:cNvCxnSpPr>
            <a:cxnSpLocks/>
          </p:cNvCxnSpPr>
          <p:nvPr/>
        </p:nvCxnSpPr>
        <p:spPr>
          <a:xfrm>
            <a:off x="3993313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B218F8E-4EDF-4FE6-8BC6-FE1B23E1BEF3}"/>
              </a:ext>
            </a:extLst>
          </p:cNvPr>
          <p:cNvCxnSpPr>
            <a:cxnSpLocks/>
          </p:cNvCxnSpPr>
          <p:nvPr/>
        </p:nvCxnSpPr>
        <p:spPr>
          <a:xfrm>
            <a:off x="3993313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5FF2C65-AD09-4382-989C-4B729F795D1F}"/>
              </a:ext>
            </a:extLst>
          </p:cNvPr>
          <p:cNvCxnSpPr>
            <a:cxnSpLocks/>
          </p:cNvCxnSpPr>
          <p:nvPr/>
        </p:nvCxnSpPr>
        <p:spPr>
          <a:xfrm>
            <a:off x="3993313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A63CF24-1999-408D-BA48-8780BDC4FCC5}"/>
              </a:ext>
            </a:extLst>
          </p:cNvPr>
          <p:cNvCxnSpPr>
            <a:cxnSpLocks/>
          </p:cNvCxnSpPr>
          <p:nvPr/>
        </p:nvCxnSpPr>
        <p:spPr>
          <a:xfrm>
            <a:off x="3993313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C5AB3F6A-6648-4855-8CBE-700C31A10547}"/>
              </a:ext>
            </a:extLst>
          </p:cNvPr>
          <p:cNvCxnSpPr>
            <a:cxnSpLocks/>
          </p:cNvCxnSpPr>
          <p:nvPr/>
        </p:nvCxnSpPr>
        <p:spPr>
          <a:xfrm>
            <a:off x="3993313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FEEAD47-2711-4ABB-9CAB-F3FE7A280342}"/>
              </a:ext>
            </a:extLst>
          </p:cNvPr>
          <p:cNvCxnSpPr>
            <a:cxnSpLocks/>
          </p:cNvCxnSpPr>
          <p:nvPr/>
        </p:nvCxnSpPr>
        <p:spPr>
          <a:xfrm>
            <a:off x="3993313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85C7B4A-7887-4E16-92D3-850901666D9E}"/>
              </a:ext>
            </a:extLst>
          </p:cNvPr>
          <p:cNvCxnSpPr>
            <a:cxnSpLocks/>
          </p:cNvCxnSpPr>
          <p:nvPr/>
        </p:nvCxnSpPr>
        <p:spPr>
          <a:xfrm>
            <a:off x="3993313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60C8DA43-AD7F-4D55-A188-E5E4F468A8F4}"/>
              </a:ext>
            </a:extLst>
          </p:cNvPr>
          <p:cNvCxnSpPr>
            <a:cxnSpLocks/>
          </p:cNvCxnSpPr>
          <p:nvPr/>
        </p:nvCxnSpPr>
        <p:spPr>
          <a:xfrm>
            <a:off x="3993313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49A94B9F-E51D-4F7D-A60C-92EAE3648255}"/>
              </a:ext>
            </a:extLst>
          </p:cNvPr>
          <p:cNvCxnSpPr>
            <a:cxnSpLocks/>
          </p:cNvCxnSpPr>
          <p:nvPr/>
        </p:nvCxnSpPr>
        <p:spPr>
          <a:xfrm>
            <a:off x="3993313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4A28023F-C3A2-4CF6-AC1E-63FD2561FC0A}"/>
              </a:ext>
            </a:extLst>
          </p:cNvPr>
          <p:cNvCxnSpPr>
            <a:cxnSpLocks/>
          </p:cNvCxnSpPr>
          <p:nvPr/>
        </p:nvCxnSpPr>
        <p:spPr>
          <a:xfrm>
            <a:off x="399331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079EC3-1E46-4FC8-AE14-72C0AF317D1C}"/>
              </a:ext>
            </a:extLst>
          </p:cNvPr>
          <p:cNvCxnSpPr>
            <a:cxnSpLocks/>
          </p:cNvCxnSpPr>
          <p:nvPr/>
        </p:nvCxnSpPr>
        <p:spPr>
          <a:xfrm>
            <a:off x="3993313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536D7C37-A18D-409B-8969-4801DDD9FFD7}"/>
              </a:ext>
            </a:extLst>
          </p:cNvPr>
          <p:cNvCxnSpPr>
            <a:cxnSpLocks/>
          </p:cNvCxnSpPr>
          <p:nvPr/>
        </p:nvCxnSpPr>
        <p:spPr>
          <a:xfrm>
            <a:off x="3993313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81590EFB-E544-47C0-9A83-F940DB46C5A5}"/>
              </a:ext>
            </a:extLst>
          </p:cNvPr>
          <p:cNvCxnSpPr>
            <a:cxnSpLocks/>
          </p:cNvCxnSpPr>
          <p:nvPr/>
        </p:nvCxnSpPr>
        <p:spPr>
          <a:xfrm>
            <a:off x="3993313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75813D-E5E6-4FFB-A15B-7BCDF0CFB078}"/>
              </a:ext>
            </a:extLst>
          </p:cNvPr>
          <p:cNvCxnSpPr>
            <a:cxnSpLocks/>
          </p:cNvCxnSpPr>
          <p:nvPr/>
        </p:nvCxnSpPr>
        <p:spPr>
          <a:xfrm>
            <a:off x="3993313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2F7779F-83D6-4486-8A86-FE9E2B15B2FB}"/>
              </a:ext>
            </a:extLst>
          </p:cNvPr>
          <p:cNvCxnSpPr>
            <a:cxnSpLocks/>
          </p:cNvCxnSpPr>
          <p:nvPr/>
        </p:nvCxnSpPr>
        <p:spPr>
          <a:xfrm>
            <a:off x="3993313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D54BD46-59C7-42FE-B0A3-A15433B3CF9E}"/>
              </a:ext>
            </a:extLst>
          </p:cNvPr>
          <p:cNvCxnSpPr>
            <a:cxnSpLocks/>
          </p:cNvCxnSpPr>
          <p:nvPr/>
        </p:nvCxnSpPr>
        <p:spPr>
          <a:xfrm>
            <a:off x="3993313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489D517A-637A-4BE1-95AE-A214410687E2}"/>
              </a:ext>
            </a:extLst>
          </p:cNvPr>
          <p:cNvCxnSpPr>
            <a:cxnSpLocks/>
          </p:cNvCxnSpPr>
          <p:nvPr/>
        </p:nvCxnSpPr>
        <p:spPr>
          <a:xfrm>
            <a:off x="4880479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A7D3142B-9AAD-4749-A821-3B0B40B87BDD}"/>
              </a:ext>
            </a:extLst>
          </p:cNvPr>
          <p:cNvCxnSpPr>
            <a:cxnSpLocks/>
          </p:cNvCxnSpPr>
          <p:nvPr/>
        </p:nvCxnSpPr>
        <p:spPr>
          <a:xfrm>
            <a:off x="4880479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87288C1-CD8E-46E6-8C02-0BF77376DF5F}"/>
              </a:ext>
            </a:extLst>
          </p:cNvPr>
          <p:cNvCxnSpPr>
            <a:cxnSpLocks/>
          </p:cNvCxnSpPr>
          <p:nvPr/>
        </p:nvCxnSpPr>
        <p:spPr>
          <a:xfrm>
            <a:off x="4880479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134436AA-963D-4F9B-982E-230B0CD8F6B8}"/>
              </a:ext>
            </a:extLst>
          </p:cNvPr>
          <p:cNvCxnSpPr>
            <a:cxnSpLocks/>
          </p:cNvCxnSpPr>
          <p:nvPr/>
        </p:nvCxnSpPr>
        <p:spPr>
          <a:xfrm>
            <a:off x="4880479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8EF9518-ACF5-4BE1-B9D9-61DA4E243A9B}"/>
              </a:ext>
            </a:extLst>
          </p:cNvPr>
          <p:cNvCxnSpPr>
            <a:cxnSpLocks/>
          </p:cNvCxnSpPr>
          <p:nvPr/>
        </p:nvCxnSpPr>
        <p:spPr>
          <a:xfrm>
            <a:off x="4880479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1C7DD3D-6EF7-419F-9FB0-E1BC88B26D75}"/>
              </a:ext>
            </a:extLst>
          </p:cNvPr>
          <p:cNvCxnSpPr>
            <a:cxnSpLocks/>
          </p:cNvCxnSpPr>
          <p:nvPr/>
        </p:nvCxnSpPr>
        <p:spPr>
          <a:xfrm>
            <a:off x="4880479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7218584-FDF5-49E3-A32C-21AD799ABF8D}"/>
              </a:ext>
            </a:extLst>
          </p:cNvPr>
          <p:cNvCxnSpPr>
            <a:cxnSpLocks/>
          </p:cNvCxnSpPr>
          <p:nvPr/>
        </p:nvCxnSpPr>
        <p:spPr>
          <a:xfrm>
            <a:off x="4880479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CC609A8E-2902-42C2-B605-4F27522A03EE}"/>
              </a:ext>
            </a:extLst>
          </p:cNvPr>
          <p:cNvCxnSpPr>
            <a:cxnSpLocks/>
          </p:cNvCxnSpPr>
          <p:nvPr/>
        </p:nvCxnSpPr>
        <p:spPr>
          <a:xfrm>
            <a:off x="4880479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8954D004-25F1-41B1-9B61-D6954814311B}"/>
              </a:ext>
            </a:extLst>
          </p:cNvPr>
          <p:cNvCxnSpPr>
            <a:cxnSpLocks/>
          </p:cNvCxnSpPr>
          <p:nvPr/>
        </p:nvCxnSpPr>
        <p:spPr>
          <a:xfrm>
            <a:off x="4880479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4D42BD6-89DE-4D64-8EAC-C3E095BF68BD}"/>
              </a:ext>
            </a:extLst>
          </p:cNvPr>
          <p:cNvCxnSpPr>
            <a:cxnSpLocks/>
          </p:cNvCxnSpPr>
          <p:nvPr/>
        </p:nvCxnSpPr>
        <p:spPr>
          <a:xfrm>
            <a:off x="4880479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4EC6521B-C29A-44EE-8ED2-D373F72C88C3}"/>
              </a:ext>
            </a:extLst>
          </p:cNvPr>
          <p:cNvCxnSpPr>
            <a:cxnSpLocks/>
          </p:cNvCxnSpPr>
          <p:nvPr/>
        </p:nvCxnSpPr>
        <p:spPr>
          <a:xfrm>
            <a:off x="4880479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18B683C6-B593-4CB0-A28A-6142FAE5950A}"/>
              </a:ext>
            </a:extLst>
          </p:cNvPr>
          <p:cNvCxnSpPr>
            <a:cxnSpLocks/>
          </p:cNvCxnSpPr>
          <p:nvPr/>
        </p:nvCxnSpPr>
        <p:spPr>
          <a:xfrm>
            <a:off x="4880479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D8D439-DFBE-4DBC-905A-A4966045E1EA}"/>
              </a:ext>
            </a:extLst>
          </p:cNvPr>
          <p:cNvCxnSpPr>
            <a:cxnSpLocks/>
          </p:cNvCxnSpPr>
          <p:nvPr/>
        </p:nvCxnSpPr>
        <p:spPr>
          <a:xfrm>
            <a:off x="4880479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FBDEB7A-6A3F-4D72-9696-079506184356}"/>
              </a:ext>
            </a:extLst>
          </p:cNvPr>
          <p:cNvCxnSpPr>
            <a:cxnSpLocks/>
          </p:cNvCxnSpPr>
          <p:nvPr/>
        </p:nvCxnSpPr>
        <p:spPr>
          <a:xfrm>
            <a:off x="4880479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6DD09B2F-E4F1-40DD-92A1-15019FBD5E2B}"/>
              </a:ext>
            </a:extLst>
          </p:cNvPr>
          <p:cNvCxnSpPr>
            <a:cxnSpLocks/>
          </p:cNvCxnSpPr>
          <p:nvPr/>
        </p:nvCxnSpPr>
        <p:spPr>
          <a:xfrm>
            <a:off x="4880479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97C1476-8E53-4451-8191-6EF4B5BC41C1}"/>
              </a:ext>
            </a:extLst>
          </p:cNvPr>
          <p:cNvCxnSpPr>
            <a:cxnSpLocks/>
          </p:cNvCxnSpPr>
          <p:nvPr/>
        </p:nvCxnSpPr>
        <p:spPr>
          <a:xfrm>
            <a:off x="4880479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23318A2C-136B-46D7-BBF3-368C40B3A7DE}"/>
              </a:ext>
            </a:extLst>
          </p:cNvPr>
          <p:cNvCxnSpPr>
            <a:cxnSpLocks/>
          </p:cNvCxnSpPr>
          <p:nvPr/>
        </p:nvCxnSpPr>
        <p:spPr>
          <a:xfrm>
            <a:off x="4880479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259B5C6E-3FAE-45ED-9247-3A97DE8330CD}"/>
              </a:ext>
            </a:extLst>
          </p:cNvPr>
          <p:cNvCxnSpPr>
            <a:cxnSpLocks/>
          </p:cNvCxnSpPr>
          <p:nvPr/>
        </p:nvCxnSpPr>
        <p:spPr>
          <a:xfrm>
            <a:off x="4880479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84C7B06-FE6C-4105-9A93-1C3F17451786}"/>
              </a:ext>
            </a:extLst>
          </p:cNvPr>
          <p:cNvCxnSpPr>
            <a:cxnSpLocks/>
          </p:cNvCxnSpPr>
          <p:nvPr/>
        </p:nvCxnSpPr>
        <p:spPr>
          <a:xfrm>
            <a:off x="4880479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C9F7B27-36BE-4D83-8BA9-58C62A09C58D}"/>
              </a:ext>
            </a:extLst>
          </p:cNvPr>
          <p:cNvCxnSpPr>
            <a:cxnSpLocks/>
          </p:cNvCxnSpPr>
          <p:nvPr/>
        </p:nvCxnSpPr>
        <p:spPr>
          <a:xfrm>
            <a:off x="4880479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550C253-38F9-4B35-9F5E-11FFDAA26FDC}"/>
              </a:ext>
            </a:extLst>
          </p:cNvPr>
          <p:cNvCxnSpPr>
            <a:cxnSpLocks/>
          </p:cNvCxnSpPr>
          <p:nvPr/>
        </p:nvCxnSpPr>
        <p:spPr>
          <a:xfrm>
            <a:off x="4880479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687C0FB-386F-44DB-8DE5-2FA1C0C16B62}"/>
              </a:ext>
            </a:extLst>
          </p:cNvPr>
          <p:cNvCxnSpPr>
            <a:cxnSpLocks/>
          </p:cNvCxnSpPr>
          <p:nvPr/>
        </p:nvCxnSpPr>
        <p:spPr>
          <a:xfrm>
            <a:off x="4880479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870D4F1-7E6E-4FD6-BAA8-BD085DAF43EA}"/>
              </a:ext>
            </a:extLst>
          </p:cNvPr>
          <p:cNvCxnSpPr>
            <a:cxnSpLocks/>
          </p:cNvCxnSpPr>
          <p:nvPr/>
        </p:nvCxnSpPr>
        <p:spPr>
          <a:xfrm>
            <a:off x="4880479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9C5FA1C-1BA9-482F-BA06-870FE904E10C}"/>
              </a:ext>
            </a:extLst>
          </p:cNvPr>
          <p:cNvCxnSpPr>
            <a:cxnSpLocks/>
          </p:cNvCxnSpPr>
          <p:nvPr/>
        </p:nvCxnSpPr>
        <p:spPr>
          <a:xfrm>
            <a:off x="4880479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096E5B5-49BE-4B65-BD03-3D4F31E25A0F}"/>
              </a:ext>
            </a:extLst>
          </p:cNvPr>
          <p:cNvCxnSpPr>
            <a:cxnSpLocks/>
          </p:cNvCxnSpPr>
          <p:nvPr/>
        </p:nvCxnSpPr>
        <p:spPr>
          <a:xfrm>
            <a:off x="4880479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46DFB63C-D50E-4C1D-9BAB-FD982F7F53E6}"/>
              </a:ext>
            </a:extLst>
          </p:cNvPr>
          <p:cNvCxnSpPr>
            <a:cxnSpLocks/>
          </p:cNvCxnSpPr>
          <p:nvPr/>
        </p:nvCxnSpPr>
        <p:spPr>
          <a:xfrm>
            <a:off x="4880479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E177C33-0797-40DD-9B6E-1DEF9FC9AA34}"/>
              </a:ext>
            </a:extLst>
          </p:cNvPr>
          <p:cNvCxnSpPr>
            <a:cxnSpLocks/>
          </p:cNvCxnSpPr>
          <p:nvPr/>
        </p:nvCxnSpPr>
        <p:spPr>
          <a:xfrm>
            <a:off x="4880479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EDB3932D-EF31-4AB0-9773-580B9FEE9BB6}"/>
              </a:ext>
            </a:extLst>
          </p:cNvPr>
          <p:cNvCxnSpPr>
            <a:cxnSpLocks/>
          </p:cNvCxnSpPr>
          <p:nvPr/>
        </p:nvCxnSpPr>
        <p:spPr>
          <a:xfrm>
            <a:off x="4880479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69398CF-AB78-49B4-8F5E-8E7C979D9BC8}"/>
              </a:ext>
            </a:extLst>
          </p:cNvPr>
          <p:cNvCxnSpPr>
            <a:cxnSpLocks/>
          </p:cNvCxnSpPr>
          <p:nvPr/>
        </p:nvCxnSpPr>
        <p:spPr>
          <a:xfrm>
            <a:off x="4880479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1F2F25AE-8062-40B6-9A34-902CBA9D8699}"/>
              </a:ext>
            </a:extLst>
          </p:cNvPr>
          <p:cNvCxnSpPr>
            <a:cxnSpLocks/>
          </p:cNvCxnSpPr>
          <p:nvPr/>
        </p:nvCxnSpPr>
        <p:spPr>
          <a:xfrm>
            <a:off x="4880479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3EC3843B-769B-449B-966F-1851DABD8F38}"/>
              </a:ext>
            </a:extLst>
          </p:cNvPr>
          <p:cNvCxnSpPr>
            <a:cxnSpLocks/>
          </p:cNvCxnSpPr>
          <p:nvPr/>
        </p:nvCxnSpPr>
        <p:spPr>
          <a:xfrm>
            <a:off x="4880479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E4D7C910-E525-4749-834B-3E945520E8E6}"/>
              </a:ext>
            </a:extLst>
          </p:cNvPr>
          <p:cNvCxnSpPr>
            <a:cxnSpLocks/>
          </p:cNvCxnSpPr>
          <p:nvPr/>
        </p:nvCxnSpPr>
        <p:spPr>
          <a:xfrm>
            <a:off x="4880479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66A60E6C-9431-4F6D-9BFA-693CDACD3BF7}"/>
              </a:ext>
            </a:extLst>
          </p:cNvPr>
          <p:cNvCxnSpPr>
            <a:cxnSpLocks/>
          </p:cNvCxnSpPr>
          <p:nvPr/>
        </p:nvCxnSpPr>
        <p:spPr>
          <a:xfrm>
            <a:off x="4880479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E9039EE-3181-493B-8687-E8A25D64310A}"/>
              </a:ext>
            </a:extLst>
          </p:cNvPr>
          <p:cNvSpPr txBox="1"/>
          <p:nvPr/>
        </p:nvSpPr>
        <p:spPr>
          <a:xfrm>
            <a:off x="805319" y="5564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E27CDDD-AC5F-4741-88A9-5A4E9342439B}"/>
              </a:ext>
            </a:extLst>
          </p:cNvPr>
          <p:cNvSpPr txBox="1"/>
          <p:nvPr/>
        </p:nvSpPr>
        <p:spPr>
          <a:xfrm>
            <a:off x="1653213" y="556416"/>
            <a:ext cx="209994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7969D61-0AB9-42E6-8472-8B3A97329B29}"/>
              </a:ext>
            </a:extLst>
          </p:cNvPr>
          <p:cNvSpPr txBox="1"/>
          <p:nvPr/>
        </p:nvSpPr>
        <p:spPr>
          <a:xfrm>
            <a:off x="2543577" y="556416"/>
            <a:ext cx="1843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16ED463-4090-4A34-A1C6-F5624506A3AF}"/>
              </a:ext>
            </a:extLst>
          </p:cNvPr>
          <p:cNvSpPr txBox="1"/>
          <p:nvPr/>
        </p:nvSpPr>
        <p:spPr>
          <a:xfrm>
            <a:off x="3412291" y="556416"/>
            <a:ext cx="202000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96AF5F1-4409-49A1-99F6-DE67FE0B3913}"/>
              </a:ext>
            </a:extLst>
          </p:cNvPr>
          <p:cNvSpPr txBox="1"/>
          <p:nvPr/>
        </p:nvSpPr>
        <p:spPr>
          <a:xfrm>
            <a:off x="4249878" y="556416"/>
            <a:ext cx="301158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97312BD-9237-4B86-B759-B9F803C58D6F}"/>
              </a:ext>
            </a:extLst>
          </p:cNvPr>
          <p:cNvSpPr txBox="1"/>
          <p:nvPr/>
        </p:nvSpPr>
        <p:spPr>
          <a:xfrm>
            <a:off x="5144225" y="556416"/>
            <a:ext cx="286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F20066-6AAB-4A3E-B1A8-C6BB41AF9DF8}"/>
              </a:ext>
            </a:extLst>
          </p:cNvPr>
          <p:cNvSpPr txBox="1"/>
          <p:nvPr/>
        </p:nvSpPr>
        <p:spPr>
          <a:xfrm>
            <a:off x="313525" y="76646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F87BB81-FB98-4170-A573-9567B74438DC}"/>
              </a:ext>
            </a:extLst>
          </p:cNvPr>
          <p:cNvSpPr txBox="1"/>
          <p:nvPr/>
        </p:nvSpPr>
        <p:spPr>
          <a:xfrm>
            <a:off x="313525" y="98487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CB8B00-3410-46A6-8DE8-CBC2FB468E3A}"/>
              </a:ext>
            </a:extLst>
          </p:cNvPr>
          <p:cNvSpPr txBox="1"/>
          <p:nvPr/>
        </p:nvSpPr>
        <p:spPr>
          <a:xfrm>
            <a:off x="313525" y="120328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18E5DBB-05E6-445B-A7A0-6433A7C1D875}"/>
              </a:ext>
            </a:extLst>
          </p:cNvPr>
          <p:cNvSpPr txBox="1"/>
          <p:nvPr/>
        </p:nvSpPr>
        <p:spPr>
          <a:xfrm>
            <a:off x="313525" y="142169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4E28AF-E07B-499E-8298-64CB706BCBD0}"/>
              </a:ext>
            </a:extLst>
          </p:cNvPr>
          <p:cNvSpPr txBox="1"/>
          <p:nvPr/>
        </p:nvSpPr>
        <p:spPr>
          <a:xfrm>
            <a:off x="313525" y="164010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6FA4C45-C7CD-44F3-BEF1-A7CBC92C195D}"/>
              </a:ext>
            </a:extLst>
          </p:cNvPr>
          <p:cNvSpPr txBox="1"/>
          <p:nvPr/>
        </p:nvSpPr>
        <p:spPr>
          <a:xfrm>
            <a:off x="313525" y="185851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51F8FA8-9386-4497-B7D3-189C034CDD6F}"/>
              </a:ext>
            </a:extLst>
          </p:cNvPr>
          <p:cNvSpPr txBox="1"/>
          <p:nvPr/>
        </p:nvSpPr>
        <p:spPr>
          <a:xfrm>
            <a:off x="313525" y="207692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B5792C2-911F-4ED0-8BC1-5BD35EAEB691}"/>
              </a:ext>
            </a:extLst>
          </p:cNvPr>
          <p:cNvSpPr txBox="1"/>
          <p:nvPr/>
        </p:nvSpPr>
        <p:spPr>
          <a:xfrm>
            <a:off x="313525" y="229533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ECAB8E5-F47C-4FD7-A7D0-8ADAD9FACDDA}"/>
              </a:ext>
            </a:extLst>
          </p:cNvPr>
          <p:cNvSpPr txBox="1"/>
          <p:nvPr/>
        </p:nvSpPr>
        <p:spPr>
          <a:xfrm>
            <a:off x="313525" y="251374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EDF70F3-DCB7-4FF5-A21A-1874247BE5E4}"/>
              </a:ext>
            </a:extLst>
          </p:cNvPr>
          <p:cNvSpPr txBox="1"/>
          <p:nvPr/>
        </p:nvSpPr>
        <p:spPr>
          <a:xfrm>
            <a:off x="260532" y="27321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568B601-4213-4EA5-9DC9-CB208063F7C0}"/>
              </a:ext>
            </a:extLst>
          </p:cNvPr>
          <p:cNvSpPr txBox="1"/>
          <p:nvPr/>
        </p:nvSpPr>
        <p:spPr>
          <a:xfrm>
            <a:off x="260532" y="29505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7D3A8A-C270-4750-82AB-58E95D5FFF70}"/>
              </a:ext>
            </a:extLst>
          </p:cNvPr>
          <p:cNvSpPr txBox="1"/>
          <p:nvPr/>
        </p:nvSpPr>
        <p:spPr>
          <a:xfrm>
            <a:off x="260532" y="31689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A03EB28-7DA3-4670-B43D-F4B906FB7E26}"/>
              </a:ext>
            </a:extLst>
          </p:cNvPr>
          <p:cNvSpPr txBox="1"/>
          <p:nvPr/>
        </p:nvSpPr>
        <p:spPr>
          <a:xfrm>
            <a:off x="260532" y="33873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12C9E08-1A96-4B8D-B98A-259D5A91B8FF}"/>
              </a:ext>
            </a:extLst>
          </p:cNvPr>
          <p:cNvSpPr txBox="1"/>
          <p:nvPr/>
        </p:nvSpPr>
        <p:spPr>
          <a:xfrm>
            <a:off x="260532" y="36057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F7D9C0-B434-4677-9DF1-F61364A27DE0}"/>
              </a:ext>
            </a:extLst>
          </p:cNvPr>
          <p:cNvSpPr txBox="1"/>
          <p:nvPr/>
        </p:nvSpPr>
        <p:spPr>
          <a:xfrm>
            <a:off x="260532" y="38242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AA15C59-C375-49E5-B129-5A6B283E60F9}"/>
              </a:ext>
            </a:extLst>
          </p:cNvPr>
          <p:cNvSpPr txBox="1"/>
          <p:nvPr/>
        </p:nvSpPr>
        <p:spPr>
          <a:xfrm>
            <a:off x="260532" y="40426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21E4E2D-724D-422D-8300-05A554384DDD}"/>
              </a:ext>
            </a:extLst>
          </p:cNvPr>
          <p:cNvSpPr txBox="1"/>
          <p:nvPr/>
        </p:nvSpPr>
        <p:spPr>
          <a:xfrm>
            <a:off x="260532" y="42610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269E8EE-5B4E-4E58-B9CA-717D7A340FB7}"/>
              </a:ext>
            </a:extLst>
          </p:cNvPr>
          <p:cNvSpPr txBox="1"/>
          <p:nvPr/>
        </p:nvSpPr>
        <p:spPr>
          <a:xfrm>
            <a:off x="260532" y="44794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9A8BA65-9335-4687-B225-A7854A55A8B9}"/>
              </a:ext>
            </a:extLst>
          </p:cNvPr>
          <p:cNvSpPr txBox="1"/>
          <p:nvPr/>
        </p:nvSpPr>
        <p:spPr>
          <a:xfrm>
            <a:off x="260532" y="46978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079B847-84CA-4D7A-B351-4142E6899BBF}"/>
              </a:ext>
            </a:extLst>
          </p:cNvPr>
          <p:cNvSpPr txBox="1"/>
          <p:nvPr/>
        </p:nvSpPr>
        <p:spPr>
          <a:xfrm>
            <a:off x="260532" y="49162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71EB9DE-7AB4-4A20-A004-282AB49F501C}"/>
              </a:ext>
            </a:extLst>
          </p:cNvPr>
          <p:cNvSpPr txBox="1"/>
          <p:nvPr/>
        </p:nvSpPr>
        <p:spPr>
          <a:xfrm>
            <a:off x="260532" y="51346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F5457A-6F57-415B-A06A-4A70273B2374}"/>
              </a:ext>
            </a:extLst>
          </p:cNvPr>
          <p:cNvSpPr txBox="1"/>
          <p:nvPr/>
        </p:nvSpPr>
        <p:spPr>
          <a:xfrm>
            <a:off x="260532" y="53530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0892B33-F132-447B-8A62-1149AA2537FE}"/>
              </a:ext>
            </a:extLst>
          </p:cNvPr>
          <p:cNvSpPr txBox="1"/>
          <p:nvPr/>
        </p:nvSpPr>
        <p:spPr>
          <a:xfrm>
            <a:off x="260532" y="55714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240164A-515F-4876-9B22-2045DDCD1B47}"/>
              </a:ext>
            </a:extLst>
          </p:cNvPr>
          <p:cNvSpPr txBox="1"/>
          <p:nvPr/>
        </p:nvSpPr>
        <p:spPr>
          <a:xfrm>
            <a:off x="260532" y="57898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89D90D7-B172-4D41-B877-A95DB148218F}"/>
              </a:ext>
            </a:extLst>
          </p:cNvPr>
          <p:cNvSpPr txBox="1"/>
          <p:nvPr/>
        </p:nvSpPr>
        <p:spPr>
          <a:xfrm>
            <a:off x="260532" y="60083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B0C93EF-C58B-43E1-BCE9-E96F73700AE5}"/>
              </a:ext>
            </a:extLst>
          </p:cNvPr>
          <p:cNvSpPr txBox="1"/>
          <p:nvPr/>
        </p:nvSpPr>
        <p:spPr>
          <a:xfrm>
            <a:off x="260532" y="62267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24193B6-B875-4482-80F3-DAC8450EE960}"/>
              </a:ext>
            </a:extLst>
          </p:cNvPr>
          <p:cNvSpPr txBox="1"/>
          <p:nvPr/>
        </p:nvSpPr>
        <p:spPr>
          <a:xfrm>
            <a:off x="260532" y="64451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6D1697-EFEC-46CE-9B72-0088C01334C9}"/>
              </a:ext>
            </a:extLst>
          </p:cNvPr>
          <p:cNvSpPr txBox="1"/>
          <p:nvPr/>
        </p:nvSpPr>
        <p:spPr>
          <a:xfrm>
            <a:off x="260532" y="66635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D3E96B6-4D7B-445C-81FF-FBD4ABB0887A}"/>
              </a:ext>
            </a:extLst>
          </p:cNvPr>
          <p:cNvSpPr txBox="1"/>
          <p:nvPr/>
        </p:nvSpPr>
        <p:spPr>
          <a:xfrm>
            <a:off x="260532" y="68819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6AF5B2F-B242-44FD-9AA0-12BDC6D3C9A4}"/>
              </a:ext>
            </a:extLst>
          </p:cNvPr>
          <p:cNvSpPr txBox="1"/>
          <p:nvPr/>
        </p:nvSpPr>
        <p:spPr>
          <a:xfrm>
            <a:off x="260532" y="71003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97678C8-F585-4F37-B866-F70D9A3859C1}"/>
              </a:ext>
            </a:extLst>
          </p:cNvPr>
          <p:cNvSpPr txBox="1"/>
          <p:nvPr/>
        </p:nvSpPr>
        <p:spPr>
          <a:xfrm>
            <a:off x="260532" y="73187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D09197D-3586-4C94-B91B-2C902D15D15F}"/>
              </a:ext>
            </a:extLst>
          </p:cNvPr>
          <p:cNvSpPr txBox="1"/>
          <p:nvPr/>
        </p:nvSpPr>
        <p:spPr>
          <a:xfrm>
            <a:off x="235493" y="109602"/>
            <a:ext cx="1979709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Anniversary &amp; Holiday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C477C82-9D82-4C2E-8DEC-122617442A16}"/>
              </a:ext>
            </a:extLst>
          </p:cNvPr>
          <p:cNvSpPr txBox="1"/>
          <p:nvPr/>
        </p:nvSpPr>
        <p:spPr>
          <a:xfrm>
            <a:off x="463897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678DF695-9521-410E-9247-6D44340C63E7}"/>
              </a:ext>
            </a:extLst>
          </p:cNvPr>
          <p:cNvSpPr txBox="1"/>
          <p:nvPr/>
        </p:nvSpPr>
        <p:spPr>
          <a:xfrm>
            <a:off x="463897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6A5BF28-202E-4117-B3C3-ADAF251E6CAC}"/>
              </a:ext>
            </a:extLst>
          </p:cNvPr>
          <p:cNvSpPr txBox="1"/>
          <p:nvPr/>
        </p:nvSpPr>
        <p:spPr>
          <a:xfrm>
            <a:off x="463897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FE91788-E50A-47D9-8760-D9F16D8CF29D}"/>
              </a:ext>
            </a:extLst>
          </p:cNvPr>
          <p:cNvSpPr txBox="1"/>
          <p:nvPr/>
        </p:nvSpPr>
        <p:spPr>
          <a:xfrm>
            <a:off x="463897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2F3AA5B-757E-4EC3-9B53-66F1416C7A3A}"/>
              </a:ext>
            </a:extLst>
          </p:cNvPr>
          <p:cNvSpPr txBox="1"/>
          <p:nvPr/>
        </p:nvSpPr>
        <p:spPr>
          <a:xfrm>
            <a:off x="463897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8761496A-A222-40FE-94AA-E363C1E468A1}"/>
              </a:ext>
            </a:extLst>
          </p:cNvPr>
          <p:cNvSpPr txBox="1"/>
          <p:nvPr/>
        </p:nvSpPr>
        <p:spPr>
          <a:xfrm>
            <a:off x="463897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AD2CA314-9840-442B-B17C-A86395560835}"/>
              </a:ext>
            </a:extLst>
          </p:cNvPr>
          <p:cNvSpPr txBox="1"/>
          <p:nvPr/>
        </p:nvSpPr>
        <p:spPr>
          <a:xfrm>
            <a:off x="463897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소서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1446189-E27E-453E-81E3-2F549038B729}"/>
              </a:ext>
            </a:extLst>
          </p:cNvPr>
          <p:cNvSpPr txBox="1"/>
          <p:nvPr/>
        </p:nvSpPr>
        <p:spPr>
          <a:xfrm>
            <a:off x="463897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2918E478-0C3F-42C8-B0CE-A9F55E074B9D}"/>
              </a:ext>
            </a:extLst>
          </p:cNvPr>
          <p:cNvSpPr txBox="1"/>
          <p:nvPr/>
        </p:nvSpPr>
        <p:spPr>
          <a:xfrm>
            <a:off x="463897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C38D30CC-3A1A-4884-9699-7E297397089B}"/>
              </a:ext>
            </a:extLst>
          </p:cNvPr>
          <p:cNvSpPr txBox="1"/>
          <p:nvPr/>
        </p:nvSpPr>
        <p:spPr>
          <a:xfrm>
            <a:off x="463897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D341219-6EC9-4540-A60D-BE1F59EF0D8E}"/>
              </a:ext>
            </a:extLst>
          </p:cNvPr>
          <p:cNvSpPr txBox="1"/>
          <p:nvPr/>
        </p:nvSpPr>
        <p:spPr>
          <a:xfrm>
            <a:off x="463897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0516B986-4E08-4A2C-81DC-13FE1CDA002C}"/>
              </a:ext>
            </a:extLst>
          </p:cNvPr>
          <p:cNvSpPr txBox="1"/>
          <p:nvPr/>
        </p:nvSpPr>
        <p:spPr>
          <a:xfrm>
            <a:off x="463897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유두절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정보보호의날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D47CD18-AAEE-40A6-8183-706E64EE2B0D}"/>
              </a:ext>
            </a:extLst>
          </p:cNvPr>
          <p:cNvSpPr txBox="1"/>
          <p:nvPr/>
        </p:nvSpPr>
        <p:spPr>
          <a:xfrm>
            <a:off x="463897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B201C37F-5CDA-404C-91FE-6B8C5034D547}"/>
              </a:ext>
            </a:extLst>
          </p:cNvPr>
          <p:cNvSpPr txBox="1"/>
          <p:nvPr/>
        </p:nvSpPr>
        <p:spPr>
          <a:xfrm>
            <a:off x="463897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D43576D2-03A0-4D98-AF3E-18CA7AE993B8}"/>
              </a:ext>
            </a:extLst>
          </p:cNvPr>
          <p:cNvSpPr txBox="1"/>
          <p:nvPr/>
        </p:nvSpPr>
        <p:spPr>
          <a:xfrm>
            <a:off x="463897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EDFCCD94-7AED-4C0F-8312-ED5F94C082F6}"/>
              </a:ext>
            </a:extLst>
          </p:cNvPr>
          <p:cNvSpPr txBox="1"/>
          <p:nvPr/>
        </p:nvSpPr>
        <p:spPr>
          <a:xfrm>
            <a:off x="463896" y="4041012"/>
            <a:ext cx="831503" cy="1182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/>
              <a:t>초복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1176E6C-2181-4531-9C7C-4707BC0C8DD2}"/>
              </a:ext>
            </a:extLst>
          </p:cNvPr>
          <p:cNvSpPr txBox="1"/>
          <p:nvPr/>
        </p:nvSpPr>
        <p:spPr>
          <a:xfrm>
            <a:off x="463897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DC94388-4686-4C88-A59F-059864E5D573}"/>
              </a:ext>
            </a:extLst>
          </p:cNvPr>
          <p:cNvSpPr txBox="1"/>
          <p:nvPr/>
        </p:nvSpPr>
        <p:spPr>
          <a:xfrm>
            <a:off x="463896" y="4259422"/>
            <a:ext cx="825153" cy="1157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제헌절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2582EEBB-24BF-4738-A4DD-AB85B68969C8}"/>
              </a:ext>
            </a:extLst>
          </p:cNvPr>
          <p:cNvSpPr txBox="1"/>
          <p:nvPr/>
        </p:nvSpPr>
        <p:spPr>
          <a:xfrm>
            <a:off x="463897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55243BD-27E7-4429-9F76-12757395BEF4}"/>
              </a:ext>
            </a:extLst>
          </p:cNvPr>
          <p:cNvSpPr txBox="1"/>
          <p:nvPr/>
        </p:nvSpPr>
        <p:spPr>
          <a:xfrm>
            <a:off x="463897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5ECA3F2C-85EE-47E5-AC49-1EC8849A8CCE}"/>
              </a:ext>
            </a:extLst>
          </p:cNvPr>
          <p:cNvSpPr txBox="1"/>
          <p:nvPr/>
        </p:nvSpPr>
        <p:spPr>
          <a:xfrm>
            <a:off x="463897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E62A511-74AC-4029-B158-A276F84976C3}"/>
              </a:ext>
            </a:extLst>
          </p:cNvPr>
          <p:cNvSpPr txBox="1"/>
          <p:nvPr/>
        </p:nvSpPr>
        <p:spPr>
          <a:xfrm>
            <a:off x="463897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2004941D-6C17-4384-9C33-FAEA92988B97}"/>
              </a:ext>
            </a:extLst>
          </p:cNvPr>
          <p:cNvSpPr txBox="1"/>
          <p:nvPr/>
        </p:nvSpPr>
        <p:spPr>
          <a:xfrm>
            <a:off x="463896" y="5569882"/>
            <a:ext cx="806103" cy="1260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/>
              <a:t>대서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0FBCB62-859A-4CFE-89B0-D82E7D9881DD}"/>
              </a:ext>
            </a:extLst>
          </p:cNvPr>
          <p:cNvSpPr txBox="1"/>
          <p:nvPr/>
        </p:nvSpPr>
        <p:spPr>
          <a:xfrm>
            <a:off x="463897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0B5A41CE-3DD4-4BA7-95BD-1A4807D184EF}"/>
              </a:ext>
            </a:extLst>
          </p:cNvPr>
          <p:cNvSpPr txBox="1"/>
          <p:nvPr/>
        </p:nvSpPr>
        <p:spPr>
          <a:xfrm>
            <a:off x="463897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2D3AD848-2364-494B-8EFA-25FF1D705DD8}"/>
              </a:ext>
            </a:extLst>
          </p:cNvPr>
          <p:cNvSpPr txBox="1"/>
          <p:nvPr/>
        </p:nvSpPr>
        <p:spPr>
          <a:xfrm>
            <a:off x="463897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9973491B-C423-466C-9575-6C973AF34D0F}"/>
              </a:ext>
            </a:extLst>
          </p:cNvPr>
          <p:cNvSpPr txBox="1"/>
          <p:nvPr/>
        </p:nvSpPr>
        <p:spPr>
          <a:xfrm>
            <a:off x="463897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ED554B7-6DA8-4931-831D-A097198EF301}"/>
              </a:ext>
            </a:extLst>
          </p:cNvPr>
          <p:cNvSpPr txBox="1"/>
          <p:nvPr/>
        </p:nvSpPr>
        <p:spPr>
          <a:xfrm>
            <a:off x="463897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682FE69F-61E2-472E-916B-AA176518CBF3}"/>
              </a:ext>
            </a:extLst>
          </p:cNvPr>
          <p:cNvSpPr txBox="1"/>
          <p:nvPr/>
        </p:nvSpPr>
        <p:spPr>
          <a:xfrm>
            <a:off x="463897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B3C7772-49AF-498E-ABC1-83B543E0D51F}"/>
              </a:ext>
            </a:extLst>
          </p:cNvPr>
          <p:cNvSpPr txBox="1"/>
          <p:nvPr/>
        </p:nvSpPr>
        <p:spPr>
          <a:xfrm>
            <a:off x="463897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B58320A-70D1-41F3-9D0E-2A6E8218657D}"/>
              </a:ext>
            </a:extLst>
          </p:cNvPr>
          <p:cNvSpPr txBox="1"/>
          <p:nvPr/>
        </p:nvSpPr>
        <p:spPr>
          <a:xfrm>
            <a:off x="463897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4D5ABAB5-197E-4738-BB54-BCEA45226BF7}"/>
              </a:ext>
            </a:extLst>
          </p:cNvPr>
          <p:cNvSpPr txBox="1"/>
          <p:nvPr/>
        </p:nvSpPr>
        <p:spPr>
          <a:xfrm>
            <a:off x="1351063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48B769CE-7685-4DD7-8ADC-447FDFC506FF}"/>
              </a:ext>
            </a:extLst>
          </p:cNvPr>
          <p:cNvSpPr txBox="1"/>
          <p:nvPr/>
        </p:nvSpPr>
        <p:spPr>
          <a:xfrm>
            <a:off x="1351063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FF60A74-183F-4038-90E6-74D717FA91EF}"/>
              </a:ext>
            </a:extLst>
          </p:cNvPr>
          <p:cNvSpPr txBox="1"/>
          <p:nvPr/>
        </p:nvSpPr>
        <p:spPr>
          <a:xfrm>
            <a:off x="1351063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EEB9EF6-E87D-4E54-B487-C390E09BB6E8}"/>
              </a:ext>
            </a:extLst>
          </p:cNvPr>
          <p:cNvSpPr txBox="1"/>
          <p:nvPr/>
        </p:nvSpPr>
        <p:spPr>
          <a:xfrm>
            <a:off x="1351063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칠석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5353042-9ED3-4714-9D22-9F5A3BFA1FDB}"/>
              </a:ext>
            </a:extLst>
          </p:cNvPr>
          <p:cNvSpPr txBox="1"/>
          <p:nvPr/>
        </p:nvSpPr>
        <p:spPr>
          <a:xfrm>
            <a:off x="1351063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8E1D5FD9-246D-4C18-9714-8B2D1BC0301A}"/>
              </a:ext>
            </a:extLst>
          </p:cNvPr>
          <p:cNvSpPr txBox="1"/>
          <p:nvPr/>
        </p:nvSpPr>
        <p:spPr>
          <a:xfrm>
            <a:off x="1351063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35E1871-93D0-48B7-9500-91DA5587B866}"/>
              </a:ext>
            </a:extLst>
          </p:cNvPr>
          <p:cNvSpPr txBox="1"/>
          <p:nvPr/>
        </p:nvSpPr>
        <p:spPr>
          <a:xfrm>
            <a:off x="1351063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F8950D6F-FEDD-4522-8A8D-CD22EDC5A26A}"/>
              </a:ext>
            </a:extLst>
          </p:cNvPr>
          <p:cNvSpPr txBox="1"/>
          <p:nvPr/>
        </p:nvSpPr>
        <p:spPr>
          <a:xfrm>
            <a:off x="1351062" y="2075322"/>
            <a:ext cx="801587" cy="1154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CAF3AEF-F4F6-4938-A902-5A6222DDD7A8}"/>
              </a:ext>
            </a:extLst>
          </p:cNvPr>
          <p:cNvSpPr txBox="1"/>
          <p:nvPr/>
        </p:nvSpPr>
        <p:spPr>
          <a:xfrm>
            <a:off x="1351063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6B11666A-F3C6-4A86-9A45-23087615DE89}"/>
              </a:ext>
            </a:extLst>
          </p:cNvPr>
          <p:cNvSpPr txBox="1"/>
          <p:nvPr/>
        </p:nvSpPr>
        <p:spPr>
          <a:xfrm>
            <a:off x="1351063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97E4E7C-EC49-4938-B97E-11F413EC2EBF}"/>
              </a:ext>
            </a:extLst>
          </p:cNvPr>
          <p:cNvSpPr txBox="1"/>
          <p:nvPr/>
        </p:nvSpPr>
        <p:spPr>
          <a:xfrm>
            <a:off x="1351063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60F3F1C-6283-469E-AD95-945FE32D2E6B}"/>
              </a:ext>
            </a:extLst>
          </p:cNvPr>
          <p:cNvSpPr txBox="1"/>
          <p:nvPr/>
        </p:nvSpPr>
        <p:spPr>
          <a:xfrm>
            <a:off x="1351063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7DE9420C-FFDC-4800-AF3C-58EBA3332623}"/>
              </a:ext>
            </a:extLst>
          </p:cNvPr>
          <p:cNvSpPr txBox="1"/>
          <p:nvPr/>
        </p:nvSpPr>
        <p:spPr>
          <a:xfrm>
            <a:off x="1351063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E4C376A7-13E2-4E3B-AF55-B9A2447D608C}"/>
              </a:ext>
            </a:extLst>
          </p:cNvPr>
          <p:cNvSpPr txBox="1"/>
          <p:nvPr/>
        </p:nvSpPr>
        <p:spPr>
          <a:xfrm>
            <a:off x="1351062" y="3822602"/>
            <a:ext cx="820637" cy="1334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광복절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말복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665BB4D0-B01D-43F5-9689-9320A3E1D20B}"/>
              </a:ext>
            </a:extLst>
          </p:cNvPr>
          <p:cNvSpPr txBox="1"/>
          <p:nvPr/>
        </p:nvSpPr>
        <p:spPr>
          <a:xfrm>
            <a:off x="1351063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9530D265-76E3-45C2-AF6F-708EBADDB638}"/>
              </a:ext>
            </a:extLst>
          </p:cNvPr>
          <p:cNvSpPr txBox="1"/>
          <p:nvPr/>
        </p:nvSpPr>
        <p:spPr>
          <a:xfrm>
            <a:off x="1351063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AC309A60-B745-4B56-A469-ED3D3A26F912}"/>
              </a:ext>
            </a:extLst>
          </p:cNvPr>
          <p:cNvSpPr txBox="1"/>
          <p:nvPr/>
        </p:nvSpPr>
        <p:spPr>
          <a:xfrm>
            <a:off x="1351063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860B411-DC94-431C-A5A0-0B28E2EE1D89}"/>
              </a:ext>
            </a:extLst>
          </p:cNvPr>
          <p:cNvSpPr txBox="1"/>
          <p:nvPr/>
        </p:nvSpPr>
        <p:spPr>
          <a:xfrm>
            <a:off x="1351063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BBC544A9-A580-4DA5-A08D-5960E37FD37E}"/>
              </a:ext>
            </a:extLst>
          </p:cNvPr>
          <p:cNvSpPr txBox="1"/>
          <p:nvPr/>
        </p:nvSpPr>
        <p:spPr>
          <a:xfrm>
            <a:off x="1351063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C85E382-410A-4DC0-B28F-ECAF9125D7EE}"/>
              </a:ext>
            </a:extLst>
          </p:cNvPr>
          <p:cNvSpPr txBox="1"/>
          <p:nvPr/>
        </p:nvSpPr>
        <p:spPr>
          <a:xfrm>
            <a:off x="1351063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C625D2E8-3211-42AB-9CF1-533503E72FFE}"/>
              </a:ext>
            </a:extLst>
          </p:cNvPr>
          <p:cNvSpPr txBox="1"/>
          <p:nvPr/>
        </p:nvSpPr>
        <p:spPr>
          <a:xfrm>
            <a:off x="1351063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4CB23990-97A8-49C3-8F4D-B1C19175365F}"/>
              </a:ext>
            </a:extLst>
          </p:cNvPr>
          <p:cNvSpPr txBox="1"/>
          <p:nvPr/>
        </p:nvSpPr>
        <p:spPr>
          <a:xfrm>
            <a:off x="1351063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7462599-8AD3-4DA4-A701-827B22B4ED6E}"/>
              </a:ext>
            </a:extLst>
          </p:cNvPr>
          <p:cNvSpPr txBox="1"/>
          <p:nvPr/>
        </p:nvSpPr>
        <p:spPr>
          <a:xfrm>
            <a:off x="1351063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처서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4C94206B-420B-457F-B06D-DE6B4B944EC8}"/>
              </a:ext>
            </a:extLst>
          </p:cNvPr>
          <p:cNvSpPr txBox="1"/>
          <p:nvPr/>
        </p:nvSpPr>
        <p:spPr>
          <a:xfrm>
            <a:off x="1351063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87B24F89-CD63-4A8B-8A93-46D692862C3A}"/>
              </a:ext>
            </a:extLst>
          </p:cNvPr>
          <p:cNvSpPr txBox="1"/>
          <p:nvPr/>
        </p:nvSpPr>
        <p:spPr>
          <a:xfrm>
            <a:off x="1351063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7241674-5E7F-4493-BB71-57B3DAC5FBCA}"/>
              </a:ext>
            </a:extLst>
          </p:cNvPr>
          <p:cNvSpPr txBox="1"/>
          <p:nvPr/>
        </p:nvSpPr>
        <p:spPr>
          <a:xfrm>
            <a:off x="1351063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09CB97B2-E1B5-430F-84D9-4095C9453742}"/>
              </a:ext>
            </a:extLst>
          </p:cNvPr>
          <p:cNvSpPr txBox="1"/>
          <p:nvPr/>
        </p:nvSpPr>
        <p:spPr>
          <a:xfrm>
            <a:off x="1351063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A9155528-0E1E-4F8F-9651-BEF822BC2420}"/>
              </a:ext>
            </a:extLst>
          </p:cNvPr>
          <p:cNvSpPr txBox="1"/>
          <p:nvPr/>
        </p:nvSpPr>
        <p:spPr>
          <a:xfrm>
            <a:off x="1351063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09FCE068-FAA9-4847-90A0-91953BF399DE}"/>
              </a:ext>
            </a:extLst>
          </p:cNvPr>
          <p:cNvSpPr txBox="1"/>
          <p:nvPr/>
        </p:nvSpPr>
        <p:spPr>
          <a:xfrm>
            <a:off x="1351063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83070C-85BB-4825-BDA0-B8AE6F237C89}"/>
              </a:ext>
            </a:extLst>
          </p:cNvPr>
          <p:cNvSpPr txBox="1"/>
          <p:nvPr/>
        </p:nvSpPr>
        <p:spPr>
          <a:xfrm>
            <a:off x="1351063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7F887E4-8556-4092-893A-1F983E96EB6B}"/>
              </a:ext>
            </a:extLst>
          </p:cNvPr>
          <p:cNvSpPr txBox="1"/>
          <p:nvPr/>
        </p:nvSpPr>
        <p:spPr>
          <a:xfrm>
            <a:off x="1351063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CD558EC-F2EF-43CC-A8D3-BA4100DCD6D2}"/>
              </a:ext>
            </a:extLst>
          </p:cNvPr>
          <p:cNvSpPr txBox="1"/>
          <p:nvPr/>
        </p:nvSpPr>
        <p:spPr>
          <a:xfrm>
            <a:off x="2228605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7B5DE20-F64C-48A4-AACE-2B9655496FA4}"/>
              </a:ext>
            </a:extLst>
          </p:cNvPr>
          <p:cNvSpPr txBox="1"/>
          <p:nvPr/>
        </p:nvSpPr>
        <p:spPr>
          <a:xfrm>
            <a:off x="2228605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A7A2004B-C35F-4A56-BDBF-392D884691E9}"/>
              </a:ext>
            </a:extLst>
          </p:cNvPr>
          <p:cNvSpPr txBox="1"/>
          <p:nvPr/>
        </p:nvSpPr>
        <p:spPr>
          <a:xfrm>
            <a:off x="2228605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45043EC5-11F6-49AE-B021-D0CA4F3FEF0E}"/>
              </a:ext>
            </a:extLst>
          </p:cNvPr>
          <p:cNvSpPr txBox="1"/>
          <p:nvPr/>
        </p:nvSpPr>
        <p:spPr>
          <a:xfrm>
            <a:off x="2228605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A3C0AF4D-B0DC-42A5-8430-B0932BCDCE3A}"/>
              </a:ext>
            </a:extLst>
          </p:cNvPr>
          <p:cNvSpPr txBox="1"/>
          <p:nvPr/>
        </p:nvSpPr>
        <p:spPr>
          <a:xfrm>
            <a:off x="2228604" y="1420098"/>
            <a:ext cx="832095" cy="1229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지식재산의날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2EBC6FBE-2242-4098-967D-219AADC3E2EF}"/>
              </a:ext>
            </a:extLst>
          </p:cNvPr>
          <p:cNvSpPr txBox="1"/>
          <p:nvPr/>
        </p:nvSpPr>
        <p:spPr>
          <a:xfrm>
            <a:off x="2228605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푸른하늘의날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E4E607D-CC12-49F5-A930-FF3B7AF0824F}"/>
              </a:ext>
            </a:extLst>
          </p:cNvPr>
          <p:cNvSpPr txBox="1"/>
          <p:nvPr/>
        </p:nvSpPr>
        <p:spPr>
          <a:xfrm>
            <a:off x="2228605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BAE2356A-E0BB-4520-BC77-4DBB15E68E8A}"/>
              </a:ext>
            </a:extLst>
          </p:cNvPr>
          <p:cNvSpPr txBox="1"/>
          <p:nvPr/>
        </p:nvSpPr>
        <p:spPr>
          <a:xfrm>
            <a:off x="2228605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백로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DCE49B9C-3792-4DC1-ACB4-5C82115D26F8}"/>
              </a:ext>
            </a:extLst>
          </p:cNvPr>
          <p:cNvSpPr txBox="1"/>
          <p:nvPr/>
        </p:nvSpPr>
        <p:spPr>
          <a:xfrm>
            <a:off x="2228605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6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금</a:t>
            </a:r>
            <a:r>
              <a:rPr lang="en-US" altLang="ko-KR" dirty="0"/>
              <a:t>: </a:t>
            </a:r>
            <a:r>
              <a:rPr lang="ko-KR" altLang="en-US" dirty="0"/>
              <a:t>추석연휴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0325154-FAC4-4385-B3C6-955ADDFA4851}"/>
              </a:ext>
            </a:extLst>
          </p:cNvPr>
          <p:cNvSpPr txBox="1"/>
          <p:nvPr/>
        </p:nvSpPr>
        <p:spPr>
          <a:xfrm>
            <a:off x="2228604" y="2730570"/>
            <a:ext cx="838445" cy="1078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/>
              <a:t>추석</a:t>
            </a:r>
            <a:r>
              <a:rPr lang="en-US" altLang="ko-KR" sz="600" dirty="0"/>
              <a:t>/</a:t>
            </a:r>
            <a:r>
              <a:rPr lang="ko-KR" altLang="en-US" sz="600" dirty="0"/>
              <a:t>해양경찰의 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4905C0E2-022F-4152-810B-F474227A47C3}"/>
              </a:ext>
            </a:extLst>
          </p:cNvPr>
          <p:cNvSpPr txBox="1"/>
          <p:nvPr/>
        </p:nvSpPr>
        <p:spPr>
          <a:xfrm>
            <a:off x="2228604" y="3167394"/>
            <a:ext cx="793995" cy="12825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추석대체휴일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54B7C0FB-D732-40B5-BE86-043484E90BC6}"/>
              </a:ext>
            </a:extLst>
          </p:cNvPr>
          <p:cNvSpPr txBox="1"/>
          <p:nvPr/>
        </p:nvSpPr>
        <p:spPr>
          <a:xfrm>
            <a:off x="2228604" y="2948982"/>
            <a:ext cx="743195" cy="1180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추석연휴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020BC94-C88F-4968-B34A-E3ADDFB744EB}"/>
              </a:ext>
            </a:extLst>
          </p:cNvPr>
          <p:cNvSpPr txBox="1"/>
          <p:nvPr/>
        </p:nvSpPr>
        <p:spPr>
          <a:xfrm>
            <a:off x="2228605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9B22F58-88F4-414F-9ED1-9F89F606BF99}"/>
              </a:ext>
            </a:extLst>
          </p:cNvPr>
          <p:cNvSpPr txBox="1"/>
          <p:nvPr/>
        </p:nvSpPr>
        <p:spPr>
          <a:xfrm>
            <a:off x="2228605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F01FE472-6E80-422A-BB03-6039CAB884D6}"/>
              </a:ext>
            </a:extLst>
          </p:cNvPr>
          <p:cNvSpPr txBox="1"/>
          <p:nvPr/>
        </p:nvSpPr>
        <p:spPr>
          <a:xfrm>
            <a:off x="2228605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20D26C5F-8FCE-46C1-9BB2-7604C7F801DA}"/>
              </a:ext>
            </a:extLst>
          </p:cNvPr>
          <p:cNvSpPr txBox="1"/>
          <p:nvPr/>
        </p:nvSpPr>
        <p:spPr>
          <a:xfrm>
            <a:off x="2228605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66DB209A-BD68-4F59-8F87-23BC99456BF4}"/>
              </a:ext>
            </a:extLst>
          </p:cNvPr>
          <p:cNvSpPr txBox="1"/>
          <p:nvPr/>
        </p:nvSpPr>
        <p:spPr>
          <a:xfrm>
            <a:off x="2228605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청년의날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72D392F7-18FC-4DF5-A6C5-A35FA76367F5}"/>
              </a:ext>
            </a:extLst>
          </p:cNvPr>
          <p:cNvSpPr txBox="1"/>
          <p:nvPr/>
        </p:nvSpPr>
        <p:spPr>
          <a:xfrm>
            <a:off x="2228605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D2EEFB66-36B6-450D-891E-AA86BA2D89CD}"/>
              </a:ext>
            </a:extLst>
          </p:cNvPr>
          <p:cNvSpPr txBox="1"/>
          <p:nvPr/>
        </p:nvSpPr>
        <p:spPr>
          <a:xfrm>
            <a:off x="2228605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72C7F33-6DC3-41BE-997C-30FA72E41A6B}"/>
              </a:ext>
            </a:extLst>
          </p:cNvPr>
          <p:cNvSpPr txBox="1"/>
          <p:nvPr/>
        </p:nvSpPr>
        <p:spPr>
          <a:xfrm>
            <a:off x="2228605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B90DA8B-9533-4601-8ED0-A49F6C710D9E}"/>
              </a:ext>
            </a:extLst>
          </p:cNvPr>
          <p:cNvSpPr txBox="1"/>
          <p:nvPr/>
        </p:nvSpPr>
        <p:spPr>
          <a:xfrm>
            <a:off x="2228605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치매극복의날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FCA4349E-7B52-42CB-8060-B1726CA48C45}"/>
              </a:ext>
            </a:extLst>
          </p:cNvPr>
          <p:cNvSpPr txBox="1"/>
          <p:nvPr/>
        </p:nvSpPr>
        <p:spPr>
          <a:xfrm>
            <a:off x="2228605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5C8D835-1238-447E-B76D-B06E42138B06}"/>
              </a:ext>
            </a:extLst>
          </p:cNvPr>
          <p:cNvSpPr txBox="1"/>
          <p:nvPr/>
        </p:nvSpPr>
        <p:spPr>
          <a:xfrm>
            <a:off x="2228605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추분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D745516-302D-41B2-A68D-D983A1A8DA93}"/>
              </a:ext>
            </a:extLst>
          </p:cNvPr>
          <p:cNvSpPr txBox="1"/>
          <p:nvPr/>
        </p:nvSpPr>
        <p:spPr>
          <a:xfrm>
            <a:off x="2228605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8FC1DC7-4554-4148-B410-8EB433A90A17}"/>
              </a:ext>
            </a:extLst>
          </p:cNvPr>
          <p:cNvSpPr txBox="1"/>
          <p:nvPr/>
        </p:nvSpPr>
        <p:spPr>
          <a:xfrm>
            <a:off x="2228605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F9F48781-54A1-4DAB-958C-B6C0FE44717C}"/>
              </a:ext>
            </a:extLst>
          </p:cNvPr>
          <p:cNvSpPr txBox="1"/>
          <p:nvPr/>
        </p:nvSpPr>
        <p:spPr>
          <a:xfrm>
            <a:off x="2228605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BC83359-058B-4DC2-9857-E88D2190F073}"/>
              </a:ext>
            </a:extLst>
          </p:cNvPr>
          <p:cNvSpPr txBox="1"/>
          <p:nvPr/>
        </p:nvSpPr>
        <p:spPr>
          <a:xfrm>
            <a:off x="2228605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2BF62E9A-D47D-4EAE-8429-75BF3BD11214}"/>
              </a:ext>
            </a:extLst>
          </p:cNvPr>
          <p:cNvSpPr txBox="1"/>
          <p:nvPr/>
        </p:nvSpPr>
        <p:spPr>
          <a:xfrm>
            <a:off x="2228605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D28DDD0C-82A4-4F93-870A-84AE33635D8B}"/>
              </a:ext>
            </a:extLst>
          </p:cNvPr>
          <p:cNvSpPr txBox="1"/>
          <p:nvPr/>
        </p:nvSpPr>
        <p:spPr>
          <a:xfrm>
            <a:off x="2228605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CB79F56F-6ADE-4773-974C-514545FF03BF}"/>
              </a:ext>
            </a:extLst>
          </p:cNvPr>
          <p:cNvSpPr txBox="1"/>
          <p:nvPr/>
        </p:nvSpPr>
        <p:spPr>
          <a:xfrm>
            <a:off x="2228605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447847D5-0907-4CDE-B3DD-7358332F179A}"/>
              </a:ext>
            </a:extLst>
          </p:cNvPr>
          <p:cNvSpPr txBox="1"/>
          <p:nvPr/>
        </p:nvSpPr>
        <p:spPr>
          <a:xfrm>
            <a:off x="3106146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b="1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국군의날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FFB9C69-A0C0-45A5-B809-BBEC09FE9E47}"/>
              </a:ext>
            </a:extLst>
          </p:cNvPr>
          <p:cNvSpPr txBox="1"/>
          <p:nvPr/>
        </p:nvSpPr>
        <p:spPr>
          <a:xfrm>
            <a:off x="3106146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개천절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A5C1B12B-2D58-4AAE-9BD4-F9F3617C26F8}"/>
              </a:ext>
            </a:extLst>
          </p:cNvPr>
          <p:cNvSpPr txBox="1"/>
          <p:nvPr/>
        </p:nvSpPr>
        <p:spPr>
          <a:xfrm>
            <a:off x="3106146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노인의날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C6D9FD6D-224C-4525-A004-08D25D14DD38}"/>
              </a:ext>
            </a:extLst>
          </p:cNvPr>
          <p:cNvSpPr txBox="1"/>
          <p:nvPr/>
        </p:nvSpPr>
        <p:spPr>
          <a:xfrm>
            <a:off x="3106146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세계한인의날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BE98F04B-233F-42C7-8FE9-A4F2203E46FE}"/>
              </a:ext>
            </a:extLst>
          </p:cNvPr>
          <p:cNvSpPr txBox="1"/>
          <p:nvPr/>
        </p:nvSpPr>
        <p:spPr>
          <a:xfrm>
            <a:off x="3106146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중양절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277A5A1-854E-432B-9DF1-E14A9FE6170D}"/>
              </a:ext>
            </a:extLst>
          </p:cNvPr>
          <p:cNvSpPr txBox="1"/>
          <p:nvPr/>
        </p:nvSpPr>
        <p:spPr>
          <a:xfrm>
            <a:off x="3106146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6A5D3C4D-3AA6-4AC3-A405-1B32DC88C0CE}"/>
              </a:ext>
            </a:extLst>
          </p:cNvPr>
          <p:cNvSpPr txBox="1"/>
          <p:nvPr/>
        </p:nvSpPr>
        <p:spPr>
          <a:xfrm>
            <a:off x="3106146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56845CE0-0EF9-400C-989F-F8D4DAED012B}"/>
              </a:ext>
            </a:extLst>
          </p:cNvPr>
          <p:cNvSpPr txBox="1"/>
          <p:nvPr/>
        </p:nvSpPr>
        <p:spPr>
          <a:xfrm>
            <a:off x="3106146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한로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재향군인의날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79840B16-4458-4020-9B2B-5358B9C65C98}"/>
              </a:ext>
            </a:extLst>
          </p:cNvPr>
          <p:cNvSpPr txBox="1"/>
          <p:nvPr/>
        </p:nvSpPr>
        <p:spPr>
          <a:xfrm>
            <a:off x="3106146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 </a:t>
            </a:r>
            <a:r>
              <a:rPr lang="ko-KR" altLang="en-US" sz="600" dirty="0"/>
              <a:t>대체휴일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정신건강의날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8420D543-681C-42AE-B0E0-042DCC07EC5A}"/>
              </a:ext>
            </a:extLst>
          </p:cNvPr>
          <p:cNvSpPr txBox="1"/>
          <p:nvPr/>
        </p:nvSpPr>
        <p:spPr>
          <a:xfrm>
            <a:off x="3106146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한글날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9BB1BBB-7BE2-4096-A715-79E92F8F7639}"/>
              </a:ext>
            </a:extLst>
          </p:cNvPr>
          <p:cNvSpPr txBox="1"/>
          <p:nvPr/>
        </p:nvSpPr>
        <p:spPr>
          <a:xfrm>
            <a:off x="3106146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1714E66-5D1E-4D3A-9005-C6E28E85ACB3}"/>
              </a:ext>
            </a:extLst>
          </p:cNvPr>
          <p:cNvSpPr txBox="1"/>
          <p:nvPr/>
        </p:nvSpPr>
        <p:spPr>
          <a:xfrm>
            <a:off x="3106146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D776C865-9DF3-4B59-B585-CEFC2DF46711}"/>
              </a:ext>
            </a:extLst>
          </p:cNvPr>
          <p:cNvSpPr txBox="1"/>
          <p:nvPr/>
        </p:nvSpPr>
        <p:spPr>
          <a:xfrm>
            <a:off x="3106146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5C80EA26-2F33-47DB-ABD8-45DA4DEC0D0A}"/>
              </a:ext>
            </a:extLst>
          </p:cNvPr>
          <p:cNvSpPr txBox="1"/>
          <p:nvPr/>
        </p:nvSpPr>
        <p:spPr>
          <a:xfrm>
            <a:off x="3106146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DBDB9C4-7547-404E-8BCD-9A92E193FD98}"/>
              </a:ext>
            </a:extLst>
          </p:cNvPr>
          <p:cNvSpPr txBox="1"/>
          <p:nvPr/>
        </p:nvSpPr>
        <p:spPr>
          <a:xfrm>
            <a:off x="3106146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체육</a:t>
            </a:r>
            <a:r>
              <a:rPr lang="en-US" altLang="ko-KR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문화</a:t>
            </a:r>
            <a:r>
              <a:rPr lang="en-US" altLang="ko-KR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호스피스의날</a:t>
            </a:r>
            <a:r>
              <a:rPr lang="en-US" altLang="ko-KR" sz="600" spc="-150" dirty="0"/>
              <a:t> </a:t>
            </a:r>
            <a:endParaRPr lang="ko-KR" altLang="en-US" sz="600" spc="-150" dirty="0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1F3B1065-1F3C-43E6-A116-7773FE4DAAA4}"/>
              </a:ext>
            </a:extLst>
          </p:cNvPr>
          <p:cNvSpPr txBox="1"/>
          <p:nvPr/>
        </p:nvSpPr>
        <p:spPr>
          <a:xfrm>
            <a:off x="3106146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79663290-3F22-41AA-B324-0833901D75BC}"/>
              </a:ext>
            </a:extLst>
          </p:cNvPr>
          <p:cNvSpPr txBox="1"/>
          <p:nvPr/>
        </p:nvSpPr>
        <p:spPr>
          <a:xfrm>
            <a:off x="3106146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부마민주항쟁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3803B576-02D1-4450-BDF8-EB5085B1FB7E}"/>
              </a:ext>
            </a:extLst>
          </p:cNvPr>
          <p:cNvSpPr txBox="1"/>
          <p:nvPr/>
        </p:nvSpPr>
        <p:spPr>
          <a:xfrm>
            <a:off x="3106146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445C19A4-030D-49C6-B5BB-DC9592A7AE72}"/>
              </a:ext>
            </a:extLst>
          </p:cNvPr>
          <p:cNvSpPr txBox="1"/>
          <p:nvPr/>
        </p:nvSpPr>
        <p:spPr>
          <a:xfrm>
            <a:off x="3106146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E2E5D2B2-9C0C-4954-B296-0799839D45A9}"/>
              </a:ext>
            </a:extLst>
          </p:cNvPr>
          <p:cNvSpPr txBox="1"/>
          <p:nvPr/>
        </p:nvSpPr>
        <p:spPr>
          <a:xfrm>
            <a:off x="3106146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4B0C0B0F-9132-41AA-A518-8CF734E62DEC}"/>
              </a:ext>
            </a:extLst>
          </p:cNvPr>
          <p:cNvSpPr txBox="1"/>
          <p:nvPr/>
        </p:nvSpPr>
        <p:spPr>
          <a:xfrm>
            <a:off x="3106146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경찰의날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1494F961-B484-44E7-94BA-5B4E4A41B951}"/>
              </a:ext>
            </a:extLst>
          </p:cNvPr>
          <p:cNvSpPr txBox="1"/>
          <p:nvPr/>
        </p:nvSpPr>
        <p:spPr>
          <a:xfrm>
            <a:off x="3106146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8621D1FF-70E1-423D-AEE4-9454B74905E0}"/>
              </a:ext>
            </a:extLst>
          </p:cNvPr>
          <p:cNvSpPr txBox="1"/>
          <p:nvPr/>
        </p:nvSpPr>
        <p:spPr>
          <a:xfrm>
            <a:off x="3106146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상강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EFA12C40-4798-4910-A83E-6A6E662CC01C}"/>
              </a:ext>
            </a:extLst>
          </p:cNvPr>
          <p:cNvSpPr txBox="1"/>
          <p:nvPr/>
        </p:nvSpPr>
        <p:spPr>
          <a:xfrm>
            <a:off x="3106146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국제연합일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B1A55D4D-558B-4553-BEF7-069A15A2C17B}"/>
              </a:ext>
            </a:extLst>
          </p:cNvPr>
          <p:cNvSpPr txBox="1"/>
          <p:nvPr/>
        </p:nvSpPr>
        <p:spPr>
          <a:xfrm>
            <a:off x="3106146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금융의날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독도의날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DF164C2C-E7BE-4240-B840-41840AF3D83A}"/>
              </a:ext>
            </a:extLst>
          </p:cNvPr>
          <p:cNvSpPr txBox="1"/>
          <p:nvPr/>
        </p:nvSpPr>
        <p:spPr>
          <a:xfrm>
            <a:off x="3106146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FD09F386-7B13-4822-9B0F-FB9A5735FE97}"/>
              </a:ext>
            </a:extLst>
          </p:cNvPr>
          <p:cNvSpPr txBox="1"/>
          <p:nvPr/>
        </p:nvSpPr>
        <p:spPr>
          <a:xfrm>
            <a:off x="3106146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697E82E0-47CC-49E8-A8C1-B158865C9DD9}"/>
              </a:ext>
            </a:extLst>
          </p:cNvPr>
          <p:cNvSpPr txBox="1"/>
          <p:nvPr/>
        </p:nvSpPr>
        <p:spPr>
          <a:xfrm>
            <a:off x="3106146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교정의날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FD582AD7-A353-4933-AD2D-6790281993FC}"/>
              </a:ext>
            </a:extLst>
          </p:cNvPr>
          <p:cNvSpPr txBox="1"/>
          <p:nvPr/>
        </p:nvSpPr>
        <p:spPr>
          <a:xfrm>
            <a:off x="3106146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/>
              <a:t>지방자치의날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E97D074F-A518-4F48-AFBC-1F864D49DEE1}"/>
              </a:ext>
            </a:extLst>
          </p:cNvPr>
          <p:cNvSpPr txBox="1"/>
          <p:nvPr/>
        </p:nvSpPr>
        <p:spPr>
          <a:xfrm>
            <a:off x="3106146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FD33309D-897A-4B2C-A97F-BF53316985DF}"/>
              </a:ext>
            </a:extLst>
          </p:cNvPr>
          <p:cNvSpPr txBox="1"/>
          <p:nvPr/>
        </p:nvSpPr>
        <p:spPr>
          <a:xfrm>
            <a:off x="3106146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회계의날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E8040616-86B1-469D-9CC7-709D7C4F20B5}"/>
              </a:ext>
            </a:extLst>
          </p:cNvPr>
          <p:cNvSpPr txBox="1"/>
          <p:nvPr/>
        </p:nvSpPr>
        <p:spPr>
          <a:xfrm>
            <a:off x="3993313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C14944A4-05AF-4FFA-93D6-FE38E5141F6C}"/>
              </a:ext>
            </a:extLst>
          </p:cNvPr>
          <p:cNvSpPr txBox="1"/>
          <p:nvPr/>
        </p:nvSpPr>
        <p:spPr>
          <a:xfrm>
            <a:off x="3993313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D012509D-C00D-49AD-8332-D51375CAFC80}"/>
              </a:ext>
            </a:extLst>
          </p:cNvPr>
          <p:cNvSpPr txBox="1"/>
          <p:nvPr/>
        </p:nvSpPr>
        <p:spPr>
          <a:xfrm>
            <a:off x="3993313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학생독립운동기념일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F9BBAD89-8794-410C-8520-4043E70196B4}"/>
              </a:ext>
            </a:extLst>
          </p:cNvPr>
          <p:cNvSpPr txBox="1"/>
          <p:nvPr/>
        </p:nvSpPr>
        <p:spPr>
          <a:xfrm>
            <a:off x="3993313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점자의날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7CB9ADFE-CFF9-4574-8E21-86C557ED36B5}"/>
              </a:ext>
            </a:extLst>
          </p:cNvPr>
          <p:cNvSpPr txBox="1"/>
          <p:nvPr/>
        </p:nvSpPr>
        <p:spPr>
          <a:xfrm>
            <a:off x="3993313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소상공인의날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B921FB62-EEBC-45C1-A98C-3DF998F01620}"/>
              </a:ext>
            </a:extLst>
          </p:cNvPr>
          <p:cNvSpPr txBox="1"/>
          <p:nvPr/>
        </p:nvSpPr>
        <p:spPr>
          <a:xfrm>
            <a:off x="3993313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입동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AD9EBCDA-3C32-4C90-83E2-0A7DC698F6E4}"/>
              </a:ext>
            </a:extLst>
          </p:cNvPr>
          <p:cNvSpPr txBox="1"/>
          <p:nvPr/>
        </p:nvSpPr>
        <p:spPr>
          <a:xfrm>
            <a:off x="3993313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913C0FD-4272-4B33-A5E2-C25EBD264A20}"/>
              </a:ext>
            </a:extLst>
          </p:cNvPr>
          <p:cNvSpPr txBox="1"/>
          <p:nvPr/>
        </p:nvSpPr>
        <p:spPr>
          <a:xfrm>
            <a:off x="3993313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소방의날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14354DC4-A7D2-4EA9-9640-ADD02219FB2C}"/>
              </a:ext>
            </a:extLst>
          </p:cNvPr>
          <p:cNvSpPr txBox="1"/>
          <p:nvPr/>
        </p:nvSpPr>
        <p:spPr>
          <a:xfrm>
            <a:off x="3993313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001CE82F-24D7-4A0B-82C5-9277472F6680}"/>
              </a:ext>
            </a:extLst>
          </p:cNvPr>
          <p:cNvSpPr txBox="1"/>
          <p:nvPr/>
        </p:nvSpPr>
        <p:spPr>
          <a:xfrm>
            <a:off x="3993313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4E46B689-ABB1-48E6-8136-702328A844D9}"/>
              </a:ext>
            </a:extLst>
          </p:cNvPr>
          <p:cNvSpPr txBox="1"/>
          <p:nvPr/>
        </p:nvSpPr>
        <p:spPr>
          <a:xfrm>
            <a:off x="3993313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유엔참전</a:t>
            </a:r>
            <a:r>
              <a:rPr lang="en-US" altLang="ko-KR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보행자</a:t>
            </a:r>
            <a:r>
              <a:rPr lang="en-US" altLang="ko-KR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600" spc="-1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농업인의날</a:t>
            </a:r>
            <a:r>
              <a:rPr lang="en-US" altLang="ko-KR" sz="6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spc="-15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B2A471D2-9E32-43DD-B5A8-B243F2231E61}"/>
              </a:ext>
            </a:extLst>
          </p:cNvPr>
          <p:cNvSpPr txBox="1"/>
          <p:nvPr/>
        </p:nvSpPr>
        <p:spPr>
          <a:xfrm>
            <a:off x="3993313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AC6A7A37-0A19-4FC6-9582-3BCDD22E0653}"/>
              </a:ext>
            </a:extLst>
          </p:cNvPr>
          <p:cNvSpPr txBox="1"/>
          <p:nvPr/>
        </p:nvSpPr>
        <p:spPr>
          <a:xfrm>
            <a:off x="3993313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FE95782-F11F-449B-9120-F37507EBCA03}"/>
              </a:ext>
            </a:extLst>
          </p:cNvPr>
          <p:cNvSpPr txBox="1"/>
          <p:nvPr/>
        </p:nvSpPr>
        <p:spPr>
          <a:xfrm>
            <a:off x="3993313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8ACC9291-824B-482D-BE22-F40D61D9DBC4}"/>
              </a:ext>
            </a:extLst>
          </p:cNvPr>
          <p:cNvSpPr txBox="1"/>
          <p:nvPr/>
        </p:nvSpPr>
        <p:spPr>
          <a:xfrm>
            <a:off x="3993313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C17DFBE4-80A9-4B85-A3DB-EA50FE7E8F4B}"/>
              </a:ext>
            </a:extLst>
          </p:cNvPr>
          <p:cNvSpPr txBox="1"/>
          <p:nvPr/>
        </p:nvSpPr>
        <p:spPr>
          <a:xfrm>
            <a:off x="3993313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B982467D-A150-4732-90F5-B8E54ADE9977}"/>
              </a:ext>
            </a:extLst>
          </p:cNvPr>
          <p:cNvSpPr txBox="1"/>
          <p:nvPr/>
        </p:nvSpPr>
        <p:spPr>
          <a:xfrm>
            <a:off x="3993313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순국선열의날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7A872ED8-5238-4F17-9868-E4B8F635590B}"/>
              </a:ext>
            </a:extLst>
          </p:cNvPr>
          <p:cNvSpPr txBox="1"/>
          <p:nvPr/>
        </p:nvSpPr>
        <p:spPr>
          <a:xfrm>
            <a:off x="3993313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EB6E4DCF-740F-4CC2-914F-CA1D02E11FDD}"/>
              </a:ext>
            </a:extLst>
          </p:cNvPr>
          <p:cNvSpPr txBox="1"/>
          <p:nvPr/>
        </p:nvSpPr>
        <p:spPr>
          <a:xfrm>
            <a:off x="3993313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하동학대예방의날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35372B2A-A017-4EC5-BA16-9F127F449BAF}"/>
              </a:ext>
            </a:extLst>
          </p:cNvPr>
          <p:cNvSpPr txBox="1"/>
          <p:nvPr/>
        </p:nvSpPr>
        <p:spPr>
          <a:xfrm>
            <a:off x="3993313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E1F3A7B-2222-4E84-978D-8102C7B6CE7B}"/>
              </a:ext>
            </a:extLst>
          </p:cNvPr>
          <p:cNvSpPr txBox="1"/>
          <p:nvPr/>
        </p:nvSpPr>
        <p:spPr>
          <a:xfrm>
            <a:off x="3993313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B0526441-9DF9-4C31-AB98-706E67AA2620}"/>
              </a:ext>
            </a:extLst>
          </p:cNvPr>
          <p:cNvSpPr txBox="1"/>
          <p:nvPr/>
        </p:nvSpPr>
        <p:spPr>
          <a:xfrm>
            <a:off x="3993313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소설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김치의날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C8364E94-4A50-4CE5-89F0-819391DBD549}"/>
              </a:ext>
            </a:extLst>
          </p:cNvPr>
          <p:cNvSpPr txBox="1"/>
          <p:nvPr/>
        </p:nvSpPr>
        <p:spPr>
          <a:xfrm>
            <a:off x="3993313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469096E7-2547-4F50-A73C-8A0E05B88F30}"/>
              </a:ext>
            </a:extLst>
          </p:cNvPr>
          <p:cNvSpPr txBox="1"/>
          <p:nvPr/>
        </p:nvSpPr>
        <p:spPr>
          <a:xfrm>
            <a:off x="3993313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2C8A4502-BFA7-4692-B1C2-80C4799FE879}"/>
              </a:ext>
            </a:extLst>
          </p:cNvPr>
          <p:cNvSpPr txBox="1"/>
          <p:nvPr/>
        </p:nvSpPr>
        <p:spPr>
          <a:xfrm>
            <a:off x="3993313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67F04810-C55D-475B-B5C7-C2B217498A2F}"/>
              </a:ext>
            </a:extLst>
          </p:cNvPr>
          <p:cNvSpPr txBox="1"/>
          <p:nvPr/>
        </p:nvSpPr>
        <p:spPr>
          <a:xfrm>
            <a:off x="3993313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5888C22-26ED-4411-BF35-B02A682746E0}"/>
              </a:ext>
            </a:extLst>
          </p:cNvPr>
          <p:cNvSpPr txBox="1"/>
          <p:nvPr/>
        </p:nvSpPr>
        <p:spPr>
          <a:xfrm>
            <a:off x="3993313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7FA94FA9-CC44-4C5D-959D-2EE357CB9469}"/>
              </a:ext>
            </a:extLst>
          </p:cNvPr>
          <p:cNvSpPr txBox="1"/>
          <p:nvPr/>
        </p:nvSpPr>
        <p:spPr>
          <a:xfrm>
            <a:off x="3993313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A14FBE9C-715B-41E7-89CF-81F854B72306}"/>
              </a:ext>
            </a:extLst>
          </p:cNvPr>
          <p:cNvSpPr txBox="1"/>
          <p:nvPr/>
        </p:nvSpPr>
        <p:spPr>
          <a:xfrm>
            <a:off x="3993313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32C85C62-19DF-4AB4-9C8E-4494CE8E97BC}"/>
              </a:ext>
            </a:extLst>
          </p:cNvPr>
          <p:cNvSpPr txBox="1"/>
          <p:nvPr/>
        </p:nvSpPr>
        <p:spPr>
          <a:xfrm>
            <a:off x="3993313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CCE9748C-E4A9-484E-94D2-2B41FA006A0D}"/>
              </a:ext>
            </a:extLst>
          </p:cNvPr>
          <p:cNvSpPr txBox="1"/>
          <p:nvPr/>
        </p:nvSpPr>
        <p:spPr>
          <a:xfrm>
            <a:off x="4880479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BE46332-8B0F-4596-AAEF-D81F032EA25E}"/>
              </a:ext>
            </a:extLst>
          </p:cNvPr>
          <p:cNvSpPr txBox="1"/>
          <p:nvPr/>
        </p:nvSpPr>
        <p:spPr>
          <a:xfrm>
            <a:off x="4880479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BA67E842-6C57-4368-9B75-58998351873F}"/>
              </a:ext>
            </a:extLst>
          </p:cNvPr>
          <p:cNvSpPr txBox="1"/>
          <p:nvPr/>
        </p:nvSpPr>
        <p:spPr>
          <a:xfrm>
            <a:off x="4880479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소비자의날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D9C5E19-EE6E-42BA-ACB2-4C6582EE0066}"/>
              </a:ext>
            </a:extLst>
          </p:cNvPr>
          <p:cNvSpPr txBox="1"/>
          <p:nvPr/>
        </p:nvSpPr>
        <p:spPr>
          <a:xfrm>
            <a:off x="4880479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무역의날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18C5884D-AFDC-4E3C-912E-8024B14F1946}"/>
              </a:ext>
            </a:extLst>
          </p:cNvPr>
          <p:cNvSpPr txBox="1"/>
          <p:nvPr/>
        </p:nvSpPr>
        <p:spPr>
          <a:xfrm>
            <a:off x="4880479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0D449D3D-F3A7-4E72-8CED-2A2FC0DAE31E}"/>
              </a:ext>
            </a:extLst>
          </p:cNvPr>
          <p:cNvSpPr txBox="1"/>
          <p:nvPr/>
        </p:nvSpPr>
        <p:spPr>
          <a:xfrm>
            <a:off x="4880479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대설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180AF2DA-B767-4619-93F9-C25154934420}"/>
              </a:ext>
            </a:extLst>
          </p:cNvPr>
          <p:cNvSpPr txBox="1"/>
          <p:nvPr/>
        </p:nvSpPr>
        <p:spPr>
          <a:xfrm>
            <a:off x="4880479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E17F6F8-D0A9-42AC-BC49-9F1220E927E4}"/>
              </a:ext>
            </a:extLst>
          </p:cNvPr>
          <p:cNvSpPr txBox="1"/>
          <p:nvPr/>
        </p:nvSpPr>
        <p:spPr>
          <a:xfrm>
            <a:off x="4880479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56C13AE5-0B5F-4DAB-8B9D-D43EDC4DB17C}"/>
              </a:ext>
            </a:extLst>
          </p:cNvPr>
          <p:cNvSpPr txBox="1"/>
          <p:nvPr/>
        </p:nvSpPr>
        <p:spPr>
          <a:xfrm>
            <a:off x="4880479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A4F3AF48-5B8C-4595-B042-F6345BA91D3A}"/>
              </a:ext>
            </a:extLst>
          </p:cNvPr>
          <p:cNvSpPr txBox="1"/>
          <p:nvPr/>
        </p:nvSpPr>
        <p:spPr>
          <a:xfrm>
            <a:off x="4880479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8636633-B483-414F-991E-ED0B86082023}"/>
              </a:ext>
            </a:extLst>
          </p:cNvPr>
          <p:cNvSpPr txBox="1"/>
          <p:nvPr/>
        </p:nvSpPr>
        <p:spPr>
          <a:xfrm>
            <a:off x="4880479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2C259D39-8BBF-40AA-BF15-7F64CEE128CA}"/>
              </a:ext>
            </a:extLst>
          </p:cNvPr>
          <p:cNvSpPr txBox="1"/>
          <p:nvPr/>
        </p:nvSpPr>
        <p:spPr>
          <a:xfrm>
            <a:off x="4880479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BFB15759-D482-4B3D-B2F5-0B66214D4F9C}"/>
              </a:ext>
            </a:extLst>
          </p:cNvPr>
          <p:cNvSpPr txBox="1"/>
          <p:nvPr/>
        </p:nvSpPr>
        <p:spPr>
          <a:xfrm>
            <a:off x="4880479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2219AB4F-63D8-4088-B450-DB42530DD89B}"/>
              </a:ext>
            </a:extLst>
          </p:cNvPr>
          <p:cNvSpPr txBox="1"/>
          <p:nvPr/>
        </p:nvSpPr>
        <p:spPr>
          <a:xfrm>
            <a:off x="4880479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08070EF1-12EA-4A3D-A2AB-9E7395063F43}"/>
              </a:ext>
            </a:extLst>
          </p:cNvPr>
          <p:cNvSpPr txBox="1"/>
          <p:nvPr/>
        </p:nvSpPr>
        <p:spPr>
          <a:xfrm>
            <a:off x="4880479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8AD405FA-84D6-4E1D-96BE-B0EE0CAD43C2}"/>
              </a:ext>
            </a:extLst>
          </p:cNvPr>
          <p:cNvSpPr txBox="1"/>
          <p:nvPr/>
        </p:nvSpPr>
        <p:spPr>
          <a:xfrm>
            <a:off x="4880479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A530920B-8D7B-4ED4-B3DF-D25F4CBBDCDA}"/>
              </a:ext>
            </a:extLst>
          </p:cNvPr>
          <p:cNvSpPr txBox="1"/>
          <p:nvPr/>
        </p:nvSpPr>
        <p:spPr>
          <a:xfrm>
            <a:off x="4880479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A2F0B3D-10FA-4ACC-A86C-EA27579CF02A}"/>
              </a:ext>
            </a:extLst>
          </p:cNvPr>
          <p:cNvSpPr txBox="1"/>
          <p:nvPr/>
        </p:nvSpPr>
        <p:spPr>
          <a:xfrm>
            <a:off x="4880479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2CE8976A-02CB-4791-80B7-861486E6E554}"/>
              </a:ext>
            </a:extLst>
          </p:cNvPr>
          <p:cNvSpPr txBox="1"/>
          <p:nvPr/>
        </p:nvSpPr>
        <p:spPr>
          <a:xfrm>
            <a:off x="4880479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A7E4763A-5CD6-407A-B343-9559EEAAD9D7}"/>
              </a:ext>
            </a:extLst>
          </p:cNvPr>
          <p:cNvSpPr txBox="1"/>
          <p:nvPr/>
        </p:nvSpPr>
        <p:spPr>
          <a:xfrm>
            <a:off x="4880479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6B3EBAED-6726-421E-88BE-56EAC0B9956E}"/>
              </a:ext>
            </a:extLst>
          </p:cNvPr>
          <p:cNvSpPr txBox="1"/>
          <p:nvPr/>
        </p:nvSpPr>
        <p:spPr>
          <a:xfrm>
            <a:off x="4880479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A8832CA1-4107-4716-9146-208FD83767AA}"/>
              </a:ext>
            </a:extLst>
          </p:cNvPr>
          <p:cNvSpPr txBox="1"/>
          <p:nvPr/>
        </p:nvSpPr>
        <p:spPr>
          <a:xfrm>
            <a:off x="4880479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동지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5475A81-321E-47B7-9950-448069375628}"/>
              </a:ext>
            </a:extLst>
          </p:cNvPr>
          <p:cNvSpPr txBox="1"/>
          <p:nvPr/>
        </p:nvSpPr>
        <p:spPr>
          <a:xfrm>
            <a:off x="4880479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FC7A02D7-FC40-47A0-952B-9F7D313CE037}"/>
              </a:ext>
            </a:extLst>
          </p:cNvPr>
          <p:cNvSpPr txBox="1"/>
          <p:nvPr/>
        </p:nvSpPr>
        <p:spPr>
          <a:xfrm>
            <a:off x="4880479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307602EA-6793-433B-B5D4-3499318BF86E}"/>
              </a:ext>
            </a:extLst>
          </p:cNvPr>
          <p:cNvSpPr txBox="1"/>
          <p:nvPr/>
        </p:nvSpPr>
        <p:spPr>
          <a:xfrm>
            <a:off x="4880479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r>
              <a:rPr lang="ko-KR" altLang="en-US" sz="600" dirty="0"/>
              <a:t>성탄절</a:t>
            </a:r>
            <a:r>
              <a:rPr lang="en-US" altLang="ko-KR" sz="600" dirty="0"/>
              <a:t> </a:t>
            </a:r>
            <a:endParaRPr lang="ko-KR" altLang="en-US" sz="6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62723D31-908A-495B-A88F-481222C9C146}"/>
              </a:ext>
            </a:extLst>
          </p:cNvPr>
          <p:cNvSpPr txBox="1"/>
          <p:nvPr/>
        </p:nvSpPr>
        <p:spPr>
          <a:xfrm>
            <a:off x="4880479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C8BBCF8E-D9B1-4251-B04D-7AE68B204150}"/>
              </a:ext>
            </a:extLst>
          </p:cNvPr>
          <p:cNvSpPr txBox="1"/>
          <p:nvPr/>
        </p:nvSpPr>
        <p:spPr>
          <a:xfrm>
            <a:off x="4880479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원자력의날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A6D220FD-E3E4-45C1-908B-0D541AF4B21D}"/>
              </a:ext>
            </a:extLst>
          </p:cNvPr>
          <p:cNvSpPr txBox="1"/>
          <p:nvPr/>
        </p:nvSpPr>
        <p:spPr>
          <a:xfrm>
            <a:off x="4880479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F9C952CD-184D-4B74-94CA-4FA7B541156D}"/>
              </a:ext>
            </a:extLst>
          </p:cNvPr>
          <p:cNvSpPr txBox="1"/>
          <p:nvPr/>
        </p:nvSpPr>
        <p:spPr>
          <a:xfrm>
            <a:off x="4880479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72FE6AA6-7989-4157-9D60-B9D131DA4289}"/>
              </a:ext>
            </a:extLst>
          </p:cNvPr>
          <p:cNvSpPr txBox="1"/>
          <p:nvPr/>
        </p:nvSpPr>
        <p:spPr>
          <a:xfrm>
            <a:off x="4880479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08AC0692-C83F-4628-98E5-BFA3C691D5AA}"/>
              </a:ext>
            </a:extLst>
          </p:cNvPr>
          <p:cNvSpPr txBox="1"/>
          <p:nvPr/>
        </p:nvSpPr>
        <p:spPr>
          <a:xfrm>
            <a:off x="4880479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C41E8039-D729-4928-9656-F9EE3AF7EBF6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D8096B6C-7966-4ED3-9FEB-B93AB5646278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659C0D2E-3DE8-4CE9-B246-1FD9BC574281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DEEA5C9D-530C-4A1B-9E1C-7FC7AE633FAB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ACD6D29F-F17C-476E-98C5-DED24653F841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4" name="직사각형 493">
            <a:extLst>
              <a:ext uri="{FF2B5EF4-FFF2-40B4-BE49-F238E27FC236}">
                <a16:creationId xmlns:a16="http://schemas.microsoft.com/office/drawing/2014/main" id="{4277C38F-A5ED-4B60-95EC-37656CCF26FA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BB07BDA9-F1AE-4301-9A57-56424118B0D8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379F7BF0-58C9-4A3C-BD1F-3CE0ED2E3BC0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DDD1FF90-88D3-4ACB-AA0A-E73485EF1A03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9B1CDA3F-3AA4-4274-8528-54F265BFA059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C11BDEEF-80C0-49DA-828E-C676F332AEA9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51370458-601C-4375-9615-9784BA793C52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1" name="직사각형 500">
            <a:extLst>
              <a:ext uri="{FF2B5EF4-FFF2-40B4-BE49-F238E27FC236}">
                <a16:creationId xmlns:a16="http://schemas.microsoft.com/office/drawing/2014/main" id="{37EF2EFA-1729-47EE-8998-A35D848C20C1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2" name="직사각형 501">
            <a:extLst>
              <a:ext uri="{FF2B5EF4-FFF2-40B4-BE49-F238E27FC236}">
                <a16:creationId xmlns:a16="http://schemas.microsoft.com/office/drawing/2014/main" id="{FC3FAB03-3DEF-477C-8C01-DC0CAA0396EF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F7ABBEE1-8595-4228-B100-35151FE7395A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4" name="직사각형 503">
            <a:extLst>
              <a:ext uri="{FF2B5EF4-FFF2-40B4-BE49-F238E27FC236}">
                <a16:creationId xmlns:a16="http://schemas.microsoft.com/office/drawing/2014/main" id="{E1373E22-5321-45EF-A68E-D109CE36B2B3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0AEE9556-8AFF-4B09-B3D4-B3E222574F10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F292EE2D-5EFB-498B-89EF-3AFFEB04DF5C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3C14D49B-0FEA-4B24-9580-C854414290CA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17ADB608-9DE2-4204-BF88-E6A6EABB1367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E35943E1-20BA-43FB-856C-D36CB57BD17C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C65E6668-6966-42CF-89AF-BC0A99949DE6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B0AF9CFD-C770-40B7-8CFB-E4BE640B795B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8A6A65C3-9967-4062-9005-59D1AB582933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D7A25BC7-BE22-465D-901F-8409518844A1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0A072EFF-630F-4D2F-BC1D-3E9B89B37426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94780E53-0DF9-4C36-92E1-720DF7D65CD6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9CCA1141-6B8A-40D6-99E7-085EA64EEC67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904BC016-191D-4197-9F71-F07FF39255BE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6D9A5044-397A-49C6-B9BA-383DD8123654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440A4BB3-113D-4613-9EC0-6FB7A15D28FB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0" name="사각형: 둥근 위쪽 모서리 519">
            <a:hlinkClick r:id="rId2"/>
            <a:extLst>
              <a:ext uri="{FF2B5EF4-FFF2-40B4-BE49-F238E27FC236}">
                <a16:creationId xmlns:a16="http://schemas.microsoft.com/office/drawing/2014/main" id="{DF647BC9-9E97-45B4-9F4D-A2CA4102C68D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751E91A8-43F0-4F4E-8FEE-42662AB6BEB3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B6A27271-B36A-4EA1-B75B-FC435A4F6699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CC8B1B81-147B-41BF-815F-DE220514860B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C4D59A80-EC11-4CA4-8AA5-C29EA07BF0B7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EDDE7B3-A87B-448D-B625-BD384B3BB10A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739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B25D204D-982D-4CCE-85E5-C80FF599F381}"/>
              </a:ext>
            </a:extLst>
          </p:cNvPr>
          <p:cNvCxnSpPr>
            <a:cxnSpLocks/>
          </p:cNvCxnSpPr>
          <p:nvPr/>
        </p:nvCxnSpPr>
        <p:spPr>
          <a:xfrm>
            <a:off x="230019" y="9279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295EB198-F285-4D74-8014-898D3D745F50}"/>
              </a:ext>
            </a:extLst>
          </p:cNvPr>
          <p:cNvCxnSpPr>
            <a:cxnSpLocks/>
          </p:cNvCxnSpPr>
          <p:nvPr/>
        </p:nvCxnSpPr>
        <p:spPr>
          <a:xfrm>
            <a:off x="230019" y="31120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D961D52-4975-4D1C-A4D3-DEFBEC3A1289}"/>
              </a:ext>
            </a:extLst>
          </p:cNvPr>
          <p:cNvCxnSpPr>
            <a:cxnSpLocks/>
          </p:cNvCxnSpPr>
          <p:nvPr/>
        </p:nvCxnSpPr>
        <p:spPr>
          <a:xfrm>
            <a:off x="230019" y="44224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100EA91F-DC23-421E-8167-E51B81C46FB2}"/>
              </a:ext>
            </a:extLst>
          </p:cNvPr>
          <p:cNvCxnSpPr>
            <a:cxnSpLocks/>
          </p:cNvCxnSpPr>
          <p:nvPr/>
        </p:nvCxnSpPr>
        <p:spPr>
          <a:xfrm>
            <a:off x="230019" y="55145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6BB79FA-9121-47C4-9342-8CAA2E45E4E9}"/>
              </a:ext>
            </a:extLst>
          </p:cNvPr>
          <p:cNvCxnSpPr>
            <a:cxnSpLocks/>
          </p:cNvCxnSpPr>
          <p:nvPr/>
        </p:nvCxnSpPr>
        <p:spPr>
          <a:xfrm>
            <a:off x="230019" y="748025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8BAD8601-4917-4426-817F-FE298F2E4309}"/>
              </a:ext>
            </a:extLst>
          </p:cNvPr>
          <p:cNvCxnSpPr>
            <a:cxnSpLocks/>
          </p:cNvCxnSpPr>
          <p:nvPr/>
        </p:nvCxnSpPr>
        <p:spPr>
          <a:xfrm>
            <a:off x="230019" y="66065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84D1AB8-9230-4F15-A2E7-43CAC41AC1F6}"/>
              </a:ext>
            </a:extLst>
          </p:cNvPr>
          <p:cNvCxnSpPr>
            <a:cxnSpLocks/>
          </p:cNvCxnSpPr>
          <p:nvPr/>
        </p:nvCxnSpPr>
        <p:spPr>
          <a:xfrm>
            <a:off x="230019" y="13647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2F0EB64-0916-4A23-9FC1-7FF4546C9A48}"/>
              </a:ext>
            </a:extLst>
          </p:cNvPr>
          <p:cNvCxnSpPr>
            <a:cxnSpLocks/>
          </p:cNvCxnSpPr>
          <p:nvPr/>
        </p:nvCxnSpPr>
        <p:spPr>
          <a:xfrm>
            <a:off x="230019" y="18015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69C0F349-A246-4F30-B647-BAF740B55864}"/>
              </a:ext>
            </a:extLst>
          </p:cNvPr>
          <p:cNvCxnSpPr>
            <a:cxnSpLocks/>
          </p:cNvCxnSpPr>
          <p:nvPr/>
        </p:nvCxnSpPr>
        <p:spPr>
          <a:xfrm>
            <a:off x="230019" y="22383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556C8EAD-DD70-4ED5-874F-0D8755E82959}"/>
              </a:ext>
            </a:extLst>
          </p:cNvPr>
          <p:cNvCxnSpPr>
            <a:cxnSpLocks/>
          </p:cNvCxnSpPr>
          <p:nvPr/>
        </p:nvCxnSpPr>
        <p:spPr>
          <a:xfrm>
            <a:off x="230019" y="26752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95CC9B63-E8ED-4907-A95D-DCE2AE5408F9}"/>
              </a:ext>
            </a:extLst>
          </p:cNvPr>
          <p:cNvCxnSpPr>
            <a:cxnSpLocks/>
          </p:cNvCxnSpPr>
          <p:nvPr/>
        </p:nvCxnSpPr>
        <p:spPr>
          <a:xfrm>
            <a:off x="230019" y="35488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1C194650-B0F9-42D0-8973-D8CFF2B92878}"/>
              </a:ext>
            </a:extLst>
          </p:cNvPr>
          <p:cNvCxnSpPr>
            <a:cxnSpLocks/>
          </p:cNvCxnSpPr>
          <p:nvPr/>
        </p:nvCxnSpPr>
        <p:spPr>
          <a:xfrm>
            <a:off x="230019" y="37672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0E2FE8B7-C515-415B-B0E7-4A5CF2C7DAB7}"/>
              </a:ext>
            </a:extLst>
          </p:cNvPr>
          <p:cNvCxnSpPr>
            <a:cxnSpLocks/>
          </p:cNvCxnSpPr>
          <p:nvPr/>
        </p:nvCxnSpPr>
        <p:spPr>
          <a:xfrm>
            <a:off x="230019" y="39856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F411EB74-7D5F-45D2-8006-4B0A5126AAC3}"/>
              </a:ext>
            </a:extLst>
          </p:cNvPr>
          <p:cNvCxnSpPr>
            <a:cxnSpLocks/>
          </p:cNvCxnSpPr>
          <p:nvPr/>
        </p:nvCxnSpPr>
        <p:spPr>
          <a:xfrm>
            <a:off x="230019" y="42040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11A811D8-2DD8-4DFC-ACF9-666ECF4BA472}"/>
              </a:ext>
            </a:extLst>
          </p:cNvPr>
          <p:cNvCxnSpPr>
            <a:cxnSpLocks/>
          </p:cNvCxnSpPr>
          <p:nvPr/>
        </p:nvCxnSpPr>
        <p:spPr>
          <a:xfrm>
            <a:off x="230019" y="46408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608F515E-28B6-46C3-87E8-D7ED31CCBD4E}"/>
              </a:ext>
            </a:extLst>
          </p:cNvPr>
          <p:cNvCxnSpPr>
            <a:cxnSpLocks/>
          </p:cNvCxnSpPr>
          <p:nvPr/>
        </p:nvCxnSpPr>
        <p:spPr>
          <a:xfrm>
            <a:off x="230019" y="48593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0B22EC9-F823-4D09-A7FD-AEE4779845AF}"/>
              </a:ext>
            </a:extLst>
          </p:cNvPr>
          <p:cNvCxnSpPr>
            <a:cxnSpLocks/>
          </p:cNvCxnSpPr>
          <p:nvPr/>
        </p:nvCxnSpPr>
        <p:spPr>
          <a:xfrm>
            <a:off x="230019" y="50777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9BC41F72-A15B-48BB-A711-3E701FF3DA4F}"/>
              </a:ext>
            </a:extLst>
          </p:cNvPr>
          <p:cNvCxnSpPr>
            <a:cxnSpLocks/>
          </p:cNvCxnSpPr>
          <p:nvPr/>
        </p:nvCxnSpPr>
        <p:spPr>
          <a:xfrm>
            <a:off x="230019" y="52961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DEE3F1A1-46A8-42F2-8F45-17B282CBB4CD}"/>
              </a:ext>
            </a:extLst>
          </p:cNvPr>
          <p:cNvCxnSpPr>
            <a:cxnSpLocks/>
          </p:cNvCxnSpPr>
          <p:nvPr/>
        </p:nvCxnSpPr>
        <p:spPr>
          <a:xfrm>
            <a:off x="230019" y="57329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FC70BDDE-039D-40DE-9EDE-BA6F09AA48E3}"/>
              </a:ext>
            </a:extLst>
          </p:cNvPr>
          <p:cNvCxnSpPr>
            <a:cxnSpLocks/>
          </p:cNvCxnSpPr>
          <p:nvPr/>
        </p:nvCxnSpPr>
        <p:spPr>
          <a:xfrm>
            <a:off x="230019" y="59513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2336FCD6-5450-4A05-88EC-D8C11AFCE16C}"/>
              </a:ext>
            </a:extLst>
          </p:cNvPr>
          <p:cNvCxnSpPr>
            <a:cxnSpLocks/>
          </p:cNvCxnSpPr>
          <p:nvPr/>
        </p:nvCxnSpPr>
        <p:spPr>
          <a:xfrm>
            <a:off x="230019" y="61697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42714203-4D03-4707-9ADF-302CF775C2EA}"/>
              </a:ext>
            </a:extLst>
          </p:cNvPr>
          <p:cNvCxnSpPr>
            <a:cxnSpLocks/>
          </p:cNvCxnSpPr>
          <p:nvPr/>
        </p:nvCxnSpPr>
        <p:spPr>
          <a:xfrm>
            <a:off x="230019" y="70434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A4238313-4113-4ACC-953C-15A51AB6C05B}"/>
              </a:ext>
            </a:extLst>
          </p:cNvPr>
          <p:cNvCxnSpPr>
            <a:cxnSpLocks/>
          </p:cNvCxnSpPr>
          <p:nvPr/>
        </p:nvCxnSpPr>
        <p:spPr>
          <a:xfrm>
            <a:off x="230019" y="63881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81FEB3AA-4214-4061-B0B3-502E651E33CF}"/>
              </a:ext>
            </a:extLst>
          </p:cNvPr>
          <p:cNvCxnSpPr>
            <a:cxnSpLocks/>
          </p:cNvCxnSpPr>
          <p:nvPr/>
        </p:nvCxnSpPr>
        <p:spPr>
          <a:xfrm>
            <a:off x="230019" y="68249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F4668D81-7695-430F-B715-D73075B4FA16}"/>
              </a:ext>
            </a:extLst>
          </p:cNvPr>
          <p:cNvCxnSpPr>
            <a:cxnSpLocks/>
          </p:cNvCxnSpPr>
          <p:nvPr/>
        </p:nvCxnSpPr>
        <p:spPr>
          <a:xfrm>
            <a:off x="230019" y="72618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172D19C-C37D-4549-B8F4-26D7E2019AE7}"/>
              </a:ext>
            </a:extLst>
          </p:cNvPr>
          <p:cNvCxnSpPr>
            <a:cxnSpLocks/>
          </p:cNvCxnSpPr>
          <p:nvPr/>
        </p:nvCxnSpPr>
        <p:spPr>
          <a:xfrm>
            <a:off x="230019" y="70951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3B93DF6A-C48B-4FD4-86BB-10BC9424AD13}"/>
              </a:ext>
            </a:extLst>
          </p:cNvPr>
          <p:cNvCxnSpPr>
            <a:cxnSpLocks/>
          </p:cNvCxnSpPr>
          <p:nvPr/>
        </p:nvCxnSpPr>
        <p:spPr>
          <a:xfrm>
            <a:off x="230019" y="11463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46C5412A-A6B3-43DF-B25B-AE8F1D948C99}"/>
              </a:ext>
            </a:extLst>
          </p:cNvPr>
          <p:cNvCxnSpPr>
            <a:cxnSpLocks/>
          </p:cNvCxnSpPr>
          <p:nvPr/>
        </p:nvCxnSpPr>
        <p:spPr>
          <a:xfrm>
            <a:off x="230019" y="33304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429765AC-8A1B-49E2-ABBA-2512AD8DA1EC}"/>
              </a:ext>
            </a:extLst>
          </p:cNvPr>
          <p:cNvCxnSpPr>
            <a:cxnSpLocks/>
          </p:cNvCxnSpPr>
          <p:nvPr/>
        </p:nvCxnSpPr>
        <p:spPr>
          <a:xfrm>
            <a:off x="230019" y="15831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27D90752-DB5D-4553-B941-86C48B0DFF23}"/>
              </a:ext>
            </a:extLst>
          </p:cNvPr>
          <p:cNvCxnSpPr>
            <a:cxnSpLocks/>
          </p:cNvCxnSpPr>
          <p:nvPr/>
        </p:nvCxnSpPr>
        <p:spPr>
          <a:xfrm>
            <a:off x="230019" y="20199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10B9E03A-B9EF-48A3-A689-CD50D3A4FDA4}"/>
              </a:ext>
            </a:extLst>
          </p:cNvPr>
          <p:cNvCxnSpPr>
            <a:cxnSpLocks/>
          </p:cNvCxnSpPr>
          <p:nvPr/>
        </p:nvCxnSpPr>
        <p:spPr>
          <a:xfrm>
            <a:off x="230019" y="24567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F20B5A8B-FD48-40EA-840B-A0FD475D3796}"/>
              </a:ext>
            </a:extLst>
          </p:cNvPr>
          <p:cNvCxnSpPr>
            <a:cxnSpLocks/>
          </p:cNvCxnSpPr>
          <p:nvPr/>
        </p:nvCxnSpPr>
        <p:spPr>
          <a:xfrm>
            <a:off x="230019" y="28936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FEA2F8-7739-46E2-942B-ED49D05ED3F6}"/>
              </a:ext>
            </a:extLst>
          </p:cNvPr>
          <p:cNvCxnSpPr>
            <a:cxnSpLocks/>
          </p:cNvCxnSpPr>
          <p:nvPr/>
        </p:nvCxnSpPr>
        <p:spPr>
          <a:xfrm>
            <a:off x="463897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FB6D01-8FDD-4702-91A5-383CC1D6883C}"/>
              </a:ext>
            </a:extLst>
          </p:cNvPr>
          <p:cNvCxnSpPr>
            <a:cxnSpLocks/>
          </p:cNvCxnSpPr>
          <p:nvPr/>
        </p:nvCxnSpPr>
        <p:spPr>
          <a:xfrm>
            <a:off x="463897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137464E-F648-4D96-93E4-E7A1D78F253E}"/>
              </a:ext>
            </a:extLst>
          </p:cNvPr>
          <p:cNvCxnSpPr>
            <a:cxnSpLocks/>
          </p:cNvCxnSpPr>
          <p:nvPr/>
        </p:nvCxnSpPr>
        <p:spPr>
          <a:xfrm>
            <a:off x="463897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289F53-1C29-46C6-8539-FC86249FD862}"/>
              </a:ext>
            </a:extLst>
          </p:cNvPr>
          <p:cNvCxnSpPr>
            <a:cxnSpLocks/>
          </p:cNvCxnSpPr>
          <p:nvPr/>
        </p:nvCxnSpPr>
        <p:spPr>
          <a:xfrm>
            <a:off x="463897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484BA1-C84D-4FF3-B4B0-2CCD4E4798D9}"/>
              </a:ext>
            </a:extLst>
          </p:cNvPr>
          <p:cNvCxnSpPr>
            <a:cxnSpLocks/>
          </p:cNvCxnSpPr>
          <p:nvPr/>
        </p:nvCxnSpPr>
        <p:spPr>
          <a:xfrm>
            <a:off x="463897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54118DB-1121-41B0-B0D0-CA8077C60B45}"/>
              </a:ext>
            </a:extLst>
          </p:cNvPr>
          <p:cNvCxnSpPr>
            <a:cxnSpLocks/>
          </p:cNvCxnSpPr>
          <p:nvPr/>
        </p:nvCxnSpPr>
        <p:spPr>
          <a:xfrm>
            <a:off x="463897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7BD914-7F5B-4723-A502-0E95FF0D7D88}"/>
              </a:ext>
            </a:extLst>
          </p:cNvPr>
          <p:cNvCxnSpPr>
            <a:cxnSpLocks/>
          </p:cNvCxnSpPr>
          <p:nvPr/>
        </p:nvCxnSpPr>
        <p:spPr>
          <a:xfrm>
            <a:off x="463897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71FC3D9-10B5-42EB-A486-E0378CED41CF}"/>
              </a:ext>
            </a:extLst>
          </p:cNvPr>
          <p:cNvCxnSpPr>
            <a:cxnSpLocks/>
          </p:cNvCxnSpPr>
          <p:nvPr/>
        </p:nvCxnSpPr>
        <p:spPr>
          <a:xfrm>
            <a:off x="463897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167BC0-14A7-4B5E-91AF-DF2542805271}"/>
              </a:ext>
            </a:extLst>
          </p:cNvPr>
          <p:cNvCxnSpPr>
            <a:cxnSpLocks/>
          </p:cNvCxnSpPr>
          <p:nvPr/>
        </p:nvCxnSpPr>
        <p:spPr>
          <a:xfrm>
            <a:off x="463897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32197D-11CB-4321-8420-AB8EC95CC592}"/>
              </a:ext>
            </a:extLst>
          </p:cNvPr>
          <p:cNvCxnSpPr>
            <a:cxnSpLocks/>
          </p:cNvCxnSpPr>
          <p:nvPr/>
        </p:nvCxnSpPr>
        <p:spPr>
          <a:xfrm>
            <a:off x="463897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0D799F-089F-42AF-A30C-E308FFEF1878}"/>
              </a:ext>
            </a:extLst>
          </p:cNvPr>
          <p:cNvCxnSpPr>
            <a:cxnSpLocks/>
          </p:cNvCxnSpPr>
          <p:nvPr/>
        </p:nvCxnSpPr>
        <p:spPr>
          <a:xfrm>
            <a:off x="463897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6BDA118-8978-4A89-BD76-053D1C836514}"/>
              </a:ext>
            </a:extLst>
          </p:cNvPr>
          <p:cNvCxnSpPr>
            <a:cxnSpLocks/>
          </p:cNvCxnSpPr>
          <p:nvPr/>
        </p:nvCxnSpPr>
        <p:spPr>
          <a:xfrm>
            <a:off x="463897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093A87-F7BA-4829-8168-2980CF6DE0FC}"/>
              </a:ext>
            </a:extLst>
          </p:cNvPr>
          <p:cNvCxnSpPr>
            <a:cxnSpLocks/>
          </p:cNvCxnSpPr>
          <p:nvPr/>
        </p:nvCxnSpPr>
        <p:spPr>
          <a:xfrm>
            <a:off x="463897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243B460-01DF-4570-B10F-01693A334FDA}"/>
              </a:ext>
            </a:extLst>
          </p:cNvPr>
          <p:cNvCxnSpPr>
            <a:cxnSpLocks/>
          </p:cNvCxnSpPr>
          <p:nvPr/>
        </p:nvCxnSpPr>
        <p:spPr>
          <a:xfrm>
            <a:off x="463897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F219CC-E421-44FB-9A9C-BF4287863C31}"/>
              </a:ext>
            </a:extLst>
          </p:cNvPr>
          <p:cNvCxnSpPr>
            <a:cxnSpLocks/>
          </p:cNvCxnSpPr>
          <p:nvPr/>
        </p:nvCxnSpPr>
        <p:spPr>
          <a:xfrm>
            <a:off x="463897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9582F3-4A88-48AB-9E33-FCBD36F89DA5}"/>
              </a:ext>
            </a:extLst>
          </p:cNvPr>
          <p:cNvCxnSpPr>
            <a:cxnSpLocks/>
          </p:cNvCxnSpPr>
          <p:nvPr/>
        </p:nvCxnSpPr>
        <p:spPr>
          <a:xfrm>
            <a:off x="463897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390BB8D-2F8E-4EBA-A981-E643213E9DF6}"/>
              </a:ext>
            </a:extLst>
          </p:cNvPr>
          <p:cNvCxnSpPr>
            <a:cxnSpLocks/>
          </p:cNvCxnSpPr>
          <p:nvPr/>
        </p:nvCxnSpPr>
        <p:spPr>
          <a:xfrm>
            <a:off x="463897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204DA8-756A-4E8F-A80D-84339F4F062B}"/>
              </a:ext>
            </a:extLst>
          </p:cNvPr>
          <p:cNvCxnSpPr>
            <a:cxnSpLocks/>
          </p:cNvCxnSpPr>
          <p:nvPr/>
        </p:nvCxnSpPr>
        <p:spPr>
          <a:xfrm>
            <a:off x="463897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DEEB18-1FBA-4DB9-A245-EB89BF2DDAFD}"/>
              </a:ext>
            </a:extLst>
          </p:cNvPr>
          <p:cNvCxnSpPr>
            <a:cxnSpLocks/>
          </p:cNvCxnSpPr>
          <p:nvPr/>
        </p:nvCxnSpPr>
        <p:spPr>
          <a:xfrm>
            <a:off x="463897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79E184E-40FB-4A1D-A58F-F500C3C32A87}"/>
              </a:ext>
            </a:extLst>
          </p:cNvPr>
          <p:cNvCxnSpPr>
            <a:cxnSpLocks/>
          </p:cNvCxnSpPr>
          <p:nvPr/>
        </p:nvCxnSpPr>
        <p:spPr>
          <a:xfrm>
            <a:off x="463897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6A5E15-13DD-4CE8-B174-797C75084E23}"/>
              </a:ext>
            </a:extLst>
          </p:cNvPr>
          <p:cNvCxnSpPr>
            <a:cxnSpLocks/>
          </p:cNvCxnSpPr>
          <p:nvPr/>
        </p:nvCxnSpPr>
        <p:spPr>
          <a:xfrm>
            <a:off x="463897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6E6E49-6BD9-4ADB-9EBC-90BA36938710}"/>
              </a:ext>
            </a:extLst>
          </p:cNvPr>
          <p:cNvCxnSpPr>
            <a:cxnSpLocks/>
          </p:cNvCxnSpPr>
          <p:nvPr/>
        </p:nvCxnSpPr>
        <p:spPr>
          <a:xfrm>
            <a:off x="463897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AFB6068-158A-4A8F-AB2F-FF8038CD77A9}"/>
              </a:ext>
            </a:extLst>
          </p:cNvPr>
          <p:cNvCxnSpPr>
            <a:cxnSpLocks/>
          </p:cNvCxnSpPr>
          <p:nvPr/>
        </p:nvCxnSpPr>
        <p:spPr>
          <a:xfrm>
            <a:off x="463897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6FD5B9E-5F06-40BF-99CE-5D2012699AF2}"/>
              </a:ext>
            </a:extLst>
          </p:cNvPr>
          <p:cNvCxnSpPr>
            <a:cxnSpLocks/>
          </p:cNvCxnSpPr>
          <p:nvPr/>
        </p:nvCxnSpPr>
        <p:spPr>
          <a:xfrm>
            <a:off x="463897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B22F4FF-E77F-4C54-8A4B-DEFBBF8C92D9}"/>
              </a:ext>
            </a:extLst>
          </p:cNvPr>
          <p:cNvCxnSpPr>
            <a:cxnSpLocks/>
          </p:cNvCxnSpPr>
          <p:nvPr/>
        </p:nvCxnSpPr>
        <p:spPr>
          <a:xfrm>
            <a:off x="463897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DA5E88C-2C15-4155-83CA-61C7B606BCDB}"/>
              </a:ext>
            </a:extLst>
          </p:cNvPr>
          <p:cNvCxnSpPr>
            <a:cxnSpLocks/>
          </p:cNvCxnSpPr>
          <p:nvPr/>
        </p:nvCxnSpPr>
        <p:spPr>
          <a:xfrm>
            <a:off x="463897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8C7767D-2565-41F7-9D62-06BEA31C9A7A}"/>
              </a:ext>
            </a:extLst>
          </p:cNvPr>
          <p:cNvCxnSpPr>
            <a:cxnSpLocks/>
          </p:cNvCxnSpPr>
          <p:nvPr/>
        </p:nvCxnSpPr>
        <p:spPr>
          <a:xfrm>
            <a:off x="463897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653C5D-6BE0-450F-9027-80E2B4ECE936}"/>
              </a:ext>
            </a:extLst>
          </p:cNvPr>
          <p:cNvCxnSpPr>
            <a:cxnSpLocks/>
          </p:cNvCxnSpPr>
          <p:nvPr/>
        </p:nvCxnSpPr>
        <p:spPr>
          <a:xfrm>
            <a:off x="463897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9403F6C-EDBA-43A3-B9EB-30D9BA060A7D}"/>
              </a:ext>
            </a:extLst>
          </p:cNvPr>
          <p:cNvCxnSpPr>
            <a:cxnSpLocks/>
          </p:cNvCxnSpPr>
          <p:nvPr/>
        </p:nvCxnSpPr>
        <p:spPr>
          <a:xfrm>
            <a:off x="463897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5B9682D-410D-4DF4-9ABE-034513F83E16}"/>
              </a:ext>
            </a:extLst>
          </p:cNvPr>
          <p:cNvCxnSpPr>
            <a:cxnSpLocks/>
          </p:cNvCxnSpPr>
          <p:nvPr/>
        </p:nvCxnSpPr>
        <p:spPr>
          <a:xfrm>
            <a:off x="463897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7B03C6F-A72C-4CE0-A9C9-86A94ABC404A}"/>
              </a:ext>
            </a:extLst>
          </p:cNvPr>
          <p:cNvCxnSpPr>
            <a:cxnSpLocks/>
          </p:cNvCxnSpPr>
          <p:nvPr/>
        </p:nvCxnSpPr>
        <p:spPr>
          <a:xfrm>
            <a:off x="463897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791C5F3-8BA3-4E2C-9C4C-75ECACED167C}"/>
              </a:ext>
            </a:extLst>
          </p:cNvPr>
          <p:cNvCxnSpPr>
            <a:cxnSpLocks/>
          </p:cNvCxnSpPr>
          <p:nvPr/>
        </p:nvCxnSpPr>
        <p:spPr>
          <a:xfrm>
            <a:off x="463897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1BD57EB-EF65-4463-9DEF-390225C9003E}"/>
              </a:ext>
            </a:extLst>
          </p:cNvPr>
          <p:cNvCxnSpPr>
            <a:cxnSpLocks/>
          </p:cNvCxnSpPr>
          <p:nvPr/>
        </p:nvCxnSpPr>
        <p:spPr>
          <a:xfrm>
            <a:off x="463897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36108EA-0C74-4665-A72E-8401C26AD269}"/>
              </a:ext>
            </a:extLst>
          </p:cNvPr>
          <p:cNvCxnSpPr>
            <a:cxnSpLocks/>
          </p:cNvCxnSpPr>
          <p:nvPr/>
        </p:nvCxnSpPr>
        <p:spPr>
          <a:xfrm>
            <a:off x="1351063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94F05C-9800-4039-8734-EEA663258B41}"/>
              </a:ext>
            </a:extLst>
          </p:cNvPr>
          <p:cNvCxnSpPr>
            <a:cxnSpLocks/>
          </p:cNvCxnSpPr>
          <p:nvPr/>
        </p:nvCxnSpPr>
        <p:spPr>
          <a:xfrm>
            <a:off x="1351063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297B975-E9D1-4045-BEBA-167D2AE57FF6}"/>
              </a:ext>
            </a:extLst>
          </p:cNvPr>
          <p:cNvCxnSpPr>
            <a:cxnSpLocks/>
          </p:cNvCxnSpPr>
          <p:nvPr/>
        </p:nvCxnSpPr>
        <p:spPr>
          <a:xfrm>
            <a:off x="1351063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5583A6D-0165-4C2B-9EEC-8D047C9D875D}"/>
              </a:ext>
            </a:extLst>
          </p:cNvPr>
          <p:cNvCxnSpPr>
            <a:cxnSpLocks/>
          </p:cNvCxnSpPr>
          <p:nvPr/>
        </p:nvCxnSpPr>
        <p:spPr>
          <a:xfrm>
            <a:off x="1351063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43DB5E-4101-4214-9C45-767D22461C5E}"/>
              </a:ext>
            </a:extLst>
          </p:cNvPr>
          <p:cNvCxnSpPr>
            <a:cxnSpLocks/>
          </p:cNvCxnSpPr>
          <p:nvPr/>
        </p:nvCxnSpPr>
        <p:spPr>
          <a:xfrm>
            <a:off x="1351063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2E90823-C363-42CC-A361-7024FD51165F}"/>
              </a:ext>
            </a:extLst>
          </p:cNvPr>
          <p:cNvCxnSpPr>
            <a:cxnSpLocks/>
          </p:cNvCxnSpPr>
          <p:nvPr/>
        </p:nvCxnSpPr>
        <p:spPr>
          <a:xfrm>
            <a:off x="135106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FC91E9B-22E7-487B-8910-FF95DCFC35EB}"/>
              </a:ext>
            </a:extLst>
          </p:cNvPr>
          <p:cNvCxnSpPr>
            <a:cxnSpLocks/>
          </p:cNvCxnSpPr>
          <p:nvPr/>
        </p:nvCxnSpPr>
        <p:spPr>
          <a:xfrm>
            <a:off x="1351063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4F8F31C-9153-46E8-AFE9-80A02281603B}"/>
              </a:ext>
            </a:extLst>
          </p:cNvPr>
          <p:cNvCxnSpPr>
            <a:cxnSpLocks/>
          </p:cNvCxnSpPr>
          <p:nvPr/>
        </p:nvCxnSpPr>
        <p:spPr>
          <a:xfrm>
            <a:off x="1351063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59DC24-8C65-48EE-8649-57DC942A6641}"/>
              </a:ext>
            </a:extLst>
          </p:cNvPr>
          <p:cNvCxnSpPr>
            <a:cxnSpLocks/>
          </p:cNvCxnSpPr>
          <p:nvPr/>
        </p:nvCxnSpPr>
        <p:spPr>
          <a:xfrm>
            <a:off x="1351063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5238690-120D-4F30-9989-BB73AC8AFEF9}"/>
              </a:ext>
            </a:extLst>
          </p:cNvPr>
          <p:cNvCxnSpPr>
            <a:cxnSpLocks/>
          </p:cNvCxnSpPr>
          <p:nvPr/>
        </p:nvCxnSpPr>
        <p:spPr>
          <a:xfrm>
            <a:off x="1351063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39F7912-BF3A-4AA4-8583-08773C29FD28}"/>
              </a:ext>
            </a:extLst>
          </p:cNvPr>
          <p:cNvCxnSpPr>
            <a:cxnSpLocks/>
          </p:cNvCxnSpPr>
          <p:nvPr/>
        </p:nvCxnSpPr>
        <p:spPr>
          <a:xfrm>
            <a:off x="1351063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3D33005-A39E-47B1-BDF3-B54856415E10}"/>
              </a:ext>
            </a:extLst>
          </p:cNvPr>
          <p:cNvCxnSpPr>
            <a:cxnSpLocks/>
          </p:cNvCxnSpPr>
          <p:nvPr/>
        </p:nvCxnSpPr>
        <p:spPr>
          <a:xfrm>
            <a:off x="1351063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03EC29A-EB0C-4CBB-9E7E-71DC420864A0}"/>
              </a:ext>
            </a:extLst>
          </p:cNvPr>
          <p:cNvCxnSpPr>
            <a:cxnSpLocks/>
          </p:cNvCxnSpPr>
          <p:nvPr/>
        </p:nvCxnSpPr>
        <p:spPr>
          <a:xfrm>
            <a:off x="1351063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0DFD790-5F89-4677-9F59-0622FED73388}"/>
              </a:ext>
            </a:extLst>
          </p:cNvPr>
          <p:cNvCxnSpPr>
            <a:cxnSpLocks/>
          </p:cNvCxnSpPr>
          <p:nvPr/>
        </p:nvCxnSpPr>
        <p:spPr>
          <a:xfrm>
            <a:off x="1351063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0446976-EED8-4585-BEEA-F3B3E9EA7613}"/>
              </a:ext>
            </a:extLst>
          </p:cNvPr>
          <p:cNvCxnSpPr>
            <a:cxnSpLocks/>
          </p:cNvCxnSpPr>
          <p:nvPr/>
        </p:nvCxnSpPr>
        <p:spPr>
          <a:xfrm>
            <a:off x="1351063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2B81A43-5603-4A7E-8170-95B641BC0C4A}"/>
              </a:ext>
            </a:extLst>
          </p:cNvPr>
          <p:cNvCxnSpPr>
            <a:cxnSpLocks/>
          </p:cNvCxnSpPr>
          <p:nvPr/>
        </p:nvCxnSpPr>
        <p:spPr>
          <a:xfrm>
            <a:off x="1351063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6C0DE6-5B51-4E80-8895-C18D3BE69AC0}"/>
              </a:ext>
            </a:extLst>
          </p:cNvPr>
          <p:cNvCxnSpPr>
            <a:cxnSpLocks/>
          </p:cNvCxnSpPr>
          <p:nvPr/>
        </p:nvCxnSpPr>
        <p:spPr>
          <a:xfrm>
            <a:off x="1351063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E2A4068-3526-41BC-B8EC-48D8AD6A5CA6}"/>
              </a:ext>
            </a:extLst>
          </p:cNvPr>
          <p:cNvCxnSpPr>
            <a:cxnSpLocks/>
          </p:cNvCxnSpPr>
          <p:nvPr/>
        </p:nvCxnSpPr>
        <p:spPr>
          <a:xfrm>
            <a:off x="1351063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C8392A3-C13F-48F2-8E4C-83105E202B69}"/>
              </a:ext>
            </a:extLst>
          </p:cNvPr>
          <p:cNvCxnSpPr>
            <a:cxnSpLocks/>
          </p:cNvCxnSpPr>
          <p:nvPr/>
        </p:nvCxnSpPr>
        <p:spPr>
          <a:xfrm>
            <a:off x="1351063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D1E9F04-2834-4DCD-912F-AF5393B965AB}"/>
              </a:ext>
            </a:extLst>
          </p:cNvPr>
          <p:cNvCxnSpPr>
            <a:cxnSpLocks/>
          </p:cNvCxnSpPr>
          <p:nvPr/>
        </p:nvCxnSpPr>
        <p:spPr>
          <a:xfrm>
            <a:off x="1351063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3F91F0E-2BFA-4CE7-99F0-2A6FE1B6B28F}"/>
              </a:ext>
            </a:extLst>
          </p:cNvPr>
          <p:cNvCxnSpPr>
            <a:cxnSpLocks/>
          </p:cNvCxnSpPr>
          <p:nvPr/>
        </p:nvCxnSpPr>
        <p:spPr>
          <a:xfrm>
            <a:off x="1351063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46416B-FAD3-4B6E-8B3D-7BDC7A4426E1}"/>
              </a:ext>
            </a:extLst>
          </p:cNvPr>
          <p:cNvCxnSpPr>
            <a:cxnSpLocks/>
          </p:cNvCxnSpPr>
          <p:nvPr/>
        </p:nvCxnSpPr>
        <p:spPr>
          <a:xfrm>
            <a:off x="1351063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5BE2790-16E4-4DED-A044-4F2E78A02E3F}"/>
              </a:ext>
            </a:extLst>
          </p:cNvPr>
          <p:cNvCxnSpPr>
            <a:cxnSpLocks/>
          </p:cNvCxnSpPr>
          <p:nvPr/>
        </p:nvCxnSpPr>
        <p:spPr>
          <a:xfrm>
            <a:off x="1351063" y="70434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82ED431-1959-4DD3-BA54-B6067C0F66E5}"/>
              </a:ext>
            </a:extLst>
          </p:cNvPr>
          <p:cNvCxnSpPr>
            <a:cxnSpLocks/>
          </p:cNvCxnSpPr>
          <p:nvPr/>
        </p:nvCxnSpPr>
        <p:spPr>
          <a:xfrm>
            <a:off x="1351063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F3F9B07-F4B0-474C-B240-BD3262593C6F}"/>
              </a:ext>
            </a:extLst>
          </p:cNvPr>
          <p:cNvCxnSpPr>
            <a:cxnSpLocks/>
          </p:cNvCxnSpPr>
          <p:nvPr/>
        </p:nvCxnSpPr>
        <p:spPr>
          <a:xfrm>
            <a:off x="1351063" y="6825031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8F4C661-09AB-4C33-BC5E-D0A81DBF4B64}"/>
              </a:ext>
            </a:extLst>
          </p:cNvPr>
          <p:cNvCxnSpPr>
            <a:cxnSpLocks/>
          </p:cNvCxnSpPr>
          <p:nvPr/>
        </p:nvCxnSpPr>
        <p:spPr>
          <a:xfrm>
            <a:off x="1351063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0410CB4-9AF0-46D0-B173-C89D5C8D0ADE}"/>
              </a:ext>
            </a:extLst>
          </p:cNvPr>
          <p:cNvCxnSpPr>
            <a:cxnSpLocks/>
          </p:cNvCxnSpPr>
          <p:nvPr/>
        </p:nvCxnSpPr>
        <p:spPr>
          <a:xfrm>
            <a:off x="135106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77C74B8-E904-44A0-9CBA-79B3FFAE3A46}"/>
              </a:ext>
            </a:extLst>
          </p:cNvPr>
          <p:cNvCxnSpPr>
            <a:cxnSpLocks/>
          </p:cNvCxnSpPr>
          <p:nvPr/>
        </p:nvCxnSpPr>
        <p:spPr>
          <a:xfrm>
            <a:off x="1351063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B328D87-19EF-4E6E-A4E7-2FAE3572178B}"/>
              </a:ext>
            </a:extLst>
          </p:cNvPr>
          <p:cNvCxnSpPr>
            <a:cxnSpLocks/>
          </p:cNvCxnSpPr>
          <p:nvPr/>
        </p:nvCxnSpPr>
        <p:spPr>
          <a:xfrm>
            <a:off x="1351063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1C74CD4-B0D8-4ED2-95C9-3A30BBA85484}"/>
              </a:ext>
            </a:extLst>
          </p:cNvPr>
          <p:cNvCxnSpPr>
            <a:cxnSpLocks/>
          </p:cNvCxnSpPr>
          <p:nvPr/>
        </p:nvCxnSpPr>
        <p:spPr>
          <a:xfrm>
            <a:off x="1351063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305858E-AB60-472C-80AC-ED395A1F8ABB}"/>
              </a:ext>
            </a:extLst>
          </p:cNvPr>
          <p:cNvCxnSpPr>
            <a:cxnSpLocks/>
          </p:cNvCxnSpPr>
          <p:nvPr/>
        </p:nvCxnSpPr>
        <p:spPr>
          <a:xfrm>
            <a:off x="1351063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59CC4E-9BAB-49DD-8DA1-E3688C6E7C9A}"/>
              </a:ext>
            </a:extLst>
          </p:cNvPr>
          <p:cNvCxnSpPr>
            <a:cxnSpLocks/>
          </p:cNvCxnSpPr>
          <p:nvPr/>
        </p:nvCxnSpPr>
        <p:spPr>
          <a:xfrm>
            <a:off x="1351063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62600DA-4A40-4CDF-A09B-C7C8CBFBF82F}"/>
              </a:ext>
            </a:extLst>
          </p:cNvPr>
          <p:cNvCxnSpPr>
            <a:cxnSpLocks/>
          </p:cNvCxnSpPr>
          <p:nvPr/>
        </p:nvCxnSpPr>
        <p:spPr>
          <a:xfrm>
            <a:off x="1351063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B25D415-9E95-4968-A482-45DE3B8D660A}"/>
              </a:ext>
            </a:extLst>
          </p:cNvPr>
          <p:cNvCxnSpPr>
            <a:cxnSpLocks/>
          </p:cNvCxnSpPr>
          <p:nvPr/>
        </p:nvCxnSpPr>
        <p:spPr>
          <a:xfrm>
            <a:off x="2228605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16B9B3-E337-4099-97E1-B443431C8447}"/>
              </a:ext>
            </a:extLst>
          </p:cNvPr>
          <p:cNvCxnSpPr>
            <a:cxnSpLocks/>
          </p:cNvCxnSpPr>
          <p:nvPr/>
        </p:nvCxnSpPr>
        <p:spPr>
          <a:xfrm>
            <a:off x="2228605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E82142-322D-49A1-9A3E-BCF8CFFAF3A8}"/>
              </a:ext>
            </a:extLst>
          </p:cNvPr>
          <p:cNvCxnSpPr>
            <a:cxnSpLocks/>
          </p:cNvCxnSpPr>
          <p:nvPr/>
        </p:nvCxnSpPr>
        <p:spPr>
          <a:xfrm>
            <a:off x="2228605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D5A6AC8-05FE-4DC7-A6BC-1D12FC48D8F5}"/>
              </a:ext>
            </a:extLst>
          </p:cNvPr>
          <p:cNvCxnSpPr>
            <a:cxnSpLocks/>
          </p:cNvCxnSpPr>
          <p:nvPr/>
        </p:nvCxnSpPr>
        <p:spPr>
          <a:xfrm>
            <a:off x="2228605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9E2A011-5719-4E5B-8BBC-22E0A3E246B9}"/>
              </a:ext>
            </a:extLst>
          </p:cNvPr>
          <p:cNvCxnSpPr>
            <a:cxnSpLocks/>
          </p:cNvCxnSpPr>
          <p:nvPr/>
        </p:nvCxnSpPr>
        <p:spPr>
          <a:xfrm>
            <a:off x="2228605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70D05FA-2097-4350-AECB-84C1039DBEB6}"/>
              </a:ext>
            </a:extLst>
          </p:cNvPr>
          <p:cNvCxnSpPr>
            <a:cxnSpLocks/>
          </p:cNvCxnSpPr>
          <p:nvPr/>
        </p:nvCxnSpPr>
        <p:spPr>
          <a:xfrm>
            <a:off x="2228605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256EB91-4D6F-43D2-86CF-C1150BC9440A}"/>
              </a:ext>
            </a:extLst>
          </p:cNvPr>
          <p:cNvCxnSpPr>
            <a:cxnSpLocks/>
          </p:cNvCxnSpPr>
          <p:nvPr/>
        </p:nvCxnSpPr>
        <p:spPr>
          <a:xfrm>
            <a:off x="2228605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0DBB80E-EAFB-4812-B37D-AB8D8941628B}"/>
              </a:ext>
            </a:extLst>
          </p:cNvPr>
          <p:cNvCxnSpPr>
            <a:cxnSpLocks/>
          </p:cNvCxnSpPr>
          <p:nvPr/>
        </p:nvCxnSpPr>
        <p:spPr>
          <a:xfrm>
            <a:off x="2228605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53399B-0D1A-46FF-8181-512577CCD1BE}"/>
              </a:ext>
            </a:extLst>
          </p:cNvPr>
          <p:cNvCxnSpPr>
            <a:cxnSpLocks/>
          </p:cNvCxnSpPr>
          <p:nvPr/>
        </p:nvCxnSpPr>
        <p:spPr>
          <a:xfrm>
            <a:off x="2228605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F8ABEF0-4732-4C4C-BB9E-98BF7208B2A8}"/>
              </a:ext>
            </a:extLst>
          </p:cNvPr>
          <p:cNvCxnSpPr>
            <a:cxnSpLocks/>
          </p:cNvCxnSpPr>
          <p:nvPr/>
        </p:nvCxnSpPr>
        <p:spPr>
          <a:xfrm>
            <a:off x="2228605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085A5A2-E407-462C-9563-2BF57F22218B}"/>
              </a:ext>
            </a:extLst>
          </p:cNvPr>
          <p:cNvCxnSpPr>
            <a:cxnSpLocks/>
          </p:cNvCxnSpPr>
          <p:nvPr/>
        </p:nvCxnSpPr>
        <p:spPr>
          <a:xfrm>
            <a:off x="2228605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AAC153-F377-4897-A83E-32625A836F20}"/>
              </a:ext>
            </a:extLst>
          </p:cNvPr>
          <p:cNvCxnSpPr>
            <a:cxnSpLocks/>
          </p:cNvCxnSpPr>
          <p:nvPr/>
        </p:nvCxnSpPr>
        <p:spPr>
          <a:xfrm>
            <a:off x="2228605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E0572AE-5E27-48AE-95E3-301D1AE7421B}"/>
              </a:ext>
            </a:extLst>
          </p:cNvPr>
          <p:cNvCxnSpPr>
            <a:cxnSpLocks/>
          </p:cNvCxnSpPr>
          <p:nvPr/>
        </p:nvCxnSpPr>
        <p:spPr>
          <a:xfrm>
            <a:off x="2228605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6819B43-6FBC-4C43-A6FD-D384A3EFF6C2}"/>
              </a:ext>
            </a:extLst>
          </p:cNvPr>
          <p:cNvCxnSpPr>
            <a:cxnSpLocks/>
          </p:cNvCxnSpPr>
          <p:nvPr/>
        </p:nvCxnSpPr>
        <p:spPr>
          <a:xfrm>
            <a:off x="2228605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6B5C4B-1E9F-4077-B19B-ECFF1511C62C}"/>
              </a:ext>
            </a:extLst>
          </p:cNvPr>
          <p:cNvCxnSpPr>
            <a:cxnSpLocks/>
          </p:cNvCxnSpPr>
          <p:nvPr/>
        </p:nvCxnSpPr>
        <p:spPr>
          <a:xfrm>
            <a:off x="2228605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2268592-7A1D-409A-97A5-3B02B6BEB4EF}"/>
              </a:ext>
            </a:extLst>
          </p:cNvPr>
          <p:cNvCxnSpPr>
            <a:cxnSpLocks/>
          </p:cNvCxnSpPr>
          <p:nvPr/>
        </p:nvCxnSpPr>
        <p:spPr>
          <a:xfrm>
            <a:off x="2228605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89338E3-CCB0-4522-A19D-FA6B427445E4}"/>
              </a:ext>
            </a:extLst>
          </p:cNvPr>
          <p:cNvCxnSpPr>
            <a:cxnSpLocks/>
          </p:cNvCxnSpPr>
          <p:nvPr/>
        </p:nvCxnSpPr>
        <p:spPr>
          <a:xfrm>
            <a:off x="2228605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AFAEC1-B3AD-4B62-98E9-48F3A2CD9E1F}"/>
              </a:ext>
            </a:extLst>
          </p:cNvPr>
          <p:cNvCxnSpPr>
            <a:cxnSpLocks/>
          </p:cNvCxnSpPr>
          <p:nvPr/>
        </p:nvCxnSpPr>
        <p:spPr>
          <a:xfrm>
            <a:off x="2228605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55921-AA5E-4115-A845-1AF5DDCDEB9D}"/>
              </a:ext>
            </a:extLst>
          </p:cNvPr>
          <p:cNvCxnSpPr>
            <a:cxnSpLocks/>
          </p:cNvCxnSpPr>
          <p:nvPr/>
        </p:nvCxnSpPr>
        <p:spPr>
          <a:xfrm>
            <a:off x="2228605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47E3D21-01E8-4DA0-AD93-6AAFCAD6A16E}"/>
              </a:ext>
            </a:extLst>
          </p:cNvPr>
          <p:cNvCxnSpPr>
            <a:cxnSpLocks/>
          </p:cNvCxnSpPr>
          <p:nvPr/>
        </p:nvCxnSpPr>
        <p:spPr>
          <a:xfrm>
            <a:off x="2228605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C10950E-81FF-44E7-85CC-10E091CF25C9}"/>
              </a:ext>
            </a:extLst>
          </p:cNvPr>
          <p:cNvCxnSpPr>
            <a:cxnSpLocks/>
          </p:cNvCxnSpPr>
          <p:nvPr/>
        </p:nvCxnSpPr>
        <p:spPr>
          <a:xfrm>
            <a:off x="2228605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D8DF2A0-5C4D-4925-AE22-002897C224D1}"/>
              </a:ext>
            </a:extLst>
          </p:cNvPr>
          <p:cNvCxnSpPr>
            <a:cxnSpLocks/>
          </p:cNvCxnSpPr>
          <p:nvPr/>
        </p:nvCxnSpPr>
        <p:spPr>
          <a:xfrm>
            <a:off x="2228605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DF620EE-973E-412B-BFB8-0B0548CF7241}"/>
              </a:ext>
            </a:extLst>
          </p:cNvPr>
          <p:cNvCxnSpPr>
            <a:cxnSpLocks/>
          </p:cNvCxnSpPr>
          <p:nvPr/>
        </p:nvCxnSpPr>
        <p:spPr>
          <a:xfrm>
            <a:off x="2228605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AFE86D-6B63-485A-8552-D39C28463753}"/>
              </a:ext>
            </a:extLst>
          </p:cNvPr>
          <p:cNvCxnSpPr>
            <a:cxnSpLocks/>
          </p:cNvCxnSpPr>
          <p:nvPr/>
        </p:nvCxnSpPr>
        <p:spPr>
          <a:xfrm>
            <a:off x="2228605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D738B8F-BB64-4702-8BFF-D8C6E1B2F754}"/>
              </a:ext>
            </a:extLst>
          </p:cNvPr>
          <p:cNvCxnSpPr>
            <a:cxnSpLocks/>
          </p:cNvCxnSpPr>
          <p:nvPr/>
        </p:nvCxnSpPr>
        <p:spPr>
          <a:xfrm>
            <a:off x="2228605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903445A-B9B6-497F-A815-EB574E233156}"/>
              </a:ext>
            </a:extLst>
          </p:cNvPr>
          <p:cNvCxnSpPr>
            <a:cxnSpLocks/>
          </p:cNvCxnSpPr>
          <p:nvPr/>
        </p:nvCxnSpPr>
        <p:spPr>
          <a:xfrm>
            <a:off x="2228605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F1A36FB-1637-46A9-BEC4-2A9D233325A8}"/>
              </a:ext>
            </a:extLst>
          </p:cNvPr>
          <p:cNvCxnSpPr>
            <a:cxnSpLocks/>
          </p:cNvCxnSpPr>
          <p:nvPr/>
        </p:nvCxnSpPr>
        <p:spPr>
          <a:xfrm>
            <a:off x="2228605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7913E57-C2E8-4AD9-98EE-F4536066322A}"/>
              </a:ext>
            </a:extLst>
          </p:cNvPr>
          <p:cNvCxnSpPr>
            <a:cxnSpLocks/>
          </p:cNvCxnSpPr>
          <p:nvPr/>
        </p:nvCxnSpPr>
        <p:spPr>
          <a:xfrm>
            <a:off x="2228605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AC8DECC-0E7E-4044-AF81-428670124FB8}"/>
              </a:ext>
            </a:extLst>
          </p:cNvPr>
          <p:cNvCxnSpPr>
            <a:cxnSpLocks/>
          </p:cNvCxnSpPr>
          <p:nvPr/>
        </p:nvCxnSpPr>
        <p:spPr>
          <a:xfrm>
            <a:off x="2228605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BD92A1A-3EB7-4B09-839E-1F79BD86AED2}"/>
              </a:ext>
            </a:extLst>
          </p:cNvPr>
          <p:cNvCxnSpPr>
            <a:cxnSpLocks/>
          </p:cNvCxnSpPr>
          <p:nvPr/>
        </p:nvCxnSpPr>
        <p:spPr>
          <a:xfrm>
            <a:off x="2228605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703D20C-A183-42F6-BF8E-CA49BDC09B38}"/>
              </a:ext>
            </a:extLst>
          </p:cNvPr>
          <p:cNvCxnSpPr>
            <a:cxnSpLocks/>
          </p:cNvCxnSpPr>
          <p:nvPr/>
        </p:nvCxnSpPr>
        <p:spPr>
          <a:xfrm>
            <a:off x="2228605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B0DEC39-58A1-46DF-B98B-542EEC8AC9D7}"/>
              </a:ext>
            </a:extLst>
          </p:cNvPr>
          <p:cNvCxnSpPr>
            <a:cxnSpLocks/>
          </p:cNvCxnSpPr>
          <p:nvPr/>
        </p:nvCxnSpPr>
        <p:spPr>
          <a:xfrm>
            <a:off x="2228605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128FD4B-B252-4FA3-BB80-B89B72145CEF}"/>
              </a:ext>
            </a:extLst>
          </p:cNvPr>
          <p:cNvCxnSpPr>
            <a:cxnSpLocks/>
          </p:cNvCxnSpPr>
          <p:nvPr/>
        </p:nvCxnSpPr>
        <p:spPr>
          <a:xfrm>
            <a:off x="2228605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A22EB6E-2518-4A4D-A6E6-4677A6D99DE8}"/>
              </a:ext>
            </a:extLst>
          </p:cNvPr>
          <p:cNvCxnSpPr>
            <a:cxnSpLocks/>
          </p:cNvCxnSpPr>
          <p:nvPr/>
        </p:nvCxnSpPr>
        <p:spPr>
          <a:xfrm>
            <a:off x="3106146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5B14032-5BEF-4B78-8162-CCB7FA676D2E}"/>
              </a:ext>
            </a:extLst>
          </p:cNvPr>
          <p:cNvCxnSpPr>
            <a:cxnSpLocks/>
          </p:cNvCxnSpPr>
          <p:nvPr/>
        </p:nvCxnSpPr>
        <p:spPr>
          <a:xfrm>
            <a:off x="3106146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E6696AF-F9F0-451C-91E9-19D61E297840}"/>
              </a:ext>
            </a:extLst>
          </p:cNvPr>
          <p:cNvCxnSpPr>
            <a:cxnSpLocks/>
          </p:cNvCxnSpPr>
          <p:nvPr/>
        </p:nvCxnSpPr>
        <p:spPr>
          <a:xfrm>
            <a:off x="3106146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FB8C61C-713A-40BC-BA5B-64E7EA2D13F3}"/>
              </a:ext>
            </a:extLst>
          </p:cNvPr>
          <p:cNvCxnSpPr>
            <a:cxnSpLocks/>
          </p:cNvCxnSpPr>
          <p:nvPr/>
        </p:nvCxnSpPr>
        <p:spPr>
          <a:xfrm>
            <a:off x="3106146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AEAADCA-F58C-4FD6-9886-68A0A9532A12}"/>
              </a:ext>
            </a:extLst>
          </p:cNvPr>
          <p:cNvCxnSpPr>
            <a:cxnSpLocks/>
          </p:cNvCxnSpPr>
          <p:nvPr/>
        </p:nvCxnSpPr>
        <p:spPr>
          <a:xfrm>
            <a:off x="3106146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2066F8B-F7BE-4A34-BEF6-AA9C1B2236A2}"/>
              </a:ext>
            </a:extLst>
          </p:cNvPr>
          <p:cNvCxnSpPr>
            <a:cxnSpLocks/>
          </p:cNvCxnSpPr>
          <p:nvPr/>
        </p:nvCxnSpPr>
        <p:spPr>
          <a:xfrm>
            <a:off x="3106146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3C94C71-39B2-44F3-8C2C-AA58B406CF94}"/>
              </a:ext>
            </a:extLst>
          </p:cNvPr>
          <p:cNvCxnSpPr>
            <a:cxnSpLocks/>
          </p:cNvCxnSpPr>
          <p:nvPr/>
        </p:nvCxnSpPr>
        <p:spPr>
          <a:xfrm>
            <a:off x="3106146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67F472B-11CD-4691-A6DC-EB536DC1E31D}"/>
              </a:ext>
            </a:extLst>
          </p:cNvPr>
          <p:cNvCxnSpPr>
            <a:cxnSpLocks/>
          </p:cNvCxnSpPr>
          <p:nvPr/>
        </p:nvCxnSpPr>
        <p:spPr>
          <a:xfrm>
            <a:off x="3106146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E1C0249-07CA-4208-AABA-E80A145C280E}"/>
              </a:ext>
            </a:extLst>
          </p:cNvPr>
          <p:cNvCxnSpPr>
            <a:cxnSpLocks/>
          </p:cNvCxnSpPr>
          <p:nvPr/>
        </p:nvCxnSpPr>
        <p:spPr>
          <a:xfrm>
            <a:off x="3106146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1EBF6AE-26E0-4073-93DB-6211EB2BE159}"/>
              </a:ext>
            </a:extLst>
          </p:cNvPr>
          <p:cNvCxnSpPr>
            <a:cxnSpLocks/>
          </p:cNvCxnSpPr>
          <p:nvPr/>
        </p:nvCxnSpPr>
        <p:spPr>
          <a:xfrm>
            <a:off x="3106146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D67C8E3-ECAE-4F80-9853-EE7095377F29}"/>
              </a:ext>
            </a:extLst>
          </p:cNvPr>
          <p:cNvCxnSpPr>
            <a:cxnSpLocks/>
          </p:cNvCxnSpPr>
          <p:nvPr/>
        </p:nvCxnSpPr>
        <p:spPr>
          <a:xfrm>
            <a:off x="3106146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5E3897E-0ED4-47E6-A6EC-5AE5A871A5F8}"/>
              </a:ext>
            </a:extLst>
          </p:cNvPr>
          <p:cNvCxnSpPr>
            <a:cxnSpLocks/>
          </p:cNvCxnSpPr>
          <p:nvPr/>
        </p:nvCxnSpPr>
        <p:spPr>
          <a:xfrm>
            <a:off x="3106146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CDDC43FC-B8CE-46B0-9928-6DC4B315CE34}"/>
              </a:ext>
            </a:extLst>
          </p:cNvPr>
          <p:cNvCxnSpPr>
            <a:cxnSpLocks/>
          </p:cNvCxnSpPr>
          <p:nvPr/>
        </p:nvCxnSpPr>
        <p:spPr>
          <a:xfrm>
            <a:off x="3106146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B32D3C8-2023-4E52-8FC8-10ECED3CB336}"/>
              </a:ext>
            </a:extLst>
          </p:cNvPr>
          <p:cNvCxnSpPr>
            <a:cxnSpLocks/>
          </p:cNvCxnSpPr>
          <p:nvPr/>
        </p:nvCxnSpPr>
        <p:spPr>
          <a:xfrm>
            <a:off x="3106146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4A9624F-BFE0-40C0-8711-84B243DD8DD7}"/>
              </a:ext>
            </a:extLst>
          </p:cNvPr>
          <p:cNvCxnSpPr>
            <a:cxnSpLocks/>
          </p:cNvCxnSpPr>
          <p:nvPr/>
        </p:nvCxnSpPr>
        <p:spPr>
          <a:xfrm>
            <a:off x="3106146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4220C46-BA8C-41E5-879B-FFDDF1543140}"/>
              </a:ext>
            </a:extLst>
          </p:cNvPr>
          <p:cNvCxnSpPr>
            <a:cxnSpLocks/>
          </p:cNvCxnSpPr>
          <p:nvPr/>
        </p:nvCxnSpPr>
        <p:spPr>
          <a:xfrm>
            <a:off x="3106146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A82589C-72A6-4269-8366-27E5651DC015}"/>
              </a:ext>
            </a:extLst>
          </p:cNvPr>
          <p:cNvCxnSpPr>
            <a:cxnSpLocks/>
          </p:cNvCxnSpPr>
          <p:nvPr/>
        </p:nvCxnSpPr>
        <p:spPr>
          <a:xfrm>
            <a:off x="3106146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12F1DCA-CB6B-47AC-8112-DD8D6ED92B9D}"/>
              </a:ext>
            </a:extLst>
          </p:cNvPr>
          <p:cNvCxnSpPr>
            <a:cxnSpLocks/>
          </p:cNvCxnSpPr>
          <p:nvPr/>
        </p:nvCxnSpPr>
        <p:spPr>
          <a:xfrm>
            <a:off x="3106146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E68C93C-BDFE-4C27-95F7-AF022DF2C7B9}"/>
              </a:ext>
            </a:extLst>
          </p:cNvPr>
          <p:cNvCxnSpPr>
            <a:cxnSpLocks/>
          </p:cNvCxnSpPr>
          <p:nvPr/>
        </p:nvCxnSpPr>
        <p:spPr>
          <a:xfrm>
            <a:off x="3106146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1322CA9-0CA3-41CB-A5C7-A27BEDC7AE17}"/>
              </a:ext>
            </a:extLst>
          </p:cNvPr>
          <p:cNvCxnSpPr>
            <a:cxnSpLocks/>
          </p:cNvCxnSpPr>
          <p:nvPr/>
        </p:nvCxnSpPr>
        <p:spPr>
          <a:xfrm>
            <a:off x="3106146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0FD863E8-9C13-45CF-86DD-88973B0502B8}"/>
              </a:ext>
            </a:extLst>
          </p:cNvPr>
          <p:cNvCxnSpPr>
            <a:cxnSpLocks/>
          </p:cNvCxnSpPr>
          <p:nvPr/>
        </p:nvCxnSpPr>
        <p:spPr>
          <a:xfrm>
            <a:off x="3106146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97A9997-5E04-4539-BB25-B64E6E232F3A}"/>
              </a:ext>
            </a:extLst>
          </p:cNvPr>
          <p:cNvCxnSpPr>
            <a:cxnSpLocks/>
          </p:cNvCxnSpPr>
          <p:nvPr/>
        </p:nvCxnSpPr>
        <p:spPr>
          <a:xfrm>
            <a:off x="3106146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4D64F58-EC1F-4A12-87D2-7F6046A7630D}"/>
              </a:ext>
            </a:extLst>
          </p:cNvPr>
          <p:cNvCxnSpPr>
            <a:cxnSpLocks/>
          </p:cNvCxnSpPr>
          <p:nvPr/>
        </p:nvCxnSpPr>
        <p:spPr>
          <a:xfrm>
            <a:off x="3106146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70D67F1-23DE-4334-87C4-87E2C205E395}"/>
              </a:ext>
            </a:extLst>
          </p:cNvPr>
          <p:cNvCxnSpPr>
            <a:cxnSpLocks/>
          </p:cNvCxnSpPr>
          <p:nvPr/>
        </p:nvCxnSpPr>
        <p:spPr>
          <a:xfrm>
            <a:off x="3106146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EA293E1-460F-4D55-ACE3-068E114A0340}"/>
              </a:ext>
            </a:extLst>
          </p:cNvPr>
          <p:cNvCxnSpPr>
            <a:cxnSpLocks/>
          </p:cNvCxnSpPr>
          <p:nvPr/>
        </p:nvCxnSpPr>
        <p:spPr>
          <a:xfrm>
            <a:off x="3106146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2BEB8F0-A926-4145-AC4A-3BAFC2B98BA8}"/>
              </a:ext>
            </a:extLst>
          </p:cNvPr>
          <p:cNvCxnSpPr>
            <a:cxnSpLocks/>
          </p:cNvCxnSpPr>
          <p:nvPr/>
        </p:nvCxnSpPr>
        <p:spPr>
          <a:xfrm>
            <a:off x="3106146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E8BC26F5-1443-4BDF-9691-E41DFCB1C351}"/>
              </a:ext>
            </a:extLst>
          </p:cNvPr>
          <p:cNvCxnSpPr>
            <a:cxnSpLocks/>
          </p:cNvCxnSpPr>
          <p:nvPr/>
        </p:nvCxnSpPr>
        <p:spPr>
          <a:xfrm>
            <a:off x="3106146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FE273FF-151A-472A-8EB2-0E71E5C2EBDD}"/>
              </a:ext>
            </a:extLst>
          </p:cNvPr>
          <p:cNvCxnSpPr>
            <a:cxnSpLocks/>
          </p:cNvCxnSpPr>
          <p:nvPr/>
        </p:nvCxnSpPr>
        <p:spPr>
          <a:xfrm>
            <a:off x="3106146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DB89752-AC0B-4FFE-8673-C51C8FDFC633}"/>
              </a:ext>
            </a:extLst>
          </p:cNvPr>
          <p:cNvCxnSpPr>
            <a:cxnSpLocks/>
          </p:cNvCxnSpPr>
          <p:nvPr/>
        </p:nvCxnSpPr>
        <p:spPr>
          <a:xfrm>
            <a:off x="3106146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96E1E61-FB3D-41AD-AB56-D18DE6357845}"/>
              </a:ext>
            </a:extLst>
          </p:cNvPr>
          <p:cNvCxnSpPr>
            <a:cxnSpLocks/>
          </p:cNvCxnSpPr>
          <p:nvPr/>
        </p:nvCxnSpPr>
        <p:spPr>
          <a:xfrm>
            <a:off x="3106146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38B995D4-04B1-471A-BAC6-AB8C6489F73D}"/>
              </a:ext>
            </a:extLst>
          </p:cNvPr>
          <p:cNvCxnSpPr>
            <a:cxnSpLocks/>
          </p:cNvCxnSpPr>
          <p:nvPr/>
        </p:nvCxnSpPr>
        <p:spPr>
          <a:xfrm>
            <a:off x="3106146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1845701-1FBB-4EA6-8701-5627A8166BD7}"/>
              </a:ext>
            </a:extLst>
          </p:cNvPr>
          <p:cNvCxnSpPr>
            <a:cxnSpLocks/>
          </p:cNvCxnSpPr>
          <p:nvPr/>
        </p:nvCxnSpPr>
        <p:spPr>
          <a:xfrm>
            <a:off x="3106146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871A406-FB32-4842-9CFD-CF3C742E27F5}"/>
              </a:ext>
            </a:extLst>
          </p:cNvPr>
          <p:cNvCxnSpPr>
            <a:cxnSpLocks/>
          </p:cNvCxnSpPr>
          <p:nvPr/>
        </p:nvCxnSpPr>
        <p:spPr>
          <a:xfrm>
            <a:off x="3106146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B707864-0A1F-40F9-8CA2-C3C496D940F1}"/>
              </a:ext>
            </a:extLst>
          </p:cNvPr>
          <p:cNvCxnSpPr>
            <a:cxnSpLocks/>
          </p:cNvCxnSpPr>
          <p:nvPr/>
        </p:nvCxnSpPr>
        <p:spPr>
          <a:xfrm>
            <a:off x="3993313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15B6D79-EC6A-4397-A413-615D06BD1C17}"/>
              </a:ext>
            </a:extLst>
          </p:cNvPr>
          <p:cNvCxnSpPr>
            <a:cxnSpLocks/>
          </p:cNvCxnSpPr>
          <p:nvPr/>
        </p:nvCxnSpPr>
        <p:spPr>
          <a:xfrm>
            <a:off x="3993313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526EF86-B618-4444-A863-CFD3D4590E2D}"/>
              </a:ext>
            </a:extLst>
          </p:cNvPr>
          <p:cNvCxnSpPr>
            <a:cxnSpLocks/>
          </p:cNvCxnSpPr>
          <p:nvPr/>
        </p:nvCxnSpPr>
        <p:spPr>
          <a:xfrm>
            <a:off x="3993313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77FAA1E-6EBE-4F2A-BD7B-AA898D19DB14}"/>
              </a:ext>
            </a:extLst>
          </p:cNvPr>
          <p:cNvCxnSpPr>
            <a:cxnSpLocks/>
          </p:cNvCxnSpPr>
          <p:nvPr/>
        </p:nvCxnSpPr>
        <p:spPr>
          <a:xfrm>
            <a:off x="3993313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668E7B5-2CC4-403D-8F6E-1650A2F22CF5}"/>
              </a:ext>
            </a:extLst>
          </p:cNvPr>
          <p:cNvCxnSpPr>
            <a:cxnSpLocks/>
          </p:cNvCxnSpPr>
          <p:nvPr/>
        </p:nvCxnSpPr>
        <p:spPr>
          <a:xfrm>
            <a:off x="3993313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AD0D474-79B3-448B-8934-3F4E81C0B377}"/>
              </a:ext>
            </a:extLst>
          </p:cNvPr>
          <p:cNvCxnSpPr>
            <a:cxnSpLocks/>
          </p:cNvCxnSpPr>
          <p:nvPr/>
        </p:nvCxnSpPr>
        <p:spPr>
          <a:xfrm>
            <a:off x="399331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911FA2F-68AC-444D-B290-EDA266757E68}"/>
              </a:ext>
            </a:extLst>
          </p:cNvPr>
          <p:cNvCxnSpPr>
            <a:cxnSpLocks/>
          </p:cNvCxnSpPr>
          <p:nvPr/>
        </p:nvCxnSpPr>
        <p:spPr>
          <a:xfrm>
            <a:off x="3993313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05CF82E-3073-4196-B391-6E2AA496FD4C}"/>
              </a:ext>
            </a:extLst>
          </p:cNvPr>
          <p:cNvCxnSpPr>
            <a:cxnSpLocks/>
          </p:cNvCxnSpPr>
          <p:nvPr/>
        </p:nvCxnSpPr>
        <p:spPr>
          <a:xfrm>
            <a:off x="3993313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CC870679-8DFF-4EC7-AFB7-D846C55E33FF}"/>
              </a:ext>
            </a:extLst>
          </p:cNvPr>
          <p:cNvCxnSpPr>
            <a:cxnSpLocks/>
          </p:cNvCxnSpPr>
          <p:nvPr/>
        </p:nvCxnSpPr>
        <p:spPr>
          <a:xfrm>
            <a:off x="3993313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58AF3F4-348A-4D38-9051-9C7F28F5BC89}"/>
              </a:ext>
            </a:extLst>
          </p:cNvPr>
          <p:cNvCxnSpPr>
            <a:cxnSpLocks/>
          </p:cNvCxnSpPr>
          <p:nvPr/>
        </p:nvCxnSpPr>
        <p:spPr>
          <a:xfrm>
            <a:off x="3993313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D719E66-5270-4A36-BA27-E50506A8DFAE}"/>
              </a:ext>
            </a:extLst>
          </p:cNvPr>
          <p:cNvCxnSpPr>
            <a:cxnSpLocks/>
          </p:cNvCxnSpPr>
          <p:nvPr/>
        </p:nvCxnSpPr>
        <p:spPr>
          <a:xfrm>
            <a:off x="3993313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FE9BD58-3D87-4667-8EF3-BED34BD4D2C4}"/>
              </a:ext>
            </a:extLst>
          </p:cNvPr>
          <p:cNvCxnSpPr>
            <a:cxnSpLocks/>
          </p:cNvCxnSpPr>
          <p:nvPr/>
        </p:nvCxnSpPr>
        <p:spPr>
          <a:xfrm>
            <a:off x="3993313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7177306-C9DD-4CF6-B378-184A23685034}"/>
              </a:ext>
            </a:extLst>
          </p:cNvPr>
          <p:cNvCxnSpPr>
            <a:cxnSpLocks/>
          </p:cNvCxnSpPr>
          <p:nvPr/>
        </p:nvCxnSpPr>
        <p:spPr>
          <a:xfrm>
            <a:off x="3993313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B428869-7897-4B46-AB98-090C3506293C}"/>
              </a:ext>
            </a:extLst>
          </p:cNvPr>
          <p:cNvCxnSpPr>
            <a:cxnSpLocks/>
          </p:cNvCxnSpPr>
          <p:nvPr/>
        </p:nvCxnSpPr>
        <p:spPr>
          <a:xfrm>
            <a:off x="3993313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C3127A5-290E-4766-82B8-260604BB8FEF}"/>
              </a:ext>
            </a:extLst>
          </p:cNvPr>
          <p:cNvCxnSpPr>
            <a:cxnSpLocks/>
          </p:cNvCxnSpPr>
          <p:nvPr/>
        </p:nvCxnSpPr>
        <p:spPr>
          <a:xfrm>
            <a:off x="3993313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9E604EA-A706-44CA-BCE3-E369219C7105}"/>
              </a:ext>
            </a:extLst>
          </p:cNvPr>
          <p:cNvCxnSpPr>
            <a:cxnSpLocks/>
          </p:cNvCxnSpPr>
          <p:nvPr/>
        </p:nvCxnSpPr>
        <p:spPr>
          <a:xfrm>
            <a:off x="3993313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B2531A0-D186-4BB5-9BED-A05047FBD690}"/>
              </a:ext>
            </a:extLst>
          </p:cNvPr>
          <p:cNvCxnSpPr>
            <a:cxnSpLocks/>
          </p:cNvCxnSpPr>
          <p:nvPr/>
        </p:nvCxnSpPr>
        <p:spPr>
          <a:xfrm>
            <a:off x="3993313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7FB80D9-1055-4752-9C86-366C5EB3AE14}"/>
              </a:ext>
            </a:extLst>
          </p:cNvPr>
          <p:cNvCxnSpPr>
            <a:cxnSpLocks/>
          </p:cNvCxnSpPr>
          <p:nvPr/>
        </p:nvCxnSpPr>
        <p:spPr>
          <a:xfrm>
            <a:off x="3993313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B218F8E-4EDF-4FE6-8BC6-FE1B23E1BEF3}"/>
              </a:ext>
            </a:extLst>
          </p:cNvPr>
          <p:cNvCxnSpPr>
            <a:cxnSpLocks/>
          </p:cNvCxnSpPr>
          <p:nvPr/>
        </p:nvCxnSpPr>
        <p:spPr>
          <a:xfrm>
            <a:off x="3993313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5FF2C65-AD09-4382-989C-4B729F795D1F}"/>
              </a:ext>
            </a:extLst>
          </p:cNvPr>
          <p:cNvCxnSpPr>
            <a:cxnSpLocks/>
          </p:cNvCxnSpPr>
          <p:nvPr/>
        </p:nvCxnSpPr>
        <p:spPr>
          <a:xfrm>
            <a:off x="3993313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A63CF24-1999-408D-BA48-8780BDC4FCC5}"/>
              </a:ext>
            </a:extLst>
          </p:cNvPr>
          <p:cNvCxnSpPr>
            <a:cxnSpLocks/>
          </p:cNvCxnSpPr>
          <p:nvPr/>
        </p:nvCxnSpPr>
        <p:spPr>
          <a:xfrm>
            <a:off x="3993313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C5AB3F6A-6648-4855-8CBE-700C31A10547}"/>
              </a:ext>
            </a:extLst>
          </p:cNvPr>
          <p:cNvCxnSpPr>
            <a:cxnSpLocks/>
          </p:cNvCxnSpPr>
          <p:nvPr/>
        </p:nvCxnSpPr>
        <p:spPr>
          <a:xfrm>
            <a:off x="3993313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FEEAD47-2711-4ABB-9CAB-F3FE7A280342}"/>
              </a:ext>
            </a:extLst>
          </p:cNvPr>
          <p:cNvCxnSpPr>
            <a:cxnSpLocks/>
          </p:cNvCxnSpPr>
          <p:nvPr/>
        </p:nvCxnSpPr>
        <p:spPr>
          <a:xfrm>
            <a:off x="3993313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85C7B4A-7887-4E16-92D3-850901666D9E}"/>
              </a:ext>
            </a:extLst>
          </p:cNvPr>
          <p:cNvCxnSpPr>
            <a:cxnSpLocks/>
          </p:cNvCxnSpPr>
          <p:nvPr/>
        </p:nvCxnSpPr>
        <p:spPr>
          <a:xfrm>
            <a:off x="3993313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60C8DA43-AD7F-4D55-A188-E5E4F468A8F4}"/>
              </a:ext>
            </a:extLst>
          </p:cNvPr>
          <p:cNvCxnSpPr>
            <a:cxnSpLocks/>
          </p:cNvCxnSpPr>
          <p:nvPr/>
        </p:nvCxnSpPr>
        <p:spPr>
          <a:xfrm>
            <a:off x="3993313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49A94B9F-E51D-4F7D-A60C-92EAE3648255}"/>
              </a:ext>
            </a:extLst>
          </p:cNvPr>
          <p:cNvCxnSpPr>
            <a:cxnSpLocks/>
          </p:cNvCxnSpPr>
          <p:nvPr/>
        </p:nvCxnSpPr>
        <p:spPr>
          <a:xfrm>
            <a:off x="3993313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4A28023F-C3A2-4CF6-AC1E-63FD2561FC0A}"/>
              </a:ext>
            </a:extLst>
          </p:cNvPr>
          <p:cNvCxnSpPr>
            <a:cxnSpLocks/>
          </p:cNvCxnSpPr>
          <p:nvPr/>
        </p:nvCxnSpPr>
        <p:spPr>
          <a:xfrm>
            <a:off x="399331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079EC3-1E46-4FC8-AE14-72C0AF317D1C}"/>
              </a:ext>
            </a:extLst>
          </p:cNvPr>
          <p:cNvCxnSpPr>
            <a:cxnSpLocks/>
          </p:cNvCxnSpPr>
          <p:nvPr/>
        </p:nvCxnSpPr>
        <p:spPr>
          <a:xfrm>
            <a:off x="3993313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536D7C37-A18D-409B-8969-4801DDD9FFD7}"/>
              </a:ext>
            </a:extLst>
          </p:cNvPr>
          <p:cNvCxnSpPr>
            <a:cxnSpLocks/>
          </p:cNvCxnSpPr>
          <p:nvPr/>
        </p:nvCxnSpPr>
        <p:spPr>
          <a:xfrm>
            <a:off x="3993313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81590EFB-E544-47C0-9A83-F940DB46C5A5}"/>
              </a:ext>
            </a:extLst>
          </p:cNvPr>
          <p:cNvCxnSpPr>
            <a:cxnSpLocks/>
          </p:cNvCxnSpPr>
          <p:nvPr/>
        </p:nvCxnSpPr>
        <p:spPr>
          <a:xfrm>
            <a:off x="3993313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75813D-E5E6-4FFB-A15B-7BCDF0CFB078}"/>
              </a:ext>
            </a:extLst>
          </p:cNvPr>
          <p:cNvCxnSpPr>
            <a:cxnSpLocks/>
          </p:cNvCxnSpPr>
          <p:nvPr/>
        </p:nvCxnSpPr>
        <p:spPr>
          <a:xfrm>
            <a:off x="3993313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2F7779F-83D6-4486-8A86-FE9E2B15B2FB}"/>
              </a:ext>
            </a:extLst>
          </p:cNvPr>
          <p:cNvCxnSpPr>
            <a:cxnSpLocks/>
          </p:cNvCxnSpPr>
          <p:nvPr/>
        </p:nvCxnSpPr>
        <p:spPr>
          <a:xfrm>
            <a:off x="3993313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D54BD46-59C7-42FE-B0A3-A15433B3CF9E}"/>
              </a:ext>
            </a:extLst>
          </p:cNvPr>
          <p:cNvCxnSpPr>
            <a:cxnSpLocks/>
          </p:cNvCxnSpPr>
          <p:nvPr/>
        </p:nvCxnSpPr>
        <p:spPr>
          <a:xfrm>
            <a:off x="3993313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489D517A-637A-4BE1-95AE-A214410687E2}"/>
              </a:ext>
            </a:extLst>
          </p:cNvPr>
          <p:cNvCxnSpPr>
            <a:cxnSpLocks/>
          </p:cNvCxnSpPr>
          <p:nvPr/>
        </p:nvCxnSpPr>
        <p:spPr>
          <a:xfrm>
            <a:off x="4880479" y="535061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A7D3142B-9AAD-4749-A821-3B0B40B87BDD}"/>
              </a:ext>
            </a:extLst>
          </p:cNvPr>
          <p:cNvCxnSpPr>
            <a:cxnSpLocks/>
          </p:cNvCxnSpPr>
          <p:nvPr/>
        </p:nvCxnSpPr>
        <p:spPr>
          <a:xfrm>
            <a:off x="4880479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87288C1-CD8E-46E6-8C02-0BF77376DF5F}"/>
              </a:ext>
            </a:extLst>
          </p:cNvPr>
          <p:cNvCxnSpPr>
            <a:cxnSpLocks/>
          </p:cNvCxnSpPr>
          <p:nvPr/>
        </p:nvCxnSpPr>
        <p:spPr>
          <a:xfrm>
            <a:off x="4880479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134436AA-963D-4F9B-982E-230B0CD8F6B8}"/>
              </a:ext>
            </a:extLst>
          </p:cNvPr>
          <p:cNvCxnSpPr>
            <a:cxnSpLocks/>
          </p:cNvCxnSpPr>
          <p:nvPr/>
        </p:nvCxnSpPr>
        <p:spPr>
          <a:xfrm>
            <a:off x="4880479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8EF9518-ACF5-4BE1-B9D9-61DA4E243A9B}"/>
              </a:ext>
            </a:extLst>
          </p:cNvPr>
          <p:cNvCxnSpPr>
            <a:cxnSpLocks/>
          </p:cNvCxnSpPr>
          <p:nvPr/>
        </p:nvCxnSpPr>
        <p:spPr>
          <a:xfrm>
            <a:off x="4880479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1C7DD3D-6EF7-419F-9FB0-E1BC88B26D75}"/>
              </a:ext>
            </a:extLst>
          </p:cNvPr>
          <p:cNvCxnSpPr>
            <a:cxnSpLocks/>
          </p:cNvCxnSpPr>
          <p:nvPr/>
        </p:nvCxnSpPr>
        <p:spPr>
          <a:xfrm>
            <a:off x="4880479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7218584-FDF5-49E3-A32C-21AD799ABF8D}"/>
              </a:ext>
            </a:extLst>
          </p:cNvPr>
          <p:cNvCxnSpPr>
            <a:cxnSpLocks/>
          </p:cNvCxnSpPr>
          <p:nvPr/>
        </p:nvCxnSpPr>
        <p:spPr>
          <a:xfrm>
            <a:off x="4880479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CC609A8E-2902-42C2-B605-4F27522A03EE}"/>
              </a:ext>
            </a:extLst>
          </p:cNvPr>
          <p:cNvCxnSpPr>
            <a:cxnSpLocks/>
          </p:cNvCxnSpPr>
          <p:nvPr/>
        </p:nvCxnSpPr>
        <p:spPr>
          <a:xfrm>
            <a:off x="4880479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8954D004-25F1-41B1-9B61-D6954814311B}"/>
              </a:ext>
            </a:extLst>
          </p:cNvPr>
          <p:cNvCxnSpPr>
            <a:cxnSpLocks/>
          </p:cNvCxnSpPr>
          <p:nvPr/>
        </p:nvCxnSpPr>
        <p:spPr>
          <a:xfrm>
            <a:off x="4880479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4D42BD6-89DE-4D64-8EAC-C3E095BF68BD}"/>
              </a:ext>
            </a:extLst>
          </p:cNvPr>
          <p:cNvCxnSpPr>
            <a:cxnSpLocks/>
          </p:cNvCxnSpPr>
          <p:nvPr/>
        </p:nvCxnSpPr>
        <p:spPr>
          <a:xfrm>
            <a:off x="4880479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4EC6521B-C29A-44EE-8ED2-D373F72C88C3}"/>
              </a:ext>
            </a:extLst>
          </p:cNvPr>
          <p:cNvCxnSpPr>
            <a:cxnSpLocks/>
          </p:cNvCxnSpPr>
          <p:nvPr/>
        </p:nvCxnSpPr>
        <p:spPr>
          <a:xfrm>
            <a:off x="4880479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18B683C6-B593-4CB0-A28A-6142FAE5950A}"/>
              </a:ext>
            </a:extLst>
          </p:cNvPr>
          <p:cNvCxnSpPr>
            <a:cxnSpLocks/>
          </p:cNvCxnSpPr>
          <p:nvPr/>
        </p:nvCxnSpPr>
        <p:spPr>
          <a:xfrm>
            <a:off x="4880479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D8D439-DFBE-4DBC-905A-A4966045E1EA}"/>
              </a:ext>
            </a:extLst>
          </p:cNvPr>
          <p:cNvCxnSpPr>
            <a:cxnSpLocks/>
          </p:cNvCxnSpPr>
          <p:nvPr/>
        </p:nvCxnSpPr>
        <p:spPr>
          <a:xfrm>
            <a:off x="4880479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FBDEB7A-6A3F-4D72-9696-079506184356}"/>
              </a:ext>
            </a:extLst>
          </p:cNvPr>
          <p:cNvCxnSpPr>
            <a:cxnSpLocks/>
          </p:cNvCxnSpPr>
          <p:nvPr/>
        </p:nvCxnSpPr>
        <p:spPr>
          <a:xfrm>
            <a:off x="4880479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6DD09B2F-E4F1-40DD-92A1-15019FBD5E2B}"/>
              </a:ext>
            </a:extLst>
          </p:cNvPr>
          <p:cNvCxnSpPr>
            <a:cxnSpLocks/>
          </p:cNvCxnSpPr>
          <p:nvPr/>
        </p:nvCxnSpPr>
        <p:spPr>
          <a:xfrm>
            <a:off x="4880479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97C1476-8E53-4451-8191-6EF4B5BC41C1}"/>
              </a:ext>
            </a:extLst>
          </p:cNvPr>
          <p:cNvCxnSpPr>
            <a:cxnSpLocks/>
          </p:cNvCxnSpPr>
          <p:nvPr/>
        </p:nvCxnSpPr>
        <p:spPr>
          <a:xfrm>
            <a:off x="4880479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23318A2C-136B-46D7-BBF3-368C40B3A7DE}"/>
              </a:ext>
            </a:extLst>
          </p:cNvPr>
          <p:cNvCxnSpPr>
            <a:cxnSpLocks/>
          </p:cNvCxnSpPr>
          <p:nvPr/>
        </p:nvCxnSpPr>
        <p:spPr>
          <a:xfrm>
            <a:off x="4880479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259B5C6E-3FAE-45ED-9247-3A97DE8330CD}"/>
              </a:ext>
            </a:extLst>
          </p:cNvPr>
          <p:cNvCxnSpPr>
            <a:cxnSpLocks/>
          </p:cNvCxnSpPr>
          <p:nvPr/>
        </p:nvCxnSpPr>
        <p:spPr>
          <a:xfrm>
            <a:off x="4880479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84C7B06-FE6C-4105-9A93-1C3F17451786}"/>
              </a:ext>
            </a:extLst>
          </p:cNvPr>
          <p:cNvCxnSpPr>
            <a:cxnSpLocks/>
          </p:cNvCxnSpPr>
          <p:nvPr/>
        </p:nvCxnSpPr>
        <p:spPr>
          <a:xfrm>
            <a:off x="4880479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C9F7B27-36BE-4D83-8BA9-58C62A09C58D}"/>
              </a:ext>
            </a:extLst>
          </p:cNvPr>
          <p:cNvCxnSpPr>
            <a:cxnSpLocks/>
          </p:cNvCxnSpPr>
          <p:nvPr/>
        </p:nvCxnSpPr>
        <p:spPr>
          <a:xfrm>
            <a:off x="4880479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550C253-38F9-4B35-9F5E-11FFDAA26FDC}"/>
              </a:ext>
            </a:extLst>
          </p:cNvPr>
          <p:cNvCxnSpPr>
            <a:cxnSpLocks/>
          </p:cNvCxnSpPr>
          <p:nvPr/>
        </p:nvCxnSpPr>
        <p:spPr>
          <a:xfrm>
            <a:off x="4880479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687C0FB-386F-44DB-8DE5-2FA1C0C16B62}"/>
              </a:ext>
            </a:extLst>
          </p:cNvPr>
          <p:cNvCxnSpPr>
            <a:cxnSpLocks/>
          </p:cNvCxnSpPr>
          <p:nvPr/>
        </p:nvCxnSpPr>
        <p:spPr>
          <a:xfrm>
            <a:off x="4880479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870D4F1-7E6E-4FD6-BAA8-BD085DAF43EA}"/>
              </a:ext>
            </a:extLst>
          </p:cNvPr>
          <p:cNvCxnSpPr>
            <a:cxnSpLocks/>
          </p:cNvCxnSpPr>
          <p:nvPr/>
        </p:nvCxnSpPr>
        <p:spPr>
          <a:xfrm>
            <a:off x="4880479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9C5FA1C-1BA9-482F-BA06-870FE904E10C}"/>
              </a:ext>
            </a:extLst>
          </p:cNvPr>
          <p:cNvCxnSpPr>
            <a:cxnSpLocks/>
          </p:cNvCxnSpPr>
          <p:nvPr/>
        </p:nvCxnSpPr>
        <p:spPr>
          <a:xfrm>
            <a:off x="4880479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096E5B5-49BE-4B65-BD03-3D4F31E25A0F}"/>
              </a:ext>
            </a:extLst>
          </p:cNvPr>
          <p:cNvCxnSpPr>
            <a:cxnSpLocks/>
          </p:cNvCxnSpPr>
          <p:nvPr/>
        </p:nvCxnSpPr>
        <p:spPr>
          <a:xfrm>
            <a:off x="4880479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46DFB63C-D50E-4C1D-9BAB-FD982F7F53E6}"/>
              </a:ext>
            </a:extLst>
          </p:cNvPr>
          <p:cNvCxnSpPr>
            <a:cxnSpLocks/>
          </p:cNvCxnSpPr>
          <p:nvPr/>
        </p:nvCxnSpPr>
        <p:spPr>
          <a:xfrm>
            <a:off x="4880479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E177C33-0797-40DD-9B6E-1DEF9FC9AA34}"/>
              </a:ext>
            </a:extLst>
          </p:cNvPr>
          <p:cNvCxnSpPr>
            <a:cxnSpLocks/>
          </p:cNvCxnSpPr>
          <p:nvPr/>
        </p:nvCxnSpPr>
        <p:spPr>
          <a:xfrm>
            <a:off x="4880479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EDB3932D-EF31-4AB0-9773-580B9FEE9BB6}"/>
              </a:ext>
            </a:extLst>
          </p:cNvPr>
          <p:cNvCxnSpPr>
            <a:cxnSpLocks/>
          </p:cNvCxnSpPr>
          <p:nvPr/>
        </p:nvCxnSpPr>
        <p:spPr>
          <a:xfrm>
            <a:off x="4880479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69398CF-AB78-49B4-8F5E-8E7C979D9BC8}"/>
              </a:ext>
            </a:extLst>
          </p:cNvPr>
          <p:cNvCxnSpPr>
            <a:cxnSpLocks/>
          </p:cNvCxnSpPr>
          <p:nvPr/>
        </p:nvCxnSpPr>
        <p:spPr>
          <a:xfrm>
            <a:off x="4880479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1F2F25AE-8062-40B6-9A34-902CBA9D8699}"/>
              </a:ext>
            </a:extLst>
          </p:cNvPr>
          <p:cNvCxnSpPr>
            <a:cxnSpLocks/>
          </p:cNvCxnSpPr>
          <p:nvPr/>
        </p:nvCxnSpPr>
        <p:spPr>
          <a:xfrm>
            <a:off x="4880479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3EC3843B-769B-449B-966F-1851DABD8F38}"/>
              </a:ext>
            </a:extLst>
          </p:cNvPr>
          <p:cNvCxnSpPr>
            <a:cxnSpLocks/>
          </p:cNvCxnSpPr>
          <p:nvPr/>
        </p:nvCxnSpPr>
        <p:spPr>
          <a:xfrm>
            <a:off x="4880479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E4D7C910-E525-4749-834B-3E945520E8E6}"/>
              </a:ext>
            </a:extLst>
          </p:cNvPr>
          <p:cNvCxnSpPr>
            <a:cxnSpLocks/>
          </p:cNvCxnSpPr>
          <p:nvPr/>
        </p:nvCxnSpPr>
        <p:spPr>
          <a:xfrm>
            <a:off x="4880479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66A60E6C-9431-4F6D-9BFA-693CDACD3BF7}"/>
              </a:ext>
            </a:extLst>
          </p:cNvPr>
          <p:cNvCxnSpPr>
            <a:cxnSpLocks/>
          </p:cNvCxnSpPr>
          <p:nvPr/>
        </p:nvCxnSpPr>
        <p:spPr>
          <a:xfrm>
            <a:off x="4880479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E9039EE-3181-493B-8687-E8A25D64310A}"/>
              </a:ext>
            </a:extLst>
          </p:cNvPr>
          <p:cNvSpPr txBox="1"/>
          <p:nvPr/>
        </p:nvSpPr>
        <p:spPr>
          <a:xfrm>
            <a:off x="788487" y="556951"/>
            <a:ext cx="165110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E27CDDD-AC5F-4741-88A9-5A4E9342439B}"/>
              </a:ext>
            </a:extLst>
          </p:cNvPr>
          <p:cNvSpPr txBox="1"/>
          <p:nvPr/>
        </p:nvSpPr>
        <p:spPr>
          <a:xfrm>
            <a:off x="1668440" y="556951"/>
            <a:ext cx="17953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7969D61-0AB9-42E6-8472-8B3A97329B29}"/>
              </a:ext>
            </a:extLst>
          </p:cNvPr>
          <p:cNvSpPr txBox="1"/>
          <p:nvPr/>
        </p:nvSpPr>
        <p:spPr>
          <a:xfrm>
            <a:off x="2533158" y="556951"/>
            <a:ext cx="205185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16ED463-4090-4A34-A1C6-F5624506A3AF}"/>
              </a:ext>
            </a:extLst>
          </p:cNvPr>
          <p:cNvSpPr txBox="1"/>
          <p:nvPr/>
        </p:nvSpPr>
        <p:spPr>
          <a:xfrm>
            <a:off x="3412291" y="556951"/>
            <a:ext cx="202000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96AF5F1-4409-49A1-99F6-DE67FE0B3913}"/>
              </a:ext>
            </a:extLst>
          </p:cNvPr>
          <p:cNvSpPr txBox="1"/>
          <p:nvPr/>
        </p:nvSpPr>
        <p:spPr>
          <a:xfrm>
            <a:off x="4249878" y="556951"/>
            <a:ext cx="301158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97312BD-9237-4B86-B759-B9F803C58D6F}"/>
              </a:ext>
            </a:extLst>
          </p:cNvPr>
          <p:cNvSpPr txBox="1"/>
          <p:nvPr/>
        </p:nvSpPr>
        <p:spPr>
          <a:xfrm>
            <a:off x="5144225" y="556951"/>
            <a:ext cx="286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F20066-6AAB-4A3E-B1A8-C6BB41AF9DF8}"/>
              </a:ext>
            </a:extLst>
          </p:cNvPr>
          <p:cNvSpPr txBox="1"/>
          <p:nvPr/>
        </p:nvSpPr>
        <p:spPr>
          <a:xfrm>
            <a:off x="313525" y="76646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F87BB81-FB98-4170-A573-9567B74438DC}"/>
              </a:ext>
            </a:extLst>
          </p:cNvPr>
          <p:cNvSpPr txBox="1"/>
          <p:nvPr/>
        </p:nvSpPr>
        <p:spPr>
          <a:xfrm>
            <a:off x="313525" y="98487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CB8B00-3410-46A6-8DE8-CBC2FB468E3A}"/>
              </a:ext>
            </a:extLst>
          </p:cNvPr>
          <p:cNvSpPr txBox="1"/>
          <p:nvPr/>
        </p:nvSpPr>
        <p:spPr>
          <a:xfrm>
            <a:off x="313525" y="120328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18E5DBB-05E6-445B-A7A0-6433A7C1D875}"/>
              </a:ext>
            </a:extLst>
          </p:cNvPr>
          <p:cNvSpPr txBox="1"/>
          <p:nvPr/>
        </p:nvSpPr>
        <p:spPr>
          <a:xfrm>
            <a:off x="313525" y="142169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4E28AF-E07B-499E-8298-64CB706BCBD0}"/>
              </a:ext>
            </a:extLst>
          </p:cNvPr>
          <p:cNvSpPr txBox="1"/>
          <p:nvPr/>
        </p:nvSpPr>
        <p:spPr>
          <a:xfrm>
            <a:off x="313525" y="164010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6FA4C45-C7CD-44F3-BEF1-A7CBC92C195D}"/>
              </a:ext>
            </a:extLst>
          </p:cNvPr>
          <p:cNvSpPr txBox="1"/>
          <p:nvPr/>
        </p:nvSpPr>
        <p:spPr>
          <a:xfrm>
            <a:off x="313525" y="185851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51F8FA8-9386-4497-B7D3-189C034CDD6F}"/>
              </a:ext>
            </a:extLst>
          </p:cNvPr>
          <p:cNvSpPr txBox="1"/>
          <p:nvPr/>
        </p:nvSpPr>
        <p:spPr>
          <a:xfrm>
            <a:off x="313525" y="207692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B5792C2-911F-4ED0-8BC1-5BD35EAEB691}"/>
              </a:ext>
            </a:extLst>
          </p:cNvPr>
          <p:cNvSpPr txBox="1"/>
          <p:nvPr/>
        </p:nvSpPr>
        <p:spPr>
          <a:xfrm>
            <a:off x="313525" y="229533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ECAB8E5-F47C-4FD7-A7D0-8ADAD9FACDDA}"/>
              </a:ext>
            </a:extLst>
          </p:cNvPr>
          <p:cNvSpPr txBox="1"/>
          <p:nvPr/>
        </p:nvSpPr>
        <p:spPr>
          <a:xfrm>
            <a:off x="313525" y="251374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EDF70F3-DCB7-4FF5-A21A-1874247BE5E4}"/>
              </a:ext>
            </a:extLst>
          </p:cNvPr>
          <p:cNvSpPr txBox="1"/>
          <p:nvPr/>
        </p:nvSpPr>
        <p:spPr>
          <a:xfrm>
            <a:off x="260532" y="27321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568B601-4213-4EA5-9DC9-CB208063F7C0}"/>
              </a:ext>
            </a:extLst>
          </p:cNvPr>
          <p:cNvSpPr txBox="1"/>
          <p:nvPr/>
        </p:nvSpPr>
        <p:spPr>
          <a:xfrm>
            <a:off x="260532" y="29505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7D3A8A-C270-4750-82AB-58E95D5FFF70}"/>
              </a:ext>
            </a:extLst>
          </p:cNvPr>
          <p:cNvSpPr txBox="1"/>
          <p:nvPr/>
        </p:nvSpPr>
        <p:spPr>
          <a:xfrm>
            <a:off x="260532" y="31689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A03EB28-7DA3-4670-B43D-F4B906FB7E26}"/>
              </a:ext>
            </a:extLst>
          </p:cNvPr>
          <p:cNvSpPr txBox="1"/>
          <p:nvPr/>
        </p:nvSpPr>
        <p:spPr>
          <a:xfrm>
            <a:off x="260532" y="33873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12C9E08-1A96-4B8D-B98A-259D5A91B8FF}"/>
              </a:ext>
            </a:extLst>
          </p:cNvPr>
          <p:cNvSpPr txBox="1"/>
          <p:nvPr/>
        </p:nvSpPr>
        <p:spPr>
          <a:xfrm>
            <a:off x="260532" y="36057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F7D9C0-B434-4677-9DF1-F61364A27DE0}"/>
              </a:ext>
            </a:extLst>
          </p:cNvPr>
          <p:cNvSpPr txBox="1"/>
          <p:nvPr/>
        </p:nvSpPr>
        <p:spPr>
          <a:xfrm>
            <a:off x="260532" y="38242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AA15C59-C375-49E5-B129-5A6B283E60F9}"/>
              </a:ext>
            </a:extLst>
          </p:cNvPr>
          <p:cNvSpPr txBox="1"/>
          <p:nvPr/>
        </p:nvSpPr>
        <p:spPr>
          <a:xfrm>
            <a:off x="260532" y="40426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21E4E2D-724D-422D-8300-05A554384DDD}"/>
              </a:ext>
            </a:extLst>
          </p:cNvPr>
          <p:cNvSpPr txBox="1"/>
          <p:nvPr/>
        </p:nvSpPr>
        <p:spPr>
          <a:xfrm>
            <a:off x="260532" y="42610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269E8EE-5B4E-4E58-B9CA-717D7A340FB7}"/>
              </a:ext>
            </a:extLst>
          </p:cNvPr>
          <p:cNvSpPr txBox="1"/>
          <p:nvPr/>
        </p:nvSpPr>
        <p:spPr>
          <a:xfrm>
            <a:off x="260532" y="44794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9A8BA65-9335-4687-B225-A7854A55A8B9}"/>
              </a:ext>
            </a:extLst>
          </p:cNvPr>
          <p:cNvSpPr txBox="1"/>
          <p:nvPr/>
        </p:nvSpPr>
        <p:spPr>
          <a:xfrm>
            <a:off x="260532" y="46978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079B847-84CA-4D7A-B351-4142E6899BBF}"/>
              </a:ext>
            </a:extLst>
          </p:cNvPr>
          <p:cNvSpPr txBox="1"/>
          <p:nvPr/>
        </p:nvSpPr>
        <p:spPr>
          <a:xfrm>
            <a:off x="260532" y="49162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71EB9DE-7AB4-4A20-A004-282AB49F501C}"/>
              </a:ext>
            </a:extLst>
          </p:cNvPr>
          <p:cNvSpPr txBox="1"/>
          <p:nvPr/>
        </p:nvSpPr>
        <p:spPr>
          <a:xfrm>
            <a:off x="260532" y="51346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F5457A-6F57-415B-A06A-4A70273B2374}"/>
              </a:ext>
            </a:extLst>
          </p:cNvPr>
          <p:cNvSpPr txBox="1"/>
          <p:nvPr/>
        </p:nvSpPr>
        <p:spPr>
          <a:xfrm>
            <a:off x="260532" y="53530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0892B33-F132-447B-8A62-1149AA2537FE}"/>
              </a:ext>
            </a:extLst>
          </p:cNvPr>
          <p:cNvSpPr txBox="1"/>
          <p:nvPr/>
        </p:nvSpPr>
        <p:spPr>
          <a:xfrm>
            <a:off x="260532" y="55714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240164A-515F-4876-9B22-2045DDCD1B47}"/>
              </a:ext>
            </a:extLst>
          </p:cNvPr>
          <p:cNvSpPr txBox="1"/>
          <p:nvPr/>
        </p:nvSpPr>
        <p:spPr>
          <a:xfrm>
            <a:off x="260532" y="57898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89D90D7-B172-4D41-B877-A95DB148218F}"/>
              </a:ext>
            </a:extLst>
          </p:cNvPr>
          <p:cNvSpPr txBox="1"/>
          <p:nvPr/>
        </p:nvSpPr>
        <p:spPr>
          <a:xfrm>
            <a:off x="260532" y="60083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B0C93EF-C58B-43E1-BCE9-E96F73700AE5}"/>
              </a:ext>
            </a:extLst>
          </p:cNvPr>
          <p:cNvSpPr txBox="1"/>
          <p:nvPr/>
        </p:nvSpPr>
        <p:spPr>
          <a:xfrm>
            <a:off x="260532" y="62267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24193B6-B875-4482-80F3-DAC8450EE960}"/>
              </a:ext>
            </a:extLst>
          </p:cNvPr>
          <p:cNvSpPr txBox="1"/>
          <p:nvPr/>
        </p:nvSpPr>
        <p:spPr>
          <a:xfrm>
            <a:off x="260532" y="64451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6D1697-EFEC-46CE-9B72-0088C01334C9}"/>
              </a:ext>
            </a:extLst>
          </p:cNvPr>
          <p:cNvSpPr txBox="1"/>
          <p:nvPr/>
        </p:nvSpPr>
        <p:spPr>
          <a:xfrm>
            <a:off x="260532" y="66635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D3E96B6-4D7B-445C-81FF-FBD4ABB0887A}"/>
              </a:ext>
            </a:extLst>
          </p:cNvPr>
          <p:cNvSpPr txBox="1"/>
          <p:nvPr/>
        </p:nvSpPr>
        <p:spPr>
          <a:xfrm>
            <a:off x="260532" y="68819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6AF5B2F-B242-44FD-9AA0-12BDC6D3C9A4}"/>
              </a:ext>
            </a:extLst>
          </p:cNvPr>
          <p:cNvSpPr txBox="1"/>
          <p:nvPr/>
        </p:nvSpPr>
        <p:spPr>
          <a:xfrm>
            <a:off x="260532" y="71003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97678C8-F585-4F37-B866-F70D9A3859C1}"/>
              </a:ext>
            </a:extLst>
          </p:cNvPr>
          <p:cNvSpPr txBox="1"/>
          <p:nvPr/>
        </p:nvSpPr>
        <p:spPr>
          <a:xfrm>
            <a:off x="260532" y="73187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2908CFB3-60DB-4569-A0E9-D19AA2820D61}"/>
              </a:ext>
            </a:extLst>
          </p:cNvPr>
          <p:cNvSpPr txBox="1"/>
          <p:nvPr/>
        </p:nvSpPr>
        <p:spPr>
          <a:xfrm>
            <a:off x="463897" y="76486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00E7C217-B719-408D-8B80-0D9147BA52DB}"/>
              </a:ext>
            </a:extLst>
          </p:cNvPr>
          <p:cNvSpPr txBox="1"/>
          <p:nvPr/>
        </p:nvSpPr>
        <p:spPr>
          <a:xfrm>
            <a:off x="463897" y="1201682"/>
            <a:ext cx="464871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88D9A38-07B9-4D21-BF91-74A5FE78B0DA}"/>
              </a:ext>
            </a:extLst>
          </p:cNvPr>
          <p:cNvSpPr txBox="1"/>
          <p:nvPr/>
        </p:nvSpPr>
        <p:spPr>
          <a:xfrm>
            <a:off x="463897" y="163850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7623F286-39FA-4AE5-8D79-7DD6F54E58C4}"/>
              </a:ext>
            </a:extLst>
          </p:cNvPr>
          <p:cNvSpPr txBox="1"/>
          <p:nvPr/>
        </p:nvSpPr>
        <p:spPr>
          <a:xfrm>
            <a:off x="463897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F2927047-5767-41A1-AEAB-BC79521C8CC4}"/>
              </a:ext>
            </a:extLst>
          </p:cNvPr>
          <p:cNvSpPr txBox="1"/>
          <p:nvPr/>
        </p:nvSpPr>
        <p:spPr>
          <a:xfrm>
            <a:off x="463897" y="142009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BBE09E6D-D31A-4335-BE05-64F01BCB0BC3}"/>
              </a:ext>
            </a:extLst>
          </p:cNvPr>
          <p:cNvSpPr txBox="1"/>
          <p:nvPr/>
        </p:nvSpPr>
        <p:spPr>
          <a:xfrm>
            <a:off x="463897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56016D4E-CC0A-48A8-9C98-47FD5ADA2E9B}"/>
              </a:ext>
            </a:extLst>
          </p:cNvPr>
          <p:cNvSpPr txBox="1"/>
          <p:nvPr/>
        </p:nvSpPr>
        <p:spPr>
          <a:xfrm>
            <a:off x="463897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74F9603-5A65-4CFB-9554-F88130C90129}"/>
              </a:ext>
            </a:extLst>
          </p:cNvPr>
          <p:cNvSpPr txBox="1"/>
          <p:nvPr/>
        </p:nvSpPr>
        <p:spPr>
          <a:xfrm>
            <a:off x="463897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73D378D-080D-4027-8A09-22D34848F390}"/>
              </a:ext>
            </a:extLst>
          </p:cNvPr>
          <p:cNvSpPr txBox="1"/>
          <p:nvPr/>
        </p:nvSpPr>
        <p:spPr>
          <a:xfrm>
            <a:off x="463897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3A4788B1-E72B-4846-A094-A51429DBA5D6}"/>
              </a:ext>
            </a:extLst>
          </p:cNvPr>
          <p:cNvSpPr txBox="1"/>
          <p:nvPr/>
        </p:nvSpPr>
        <p:spPr>
          <a:xfrm>
            <a:off x="463897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BDD45F4E-E624-4450-96F4-E3A321CB11AC}"/>
              </a:ext>
            </a:extLst>
          </p:cNvPr>
          <p:cNvSpPr txBox="1"/>
          <p:nvPr/>
        </p:nvSpPr>
        <p:spPr>
          <a:xfrm>
            <a:off x="463897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ABDD58C-D7E2-4ECB-A4E2-A2EEE90A5259}"/>
              </a:ext>
            </a:extLst>
          </p:cNvPr>
          <p:cNvSpPr txBox="1"/>
          <p:nvPr/>
        </p:nvSpPr>
        <p:spPr>
          <a:xfrm>
            <a:off x="463897" y="294896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1327ED9C-FCB8-4043-890A-1EF70923C034}"/>
              </a:ext>
            </a:extLst>
          </p:cNvPr>
          <p:cNvSpPr txBox="1"/>
          <p:nvPr/>
        </p:nvSpPr>
        <p:spPr>
          <a:xfrm>
            <a:off x="463897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6C0B437-3CB0-495C-8289-57DB4A435DF1}"/>
              </a:ext>
            </a:extLst>
          </p:cNvPr>
          <p:cNvSpPr txBox="1"/>
          <p:nvPr/>
        </p:nvSpPr>
        <p:spPr>
          <a:xfrm>
            <a:off x="463897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E24D3478-9376-42B9-ADA7-307AC72A7E9B}"/>
              </a:ext>
            </a:extLst>
          </p:cNvPr>
          <p:cNvSpPr txBox="1"/>
          <p:nvPr/>
        </p:nvSpPr>
        <p:spPr>
          <a:xfrm>
            <a:off x="463897" y="382260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77184F96-91A3-4126-8029-ABC4ADA2FB45}"/>
              </a:ext>
            </a:extLst>
          </p:cNvPr>
          <p:cNvSpPr txBox="1"/>
          <p:nvPr/>
        </p:nvSpPr>
        <p:spPr>
          <a:xfrm>
            <a:off x="463897" y="4259422"/>
            <a:ext cx="519373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565D50C5-69C7-4951-9BE7-3A315724F5C1}"/>
              </a:ext>
            </a:extLst>
          </p:cNvPr>
          <p:cNvSpPr txBox="1"/>
          <p:nvPr/>
        </p:nvSpPr>
        <p:spPr>
          <a:xfrm>
            <a:off x="463897" y="469624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657178C-81FC-4BBC-A666-4836BB3970F3}"/>
              </a:ext>
            </a:extLst>
          </p:cNvPr>
          <p:cNvSpPr txBox="1"/>
          <p:nvPr/>
        </p:nvSpPr>
        <p:spPr>
          <a:xfrm>
            <a:off x="463897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B207DF1-F7B3-455A-BAB6-7AED12970856}"/>
              </a:ext>
            </a:extLst>
          </p:cNvPr>
          <p:cNvSpPr txBox="1"/>
          <p:nvPr/>
        </p:nvSpPr>
        <p:spPr>
          <a:xfrm>
            <a:off x="463897" y="447783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78824EBB-7AAF-48C2-98E7-90C1CBB7EF52}"/>
              </a:ext>
            </a:extLst>
          </p:cNvPr>
          <p:cNvSpPr txBox="1"/>
          <p:nvPr/>
        </p:nvSpPr>
        <p:spPr>
          <a:xfrm>
            <a:off x="463897" y="4914652"/>
            <a:ext cx="30777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4F02312-DB21-46CC-BA56-5EB952FD1EBB}"/>
              </a:ext>
            </a:extLst>
          </p:cNvPr>
          <p:cNvSpPr txBox="1"/>
          <p:nvPr/>
        </p:nvSpPr>
        <p:spPr>
          <a:xfrm>
            <a:off x="463897" y="513306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FBA18AC8-7510-4667-ACB5-71034B816165}"/>
              </a:ext>
            </a:extLst>
          </p:cNvPr>
          <p:cNvSpPr txBox="1"/>
          <p:nvPr/>
        </p:nvSpPr>
        <p:spPr>
          <a:xfrm>
            <a:off x="463897" y="5351472"/>
            <a:ext cx="11221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EC51D303-2E7D-4783-995E-98BDE39BDA0E}"/>
              </a:ext>
            </a:extLst>
          </p:cNvPr>
          <p:cNvSpPr txBox="1"/>
          <p:nvPr/>
        </p:nvSpPr>
        <p:spPr>
          <a:xfrm>
            <a:off x="463897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780A264-CBF7-445D-9E54-55B5D8A452FF}"/>
              </a:ext>
            </a:extLst>
          </p:cNvPr>
          <p:cNvSpPr txBox="1"/>
          <p:nvPr/>
        </p:nvSpPr>
        <p:spPr>
          <a:xfrm>
            <a:off x="463897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D1BAFD99-DF65-46E8-AC0D-D7082547B899}"/>
              </a:ext>
            </a:extLst>
          </p:cNvPr>
          <p:cNvSpPr txBox="1"/>
          <p:nvPr/>
        </p:nvSpPr>
        <p:spPr>
          <a:xfrm>
            <a:off x="463897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12AE7E57-BF2F-4D29-AA02-52BAD73E9B36}"/>
              </a:ext>
            </a:extLst>
          </p:cNvPr>
          <p:cNvSpPr txBox="1"/>
          <p:nvPr/>
        </p:nvSpPr>
        <p:spPr>
          <a:xfrm>
            <a:off x="463897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0F2B28E7-8D6F-4A79-A530-71F0C914629F}"/>
              </a:ext>
            </a:extLst>
          </p:cNvPr>
          <p:cNvSpPr txBox="1"/>
          <p:nvPr/>
        </p:nvSpPr>
        <p:spPr>
          <a:xfrm>
            <a:off x="463897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894E2B78-87FE-48B8-8B04-943AE7D48D9E}"/>
              </a:ext>
            </a:extLst>
          </p:cNvPr>
          <p:cNvSpPr txBox="1"/>
          <p:nvPr/>
        </p:nvSpPr>
        <p:spPr>
          <a:xfrm>
            <a:off x="463897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6384FE4C-8A65-4233-A9D6-8D2F18AAC166}"/>
              </a:ext>
            </a:extLst>
          </p:cNvPr>
          <p:cNvSpPr txBox="1"/>
          <p:nvPr/>
        </p:nvSpPr>
        <p:spPr>
          <a:xfrm>
            <a:off x="463897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32F85C13-EDE1-4FE3-9D77-8F99D2FFF7F8}"/>
              </a:ext>
            </a:extLst>
          </p:cNvPr>
          <p:cNvSpPr txBox="1"/>
          <p:nvPr/>
        </p:nvSpPr>
        <p:spPr>
          <a:xfrm>
            <a:off x="463896" y="7317162"/>
            <a:ext cx="825153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E7A9D9F3-CCB9-46C9-9284-E40B2B7D0C78}"/>
              </a:ext>
            </a:extLst>
          </p:cNvPr>
          <p:cNvSpPr txBox="1"/>
          <p:nvPr/>
        </p:nvSpPr>
        <p:spPr>
          <a:xfrm>
            <a:off x="463897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D7C30A1-0611-44F1-A6C1-B39C5A03F15E}"/>
              </a:ext>
            </a:extLst>
          </p:cNvPr>
          <p:cNvSpPr txBox="1"/>
          <p:nvPr/>
        </p:nvSpPr>
        <p:spPr>
          <a:xfrm>
            <a:off x="1351062" y="983275"/>
            <a:ext cx="852387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4E41AE0-5854-491E-94BE-BE15E8E52F72}"/>
              </a:ext>
            </a:extLst>
          </p:cNvPr>
          <p:cNvSpPr txBox="1"/>
          <p:nvPr/>
        </p:nvSpPr>
        <p:spPr>
          <a:xfrm>
            <a:off x="1351062" y="764863"/>
            <a:ext cx="82698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화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1E2ADE1F-4148-4388-87E1-59D3CC7DF607}"/>
              </a:ext>
            </a:extLst>
          </p:cNvPr>
          <p:cNvSpPr txBox="1"/>
          <p:nvPr/>
        </p:nvSpPr>
        <p:spPr>
          <a:xfrm>
            <a:off x="1351063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32B7A14D-202C-42D8-90A2-C8264AF3E529}"/>
              </a:ext>
            </a:extLst>
          </p:cNvPr>
          <p:cNvSpPr txBox="1"/>
          <p:nvPr/>
        </p:nvSpPr>
        <p:spPr>
          <a:xfrm>
            <a:off x="1351063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05D32311-0DC4-47F7-8AE3-57D20A8D2537}"/>
              </a:ext>
            </a:extLst>
          </p:cNvPr>
          <p:cNvSpPr txBox="1"/>
          <p:nvPr/>
        </p:nvSpPr>
        <p:spPr>
          <a:xfrm>
            <a:off x="1351063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F55C6CEC-2604-4A99-8C6C-C0920572BCB5}"/>
              </a:ext>
            </a:extLst>
          </p:cNvPr>
          <p:cNvSpPr txBox="1"/>
          <p:nvPr/>
        </p:nvSpPr>
        <p:spPr>
          <a:xfrm>
            <a:off x="1351063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31FD71A4-B73E-4449-A423-B43B0826034E}"/>
              </a:ext>
            </a:extLst>
          </p:cNvPr>
          <p:cNvSpPr txBox="1"/>
          <p:nvPr/>
        </p:nvSpPr>
        <p:spPr>
          <a:xfrm>
            <a:off x="1351063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365F3BBC-5EA9-4318-A406-9580E467A1C9}"/>
              </a:ext>
            </a:extLst>
          </p:cNvPr>
          <p:cNvSpPr txBox="1"/>
          <p:nvPr/>
        </p:nvSpPr>
        <p:spPr>
          <a:xfrm>
            <a:off x="1351063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2D02B828-4726-402B-9F1F-3CCBE961FB47}"/>
              </a:ext>
            </a:extLst>
          </p:cNvPr>
          <p:cNvSpPr txBox="1"/>
          <p:nvPr/>
        </p:nvSpPr>
        <p:spPr>
          <a:xfrm>
            <a:off x="1351063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96602AEA-69CE-43DB-8940-865B5896E73F}"/>
              </a:ext>
            </a:extLst>
          </p:cNvPr>
          <p:cNvSpPr txBox="1"/>
          <p:nvPr/>
        </p:nvSpPr>
        <p:spPr>
          <a:xfrm>
            <a:off x="1351063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273B7AF5-8771-443B-AA1D-068670BDDF72}"/>
              </a:ext>
            </a:extLst>
          </p:cNvPr>
          <p:cNvSpPr txBox="1"/>
          <p:nvPr/>
        </p:nvSpPr>
        <p:spPr>
          <a:xfrm>
            <a:off x="1351063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F212F5B3-1209-4439-888C-FCF49B4B2B92}"/>
              </a:ext>
            </a:extLst>
          </p:cNvPr>
          <p:cNvSpPr txBox="1"/>
          <p:nvPr/>
        </p:nvSpPr>
        <p:spPr>
          <a:xfrm>
            <a:off x="1351063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EE04B264-A8F7-4A20-A753-A6C683894F62}"/>
              </a:ext>
            </a:extLst>
          </p:cNvPr>
          <p:cNvSpPr txBox="1"/>
          <p:nvPr/>
        </p:nvSpPr>
        <p:spPr>
          <a:xfrm>
            <a:off x="1351063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10D92BA0-CA99-455E-8A14-5452A907A808}"/>
              </a:ext>
            </a:extLst>
          </p:cNvPr>
          <p:cNvSpPr txBox="1"/>
          <p:nvPr/>
        </p:nvSpPr>
        <p:spPr>
          <a:xfrm>
            <a:off x="1351063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725C7822-0C31-4272-9FAF-3E13FCFFA1EE}"/>
              </a:ext>
            </a:extLst>
          </p:cNvPr>
          <p:cNvSpPr txBox="1"/>
          <p:nvPr/>
        </p:nvSpPr>
        <p:spPr>
          <a:xfrm>
            <a:off x="1351063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6679C8E6-C6ED-4C3C-894F-BE993C4B792E}"/>
              </a:ext>
            </a:extLst>
          </p:cNvPr>
          <p:cNvSpPr txBox="1"/>
          <p:nvPr/>
        </p:nvSpPr>
        <p:spPr>
          <a:xfrm>
            <a:off x="1351063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79CF63E9-94CE-49D9-966F-A3906D7F7C74}"/>
              </a:ext>
            </a:extLst>
          </p:cNvPr>
          <p:cNvSpPr txBox="1"/>
          <p:nvPr/>
        </p:nvSpPr>
        <p:spPr>
          <a:xfrm>
            <a:off x="1351063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B87999CB-0EEC-4E12-9525-C76FDE23876D}"/>
              </a:ext>
            </a:extLst>
          </p:cNvPr>
          <p:cNvSpPr txBox="1"/>
          <p:nvPr/>
        </p:nvSpPr>
        <p:spPr>
          <a:xfrm>
            <a:off x="1351063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89A0A55-4665-4BBA-94AB-56B1EC7A5ADE}"/>
              </a:ext>
            </a:extLst>
          </p:cNvPr>
          <p:cNvSpPr txBox="1"/>
          <p:nvPr/>
        </p:nvSpPr>
        <p:spPr>
          <a:xfrm>
            <a:off x="1351062" y="4696279"/>
            <a:ext cx="331687" cy="852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C9BFD204-E336-4957-ABD7-E48D2C97F5EA}"/>
              </a:ext>
            </a:extLst>
          </p:cNvPr>
          <p:cNvSpPr txBox="1"/>
          <p:nvPr/>
        </p:nvSpPr>
        <p:spPr>
          <a:xfrm>
            <a:off x="1351063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0C3BE320-9DFA-4B47-A825-73E723F416A9}"/>
              </a:ext>
            </a:extLst>
          </p:cNvPr>
          <p:cNvSpPr txBox="1"/>
          <p:nvPr/>
        </p:nvSpPr>
        <p:spPr>
          <a:xfrm>
            <a:off x="1351063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03A1188F-CA5C-4A59-A7DC-C968C1751701}"/>
              </a:ext>
            </a:extLst>
          </p:cNvPr>
          <p:cNvSpPr txBox="1"/>
          <p:nvPr/>
        </p:nvSpPr>
        <p:spPr>
          <a:xfrm>
            <a:off x="1351063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0071EEFC-567C-4D6A-B913-ADC2E0664317}"/>
              </a:ext>
            </a:extLst>
          </p:cNvPr>
          <p:cNvSpPr txBox="1"/>
          <p:nvPr/>
        </p:nvSpPr>
        <p:spPr>
          <a:xfrm>
            <a:off x="1351063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879A5A60-9934-43D2-B984-9BA29149287A}"/>
              </a:ext>
            </a:extLst>
          </p:cNvPr>
          <p:cNvSpPr txBox="1"/>
          <p:nvPr/>
        </p:nvSpPr>
        <p:spPr>
          <a:xfrm>
            <a:off x="1351063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E947B589-9CB2-4259-A33F-9613E68194ED}"/>
              </a:ext>
            </a:extLst>
          </p:cNvPr>
          <p:cNvSpPr txBox="1"/>
          <p:nvPr/>
        </p:nvSpPr>
        <p:spPr>
          <a:xfrm>
            <a:off x="1351063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0FCBD9DB-0936-498B-99C3-233114F5B327}"/>
              </a:ext>
            </a:extLst>
          </p:cNvPr>
          <p:cNvSpPr txBox="1"/>
          <p:nvPr/>
        </p:nvSpPr>
        <p:spPr>
          <a:xfrm>
            <a:off x="1351063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67BE4F4C-686A-4B41-BE5B-3AF980EDA54D}"/>
              </a:ext>
            </a:extLst>
          </p:cNvPr>
          <p:cNvSpPr txBox="1"/>
          <p:nvPr/>
        </p:nvSpPr>
        <p:spPr>
          <a:xfrm>
            <a:off x="1351063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81E4344-EBB1-46D3-A8B2-9855F5C1FD45}"/>
              </a:ext>
            </a:extLst>
          </p:cNvPr>
          <p:cNvSpPr txBox="1"/>
          <p:nvPr/>
        </p:nvSpPr>
        <p:spPr>
          <a:xfrm>
            <a:off x="1351063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F8E36282-3B7A-4F58-8F8E-C17BDA23F670}"/>
              </a:ext>
            </a:extLst>
          </p:cNvPr>
          <p:cNvSpPr txBox="1"/>
          <p:nvPr/>
        </p:nvSpPr>
        <p:spPr>
          <a:xfrm>
            <a:off x="2228605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497B9B71-57F6-4265-B582-1AE65730452D}"/>
              </a:ext>
            </a:extLst>
          </p:cNvPr>
          <p:cNvSpPr txBox="1"/>
          <p:nvPr/>
        </p:nvSpPr>
        <p:spPr>
          <a:xfrm>
            <a:off x="2228604" y="764862"/>
            <a:ext cx="647946" cy="1114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화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0DB9EC27-58DC-4ACD-B281-D61F1FFEC8C2}"/>
              </a:ext>
            </a:extLst>
          </p:cNvPr>
          <p:cNvSpPr txBox="1"/>
          <p:nvPr/>
        </p:nvSpPr>
        <p:spPr>
          <a:xfrm>
            <a:off x="2228605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EB41AD9A-BAE6-4EA0-8808-BD4002C2925B}"/>
              </a:ext>
            </a:extLst>
          </p:cNvPr>
          <p:cNvSpPr txBox="1"/>
          <p:nvPr/>
        </p:nvSpPr>
        <p:spPr>
          <a:xfrm>
            <a:off x="2228605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38594825-5B2A-4097-BCAE-E520F42596C8}"/>
              </a:ext>
            </a:extLst>
          </p:cNvPr>
          <p:cNvSpPr txBox="1"/>
          <p:nvPr/>
        </p:nvSpPr>
        <p:spPr>
          <a:xfrm>
            <a:off x="2228605" y="1638502"/>
            <a:ext cx="352670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78EDD728-9914-43C2-8128-86330E556281}"/>
              </a:ext>
            </a:extLst>
          </p:cNvPr>
          <p:cNvSpPr txBox="1"/>
          <p:nvPr/>
        </p:nvSpPr>
        <p:spPr>
          <a:xfrm>
            <a:off x="2228605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D4C6241-7EA7-4BA0-B94D-93E7623B1EBD}"/>
              </a:ext>
            </a:extLst>
          </p:cNvPr>
          <p:cNvSpPr txBox="1"/>
          <p:nvPr/>
        </p:nvSpPr>
        <p:spPr>
          <a:xfrm>
            <a:off x="2228605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23B9BAC-1850-4E3D-A370-D6C23DA36BE9}"/>
              </a:ext>
            </a:extLst>
          </p:cNvPr>
          <p:cNvSpPr txBox="1"/>
          <p:nvPr/>
        </p:nvSpPr>
        <p:spPr>
          <a:xfrm>
            <a:off x="2228604" y="2512142"/>
            <a:ext cx="787645" cy="1231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3C13127D-0949-4783-A1C1-168474F7FCDE}"/>
              </a:ext>
            </a:extLst>
          </p:cNvPr>
          <p:cNvSpPr txBox="1"/>
          <p:nvPr/>
        </p:nvSpPr>
        <p:spPr>
          <a:xfrm>
            <a:off x="2228605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AE02ADA1-A9E6-4E57-AAA4-91EE63845C6A}"/>
              </a:ext>
            </a:extLst>
          </p:cNvPr>
          <p:cNvSpPr txBox="1"/>
          <p:nvPr/>
        </p:nvSpPr>
        <p:spPr>
          <a:xfrm>
            <a:off x="2228605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C08FB4A-B092-452B-96B1-DD0A07D3AA24}"/>
              </a:ext>
            </a:extLst>
          </p:cNvPr>
          <p:cNvSpPr txBox="1"/>
          <p:nvPr/>
        </p:nvSpPr>
        <p:spPr>
          <a:xfrm>
            <a:off x="2228605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0A5DD94-317D-4211-BB96-E5C441D1D6A3}"/>
              </a:ext>
            </a:extLst>
          </p:cNvPr>
          <p:cNvSpPr txBox="1"/>
          <p:nvPr/>
        </p:nvSpPr>
        <p:spPr>
          <a:xfrm>
            <a:off x="2228605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70EAA5D5-3BC3-483A-B436-1BE9FF8C4D03}"/>
              </a:ext>
            </a:extLst>
          </p:cNvPr>
          <p:cNvSpPr txBox="1"/>
          <p:nvPr/>
        </p:nvSpPr>
        <p:spPr>
          <a:xfrm>
            <a:off x="2228605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70360512-F798-4233-A1D1-344B249D2AC4}"/>
              </a:ext>
            </a:extLst>
          </p:cNvPr>
          <p:cNvSpPr txBox="1"/>
          <p:nvPr/>
        </p:nvSpPr>
        <p:spPr>
          <a:xfrm>
            <a:off x="2228605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67EC16C4-18E0-43A9-B2ED-BF72B31E71FE}"/>
              </a:ext>
            </a:extLst>
          </p:cNvPr>
          <p:cNvSpPr txBox="1"/>
          <p:nvPr/>
        </p:nvSpPr>
        <p:spPr>
          <a:xfrm>
            <a:off x="2228605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591FA06C-BC47-4C9B-AF8D-EB8FB727A1E2}"/>
              </a:ext>
            </a:extLst>
          </p:cNvPr>
          <p:cNvSpPr txBox="1"/>
          <p:nvPr/>
        </p:nvSpPr>
        <p:spPr>
          <a:xfrm>
            <a:off x="2228605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3BE8661D-80BC-4BB9-A0FE-5E3F71045E60}"/>
              </a:ext>
            </a:extLst>
          </p:cNvPr>
          <p:cNvSpPr txBox="1"/>
          <p:nvPr/>
        </p:nvSpPr>
        <p:spPr>
          <a:xfrm>
            <a:off x="2228605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69254214-40FA-48DB-B667-127CAFBF155E}"/>
              </a:ext>
            </a:extLst>
          </p:cNvPr>
          <p:cNvSpPr txBox="1"/>
          <p:nvPr/>
        </p:nvSpPr>
        <p:spPr>
          <a:xfrm>
            <a:off x="2228605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00852FF6-E0F8-4D05-A204-63F2807EB46E}"/>
              </a:ext>
            </a:extLst>
          </p:cNvPr>
          <p:cNvSpPr txBox="1"/>
          <p:nvPr/>
        </p:nvSpPr>
        <p:spPr>
          <a:xfrm>
            <a:off x="2228605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D12852CF-9DD9-478C-816C-D49D2712995C}"/>
              </a:ext>
            </a:extLst>
          </p:cNvPr>
          <p:cNvSpPr txBox="1"/>
          <p:nvPr/>
        </p:nvSpPr>
        <p:spPr>
          <a:xfrm>
            <a:off x="2228605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0562C5-CA1A-4224-A72E-6023AA7FA846}"/>
              </a:ext>
            </a:extLst>
          </p:cNvPr>
          <p:cNvSpPr txBox="1"/>
          <p:nvPr/>
        </p:nvSpPr>
        <p:spPr>
          <a:xfrm>
            <a:off x="2228605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01EEB97D-B2E5-4EAC-A07F-A1BCC130001B}"/>
              </a:ext>
            </a:extLst>
          </p:cNvPr>
          <p:cNvSpPr txBox="1"/>
          <p:nvPr/>
        </p:nvSpPr>
        <p:spPr>
          <a:xfrm>
            <a:off x="2228605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FE898C4-9988-4508-A60E-F682C3585BAE}"/>
              </a:ext>
            </a:extLst>
          </p:cNvPr>
          <p:cNvSpPr txBox="1"/>
          <p:nvPr/>
        </p:nvSpPr>
        <p:spPr>
          <a:xfrm>
            <a:off x="2228605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BAF8F22C-025E-4504-8C15-30CEC9A9003F}"/>
              </a:ext>
            </a:extLst>
          </p:cNvPr>
          <p:cNvSpPr txBox="1"/>
          <p:nvPr/>
        </p:nvSpPr>
        <p:spPr>
          <a:xfrm>
            <a:off x="2228605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BDFB91BD-3684-4703-95EA-294EE7462629}"/>
              </a:ext>
            </a:extLst>
          </p:cNvPr>
          <p:cNvSpPr txBox="1"/>
          <p:nvPr/>
        </p:nvSpPr>
        <p:spPr>
          <a:xfrm>
            <a:off x="2228605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3CC603BB-99DC-4586-91FB-87EC3C4AD089}"/>
              </a:ext>
            </a:extLst>
          </p:cNvPr>
          <p:cNvSpPr txBox="1"/>
          <p:nvPr/>
        </p:nvSpPr>
        <p:spPr>
          <a:xfrm>
            <a:off x="2228605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F13FC407-97FF-4409-BB41-21E67F11133D}"/>
              </a:ext>
            </a:extLst>
          </p:cNvPr>
          <p:cNvSpPr txBox="1"/>
          <p:nvPr/>
        </p:nvSpPr>
        <p:spPr>
          <a:xfrm>
            <a:off x="2228605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25BE7BE9-4C2D-411A-B49D-F0C34C18233D}"/>
              </a:ext>
            </a:extLst>
          </p:cNvPr>
          <p:cNvSpPr txBox="1"/>
          <p:nvPr/>
        </p:nvSpPr>
        <p:spPr>
          <a:xfrm>
            <a:off x="2228605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901091C5-B36B-476B-9ADC-AC345D7029CB}"/>
              </a:ext>
            </a:extLst>
          </p:cNvPr>
          <p:cNvSpPr txBox="1"/>
          <p:nvPr/>
        </p:nvSpPr>
        <p:spPr>
          <a:xfrm>
            <a:off x="2228605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8B153A07-E4C6-4492-A4F6-AD813173235C}"/>
              </a:ext>
            </a:extLst>
          </p:cNvPr>
          <p:cNvSpPr txBox="1"/>
          <p:nvPr/>
        </p:nvSpPr>
        <p:spPr>
          <a:xfrm>
            <a:off x="2228605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CF1E9C6C-CC95-4E95-97CF-31BD12030DFF}"/>
              </a:ext>
            </a:extLst>
          </p:cNvPr>
          <p:cNvSpPr txBox="1"/>
          <p:nvPr/>
        </p:nvSpPr>
        <p:spPr>
          <a:xfrm>
            <a:off x="2228605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E9EFFBC0-EFF1-4786-98EB-0C20EF10E367}"/>
              </a:ext>
            </a:extLst>
          </p:cNvPr>
          <p:cNvSpPr txBox="1"/>
          <p:nvPr/>
        </p:nvSpPr>
        <p:spPr>
          <a:xfrm>
            <a:off x="3106146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B3F2CE07-DB06-471D-91ED-1449EB48BBCE}"/>
              </a:ext>
            </a:extLst>
          </p:cNvPr>
          <p:cNvSpPr txBox="1"/>
          <p:nvPr/>
        </p:nvSpPr>
        <p:spPr>
          <a:xfrm>
            <a:off x="3106146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42A67C3E-22C1-4A92-9EE6-24240D0BCD91}"/>
              </a:ext>
            </a:extLst>
          </p:cNvPr>
          <p:cNvSpPr txBox="1"/>
          <p:nvPr/>
        </p:nvSpPr>
        <p:spPr>
          <a:xfrm>
            <a:off x="3106146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FF43A50E-8A43-4FBC-9959-EBCF111B6566}"/>
              </a:ext>
            </a:extLst>
          </p:cNvPr>
          <p:cNvSpPr txBox="1"/>
          <p:nvPr/>
        </p:nvSpPr>
        <p:spPr>
          <a:xfrm>
            <a:off x="3106146" y="1201687"/>
            <a:ext cx="811804" cy="1000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30786E87-06B3-4784-A971-B1E5F900B2A5}"/>
              </a:ext>
            </a:extLst>
          </p:cNvPr>
          <p:cNvSpPr txBox="1"/>
          <p:nvPr/>
        </p:nvSpPr>
        <p:spPr>
          <a:xfrm>
            <a:off x="3106146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BD0142A-84C5-494C-9CF5-0D1FB65C0245}"/>
              </a:ext>
            </a:extLst>
          </p:cNvPr>
          <p:cNvSpPr txBox="1"/>
          <p:nvPr/>
        </p:nvSpPr>
        <p:spPr>
          <a:xfrm>
            <a:off x="3106146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E9F9935-9CB7-4416-A22F-2601A04F99A5}"/>
              </a:ext>
            </a:extLst>
          </p:cNvPr>
          <p:cNvSpPr txBox="1"/>
          <p:nvPr/>
        </p:nvSpPr>
        <p:spPr>
          <a:xfrm>
            <a:off x="3106146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4FF33011-1A16-42FA-9346-0637A551314B}"/>
              </a:ext>
            </a:extLst>
          </p:cNvPr>
          <p:cNvSpPr txBox="1"/>
          <p:nvPr/>
        </p:nvSpPr>
        <p:spPr>
          <a:xfrm>
            <a:off x="3106146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A07E874-DCDB-4A86-B9BB-3C1E73501E28}"/>
              </a:ext>
            </a:extLst>
          </p:cNvPr>
          <p:cNvSpPr txBox="1"/>
          <p:nvPr/>
        </p:nvSpPr>
        <p:spPr>
          <a:xfrm>
            <a:off x="3106146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2E2CD8B6-01F4-499B-B8A9-41B758276006}"/>
              </a:ext>
            </a:extLst>
          </p:cNvPr>
          <p:cNvSpPr txBox="1"/>
          <p:nvPr/>
        </p:nvSpPr>
        <p:spPr>
          <a:xfrm>
            <a:off x="3106146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5862E067-5EDE-4C98-A4FC-128611CA8BC1}"/>
              </a:ext>
            </a:extLst>
          </p:cNvPr>
          <p:cNvSpPr txBox="1"/>
          <p:nvPr/>
        </p:nvSpPr>
        <p:spPr>
          <a:xfrm>
            <a:off x="3106146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82E4597C-1284-4860-85D0-818801B633A3}"/>
              </a:ext>
            </a:extLst>
          </p:cNvPr>
          <p:cNvSpPr txBox="1"/>
          <p:nvPr/>
        </p:nvSpPr>
        <p:spPr>
          <a:xfrm>
            <a:off x="3106146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81254FE-7DDF-488B-96E4-8714DF9BD102}"/>
              </a:ext>
            </a:extLst>
          </p:cNvPr>
          <p:cNvSpPr txBox="1"/>
          <p:nvPr/>
        </p:nvSpPr>
        <p:spPr>
          <a:xfrm>
            <a:off x="3106146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115B9A55-E9C4-4006-B92E-19B49BCC93B2}"/>
              </a:ext>
            </a:extLst>
          </p:cNvPr>
          <p:cNvSpPr txBox="1"/>
          <p:nvPr/>
        </p:nvSpPr>
        <p:spPr>
          <a:xfrm>
            <a:off x="3106146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1791903C-935A-45FB-B6B4-19AC99722C17}"/>
              </a:ext>
            </a:extLst>
          </p:cNvPr>
          <p:cNvSpPr txBox="1"/>
          <p:nvPr/>
        </p:nvSpPr>
        <p:spPr>
          <a:xfrm>
            <a:off x="3106146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8D9DE0F7-9FD2-4657-B24E-71E25802BF6E}"/>
              </a:ext>
            </a:extLst>
          </p:cNvPr>
          <p:cNvSpPr txBox="1"/>
          <p:nvPr/>
        </p:nvSpPr>
        <p:spPr>
          <a:xfrm>
            <a:off x="3106146" y="4041042"/>
            <a:ext cx="837204" cy="12455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E92C663-C3E6-40AA-8177-781CEC4E504D}"/>
              </a:ext>
            </a:extLst>
          </p:cNvPr>
          <p:cNvSpPr txBox="1"/>
          <p:nvPr/>
        </p:nvSpPr>
        <p:spPr>
          <a:xfrm>
            <a:off x="3106146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C0C83DBC-BF47-48C8-B912-732DA3765F3A}"/>
              </a:ext>
            </a:extLst>
          </p:cNvPr>
          <p:cNvSpPr txBox="1"/>
          <p:nvPr/>
        </p:nvSpPr>
        <p:spPr>
          <a:xfrm>
            <a:off x="3106146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CDBFF9E2-EC52-4022-826E-1B75A75C74FE}"/>
              </a:ext>
            </a:extLst>
          </p:cNvPr>
          <p:cNvSpPr txBox="1"/>
          <p:nvPr/>
        </p:nvSpPr>
        <p:spPr>
          <a:xfrm>
            <a:off x="3106146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5E64DB15-57E8-436F-9B7E-1CC964A64AE0}"/>
              </a:ext>
            </a:extLst>
          </p:cNvPr>
          <p:cNvSpPr txBox="1"/>
          <p:nvPr/>
        </p:nvSpPr>
        <p:spPr>
          <a:xfrm>
            <a:off x="3106146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0BA0A0DC-9B67-45F6-B6E9-48A6F3DB47B0}"/>
              </a:ext>
            </a:extLst>
          </p:cNvPr>
          <p:cNvSpPr txBox="1"/>
          <p:nvPr/>
        </p:nvSpPr>
        <p:spPr>
          <a:xfrm>
            <a:off x="3106146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E753E04-CA0B-4F92-A440-98E53CD85DC4}"/>
              </a:ext>
            </a:extLst>
          </p:cNvPr>
          <p:cNvSpPr txBox="1"/>
          <p:nvPr/>
        </p:nvSpPr>
        <p:spPr>
          <a:xfrm>
            <a:off x="3106146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DDC817AF-7265-4055-AACA-6DE0DADE73CD}"/>
              </a:ext>
            </a:extLst>
          </p:cNvPr>
          <p:cNvSpPr txBox="1"/>
          <p:nvPr/>
        </p:nvSpPr>
        <p:spPr>
          <a:xfrm>
            <a:off x="3106146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BDB86DF1-D991-44E4-8020-631908F67E05}"/>
              </a:ext>
            </a:extLst>
          </p:cNvPr>
          <p:cNvSpPr txBox="1"/>
          <p:nvPr/>
        </p:nvSpPr>
        <p:spPr>
          <a:xfrm>
            <a:off x="3106146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098961CB-7313-4128-B9BD-76D9EF898FD3}"/>
              </a:ext>
            </a:extLst>
          </p:cNvPr>
          <p:cNvSpPr txBox="1"/>
          <p:nvPr/>
        </p:nvSpPr>
        <p:spPr>
          <a:xfrm>
            <a:off x="3106146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02F10601-E76C-41D1-BADE-C98A10B00DC8}"/>
              </a:ext>
            </a:extLst>
          </p:cNvPr>
          <p:cNvSpPr txBox="1"/>
          <p:nvPr/>
        </p:nvSpPr>
        <p:spPr>
          <a:xfrm>
            <a:off x="3106146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9D4C3919-FCA2-4B7C-B3DC-396F84FAC17B}"/>
              </a:ext>
            </a:extLst>
          </p:cNvPr>
          <p:cNvSpPr txBox="1"/>
          <p:nvPr/>
        </p:nvSpPr>
        <p:spPr>
          <a:xfrm>
            <a:off x="3106146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4967142C-8337-4580-8ECA-F7EC0AAB9A03}"/>
              </a:ext>
            </a:extLst>
          </p:cNvPr>
          <p:cNvSpPr txBox="1"/>
          <p:nvPr/>
        </p:nvSpPr>
        <p:spPr>
          <a:xfrm>
            <a:off x="3106146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45892D9-4B3D-4DCB-9B65-7288098A51B0}"/>
              </a:ext>
            </a:extLst>
          </p:cNvPr>
          <p:cNvSpPr txBox="1"/>
          <p:nvPr/>
        </p:nvSpPr>
        <p:spPr>
          <a:xfrm>
            <a:off x="3106146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0AAA1871-E5D8-4F49-92C3-BFE257AA3DBE}"/>
              </a:ext>
            </a:extLst>
          </p:cNvPr>
          <p:cNvSpPr txBox="1"/>
          <p:nvPr/>
        </p:nvSpPr>
        <p:spPr>
          <a:xfrm>
            <a:off x="3106146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C0B4DC56-1F9E-4932-8510-E6B1888211C6}"/>
              </a:ext>
            </a:extLst>
          </p:cNvPr>
          <p:cNvSpPr txBox="1"/>
          <p:nvPr/>
        </p:nvSpPr>
        <p:spPr>
          <a:xfrm>
            <a:off x="3993313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8F31E230-B7DB-4F6C-9D44-A9AB179A92AE}"/>
              </a:ext>
            </a:extLst>
          </p:cNvPr>
          <p:cNvSpPr txBox="1"/>
          <p:nvPr/>
        </p:nvSpPr>
        <p:spPr>
          <a:xfrm>
            <a:off x="3993312" y="764862"/>
            <a:ext cx="819987" cy="1114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156188DF-63B4-42F5-9A3B-B6AA218AC6F5}"/>
              </a:ext>
            </a:extLst>
          </p:cNvPr>
          <p:cNvSpPr txBox="1"/>
          <p:nvPr/>
        </p:nvSpPr>
        <p:spPr>
          <a:xfrm>
            <a:off x="3993313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1B106CD5-16F5-4E5C-9EAD-63B48E0B9810}"/>
              </a:ext>
            </a:extLst>
          </p:cNvPr>
          <p:cNvSpPr txBox="1"/>
          <p:nvPr/>
        </p:nvSpPr>
        <p:spPr>
          <a:xfrm>
            <a:off x="3993313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88A14C44-6757-42F1-BDCA-7F1C9693EA0D}"/>
              </a:ext>
            </a:extLst>
          </p:cNvPr>
          <p:cNvSpPr txBox="1"/>
          <p:nvPr/>
        </p:nvSpPr>
        <p:spPr>
          <a:xfrm>
            <a:off x="3993312" y="1638502"/>
            <a:ext cx="819987" cy="11409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목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E972DEB3-6CF3-41C8-A9F9-87746361D13C}"/>
              </a:ext>
            </a:extLst>
          </p:cNvPr>
          <p:cNvSpPr txBox="1"/>
          <p:nvPr/>
        </p:nvSpPr>
        <p:spPr>
          <a:xfrm>
            <a:off x="3993313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42E6EC2A-798A-4CB7-954A-D7FBBB6679E3}"/>
              </a:ext>
            </a:extLst>
          </p:cNvPr>
          <p:cNvSpPr txBox="1"/>
          <p:nvPr/>
        </p:nvSpPr>
        <p:spPr>
          <a:xfrm>
            <a:off x="3993313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2186564-154E-42C0-9092-1F9895BB6F03}"/>
              </a:ext>
            </a:extLst>
          </p:cNvPr>
          <p:cNvSpPr txBox="1"/>
          <p:nvPr/>
        </p:nvSpPr>
        <p:spPr>
          <a:xfrm>
            <a:off x="3993313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544E6455-252D-4617-9A1B-4E69ACBE073C}"/>
              </a:ext>
            </a:extLst>
          </p:cNvPr>
          <p:cNvSpPr txBox="1"/>
          <p:nvPr/>
        </p:nvSpPr>
        <p:spPr>
          <a:xfrm>
            <a:off x="3993312" y="2293732"/>
            <a:ext cx="800937" cy="1256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B385EA2B-6BDF-4DFB-8B6D-016C34C41F28}"/>
              </a:ext>
            </a:extLst>
          </p:cNvPr>
          <p:cNvSpPr txBox="1"/>
          <p:nvPr/>
        </p:nvSpPr>
        <p:spPr>
          <a:xfrm>
            <a:off x="3993313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E199FCE5-5DA9-4E44-A1CC-83D95C5B94CD}"/>
              </a:ext>
            </a:extLst>
          </p:cNvPr>
          <p:cNvSpPr txBox="1"/>
          <p:nvPr/>
        </p:nvSpPr>
        <p:spPr>
          <a:xfrm>
            <a:off x="3993313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C6CE2CD2-CC70-4147-BE6F-1A140E83D486}"/>
              </a:ext>
            </a:extLst>
          </p:cNvPr>
          <p:cNvSpPr txBox="1"/>
          <p:nvPr/>
        </p:nvSpPr>
        <p:spPr>
          <a:xfrm>
            <a:off x="3993313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B4282EE7-E3BB-4286-B9BF-E52047A24C9B}"/>
              </a:ext>
            </a:extLst>
          </p:cNvPr>
          <p:cNvSpPr txBox="1"/>
          <p:nvPr/>
        </p:nvSpPr>
        <p:spPr>
          <a:xfrm>
            <a:off x="3993313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00670901-F8F2-4E28-94CC-1653AFF6CAE4}"/>
              </a:ext>
            </a:extLst>
          </p:cNvPr>
          <p:cNvSpPr txBox="1"/>
          <p:nvPr/>
        </p:nvSpPr>
        <p:spPr>
          <a:xfrm>
            <a:off x="3993312" y="3604192"/>
            <a:ext cx="807287" cy="1296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406C724A-E5E9-443D-925C-7E51ABED695E}"/>
              </a:ext>
            </a:extLst>
          </p:cNvPr>
          <p:cNvSpPr txBox="1"/>
          <p:nvPr/>
        </p:nvSpPr>
        <p:spPr>
          <a:xfrm>
            <a:off x="3993313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2AF86ABF-8A70-4CB7-9780-4191FDF8354A}"/>
              </a:ext>
            </a:extLst>
          </p:cNvPr>
          <p:cNvSpPr txBox="1"/>
          <p:nvPr/>
        </p:nvSpPr>
        <p:spPr>
          <a:xfrm>
            <a:off x="3993312" y="3822602"/>
            <a:ext cx="807287" cy="120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78CBE4D5-4943-45AC-AD3D-145FD5E0BF39}"/>
              </a:ext>
            </a:extLst>
          </p:cNvPr>
          <p:cNvSpPr txBox="1"/>
          <p:nvPr/>
        </p:nvSpPr>
        <p:spPr>
          <a:xfrm>
            <a:off x="3993313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753B4BB8-4360-404B-BFD6-BE3A804577B9}"/>
              </a:ext>
            </a:extLst>
          </p:cNvPr>
          <p:cNvSpPr txBox="1"/>
          <p:nvPr/>
        </p:nvSpPr>
        <p:spPr>
          <a:xfrm>
            <a:off x="3993313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8A6380C3-5B8F-4528-AA17-0A1E38A14E38}"/>
              </a:ext>
            </a:extLst>
          </p:cNvPr>
          <p:cNvSpPr txBox="1"/>
          <p:nvPr/>
        </p:nvSpPr>
        <p:spPr>
          <a:xfrm>
            <a:off x="3993313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42CA202B-AE3E-43BD-90E3-85DF7431D523}"/>
              </a:ext>
            </a:extLst>
          </p:cNvPr>
          <p:cNvSpPr txBox="1"/>
          <p:nvPr/>
        </p:nvSpPr>
        <p:spPr>
          <a:xfrm>
            <a:off x="3993313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5A6091C9-F955-4651-A592-8FCF6F4FF3D6}"/>
              </a:ext>
            </a:extLst>
          </p:cNvPr>
          <p:cNvSpPr txBox="1"/>
          <p:nvPr/>
        </p:nvSpPr>
        <p:spPr>
          <a:xfrm>
            <a:off x="3993312" y="5133062"/>
            <a:ext cx="819987" cy="1310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F0AD57CB-99D9-44B0-99F4-242D93CBA3C8}"/>
              </a:ext>
            </a:extLst>
          </p:cNvPr>
          <p:cNvSpPr txBox="1"/>
          <p:nvPr/>
        </p:nvSpPr>
        <p:spPr>
          <a:xfrm>
            <a:off x="3993313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FF0CB53B-980B-45D5-A709-04B96C7E15B4}"/>
              </a:ext>
            </a:extLst>
          </p:cNvPr>
          <p:cNvSpPr txBox="1"/>
          <p:nvPr/>
        </p:nvSpPr>
        <p:spPr>
          <a:xfrm>
            <a:off x="3993313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EAF04BEE-B22F-4B2C-B0AE-8967A50083BB}"/>
              </a:ext>
            </a:extLst>
          </p:cNvPr>
          <p:cNvSpPr txBox="1"/>
          <p:nvPr/>
        </p:nvSpPr>
        <p:spPr>
          <a:xfrm>
            <a:off x="3993313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82D4AB12-BBB8-479D-B4BE-6D76E2D29EA9}"/>
              </a:ext>
            </a:extLst>
          </p:cNvPr>
          <p:cNvSpPr txBox="1"/>
          <p:nvPr/>
        </p:nvSpPr>
        <p:spPr>
          <a:xfrm>
            <a:off x="3993313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88021340-017F-4300-AD6B-C2D772FCB531}"/>
              </a:ext>
            </a:extLst>
          </p:cNvPr>
          <p:cNvSpPr txBox="1"/>
          <p:nvPr/>
        </p:nvSpPr>
        <p:spPr>
          <a:xfrm>
            <a:off x="3993313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4CBC8FD0-4CBB-4765-87F0-3449A85DBFAF}"/>
              </a:ext>
            </a:extLst>
          </p:cNvPr>
          <p:cNvSpPr txBox="1"/>
          <p:nvPr/>
        </p:nvSpPr>
        <p:spPr>
          <a:xfrm>
            <a:off x="3993313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4D22196E-F34E-4DE4-A747-1257AC49FAF4}"/>
              </a:ext>
            </a:extLst>
          </p:cNvPr>
          <p:cNvSpPr txBox="1"/>
          <p:nvPr/>
        </p:nvSpPr>
        <p:spPr>
          <a:xfrm>
            <a:off x="3993313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313E73ED-A1E5-4487-A059-88E3FF82B971}"/>
              </a:ext>
            </a:extLst>
          </p:cNvPr>
          <p:cNvSpPr txBox="1"/>
          <p:nvPr/>
        </p:nvSpPr>
        <p:spPr>
          <a:xfrm>
            <a:off x="3993313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7C5A6F65-A717-4108-B3F8-A0FA2AD8C29D}"/>
              </a:ext>
            </a:extLst>
          </p:cNvPr>
          <p:cNvSpPr txBox="1"/>
          <p:nvPr/>
        </p:nvSpPr>
        <p:spPr>
          <a:xfrm>
            <a:off x="3993313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7BD4FB4D-E982-4E51-8DE8-5680328FCB10}"/>
              </a:ext>
            </a:extLst>
          </p:cNvPr>
          <p:cNvSpPr txBox="1"/>
          <p:nvPr/>
        </p:nvSpPr>
        <p:spPr>
          <a:xfrm>
            <a:off x="3993313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E725E5C4-F399-4BA2-A677-D89060B0C111}"/>
              </a:ext>
            </a:extLst>
          </p:cNvPr>
          <p:cNvSpPr txBox="1"/>
          <p:nvPr/>
        </p:nvSpPr>
        <p:spPr>
          <a:xfrm>
            <a:off x="4880478" y="764862"/>
            <a:ext cx="821821" cy="143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수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4CF085AA-F291-4D16-B209-716180BDCE2A}"/>
              </a:ext>
            </a:extLst>
          </p:cNvPr>
          <p:cNvSpPr txBox="1"/>
          <p:nvPr/>
        </p:nvSpPr>
        <p:spPr>
          <a:xfrm>
            <a:off x="4880479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6EDD5E8F-80A0-40A8-A7DF-D1B0B7BEF701}"/>
              </a:ext>
            </a:extLst>
          </p:cNvPr>
          <p:cNvSpPr txBox="1"/>
          <p:nvPr/>
        </p:nvSpPr>
        <p:spPr>
          <a:xfrm>
            <a:off x="4880479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011DB534-2344-4C99-ACC4-C902E80F2CF3}"/>
              </a:ext>
            </a:extLst>
          </p:cNvPr>
          <p:cNvSpPr txBox="1"/>
          <p:nvPr/>
        </p:nvSpPr>
        <p:spPr>
          <a:xfrm>
            <a:off x="4880479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0FF03B34-89BF-4B8D-9C6A-62CCAB7EACE8}"/>
              </a:ext>
            </a:extLst>
          </p:cNvPr>
          <p:cNvSpPr txBox="1"/>
          <p:nvPr/>
        </p:nvSpPr>
        <p:spPr>
          <a:xfrm>
            <a:off x="4880478" y="1856922"/>
            <a:ext cx="821821" cy="1306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94B55632-9D4B-4B6E-AE37-07872BF2F76E}"/>
              </a:ext>
            </a:extLst>
          </p:cNvPr>
          <p:cNvSpPr txBox="1"/>
          <p:nvPr/>
        </p:nvSpPr>
        <p:spPr>
          <a:xfrm>
            <a:off x="4880478" y="1638510"/>
            <a:ext cx="809121" cy="12678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724000C3-5B27-49CF-BEC7-56C181FF6616}"/>
              </a:ext>
            </a:extLst>
          </p:cNvPr>
          <p:cNvSpPr txBox="1"/>
          <p:nvPr/>
        </p:nvSpPr>
        <p:spPr>
          <a:xfrm>
            <a:off x="4880479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16795861-7870-4DF2-A5A2-3A1D10B02E0C}"/>
              </a:ext>
            </a:extLst>
          </p:cNvPr>
          <p:cNvSpPr txBox="1"/>
          <p:nvPr/>
        </p:nvSpPr>
        <p:spPr>
          <a:xfrm>
            <a:off x="4880479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6DAA1490-C528-47C1-BED7-81C5359539FA}"/>
              </a:ext>
            </a:extLst>
          </p:cNvPr>
          <p:cNvSpPr txBox="1"/>
          <p:nvPr/>
        </p:nvSpPr>
        <p:spPr>
          <a:xfrm>
            <a:off x="4880479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5AFFF610-4515-42B1-9B87-0ED633756709}"/>
              </a:ext>
            </a:extLst>
          </p:cNvPr>
          <p:cNvSpPr txBox="1"/>
          <p:nvPr/>
        </p:nvSpPr>
        <p:spPr>
          <a:xfrm>
            <a:off x="4880479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AF25B9C-7DED-41F0-B10F-6A5C562D4894}"/>
              </a:ext>
            </a:extLst>
          </p:cNvPr>
          <p:cNvSpPr txBox="1"/>
          <p:nvPr/>
        </p:nvSpPr>
        <p:spPr>
          <a:xfrm>
            <a:off x="4880479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B82596C1-2473-44D1-82D1-5461C8A866E3}"/>
              </a:ext>
            </a:extLst>
          </p:cNvPr>
          <p:cNvSpPr txBox="1"/>
          <p:nvPr/>
        </p:nvSpPr>
        <p:spPr>
          <a:xfrm>
            <a:off x="4880479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CB40EE20-2299-4755-AB30-FE32BAEF99D5}"/>
              </a:ext>
            </a:extLst>
          </p:cNvPr>
          <p:cNvSpPr txBox="1"/>
          <p:nvPr/>
        </p:nvSpPr>
        <p:spPr>
          <a:xfrm>
            <a:off x="4880479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076A5DAC-BB07-4D5D-B5AB-17281B9FE3F8}"/>
              </a:ext>
            </a:extLst>
          </p:cNvPr>
          <p:cNvSpPr txBox="1"/>
          <p:nvPr/>
        </p:nvSpPr>
        <p:spPr>
          <a:xfrm>
            <a:off x="4880479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BA79D0FC-4CB8-4FDA-B02B-C1F0D3F591AB}"/>
              </a:ext>
            </a:extLst>
          </p:cNvPr>
          <p:cNvSpPr txBox="1"/>
          <p:nvPr/>
        </p:nvSpPr>
        <p:spPr>
          <a:xfrm>
            <a:off x="4880479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3CD4CC8C-D350-4672-994D-25A9426B0068}"/>
              </a:ext>
            </a:extLst>
          </p:cNvPr>
          <p:cNvSpPr txBox="1"/>
          <p:nvPr/>
        </p:nvSpPr>
        <p:spPr>
          <a:xfrm>
            <a:off x="4880479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CEB349BD-C793-4C51-9A8F-615E0DBF91BB}"/>
              </a:ext>
            </a:extLst>
          </p:cNvPr>
          <p:cNvSpPr txBox="1"/>
          <p:nvPr/>
        </p:nvSpPr>
        <p:spPr>
          <a:xfrm>
            <a:off x="4880479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D793A085-8CDA-46A2-8637-04F80EC20219}"/>
              </a:ext>
            </a:extLst>
          </p:cNvPr>
          <p:cNvSpPr txBox="1"/>
          <p:nvPr/>
        </p:nvSpPr>
        <p:spPr>
          <a:xfrm>
            <a:off x="4880479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4CB4F0D4-BF90-4E1F-B2D7-82B0A6D5AA42}"/>
              </a:ext>
            </a:extLst>
          </p:cNvPr>
          <p:cNvSpPr txBox="1"/>
          <p:nvPr/>
        </p:nvSpPr>
        <p:spPr>
          <a:xfrm>
            <a:off x="4880479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A139AF8A-0482-4941-8FB6-7018F6C218E3}"/>
              </a:ext>
            </a:extLst>
          </p:cNvPr>
          <p:cNvSpPr txBox="1"/>
          <p:nvPr/>
        </p:nvSpPr>
        <p:spPr>
          <a:xfrm>
            <a:off x="4880479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955875EF-0E15-4472-9EFF-B372C1252590}"/>
              </a:ext>
            </a:extLst>
          </p:cNvPr>
          <p:cNvSpPr txBox="1"/>
          <p:nvPr/>
        </p:nvSpPr>
        <p:spPr>
          <a:xfrm>
            <a:off x="4880479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0D2F1269-E371-493C-9A4C-5509AB64F834}"/>
              </a:ext>
            </a:extLst>
          </p:cNvPr>
          <p:cNvSpPr txBox="1"/>
          <p:nvPr/>
        </p:nvSpPr>
        <p:spPr>
          <a:xfrm>
            <a:off x="4880479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4984A5CC-E723-4777-A2C3-D1F9964DED01}"/>
              </a:ext>
            </a:extLst>
          </p:cNvPr>
          <p:cNvSpPr txBox="1"/>
          <p:nvPr/>
        </p:nvSpPr>
        <p:spPr>
          <a:xfrm>
            <a:off x="4880479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1ED3DA20-7B94-41B9-AC24-8C2485E162D9}"/>
              </a:ext>
            </a:extLst>
          </p:cNvPr>
          <p:cNvSpPr txBox="1"/>
          <p:nvPr/>
        </p:nvSpPr>
        <p:spPr>
          <a:xfrm>
            <a:off x="4880479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58F5B1BA-0A94-4E65-AC25-CA1B203339C3}"/>
              </a:ext>
            </a:extLst>
          </p:cNvPr>
          <p:cNvSpPr txBox="1"/>
          <p:nvPr/>
        </p:nvSpPr>
        <p:spPr>
          <a:xfrm>
            <a:off x="4880478" y="6006750"/>
            <a:ext cx="828171" cy="12734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21E2F5EF-0DFA-417F-A5B3-C88A183ABFDC}"/>
              </a:ext>
            </a:extLst>
          </p:cNvPr>
          <p:cNvSpPr txBox="1"/>
          <p:nvPr/>
        </p:nvSpPr>
        <p:spPr>
          <a:xfrm>
            <a:off x="4880479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9BE16B3E-5B3B-4000-AABB-8B9345CC244D}"/>
              </a:ext>
            </a:extLst>
          </p:cNvPr>
          <p:cNvSpPr txBox="1"/>
          <p:nvPr/>
        </p:nvSpPr>
        <p:spPr>
          <a:xfrm>
            <a:off x="4880479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1FE898EF-F2F6-4C90-AA1F-2C899D7D284D}"/>
              </a:ext>
            </a:extLst>
          </p:cNvPr>
          <p:cNvSpPr txBox="1"/>
          <p:nvPr/>
        </p:nvSpPr>
        <p:spPr>
          <a:xfrm>
            <a:off x="4880479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50732614-01B4-45AE-B16C-3F16F6E360F7}"/>
              </a:ext>
            </a:extLst>
          </p:cNvPr>
          <p:cNvSpPr txBox="1"/>
          <p:nvPr/>
        </p:nvSpPr>
        <p:spPr>
          <a:xfrm>
            <a:off x="4880479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36A27D4E-3337-488A-B998-5E5012ED9083}"/>
              </a:ext>
            </a:extLst>
          </p:cNvPr>
          <p:cNvSpPr txBox="1"/>
          <p:nvPr/>
        </p:nvSpPr>
        <p:spPr>
          <a:xfrm>
            <a:off x="4880479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3A3C82C8-B6EC-41FD-9EA5-035E17D4D04D}"/>
              </a:ext>
            </a:extLst>
          </p:cNvPr>
          <p:cNvSpPr txBox="1"/>
          <p:nvPr/>
        </p:nvSpPr>
        <p:spPr>
          <a:xfrm>
            <a:off x="235493" y="109602"/>
            <a:ext cx="1096454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Annual Plan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F0AD5AE9-8C9C-4981-B6CD-C7C31B259F11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E7594941-90BA-4B33-A825-E1948D851993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1C616F34-343C-4164-9E04-304521D54342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E865FDA1-342A-47F3-8564-DBBCFEC364E6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ABF86DE8-4D07-4CCF-835B-F4E579B0B909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33CA02D2-C568-40B1-8B2E-EB029C199C31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DF5A8B14-0FAC-410E-8DF3-1F8B45194AD2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8" name="직사각형 557">
            <a:extLst>
              <a:ext uri="{FF2B5EF4-FFF2-40B4-BE49-F238E27FC236}">
                <a16:creationId xmlns:a16="http://schemas.microsoft.com/office/drawing/2014/main" id="{B03E4F46-4F40-45B8-A0B3-31358AA80492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9" name="직사각형 558">
            <a:extLst>
              <a:ext uri="{FF2B5EF4-FFF2-40B4-BE49-F238E27FC236}">
                <a16:creationId xmlns:a16="http://schemas.microsoft.com/office/drawing/2014/main" id="{BD320A8F-848C-466D-82EA-5774C3D974C9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EFB32705-DC1E-41EA-B0B3-82670B0C0644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8F97328A-871F-4A0D-9042-BA3C5A05D48B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2" name="직사각형 561">
            <a:extLst>
              <a:ext uri="{FF2B5EF4-FFF2-40B4-BE49-F238E27FC236}">
                <a16:creationId xmlns:a16="http://schemas.microsoft.com/office/drawing/2014/main" id="{122A9402-11BD-4765-A9CB-651BAC66B811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3" name="직사각형 562">
            <a:extLst>
              <a:ext uri="{FF2B5EF4-FFF2-40B4-BE49-F238E27FC236}">
                <a16:creationId xmlns:a16="http://schemas.microsoft.com/office/drawing/2014/main" id="{987D817A-8DC7-41D2-8C03-13176A8FC04A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4" name="직사각형 563">
            <a:extLst>
              <a:ext uri="{FF2B5EF4-FFF2-40B4-BE49-F238E27FC236}">
                <a16:creationId xmlns:a16="http://schemas.microsoft.com/office/drawing/2014/main" id="{19023D05-2BBF-49D3-BD87-FBC8D50D6D1D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A75DEC53-8FAE-401C-A7CA-37DAA4C619F0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B0F6F51B-DADD-408C-980B-4CBD8BECC334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7" name="직사각형 566">
            <a:extLst>
              <a:ext uri="{FF2B5EF4-FFF2-40B4-BE49-F238E27FC236}">
                <a16:creationId xmlns:a16="http://schemas.microsoft.com/office/drawing/2014/main" id="{4CB656F6-AC36-4D10-B195-B8BEEBBE25E4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8" name="직사각형 567">
            <a:extLst>
              <a:ext uri="{FF2B5EF4-FFF2-40B4-BE49-F238E27FC236}">
                <a16:creationId xmlns:a16="http://schemas.microsoft.com/office/drawing/2014/main" id="{07F1AF97-EEB4-4F15-B596-07F934A03CC8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96A3557D-D5A5-47A3-891C-0CA2F90555D8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F2CC5111-DF6E-4CF4-BE18-7523367914E6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B478606E-A575-45E5-AE7F-EA5D8762F7AF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64514A73-3F99-44EF-A898-041A336F8668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D0E3F859-30C9-496A-B5F9-721CD75E2CAF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154C5CCF-D042-4442-921F-23FD68B72323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445474C3-0390-4B70-92F5-5F871A41648D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79BDFFC0-8387-4B35-9993-E447B7782FF5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F71EA59F-BF26-4CA4-BDAC-C81F077C794F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41EF5D5D-BC0E-4EF8-B414-9C8DF8291DB9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ACA798DC-42CB-481A-8C60-55E9F471FAF1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F7DCD19D-56FE-4D60-BE5C-EA00FF57D55E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97D0587-A491-4C9F-90DE-9AE771E84B38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2" name="사각형: 둥근 위쪽 모서리 581">
            <a:hlinkClick r:id="rId2"/>
            <a:extLst>
              <a:ext uri="{FF2B5EF4-FFF2-40B4-BE49-F238E27FC236}">
                <a16:creationId xmlns:a16="http://schemas.microsoft.com/office/drawing/2014/main" id="{1F7C47F5-1B3F-47F2-BE9A-7BB0E7B71D02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161630F8-0BCD-45D5-B9BF-ECC6513FA650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EABB12B2-7F25-4FB8-BA36-C16047F38430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219D04A5-555D-44FA-BE8C-8C4F6913078E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3BEA8DD7-A428-4F86-A879-F04077A3D474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E9339F25-FD54-435A-A059-A9AD7698DEB8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66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B25D204D-982D-4CCE-85E5-C80FF599F381}"/>
              </a:ext>
            </a:extLst>
          </p:cNvPr>
          <p:cNvCxnSpPr>
            <a:cxnSpLocks/>
          </p:cNvCxnSpPr>
          <p:nvPr/>
        </p:nvCxnSpPr>
        <p:spPr>
          <a:xfrm>
            <a:off x="230019" y="9279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295EB198-F285-4D74-8014-898D3D745F50}"/>
              </a:ext>
            </a:extLst>
          </p:cNvPr>
          <p:cNvCxnSpPr>
            <a:cxnSpLocks/>
          </p:cNvCxnSpPr>
          <p:nvPr/>
        </p:nvCxnSpPr>
        <p:spPr>
          <a:xfrm>
            <a:off x="230019" y="31120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D961D52-4975-4D1C-A4D3-DEFBEC3A1289}"/>
              </a:ext>
            </a:extLst>
          </p:cNvPr>
          <p:cNvCxnSpPr>
            <a:cxnSpLocks/>
          </p:cNvCxnSpPr>
          <p:nvPr/>
        </p:nvCxnSpPr>
        <p:spPr>
          <a:xfrm>
            <a:off x="230019" y="44224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100EA91F-DC23-421E-8167-E51B81C46FB2}"/>
              </a:ext>
            </a:extLst>
          </p:cNvPr>
          <p:cNvCxnSpPr>
            <a:cxnSpLocks/>
          </p:cNvCxnSpPr>
          <p:nvPr/>
        </p:nvCxnSpPr>
        <p:spPr>
          <a:xfrm>
            <a:off x="230019" y="55145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D6BB79FA-9121-47C4-9342-8CAA2E45E4E9}"/>
              </a:ext>
            </a:extLst>
          </p:cNvPr>
          <p:cNvCxnSpPr>
            <a:cxnSpLocks/>
          </p:cNvCxnSpPr>
          <p:nvPr/>
        </p:nvCxnSpPr>
        <p:spPr>
          <a:xfrm>
            <a:off x="230019" y="748025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8BAD8601-4917-4426-817F-FE298F2E4309}"/>
              </a:ext>
            </a:extLst>
          </p:cNvPr>
          <p:cNvCxnSpPr>
            <a:cxnSpLocks/>
          </p:cNvCxnSpPr>
          <p:nvPr/>
        </p:nvCxnSpPr>
        <p:spPr>
          <a:xfrm>
            <a:off x="230019" y="66065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84D1AB8-9230-4F15-A2E7-43CAC41AC1F6}"/>
              </a:ext>
            </a:extLst>
          </p:cNvPr>
          <p:cNvCxnSpPr>
            <a:cxnSpLocks/>
          </p:cNvCxnSpPr>
          <p:nvPr/>
        </p:nvCxnSpPr>
        <p:spPr>
          <a:xfrm>
            <a:off x="230019" y="13647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2F0EB64-0916-4A23-9FC1-7FF4546C9A48}"/>
              </a:ext>
            </a:extLst>
          </p:cNvPr>
          <p:cNvCxnSpPr>
            <a:cxnSpLocks/>
          </p:cNvCxnSpPr>
          <p:nvPr/>
        </p:nvCxnSpPr>
        <p:spPr>
          <a:xfrm>
            <a:off x="230019" y="18015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69C0F349-A246-4F30-B647-BAF740B55864}"/>
              </a:ext>
            </a:extLst>
          </p:cNvPr>
          <p:cNvCxnSpPr>
            <a:cxnSpLocks/>
          </p:cNvCxnSpPr>
          <p:nvPr/>
        </p:nvCxnSpPr>
        <p:spPr>
          <a:xfrm>
            <a:off x="230019" y="223838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556C8EAD-DD70-4ED5-874F-0D8755E82959}"/>
              </a:ext>
            </a:extLst>
          </p:cNvPr>
          <p:cNvCxnSpPr>
            <a:cxnSpLocks/>
          </p:cNvCxnSpPr>
          <p:nvPr/>
        </p:nvCxnSpPr>
        <p:spPr>
          <a:xfrm>
            <a:off x="230019" y="26752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95CC9B63-E8ED-4907-A95D-DCE2AE5408F9}"/>
              </a:ext>
            </a:extLst>
          </p:cNvPr>
          <p:cNvCxnSpPr>
            <a:cxnSpLocks/>
          </p:cNvCxnSpPr>
          <p:nvPr/>
        </p:nvCxnSpPr>
        <p:spPr>
          <a:xfrm>
            <a:off x="230019" y="35488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1C194650-B0F9-42D0-8973-D8CFF2B92878}"/>
              </a:ext>
            </a:extLst>
          </p:cNvPr>
          <p:cNvCxnSpPr>
            <a:cxnSpLocks/>
          </p:cNvCxnSpPr>
          <p:nvPr/>
        </p:nvCxnSpPr>
        <p:spPr>
          <a:xfrm>
            <a:off x="230019" y="37672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0E2FE8B7-C515-415B-B0E7-4A5CF2C7DAB7}"/>
              </a:ext>
            </a:extLst>
          </p:cNvPr>
          <p:cNvCxnSpPr>
            <a:cxnSpLocks/>
          </p:cNvCxnSpPr>
          <p:nvPr/>
        </p:nvCxnSpPr>
        <p:spPr>
          <a:xfrm>
            <a:off x="230019" y="39856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F411EB74-7D5F-45D2-8006-4B0A5126AAC3}"/>
              </a:ext>
            </a:extLst>
          </p:cNvPr>
          <p:cNvCxnSpPr>
            <a:cxnSpLocks/>
          </p:cNvCxnSpPr>
          <p:nvPr/>
        </p:nvCxnSpPr>
        <p:spPr>
          <a:xfrm>
            <a:off x="230019" y="42040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11A811D8-2DD8-4DFC-ACF9-666ECF4BA472}"/>
              </a:ext>
            </a:extLst>
          </p:cNvPr>
          <p:cNvCxnSpPr>
            <a:cxnSpLocks/>
          </p:cNvCxnSpPr>
          <p:nvPr/>
        </p:nvCxnSpPr>
        <p:spPr>
          <a:xfrm>
            <a:off x="230019" y="46408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608F515E-28B6-46C3-87E8-D7ED31CCBD4E}"/>
              </a:ext>
            </a:extLst>
          </p:cNvPr>
          <p:cNvCxnSpPr>
            <a:cxnSpLocks/>
          </p:cNvCxnSpPr>
          <p:nvPr/>
        </p:nvCxnSpPr>
        <p:spPr>
          <a:xfrm>
            <a:off x="230019" y="48593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40B22EC9-F823-4D09-A7FD-AEE4779845AF}"/>
              </a:ext>
            </a:extLst>
          </p:cNvPr>
          <p:cNvCxnSpPr>
            <a:cxnSpLocks/>
          </p:cNvCxnSpPr>
          <p:nvPr/>
        </p:nvCxnSpPr>
        <p:spPr>
          <a:xfrm>
            <a:off x="230019" y="50777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9BC41F72-A15B-48BB-A711-3E701FF3DA4F}"/>
              </a:ext>
            </a:extLst>
          </p:cNvPr>
          <p:cNvCxnSpPr>
            <a:cxnSpLocks/>
          </p:cNvCxnSpPr>
          <p:nvPr/>
        </p:nvCxnSpPr>
        <p:spPr>
          <a:xfrm>
            <a:off x="230019" y="529612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DEE3F1A1-46A8-42F2-8F45-17B282CBB4CD}"/>
              </a:ext>
            </a:extLst>
          </p:cNvPr>
          <p:cNvCxnSpPr>
            <a:cxnSpLocks/>
          </p:cNvCxnSpPr>
          <p:nvPr/>
        </p:nvCxnSpPr>
        <p:spPr>
          <a:xfrm>
            <a:off x="230019" y="573294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FC70BDDE-039D-40DE-9EDE-BA6F09AA48E3}"/>
              </a:ext>
            </a:extLst>
          </p:cNvPr>
          <p:cNvCxnSpPr>
            <a:cxnSpLocks/>
          </p:cNvCxnSpPr>
          <p:nvPr/>
        </p:nvCxnSpPr>
        <p:spPr>
          <a:xfrm>
            <a:off x="230019" y="59513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2336FCD6-5450-4A05-88EC-D8C11AFCE16C}"/>
              </a:ext>
            </a:extLst>
          </p:cNvPr>
          <p:cNvCxnSpPr>
            <a:cxnSpLocks/>
          </p:cNvCxnSpPr>
          <p:nvPr/>
        </p:nvCxnSpPr>
        <p:spPr>
          <a:xfrm>
            <a:off x="230019" y="616976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42714203-4D03-4707-9ADF-302CF775C2EA}"/>
              </a:ext>
            </a:extLst>
          </p:cNvPr>
          <p:cNvCxnSpPr>
            <a:cxnSpLocks/>
          </p:cNvCxnSpPr>
          <p:nvPr/>
        </p:nvCxnSpPr>
        <p:spPr>
          <a:xfrm>
            <a:off x="230019" y="704340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A4238313-4113-4ACC-953C-15A51AB6C05B}"/>
              </a:ext>
            </a:extLst>
          </p:cNvPr>
          <p:cNvCxnSpPr>
            <a:cxnSpLocks/>
          </p:cNvCxnSpPr>
          <p:nvPr/>
        </p:nvCxnSpPr>
        <p:spPr>
          <a:xfrm>
            <a:off x="230019" y="63881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81FEB3AA-4214-4061-B0B3-502E651E33CF}"/>
              </a:ext>
            </a:extLst>
          </p:cNvPr>
          <p:cNvCxnSpPr>
            <a:cxnSpLocks/>
          </p:cNvCxnSpPr>
          <p:nvPr/>
        </p:nvCxnSpPr>
        <p:spPr>
          <a:xfrm>
            <a:off x="230019" y="68249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F4668D81-7695-430F-B715-D73075B4FA16}"/>
              </a:ext>
            </a:extLst>
          </p:cNvPr>
          <p:cNvCxnSpPr>
            <a:cxnSpLocks/>
          </p:cNvCxnSpPr>
          <p:nvPr/>
        </p:nvCxnSpPr>
        <p:spPr>
          <a:xfrm>
            <a:off x="230019" y="72618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172D19C-C37D-4549-B8F4-26D7E2019AE7}"/>
              </a:ext>
            </a:extLst>
          </p:cNvPr>
          <p:cNvCxnSpPr>
            <a:cxnSpLocks/>
          </p:cNvCxnSpPr>
          <p:nvPr/>
        </p:nvCxnSpPr>
        <p:spPr>
          <a:xfrm>
            <a:off x="230019" y="709518"/>
            <a:ext cx="169977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3B93DF6A-C48B-4FD4-86BB-10BC9424AD13}"/>
              </a:ext>
            </a:extLst>
          </p:cNvPr>
          <p:cNvCxnSpPr>
            <a:cxnSpLocks/>
          </p:cNvCxnSpPr>
          <p:nvPr/>
        </p:nvCxnSpPr>
        <p:spPr>
          <a:xfrm>
            <a:off x="230019" y="11463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46C5412A-A6B3-43DF-B25B-AE8F1D948C99}"/>
              </a:ext>
            </a:extLst>
          </p:cNvPr>
          <p:cNvCxnSpPr>
            <a:cxnSpLocks/>
          </p:cNvCxnSpPr>
          <p:nvPr/>
        </p:nvCxnSpPr>
        <p:spPr>
          <a:xfrm>
            <a:off x="230019" y="333043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429765AC-8A1B-49E2-ABBA-2512AD8DA1EC}"/>
              </a:ext>
            </a:extLst>
          </p:cNvPr>
          <p:cNvCxnSpPr>
            <a:cxnSpLocks/>
          </p:cNvCxnSpPr>
          <p:nvPr/>
        </p:nvCxnSpPr>
        <p:spPr>
          <a:xfrm>
            <a:off x="230019" y="158315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27D90752-DB5D-4553-B941-86C48B0DFF23}"/>
              </a:ext>
            </a:extLst>
          </p:cNvPr>
          <p:cNvCxnSpPr>
            <a:cxnSpLocks/>
          </p:cNvCxnSpPr>
          <p:nvPr/>
        </p:nvCxnSpPr>
        <p:spPr>
          <a:xfrm>
            <a:off x="230019" y="201997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10B9E03A-B9EF-48A3-A689-CD50D3A4FDA4}"/>
              </a:ext>
            </a:extLst>
          </p:cNvPr>
          <p:cNvCxnSpPr>
            <a:cxnSpLocks/>
          </p:cNvCxnSpPr>
          <p:nvPr/>
        </p:nvCxnSpPr>
        <p:spPr>
          <a:xfrm>
            <a:off x="230019" y="245679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F20B5A8B-FD48-40EA-840B-A0FD475D3796}"/>
              </a:ext>
            </a:extLst>
          </p:cNvPr>
          <p:cNvCxnSpPr>
            <a:cxnSpLocks/>
          </p:cNvCxnSpPr>
          <p:nvPr/>
        </p:nvCxnSpPr>
        <p:spPr>
          <a:xfrm>
            <a:off x="230019" y="2893618"/>
            <a:ext cx="169977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FEA2F8-7739-46E2-942B-ED49D05ED3F6}"/>
              </a:ext>
            </a:extLst>
          </p:cNvPr>
          <p:cNvCxnSpPr>
            <a:cxnSpLocks/>
          </p:cNvCxnSpPr>
          <p:nvPr/>
        </p:nvCxnSpPr>
        <p:spPr>
          <a:xfrm>
            <a:off x="463897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FB6D01-8FDD-4702-91A5-383CC1D6883C}"/>
              </a:ext>
            </a:extLst>
          </p:cNvPr>
          <p:cNvCxnSpPr>
            <a:cxnSpLocks/>
          </p:cNvCxnSpPr>
          <p:nvPr/>
        </p:nvCxnSpPr>
        <p:spPr>
          <a:xfrm>
            <a:off x="463897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137464E-F648-4D96-93E4-E7A1D78F253E}"/>
              </a:ext>
            </a:extLst>
          </p:cNvPr>
          <p:cNvCxnSpPr>
            <a:cxnSpLocks/>
          </p:cNvCxnSpPr>
          <p:nvPr/>
        </p:nvCxnSpPr>
        <p:spPr>
          <a:xfrm>
            <a:off x="463897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289F53-1C29-46C6-8539-FC86249FD862}"/>
              </a:ext>
            </a:extLst>
          </p:cNvPr>
          <p:cNvCxnSpPr>
            <a:cxnSpLocks/>
          </p:cNvCxnSpPr>
          <p:nvPr/>
        </p:nvCxnSpPr>
        <p:spPr>
          <a:xfrm>
            <a:off x="463897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B484BA1-C84D-4FF3-B4B0-2CCD4E4798D9}"/>
              </a:ext>
            </a:extLst>
          </p:cNvPr>
          <p:cNvCxnSpPr>
            <a:cxnSpLocks/>
          </p:cNvCxnSpPr>
          <p:nvPr/>
        </p:nvCxnSpPr>
        <p:spPr>
          <a:xfrm>
            <a:off x="463897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54118DB-1121-41B0-B0D0-CA8077C60B45}"/>
              </a:ext>
            </a:extLst>
          </p:cNvPr>
          <p:cNvCxnSpPr>
            <a:cxnSpLocks/>
          </p:cNvCxnSpPr>
          <p:nvPr/>
        </p:nvCxnSpPr>
        <p:spPr>
          <a:xfrm>
            <a:off x="463897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7BD914-7F5B-4723-A502-0E95FF0D7D88}"/>
              </a:ext>
            </a:extLst>
          </p:cNvPr>
          <p:cNvCxnSpPr>
            <a:cxnSpLocks/>
          </p:cNvCxnSpPr>
          <p:nvPr/>
        </p:nvCxnSpPr>
        <p:spPr>
          <a:xfrm>
            <a:off x="463897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71FC3D9-10B5-42EB-A486-E0378CED41CF}"/>
              </a:ext>
            </a:extLst>
          </p:cNvPr>
          <p:cNvCxnSpPr>
            <a:cxnSpLocks/>
          </p:cNvCxnSpPr>
          <p:nvPr/>
        </p:nvCxnSpPr>
        <p:spPr>
          <a:xfrm>
            <a:off x="463897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167BC0-14A7-4B5E-91AF-DF2542805271}"/>
              </a:ext>
            </a:extLst>
          </p:cNvPr>
          <p:cNvCxnSpPr>
            <a:cxnSpLocks/>
          </p:cNvCxnSpPr>
          <p:nvPr/>
        </p:nvCxnSpPr>
        <p:spPr>
          <a:xfrm>
            <a:off x="463897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032197D-11CB-4321-8420-AB8EC95CC592}"/>
              </a:ext>
            </a:extLst>
          </p:cNvPr>
          <p:cNvCxnSpPr>
            <a:cxnSpLocks/>
          </p:cNvCxnSpPr>
          <p:nvPr/>
        </p:nvCxnSpPr>
        <p:spPr>
          <a:xfrm>
            <a:off x="463897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0D799F-089F-42AF-A30C-E308FFEF1878}"/>
              </a:ext>
            </a:extLst>
          </p:cNvPr>
          <p:cNvCxnSpPr>
            <a:cxnSpLocks/>
          </p:cNvCxnSpPr>
          <p:nvPr/>
        </p:nvCxnSpPr>
        <p:spPr>
          <a:xfrm>
            <a:off x="463897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6BDA118-8978-4A89-BD76-053D1C836514}"/>
              </a:ext>
            </a:extLst>
          </p:cNvPr>
          <p:cNvCxnSpPr>
            <a:cxnSpLocks/>
          </p:cNvCxnSpPr>
          <p:nvPr/>
        </p:nvCxnSpPr>
        <p:spPr>
          <a:xfrm>
            <a:off x="463897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093A87-F7BA-4829-8168-2980CF6DE0FC}"/>
              </a:ext>
            </a:extLst>
          </p:cNvPr>
          <p:cNvCxnSpPr>
            <a:cxnSpLocks/>
          </p:cNvCxnSpPr>
          <p:nvPr/>
        </p:nvCxnSpPr>
        <p:spPr>
          <a:xfrm>
            <a:off x="463897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243B460-01DF-4570-B10F-01693A334FDA}"/>
              </a:ext>
            </a:extLst>
          </p:cNvPr>
          <p:cNvCxnSpPr>
            <a:cxnSpLocks/>
          </p:cNvCxnSpPr>
          <p:nvPr/>
        </p:nvCxnSpPr>
        <p:spPr>
          <a:xfrm>
            <a:off x="463897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F219CC-E421-44FB-9A9C-BF4287863C31}"/>
              </a:ext>
            </a:extLst>
          </p:cNvPr>
          <p:cNvCxnSpPr>
            <a:cxnSpLocks/>
          </p:cNvCxnSpPr>
          <p:nvPr/>
        </p:nvCxnSpPr>
        <p:spPr>
          <a:xfrm>
            <a:off x="463897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D9582F3-4A88-48AB-9E33-FCBD36F89DA5}"/>
              </a:ext>
            </a:extLst>
          </p:cNvPr>
          <p:cNvCxnSpPr>
            <a:cxnSpLocks/>
          </p:cNvCxnSpPr>
          <p:nvPr/>
        </p:nvCxnSpPr>
        <p:spPr>
          <a:xfrm>
            <a:off x="463897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390BB8D-2F8E-4EBA-A981-E643213E9DF6}"/>
              </a:ext>
            </a:extLst>
          </p:cNvPr>
          <p:cNvCxnSpPr>
            <a:cxnSpLocks/>
          </p:cNvCxnSpPr>
          <p:nvPr/>
        </p:nvCxnSpPr>
        <p:spPr>
          <a:xfrm>
            <a:off x="463897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A204DA8-756A-4E8F-A80D-84339F4F062B}"/>
              </a:ext>
            </a:extLst>
          </p:cNvPr>
          <p:cNvCxnSpPr>
            <a:cxnSpLocks/>
          </p:cNvCxnSpPr>
          <p:nvPr/>
        </p:nvCxnSpPr>
        <p:spPr>
          <a:xfrm>
            <a:off x="463897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DEEB18-1FBA-4DB9-A245-EB89BF2DDAFD}"/>
              </a:ext>
            </a:extLst>
          </p:cNvPr>
          <p:cNvCxnSpPr>
            <a:cxnSpLocks/>
          </p:cNvCxnSpPr>
          <p:nvPr/>
        </p:nvCxnSpPr>
        <p:spPr>
          <a:xfrm>
            <a:off x="463897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79E184E-40FB-4A1D-A58F-F500C3C32A87}"/>
              </a:ext>
            </a:extLst>
          </p:cNvPr>
          <p:cNvCxnSpPr>
            <a:cxnSpLocks/>
          </p:cNvCxnSpPr>
          <p:nvPr/>
        </p:nvCxnSpPr>
        <p:spPr>
          <a:xfrm>
            <a:off x="463897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6A5E15-13DD-4CE8-B174-797C75084E23}"/>
              </a:ext>
            </a:extLst>
          </p:cNvPr>
          <p:cNvCxnSpPr>
            <a:cxnSpLocks/>
          </p:cNvCxnSpPr>
          <p:nvPr/>
        </p:nvCxnSpPr>
        <p:spPr>
          <a:xfrm>
            <a:off x="463897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6E6E49-6BD9-4ADB-9EBC-90BA36938710}"/>
              </a:ext>
            </a:extLst>
          </p:cNvPr>
          <p:cNvCxnSpPr>
            <a:cxnSpLocks/>
          </p:cNvCxnSpPr>
          <p:nvPr/>
        </p:nvCxnSpPr>
        <p:spPr>
          <a:xfrm>
            <a:off x="463897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AFB6068-158A-4A8F-AB2F-FF8038CD77A9}"/>
              </a:ext>
            </a:extLst>
          </p:cNvPr>
          <p:cNvCxnSpPr>
            <a:cxnSpLocks/>
          </p:cNvCxnSpPr>
          <p:nvPr/>
        </p:nvCxnSpPr>
        <p:spPr>
          <a:xfrm>
            <a:off x="463897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6FD5B9E-5F06-40BF-99CE-5D2012699AF2}"/>
              </a:ext>
            </a:extLst>
          </p:cNvPr>
          <p:cNvCxnSpPr>
            <a:cxnSpLocks/>
          </p:cNvCxnSpPr>
          <p:nvPr/>
        </p:nvCxnSpPr>
        <p:spPr>
          <a:xfrm>
            <a:off x="463897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B22F4FF-E77F-4C54-8A4B-DEFBBF8C92D9}"/>
              </a:ext>
            </a:extLst>
          </p:cNvPr>
          <p:cNvCxnSpPr>
            <a:cxnSpLocks/>
          </p:cNvCxnSpPr>
          <p:nvPr/>
        </p:nvCxnSpPr>
        <p:spPr>
          <a:xfrm>
            <a:off x="463897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DA5E88C-2C15-4155-83CA-61C7B606BCDB}"/>
              </a:ext>
            </a:extLst>
          </p:cNvPr>
          <p:cNvCxnSpPr>
            <a:cxnSpLocks/>
          </p:cNvCxnSpPr>
          <p:nvPr/>
        </p:nvCxnSpPr>
        <p:spPr>
          <a:xfrm>
            <a:off x="463897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8C7767D-2565-41F7-9D62-06BEA31C9A7A}"/>
              </a:ext>
            </a:extLst>
          </p:cNvPr>
          <p:cNvCxnSpPr>
            <a:cxnSpLocks/>
          </p:cNvCxnSpPr>
          <p:nvPr/>
        </p:nvCxnSpPr>
        <p:spPr>
          <a:xfrm>
            <a:off x="463897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7653C5D-6BE0-450F-9027-80E2B4ECE936}"/>
              </a:ext>
            </a:extLst>
          </p:cNvPr>
          <p:cNvCxnSpPr>
            <a:cxnSpLocks/>
          </p:cNvCxnSpPr>
          <p:nvPr/>
        </p:nvCxnSpPr>
        <p:spPr>
          <a:xfrm>
            <a:off x="463897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9403F6C-EDBA-43A3-B9EB-30D9BA060A7D}"/>
              </a:ext>
            </a:extLst>
          </p:cNvPr>
          <p:cNvCxnSpPr>
            <a:cxnSpLocks/>
          </p:cNvCxnSpPr>
          <p:nvPr/>
        </p:nvCxnSpPr>
        <p:spPr>
          <a:xfrm>
            <a:off x="463897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5B9682D-410D-4DF4-9ABE-034513F83E16}"/>
              </a:ext>
            </a:extLst>
          </p:cNvPr>
          <p:cNvCxnSpPr>
            <a:cxnSpLocks/>
          </p:cNvCxnSpPr>
          <p:nvPr/>
        </p:nvCxnSpPr>
        <p:spPr>
          <a:xfrm>
            <a:off x="463897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7B03C6F-A72C-4CE0-A9C9-86A94ABC404A}"/>
              </a:ext>
            </a:extLst>
          </p:cNvPr>
          <p:cNvCxnSpPr>
            <a:cxnSpLocks/>
          </p:cNvCxnSpPr>
          <p:nvPr/>
        </p:nvCxnSpPr>
        <p:spPr>
          <a:xfrm>
            <a:off x="463897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791C5F3-8BA3-4E2C-9C4C-75ECACED167C}"/>
              </a:ext>
            </a:extLst>
          </p:cNvPr>
          <p:cNvCxnSpPr>
            <a:cxnSpLocks/>
          </p:cNvCxnSpPr>
          <p:nvPr/>
        </p:nvCxnSpPr>
        <p:spPr>
          <a:xfrm>
            <a:off x="463897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1BD57EB-EF65-4463-9DEF-390225C9003E}"/>
              </a:ext>
            </a:extLst>
          </p:cNvPr>
          <p:cNvCxnSpPr>
            <a:cxnSpLocks/>
          </p:cNvCxnSpPr>
          <p:nvPr/>
        </p:nvCxnSpPr>
        <p:spPr>
          <a:xfrm>
            <a:off x="463897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36108EA-0C74-4665-A72E-8401C26AD269}"/>
              </a:ext>
            </a:extLst>
          </p:cNvPr>
          <p:cNvCxnSpPr>
            <a:cxnSpLocks/>
          </p:cNvCxnSpPr>
          <p:nvPr/>
        </p:nvCxnSpPr>
        <p:spPr>
          <a:xfrm>
            <a:off x="1351063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94F05C-9800-4039-8734-EEA663258B41}"/>
              </a:ext>
            </a:extLst>
          </p:cNvPr>
          <p:cNvCxnSpPr>
            <a:cxnSpLocks/>
          </p:cNvCxnSpPr>
          <p:nvPr/>
        </p:nvCxnSpPr>
        <p:spPr>
          <a:xfrm>
            <a:off x="1351063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297B975-E9D1-4045-BEBA-167D2AE57FF6}"/>
              </a:ext>
            </a:extLst>
          </p:cNvPr>
          <p:cNvCxnSpPr>
            <a:cxnSpLocks/>
          </p:cNvCxnSpPr>
          <p:nvPr/>
        </p:nvCxnSpPr>
        <p:spPr>
          <a:xfrm>
            <a:off x="1351063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5583A6D-0165-4C2B-9EEC-8D047C9D875D}"/>
              </a:ext>
            </a:extLst>
          </p:cNvPr>
          <p:cNvCxnSpPr>
            <a:cxnSpLocks/>
          </p:cNvCxnSpPr>
          <p:nvPr/>
        </p:nvCxnSpPr>
        <p:spPr>
          <a:xfrm>
            <a:off x="1351063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443DB5E-4101-4214-9C45-767D22461C5E}"/>
              </a:ext>
            </a:extLst>
          </p:cNvPr>
          <p:cNvCxnSpPr>
            <a:cxnSpLocks/>
          </p:cNvCxnSpPr>
          <p:nvPr/>
        </p:nvCxnSpPr>
        <p:spPr>
          <a:xfrm>
            <a:off x="1351063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2E90823-C363-42CC-A361-7024FD51165F}"/>
              </a:ext>
            </a:extLst>
          </p:cNvPr>
          <p:cNvCxnSpPr>
            <a:cxnSpLocks/>
          </p:cNvCxnSpPr>
          <p:nvPr/>
        </p:nvCxnSpPr>
        <p:spPr>
          <a:xfrm>
            <a:off x="135106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FC91E9B-22E7-487B-8910-FF95DCFC35EB}"/>
              </a:ext>
            </a:extLst>
          </p:cNvPr>
          <p:cNvCxnSpPr>
            <a:cxnSpLocks/>
          </p:cNvCxnSpPr>
          <p:nvPr/>
        </p:nvCxnSpPr>
        <p:spPr>
          <a:xfrm>
            <a:off x="1351063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4F8F31C-9153-46E8-AFE9-80A02281603B}"/>
              </a:ext>
            </a:extLst>
          </p:cNvPr>
          <p:cNvCxnSpPr>
            <a:cxnSpLocks/>
          </p:cNvCxnSpPr>
          <p:nvPr/>
        </p:nvCxnSpPr>
        <p:spPr>
          <a:xfrm>
            <a:off x="1351063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59DC24-8C65-48EE-8649-57DC942A6641}"/>
              </a:ext>
            </a:extLst>
          </p:cNvPr>
          <p:cNvCxnSpPr>
            <a:cxnSpLocks/>
          </p:cNvCxnSpPr>
          <p:nvPr/>
        </p:nvCxnSpPr>
        <p:spPr>
          <a:xfrm>
            <a:off x="1351063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5238690-120D-4F30-9989-BB73AC8AFEF9}"/>
              </a:ext>
            </a:extLst>
          </p:cNvPr>
          <p:cNvCxnSpPr>
            <a:cxnSpLocks/>
          </p:cNvCxnSpPr>
          <p:nvPr/>
        </p:nvCxnSpPr>
        <p:spPr>
          <a:xfrm>
            <a:off x="1351063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39F7912-BF3A-4AA4-8583-08773C29FD28}"/>
              </a:ext>
            </a:extLst>
          </p:cNvPr>
          <p:cNvCxnSpPr>
            <a:cxnSpLocks/>
          </p:cNvCxnSpPr>
          <p:nvPr/>
        </p:nvCxnSpPr>
        <p:spPr>
          <a:xfrm>
            <a:off x="1351063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3D33005-A39E-47B1-BDF3-B54856415E10}"/>
              </a:ext>
            </a:extLst>
          </p:cNvPr>
          <p:cNvCxnSpPr>
            <a:cxnSpLocks/>
          </p:cNvCxnSpPr>
          <p:nvPr/>
        </p:nvCxnSpPr>
        <p:spPr>
          <a:xfrm>
            <a:off x="1351063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03EC29A-EB0C-4CBB-9E7E-71DC420864A0}"/>
              </a:ext>
            </a:extLst>
          </p:cNvPr>
          <p:cNvCxnSpPr>
            <a:cxnSpLocks/>
          </p:cNvCxnSpPr>
          <p:nvPr/>
        </p:nvCxnSpPr>
        <p:spPr>
          <a:xfrm>
            <a:off x="1351063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0DFD790-5F89-4677-9F59-0622FED73388}"/>
              </a:ext>
            </a:extLst>
          </p:cNvPr>
          <p:cNvCxnSpPr>
            <a:cxnSpLocks/>
          </p:cNvCxnSpPr>
          <p:nvPr/>
        </p:nvCxnSpPr>
        <p:spPr>
          <a:xfrm>
            <a:off x="1351063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0446976-EED8-4585-BEEA-F3B3E9EA7613}"/>
              </a:ext>
            </a:extLst>
          </p:cNvPr>
          <p:cNvCxnSpPr>
            <a:cxnSpLocks/>
          </p:cNvCxnSpPr>
          <p:nvPr/>
        </p:nvCxnSpPr>
        <p:spPr>
          <a:xfrm>
            <a:off x="1351063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2B81A43-5603-4A7E-8170-95B641BC0C4A}"/>
              </a:ext>
            </a:extLst>
          </p:cNvPr>
          <p:cNvCxnSpPr>
            <a:cxnSpLocks/>
          </p:cNvCxnSpPr>
          <p:nvPr/>
        </p:nvCxnSpPr>
        <p:spPr>
          <a:xfrm>
            <a:off x="1351063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6C0DE6-5B51-4E80-8895-C18D3BE69AC0}"/>
              </a:ext>
            </a:extLst>
          </p:cNvPr>
          <p:cNvCxnSpPr>
            <a:cxnSpLocks/>
          </p:cNvCxnSpPr>
          <p:nvPr/>
        </p:nvCxnSpPr>
        <p:spPr>
          <a:xfrm>
            <a:off x="1351063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E2A4068-3526-41BC-B8EC-48D8AD6A5CA6}"/>
              </a:ext>
            </a:extLst>
          </p:cNvPr>
          <p:cNvCxnSpPr>
            <a:cxnSpLocks/>
          </p:cNvCxnSpPr>
          <p:nvPr/>
        </p:nvCxnSpPr>
        <p:spPr>
          <a:xfrm>
            <a:off x="1351063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C8392A3-C13F-48F2-8E4C-83105E202B69}"/>
              </a:ext>
            </a:extLst>
          </p:cNvPr>
          <p:cNvCxnSpPr>
            <a:cxnSpLocks/>
          </p:cNvCxnSpPr>
          <p:nvPr/>
        </p:nvCxnSpPr>
        <p:spPr>
          <a:xfrm>
            <a:off x="1351063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D1E9F04-2834-4DCD-912F-AF5393B965AB}"/>
              </a:ext>
            </a:extLst>
          </p:cNvPr>
          <p:cNvCxnSpPr>
            <a:cxnSpLocks/>
          </p:cNvCxnSpPr>
          <p:nvPr/>
        </p:nvCxnSpPr>
        <p:spPr>
          <a:xfrm>
            <a:off x="1351063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3F91F0E-2BFA-4CE7-99F0-2A6FE1B6B28F}"/>
              </a:ext>
            </a:extLst>
          </p:cNvPr>
          <p:cNvCxnSpPr>
            <a:cxnSpLocks/>
          </p:cNvCxnSpPr>
          <p:nvPr/>
        </p:nvCxnSpPr>
        <p:spPr>
          <a:xfrm>
            <a:off x="1351063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46416B-FAD3-4B6E-8B3D-7BDC7A4426E1}"/>
              </a:ext>
            </a:extLst>
          </p:cNvPr>
          <p:cNvCxnSpPr>
            <a:cxnSpLocks/>
          </p:cNvCxnSpPr>
          <p:nvPr/>
        </p:nvCxnSpPr>
        <p:spPr>
          <a:xfrm>
            <a:off x="1351063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5BE2790-16E4-4DED-A044-4F2E78A02E3F}"/>
              </a:ext>
            </a:extLst>
          </p:cNvPr>
          <p:cNvCxnSpPr>
            <a:cxnSpLocks/>
          </p:cNvCxnSpPr>
          <p:nvPr/>
        </p:nvCxnSpPr>
        <p:spPr>
          <a:xfrm>
            <a:off x="1351063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F82ED431-1959-4DD3-BA54-B6067C0F66E5}"/>
              </a:ext>
            </a:extLst>
          </p:cNvPr>
          <p:cNvCxnSpPr>
            <a:cxnSpLocks/>
          </p:cNvCxnSpPr>
          <p:nvPr/>
        </p:nvCxnSpPr>
        <p:spPr>
          <a:xfrm>
            <a:off x="1351063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F3F9B07-F4B0-474C-B240-BD3262593C6F}"/>
              </a:ext>
            </a:extLst>
          </p:cNvPr>
          <p:cNvCxnSpPr>
            <a:cxnSpLocks/>
          </p:cNvCxnSpPr>
          <p:nvPr/>
        </p:nvCxnSpPr>
        <p:spPr>
          <a:xfrm>
            <a:off x="1351063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8F4C661-09AB-4C33-BC5E-D0A81DBF4B64}"/>
              </a:ext>
            </a:extLst>
          </p:cNvPr>
          <p:cNvCxnSpPr>
            <a:cxnSpLocks/>
          </p:cNvCxnSpPr>
          <p:nvPr/>
        </p:nvCxnSpPr>
        <p:spPr>
          <a:xfrm>
            <a:off x="1351063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0410CB4-9AF0-46D0-B173-C89D5C8D0ADE}"/>
              </a:ext>
            </a:extLst>
          </p:cNvPr>
          <p:cNvCxnSpPr>
            <a:cxnSpLocks/>
          </p:cNvCxnSpPr>
          <p:nvPr/>
        </p:nvCxnSpPr>
        <p:spPr>
          <a:xfrm>
            <a:off x="135106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77C74B8-E904-44A0-9CBA-79B3FFAE3A46}"/>
              </a:ext>
            </a:extLst>
          </p:cNvPr>
          <p:cNvCxnSpPr>
            <a:cxnSpLocks/>
          </p:cNvCxnSpPr>
          <p:nvPr/>
        </p:nvCxnSpPr>
        <p:spPr>
          <a:xfrm>
            <a:off x="1351063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B328D87-19EF-4E6E-A4E7-2FAE3572178B}"/>
              </a:ext>
            </a:extLst>
          </p:cNvPr>
          <p:cNvCxnSpPr>
            <a:cxnSpLocks/>
          </p:cNvCxnSpPr>
          <p:nvPr/>
        </p:nvCxnSpPr>
        <p:spPr>
          <a:xfrm>
            <a:off x="1351063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1C74CD4-B0D8-4ED2-95C9-3A30BBA85484}"/>
              </a:ext>
            </a:extLst>
          </p:cNvPr>
          <p:cNvCxnSpPr>
            <a:cxnSpLocks/>
          </p:cNvCxnSpPr>
          <p:nvPr/>
        </p:nvCxnSpPr>
        <p:spPr>
          <a:xfrm>
            <a:off x="1351063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305858E-AB60-472C-80AC-ED395A1F8ABB}"/>
              </a:ext>
            </a:extLst>
          </p:cNvPr>
          <p:cNvCxnSpPr>
            <a:cxnSpLocks/>
          </p:cNvCxnSpPr>
          <p:nvPr/>
        </p:nvCxnSpPr>
        <p:spPr>
          <a:xfrm>
            <a:off x="1351063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59CC4E-9BAB-49DD-8DA1-E3688C6E7C9A}"/>
              </a:ext>
            </a:extLst>
          </p:cNvPr>
          <p:cNvCxnSpPr>
            <a:cxnSpLocks/>
          </p:cNvCxnSpPr>
          <p:nvPr/>
        </p:nvCxnSpPr>
        <p:spPr>
          <a:xfrm>
            <a:off x="1351063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62600DA-4A40-4CDF-A09B-C7C8CBFBF82F}"/>
              </a:ext>
            </a:extLst>
          </p:cNvPr>
          <p:cNvCxnSpPr>
            <a:cxnSpLocks/>
          </p:cNvCxnSpPr>
          <p:nvPr/>
        </p:nvCxnSpPr>
        <p:spPr>
          <a:xfrm>
            <a:off x="1351063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B25D415-9E95-4968-A482-45DE3B8D660A}"/>
              </a:ext>
            </a:extLst>
          </p:cNvPr>
          <p:cNvCxnSpPr>
            <a:cxnSpLocks/>
          </p:cNvCxnSpPr>
          <p:nvPr/>
        </p:nvCxnSpPr>
        <p:spPr>
          <a:xfrm>
            <a:off x="2228605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816B9B3-E337-4099-97E1-B443431C8447}"/>
              </a:ext>
            </a:extLst>
          </p:cNvPr>
          <p:cNvCxnSpPr>
            <a:cxnSpLocks/>
          </p:cNvCxnSpPr>
          <p:nvPr/>
        </p:nvCxnSpPr>
        <p:spPr>
          <a:xfrm>
            <a:off x="2228605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E82142-322D-49A1-9A3E-BCF8CFFAF3A8}"/>
              </a:ext>
            </a:extLst>
          </p:cNvPr>
          <p:cNvCxnSpPr>
            <a:cxnSpLocks/>
          </p:cNvCxnSpPr>
          <p:nvPr/>
        </p:nvCxnSpPr>
        <p:spPr>
          <a:xfrm>
            <a:off x="2228605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D5A6AC8-05FE-4DC7-A6BC-1D12FC48D8F5}"/>
              </a:ext>
            </a:extLst>
          </p:cNvPr>
          <p:cNvCxnSpPr>
            <a:cxnSpLocks/>
          </p:cNvCxnSpPr>
          <p:nvPr/>
        </p:nvCxnSpPr>
        <p:spPr>
          <a:xfrm>
            <a:off x="2228605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9E2A011-5719-4E5B-8BBC-22E0A3E246B9}"/>
              </a:ext>
            </a:extLst>
          </p:cNvPr>
          <p:cNvCxnSpPr>
            <a:cxnSpLocks/>
          </p:cNvCxnSpPr>
          <p:nvPr/>
        </p:nvCxnSpPr>
        <p:spPr>
          <a:xfrm>
            <a:off x="2228605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70D05FA-2097-4350-AECB-84C1039DBEB6}"/>
              </a:ext>
            </a:extLst>
          </p:cNvPr>
          <p:cNvCxnSpPr>
            <a:cxnSpLocks/>
          </p:cNvCxnSpPr>
          <p:nvPr/>
        </p:nvCxnSpPr>
        <p:spPr>
          <a:xfrm>
            <a:off x="2228605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256EB91-4D6F-43D2-86CF-C1150BC9440A}"/>
              </a:ext>
            </a:extLst>
          </p:cNvPr>
          <p:cNvCxnSpPr>
            <a:cxnSpLocks/>
          </p:cNvCxnSpPr>
          <p:nvPr/>
        </p:nvCxnSpPr>
        <p:spPr>
          <a:xfrm>
            <a:off x="2228605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0DBB80E-EAFB-4812-B37D-AB8D8941628B}"/>
              </a:ext>
            </a:extLst>
          </p:cNvPr>
          <p:cNvCxnSpPr>
            <a:cxnSpLocks/>
          </p:cNvCxnSpPr>
          <p:nvPr/>
        </p:nvCxnSpPr>
        <p:spPr>
          <a:xfrm>
            <a:off x="2228605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653399B-0D1A-46FF-8181-512577CCD1BE}"/>
              </a:ext>
            </a:extLst>
          </p:cNvPr>
          <p:cNvCxnSpPr>
            <a:cxnSpLocks/>
          </p:cNvCxnSpPr>
          <p:nvPr/>
        </p:nvCxnSpPr>
        <p:spPr>
          <a:xfrm>
            <a:off x="2228605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F8ABEF0-4732-4C4C-BB9E-98BF7208B2A8}"/>
              </a:ext>
            </a:extLst>
          </p:cNvPr>
          <p:cNvCxnSpPr>
            <a:cxnSpLocks/>
          </p:cNvCxnSpPr>
          <p:nvPr/>
        </p:nvCxnSpPr>
        <p:spPr>
          <a:xfrm>
            <a:off x="2228605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085A5A2-E407-462C-9563-2BF57F22218B}"/>
              </a:ext>
            </a:extLst>
          </p:cNvPr>
          <p:cNvCxnSpPr>
            <a:cxnSpLocks/>
          </p:cNvCxnSpPr>
          <p:nvPr/>
        </p:nvCxnSpPr>
        <p:spPr>
          <a:xfrm>
            <a:off x="2228605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AAC153-F377-4897-A83E-32625A836F20}"/>
              </a:ext>
            </a:extLst>
          </p:cNvPr>
          <p:cNvCxnSpPr>
            <a:cxnSpLocks/>
          </p:cNvCxnSpPr>
          <p:nvPr/>
        </p:nvCxnSpPr>
        <p:spPr>
          <a:xfrm>
            <a:off x="2228605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E0572AE-5E27-48AE-95E3-301D1AE7421B}"/>
              </a:ext>
            </a:extLst>
          </p:cNvPr>
          <p:cNvCxnSpPr>
            <a:cxnSpLocks/>
          </p:cNvCxnSpPr>
          <p:nvPr/>
        </p:nvCxnSpPr>
        <p:spPr>
          <a:xfrm>
            <a:off x="2228605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6819B43-6FBC-4C43-A6FD-D384A3EFF6C2}"/>
              </a:ext>
            </a:extLst>
          </p:cNvPr>
          <p:cNvCxnSpPr>
            <a:cxnSpLocks/>
          </p:cNvCxnSpPr>
          <p:nvPr/>
        </p:nvCxnSpPr>
        <p:spPr>
          <a:xfrm>
            <a:off x="2228605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06B5C4B-1E9F-4077-B19B-ECFF1511C62C}"/>
              </a:ext>
            </a:extLst>
          </p:cNvPr>
          <p:cNvCxnSpPr>
            <a:cxnSpLocks/>
          </p:cNvCxnSpPr>
          <p:nvPr/>
        </p:nvCxnSpPr>
        <p:spPr>
          <a:xfrm>
            <a:off x="2228605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2268592-7A1D-409A-97A5-3B02B6BEB4EF}"/>
              </a:ext>
            </a:extLst>
          </p:cNvPr>
          <p:cNvCxnSpPr>
            <a:cxnSpLocks/>
          </p:cNvCxnSpPr>
          <p:nvPr/>
        </p:nvCxnSpPr>
        <p:spPr>
          <a:xfrm>
            <a:off x="2228605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89338E3-CCB0-4522-A19D-FA6B427445E4}"/>
              </a:ext>
            </a:extLst>
          </p:cNvPr>
          <p:cNvCxnSpPr>
            <a:cxnSpLocks/>
          </p:cNvCxnSpPr>
          <p:nvPr/>
        </p:nvCxnSpPr>
        <p:spPr>
          <a:xfrm>
            <a:off x="2228605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AFAEC1-B3AD-4B62-98E9-48F3A2CD9E1F}"/>
              </a:ext>
            </a:extLst>
          </p:cNvPr>
          <p:cNvCxnSpPr>
            <a:cxnSpLocks/>
          </p:cNvCxnSpPr>
          <p:nvPr/>
        </p:nvCxnSpPr>
        <p:spPr>
          <a:xfrm>
            <a:off x="2228605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55921-AA5E-4115-A845-1AF5DDCDEB9D}"/>
              </a:ext>
            </a:extLst>
          </p:cNvPr>
          <p:cNvCxnSpPr>
            <a:cxnSpLocks/>
          </p:cNvCxnSpPr>
          <p:nvPr/>
        </p:nvCxnSpPr>
        <p:spPr>
          <a:xfrm>
            <a:off x="2228605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47E3D21-01E8-4DA0-AD93-6AAFCAD6A16E}"/>
              </a:ext>
            </a:extLst>
          </p:cNvPr>
          <p:cNvCxnSpPr>
            <a:cxnSpLocks/>
          </p:cNvCxnSpPr>
          <p:nvPr/>
        </p:nvCxnSpPr>
        <p:spPr>
          <a:xfrm>
            <a:off x="2228605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C10950E-81FF-44E7-85CC-10E091CF25C9}"/>
              </a:ext>
            </a:extLst>
          </p:cNvPr>
          <p:cNvCxnSpPr>
            <a:cxnSpLocks/>
          </p:cNvCxnSpPr>
          <p:nvPr/>
        </p:nvCxnSpPr>
        <p:spPr>
          <a:xfrm>
            <a:off x="2228605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D8DF2A0-5C4D-4925-AE22-002897C224D1}"/>
              </a:ext>
            </a:extLst>
          </p:cNvPr>
          <p:cNvCxnSpPr>
            <a:cxnSpLocks/>
          </p:cNvCxnSpPr>
          <p:nvPr/>
        </p:nvCxnSpPr>
        <p:spPr>
          <a:xfrm>
            <a:off x="2228605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DF620EE-973E-412B-BFB8-0B0548CF7241}"/>
              </a:ext>
            </a:extLst>
          </p:cNvPr>
          <p:cNvCxnSpPr>
            <a:cxnSpLocks/>
          </p:cNvCxnSpPr>
          <p:nvPr/>
        </p:nvCxnSpPr>
        <p:spPr>
          <a:xfrm>
            <a:off x="2228605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AFE86D-6B63-485A-8552-D39C28463753}"/>
              </a:ext>
            </a:extLst>
          </p:cNvPr>
          <p:cNvCxnSpPr>
            <a:cxnSpLocks/>
          </p:cNvCxnSpPr>
          <p:nvPr/>
        </p:nvCxnSpPr>
        <p:spPr>
          <a:xfrm>
            <a:off x="2228605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D738B8F-BB64-4702-8BFF-D8C6E1B2F754}"/>
              </a:ext>
            </a:extLst>
          </p:cNvPr>
          <p:cNvCxnSpPr>
            <a:cxnSpLocks/>
          </p:cNvCxnSpPr>
          <p:nvPr/>
        </p:nvCxnSpPr>
        <p:spPr>
          <a:xfrm>
            <a:off x="2228605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903445A-B9B6-497F-A815-EB574E233156}"/>
              </a:ext>
            </a:extLst>
          </p:cNvPr>
          <p:cNvCxnSpPr>
            <a:cxnSpLocks/>
          </p:cNvCxnSpPr>
          <p:nvPr/>
        </p:nvCxnSpPr>
        <p:spPr>
          <a:xfrm>
            <a:off x="2228605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F1A36FB-1637-46A9-BEC4-2A9D233325A8}"/>
              </a:ext>
            </a:extLst>
          </p:cNvPr>
          <p:cNvCxnSpPr>
            <a:cxnSpLocks/>
          </p:cNvCxnSpPr>
          <p:nvPr/>
        </p:nvCxnSpPr>
        <p:spPr>
          <a:xfrm>
            <a:off x="2228605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47913E57-C2E8-4AD9-98EE-F4536066322A}"/>
              </a:ext>
            </a:extLst>
          </p:cNvPr>
          <p:cNvCxnSpPr>
            <a:cxnSpLocks/>
          </p:cNvCxnSpPr>
          <p:nvPr/>
        </p:nvCxnSpPr>
        <p:spPr>
          <a:xfrm>
            <a:off x="2228605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AC8DECC-0E7E-4044-AF81-428670124FB8}"/>
              </a:ext>
            </a:extLst>
          </p:cNvPr>
          <p:cNvCxnSpPr>
            <a:cxnSpLocks/>
          </p:cNvCxnSpPr>
          <p:nvPr/>
        </p:nvCxnSpPr>
        <p:spPr>
          <a:xfrm>
            <a:off x="2228605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BD92A1A-3EB7-4B09-839E-1F79BD86AED2}"/>
              </a:ext>
            </a:extLst>
          </p:cNvPr>
          <p:cNvCxnSpPr>
            <a:cxnSpLocks/>
          </p:cNvCxnSpPr>
          <p:nvPr/>
        </p:nvCxnSpPr>
        <p:spPr>
          <a:xfrm>
            <a:off x="2228605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703D20C-A183-42F6-BF8E-CA49BDC09B38}"/>
              </a:ext>
            </a:extLst>
          </p:cNvPr>
          <p:cNvCxnSpPr>
            <a:cxnSpLocks/>
          </p:cNvCxnSpPr>
          <p:nvPr/>
        </p:nvCxnSpPr>
        <p:spPr>
          <a:xfrm>
            <a:off x="2228605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DB0DEC39-58A1-46DF-B98B-542EEC8AC9D7}"/>
              </a:ext>
            </a:extLst>
          </p:cNvPr>
          <p:cNvCxnSpPr>
            <a:cxnSpLocks/>
          </p:cNvCxnSpPr>
          <p:nvPr/>
        </p:nvCxnSpPr>
        <p:spPr>
          <a:xfrm>
            <a:off x="2228605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128FD4B-B252-4FA3-BB80-B89B72145CEF}"/>
              </a:ext>
            </a:extLst>
          </p:cNvPr>
          <p:cNvCxnSpPr>
            <a:cxnSpLocks/>
          </p:cNvCxnSpPr>
          <p:nvPr/>
        </p:nvCxnSpPr>
        <p:spPr>
          <a:xfrm>
            <a:off x="2228605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A22EB6E-2518-4A4D-A6E6-4677A6D99DE8}"/>
              </a:ext>
            </a:extLst>
          </p:cNvPr>
          <p:cNvCxnSpPr>
            <a:cxnSpLocks/>
          </p:cNvCxnSpPr>
          <p:nvPr/>
        </p:nvCxnSpPr>
        <p:spPr>
          <a:xfrm>
            <a:off x="3106146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5B14032-5BEF-4B78-8162-CCB7FA676D2E}"/>
              </a:ext>
            </a:extLst>
          </p:cNvPr>
          <p:cNvCxnSpPr>
            <a:cxnSpLocks/>
          </p:cNvCxnSpPr>
          <p:nvPr/>
        </p:nvCxnSpPr>
        <p:spPr>
          <a:xfrm>
            <a:off x="3106146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1E6696AF-F9F0-451C-91E9-19D61E297840}"/>
              </a:ext>
            </a:extLst>
          </p:cNvPr>
          <p:cNvCxnSpPr>
            <a:cxnSpLocks/>
          </p:cNvCxnSpPr>
          <p:nvPr/>
        </p:nvCxnSpPr>
        <p:spPr>
          <a:xfrm>
            <a:off x="3106146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FB8C61C-713A-40BC-BA5B-64E7EA2D13F3}"/>
              </a:ext>
            </a:extLst>
          </p:cNvPr>
          <p:cNvCxnSpPr>
            <a:cxnSpLocks/>
          </p:cNvCxnSpPr>
          <p:nvPr/>
        </p:nvCxnSpPr>
        <p:spPr>
          <a:xfrm>
            <a:off x="3106146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AEAADCA-F58C-4FD6-9886-68A0A9532A12}"/>
              </a:ext>
            </a:extLst>
          </p:cNvPr>
          <p:cNvCxnSpPr>
            <a:cxnSpLocks/>
          </p:cNvCxnSpPr>
          <p:nvPr/>
        </p:nvCxnSpPr>
        <p:spPr>
          <a:xfrm>
            <a:off x="3106146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2066F8B-F7BE-4A34-BEF6-AA9C1B2236A2}"/>
              </a:ext>
            </a:extLst>
          </p:cNvPr>
          <p:cNvCxnSpPr>
            <a:cxnSpLocks/>
          </p:cNvCxnSpPr>
          <p:nvPr/>
        </p:nvCxnSpPr>
        <p:spPr>
          <a:xfrm>
            <a:off x="3106146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3C94C71-39B2-44F3-8C2C-AA58B406CF94}"/>
              </a:ext>
            </a:extLst>
          </p:cNvPr>
          <p:cNvCxnSpPr>
            <a:cxnSpLocks/>
          </p:cNvCxnSpPr>
          <p:nvPr/>
        </p:nvCxnSpPr>
        <p:spPr>
          <a:xfrm>
            <a:off x="3106146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F67F472B-11CD-4691-A6DC-EB536DC1E31D}"/>
              </a:ext>
            </a:extLst>
          </p:cNvPr>
          <p:cNvCxnSpPr>
            <a:cxnSpLocks/>
          </p:cNvCxnSpPr>
          <p:nvPr/>
        </p:nvCxnSpPr>
        <p:spPr>
          <a:xfrm>
            <a:off x="3106146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5E1C0249-07CA-4208-AABA-E80A145C280E}"/>
              </a:ext>
            </a:extLst>
          </p:cNvPr>
          <p:cNvCxnSpPr>
            <a:cxnSpLocks/>
          </p:cNvCxnSpPr>
          <p:nvPr/>
        </p:nvCxnSpPr>
        <p:spPr>
          <a:xfrm>
            <a:off x="3106146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1EBF6AE-26E0-4073-93DB-6211EB2BE159}"/>
              </a:ext>
            </a:extLst>
          </p:cNvPr>
          <p:cNvCxnSpPr>
            <a:cxnSpLocks/>
          </p:cNvCxnSpPr>
          <p:nvPr/>
        </p:nvCxnSpPr>
        <p:spPr>
          <a:xfrm>
            <a:off x="3106146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7D67C8E3-ECAE-4F80-9853-EE7095377F29}"/>
              </a:ext>
            </a:extLst>
          </p:cNvPr>
          <p:cNvCxnSpPr>
            <a:cxnSpLocks/>
          </p:cNvCxnSpPr>
          <p:nvPr/>
        </p:nvCxnSpPr>
        <p:spPr>
          <a:xfrm>
            <a:off x="3106146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A5E3897E-0ED4-47E6-A6EC-5AE5A871A5F8}"/>
              </a:ext>
            </a:extLst>
          </p:cNvPr>
          <p:cNvCxnSpPr>
            <a:cxnSpLocks/>
          </p:cNvCxnSpPr>
          <p:nvPr/>
        </p:nvCxnSpPr>
        <p:spPr>
          <a:xfrm>
            <a:off x="3106146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CDDC43FC-B8CE-46B0-9928-6DC4B315CE34}"/>
              </a:ext>
            </a:extLst>
          </p:cNvPr>
          <p:cNvCxnSpPr>
            <a:cxnSpLocks/>
          </p:cNvCxnSpPr>
          <p:nvPr/>
        </p:nvCxnSpPr>
        <p:spPr>
          <a:xfrm>
            <a:off x="3106146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B32D3C8-2023-4E52-8FC8-10ECED3CB336}"/>
              </a:ext>
            </a:extLst>
          </p:cNvPr>
          <p:cNvCxnSpPr>
            <a:cxnSpLocks/>
          </p:cNvCxnSpPr>
          <p:nvPr/>
        </p:nvCxnSpPr>
        <p:spPr>
          <a:xfrm>
            <a:off x="3106146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44A9624F-BFE0-40C0-8711-84B243DD8DD7}"/>
              </a:ext>
            </a:extLst>
          </p:cNvPr>
          <p:cNvCxnSpPr>
            <a:cxnSpLocks/>
          </p:cNvCxnSpPr>
          <p:nvPr/>
        </p:nvCxnSpPr>
        <p:spPr>
          <a:xfrm>
            <a:off x="3106146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4220C46-BA8C-41E5-879B-FFDDF1543140}"/>
              </a:ext>
            </a:extLst>
          </p:cNvPr>
          <p:cNvCxnSpPr>
            <a:cxnSpLocks/>
          </p:cNvCxnSpPr>
          <p:nvPr/>
        </p:nvCxnSpPr>
        <p:spPr>
          <a:xfrm>
            <a:off x="3106146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A82589C-72A6-4269-8366-27E5651DC015}"/>
              </a:ext>
            </a:extLst>
          </p:cNvPr>
          <p:cNvCxnSpPr>
            <a:cxnSpLocks/>
          </p:cNvCxnSpPr>
          <p:nvPr/>
        </p:nvCxnSpPr>
        <p:spPr>
          <a:xfrm>
            <a:off x="3106146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12F1DCA-CB6B-47AC-8112-DD8D6ED92B9D}"/>
              </a:ext>
            </a:extLst>
          </p:cNvPr>
          <p:cNvCxnSpPr>
            <a:cxnSpLocks/>
          </p:cNvCxnSpPr>
          <p:nvPr/>
        </p:nvCxnSpPr>
        <p:spPr>
          <a:xfrm>
            <a:off x="3106146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E68C93C-BDFE-4C27-95F7-AF022DF2C7B9}"/>
              </a:ext>
            </a:extLst>
          </p:cNvPr>
          <p:cNvCxnSpPr>
            <a:cxnSpLocks/>
          </p:cNvCxnSpPr>
          <p:nvPr/>
        </p:nvCxnSpPr>
        <p:spPr>
          <a:xfrm>
            <a:off x="3106146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1322CA9-0CA3-41CB-A5C7-A27BEDC7AE17}"/>
              </a:ext>
            </a:extLst>
          </p:cNvPr>
          <p:cNvCxnSpPr>
            <a:cxnSpLocks/>
          </p:cNvCxnSpPr>
          <p:nvPr/>
        </p:nvCxnSpPr>
        <p:spPr>
          <a:xfrm>
            <a:off x="3106146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0FD863E8-9C13-45CF-86DD-88973B0502B8}"/>
              </a:ext>
            </a:extLst>
          </p:cNvPr>
          <p:cNvCxnSpPr>
            <a:cxnSpLocks/>
          </p:cNvCxnSpPr>
          <p:nvPr/>
        </p:nvCxnSpPr>
        <p:spPr>
          <a:xfrm>
            <a:off x="3106146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97A9997-5E04-4539-BB25-B64E6E232F3A}"/>
              </a:ext>
            </a:extLst>
          </p:cNvPr>
          <p:cNvCxnSpPr>
            <a:cxnSpLocks/>
          </p:cNvCxnSpPr>
          <p:nvPr/>
        </p:nvCxnSpPr>
        <p:spPr>
          <a:xfrm>
            <a:off x="3106146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4D64F58-EC1F-4A12-87D2-7F6046A7630D}"/>
              </a:ext>
            </a:extLst>
          </p:cNvPr>
          <p:cNvCxnSpPr>
            <a:cxnSpLocks/>
          </p:cNvCxnSpPr>
          <p:nvPr/>
        </p:nvCxnSpPr>
        <p:spPr>
          <a:xfrm>
            <a:off x="3106146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70D67F1-23DE-4334-87C4-87E2C205E395}"/>
              </a:ext>
            </a:extLst>
          </p:cNvPr>
          <p:cNvCxnSpPr>
            <a:cxnSpLocks/>
          </p:cNvCxnSpPr>
          <p:nvPr/>
        </p:nvCxnSpPr>
        <p:spPr>
          <a:xfrm>
            <a:off x="3106146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EA293E1-460F-4D55-ACE3-068E114A0340}"/>
              </a:ext>
            </a:extLst>
          </p:cNvPr>
          <p:cNvCxnSpPr>
            <a:cxnSpLocks/>
          </p:cNvCxnSpPr>
          <p:nvPr/>
        </p:nvCxnSpPr>
        <p:spPr>
          <a:xfrm>
            <a:off x="3106146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2BEB8F0-A926-4145-AC4A-3BAFC2B98BA8}"/>
              </a:ext>
            </a:extLst>
          </p:cNvPr>
          <p:cNvCxnSpPr>
            <a:cxnSpLocks/>
          </p:cNvCxnSpPr>
          <p:nvPr/>
        </p:nvCxnSpPr>
        <p:spPr>
          <a:xfrm>
            <a:off x="3106146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E8BC26F5-1443-4BDF-9691-E41DFCB1C351}"/>
              </a:ext>
            </a:extLst>
          </p:cNvPr>
          <p:cNvCxnSpPr>
            <a:cxnSpLocks/>
          </p:cNvCxnSpPr>
          <p:nvPr/>
        </p:nvCxnSpPr>
        <p:spPr>
          <a:xfrm>
            <a:off x="3106146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FE273FF-151A-472A-8EB2-0E71E5C2EBDD}"/>
              </a:ext>
            </a:extLst>
          </p:cNvPr>
          <p:cNvCxnSpPr>
            <a:cxnSpLocks/>
          </p:cNvCxnSpPr>
          <p:nvPr/>
        </p:nvCxnSpPr>
        <p:spPr>
          <a:xfrm>
            <a:off x="3106146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DDB89752-AC0B-4FFE-8673-C51C8FDFC633}"/>
              </a:ext>
            </a:extLst>
          </p:cNvPr>
          <p:cNvCxnSpPr>
            <a:cxnSpLocks/>
          </p:cNvCxnSpPr>
          <p:nvPr/>
        </p:nvCxnSpPr>
        <p:spPr>
          <a:xfrm>
            <a:off x="3106146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96E1E61-FB3D-41AD-AB56-D18DE6357845}"/>
              </a:ext>
            </a:extLst>
          </p:cNvPr>
          <p:cNvCxnSpPr>
            <a:cxnSpLocks/>
          </p:cNvCxnSpPr>
          <p:nvPr/>
        </p:nvCxnSpPr>
        <p:spPr>
          <a:xfrm>
            <a:off x="3106146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38B995D4-04B1-471A-BAC6-AB8C6489F73D}"/>
              </a:ext>
            </a:extLst>
          </p:cNvPr>
          <p:cNvCxnSpPr>
            <a:cxnSpLocks/>
          </p:cNvCxnSpPr>
          <p:nvPr/>
        </p:nvCxnSpPr>
        <p:spPr>
          <a:xfrm>
            <a:off x="3106146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41845701-1FBB-4EA6-8701-5627A8166BD7}"/>
              </a:ext>
            </a:extLst>
          </p:cNvPr>
          <p:cNvCxnSpPr>
            <a:cxnSpLocks/>
          </p:cNvCxnSpPr>
          <p:nvPr/>
        </p:nvCxnSpPr>
        <p:spPr>
          <a:xfrm>
            <a:off x="3106146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7871A406-FB32-4842-9CFD-CF3C742E27F5}"/>
              </a:ext>
            </a:extLst>
          </p:cNvPr>
          <p:cNvCxnSpPr>
            <a:cxnSpLocks/>
          </p:cNvCxnSpPr>
          <p:nvPr/>
        </p:nvCxnSpPr>
        <p:spPr>
          <a:xfrm>
            <a:off x="3106146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B707864-0A1F-40F9-8CA2-C3C496D940F1}"/>
              </a:ext>
            </a:extLst>
          </p:cNvPr>
          <p:cNvCxnSpPr>
            <a:cxnSpLocks/>
          </p:cNvCxnSpPr>
          <p:nvPr/>
        </p:nvCxnSpPr>
        <p:spPr>
          <a:xfrm>
            <a:off x="3993313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15B6D79-EC6A-4397-A413-615D06BD1C17}"/>
              </a:ext>
            </a:extLst>
          </p:cNvPr>
          <p:cNvCxnSpPr>
            <a:cxnSpLocks/>
          </p:cNvCxnSpPr>
          <p:nvPr/>
        </p:nvCxnSpPr>
        <p:spPr>
          <a:xfrm>
            <a:off x="3993313" y="9279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526EF86-B618-4444-A863-CFD3D4590E2D}"/>
              </a:ext>
            </a:extLst>
          </p:cNvPr>
          <p:cNvCxnSpPr>
            <a:cxnSpLocks/>
          </p:cNvCxnSpPr>
          <p:nvPr/>
        </p:nvCxnSpPr>
        <p:spPr>
          <a:xfrm>
            <a:off x="3993313" y="311205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77FAA1E-6EBE-4F2A-BD7B-AA898D19DB14}"/>
              </a:ext>
            </a:extLst>
          </p:cNvPr>
          <p:cNvCxnSpPr>
            <a:cxnSpLocks/>
          </p:cNvCxnSpPr>
          <p:nvPr/>
        </p:nvCxnSpPr>
        <p:spPr>
          <a:xfrm>
            <a:off x="3993313" y="442252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6668E7B5-2CC4-403D-8F6E-1650A2F22CF5}"/>
              </a:ext>
            </a:extLst>
          </p:cNvPr>
          <p:cNvCxnSpPr>
            <a:cxnSpLocks/>
          </p:cNvCxnSpPr>
          <p:nvPr/>
        </p:nvCxnSpPr>
        <p:spPr>
          <a:xfrm>
            <a:off x="3993313" y="551458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AD0D474-79B3-448B-8934-3F4E81C0B377}"/>
              </a:ext>
            </a:extLst>
          </p:cNvPr>
          <p:cNvCxnSpPr>
            <a:cxnSpLocks/>
          </p:cNvCxnSpPr>
          <p:nvPr/>
        </p:nvCxnSpPr>
        <p:spPr>
          <a:xfrm>
            <a:off x="3993313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0911FA2F-68AC-444D-B290-EDA266757E68}"/>
              </a:ext>
            </a:extLst>
          </p:cNvPr>
          <p:cNvCxnSpPr>
            <a:cxnSpLocks/>
          </p:cNvCxnSpPr>
          <p:nvPr/>
        </p:nvCxnSpPr>
        <p:spPr>
          <a:xfrm>
            <a:off x="3993313" y="66066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05CF82E-3073-4196-B391-6E2AA496FD4C}"/>
              </a:ext>
            </a:extLst>
          </p:cNvPr>
          <p:cNvCxnSpPr>
            <a:cxnSpLocks/>
          </p:cNvCxnSpPr>
          <p:nvPr/>
        </p:nvCxnSpPr>
        <p:spPr>
          <a:xfrm>
            <a:off x="3993313" y="13647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CC870679-8DFF-4EC7-AFB7-D846C55E33FF}"/>
              </a:ext>
            </a:extLst>
          </p:cNvPr>
          <p:cNvCxnSpPr>
            <a:cxnSpLocks/>
          </p:cNvCxnSpPr>
          <p:nvPr/>
        </p:nvCxnSpPr>
        <p:spPr>
          <a:xfrm>
            <a:off x="3993313" y="18015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58AF3F4-348A-4D38-9051-9C7F28F5BC89}"/>
              </a:ext>
            </a:extLst>
          </p:cNvPr>
          <p:cNvCxnSpPr>
            <a:cxnSpLocks/>
          </p:cNvCxnSpPr>
          <p:nvPr/>
        </p:nvCxnSpPr>
        <p:spPr>
          <a:xfrm>
            <a:off x="3993313" y="223840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7D719E66-5270-4A36-BA27-E50506A8DFAE}"/>
              </a:ext>
            </a:extLst>
          </p:cNvPr>
          <p:cNvCxnSpPr>
            <a:cxnSpLocks/>
          </p:cNvCxnSpPr>
          <p:nvPr/>
        </p:nvCxnSpPr>
        <p:spPr>
          <a:xfrm>
            <a:off x="3993313" y="267522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FE9BD58-3D87-4667-8EF3-BED34BD4D2C4}"/>
              </a:ext>
            </a:extLst>
          </p:cNvPr>
          <p:cNvCxnSpPr>
            <a:cxnSpLocks/>
          </p:cNvCxnSpPr>
          <p:nvPr/>
        </p:nvCxnSpPr>
        <p:spPr>
          <a:xfrm>
            <a:off x="3993313" y="354887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77177306-C9DD-4CF6-B378-184A23685034}"/>
              </a:ext>
            </a:extLst>
          </p:cNvPr>
          <p:cNvCxnSpPr>
            <a:cxnSpLocks/>
          </p:cNvCxnSpPr>
          <p:nvPr/>
        </p:nvCxnSpPr>
        <p:spPr>
          <a:xfrm>
            <a:off x="3993313" y="376728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B428869-7897-4B46-AB98-090C3506293C}"/>
              </a:ext>
            </a:extLst>
          </p:cNvPr>
          <p:cNvCxnSpPr>
            <a:cxnSpLocks/>
          </p:cNvCxnSpPr>
          <p:nvPr/>
        </p:nvCxnSpPr>
        <p:spPr>
          <a:xfrm>
            <a:off x="3993313" y="39856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C3127A5-290E-4766-82B8-260604BB8FEF}"/>
              </a:ext>
            </a:extLst>
          </p:cNvPr>
          <p:cNvCxnSpPr>
            <a:cxnSpLocks/>
          </p:cNvCxnSpPr>
          <p:nvPr/>
        </p:nvCxnSpPr>
        <p:spPr>
          <a:xfrm>
            <a:off x="3993313" y="420411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F9E604EA-A706-44CA-BCE3-E369219C7105}"/>
              </a:ext>
            </a:extLst>
          </p:cNvPr>
          <p:cNvCxnSpPr>
            <a:cxnSpLocks/>
          </p:cNvCxnSpPr>
          <p:nvPr/>
        </p:nvCxnSpPr>
        <p:spPr>
          <a:xfrm>
            <a:off x="3993313" y="464093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B2531A0-D186-4BB5-9BED-A05047FBD690}"/>
              </a:ext>
            </a:extLst>
          </p:cNvPr>
          <p:cNvCxnSpPr>
            <a:cxnSpLocks/>
          </p:cNvCxnSpPr>
          <p:nvPr/>
        </p:nvCxnSpPr>
        <p:spPr>
          <a:xfrm>
            <a:off x="3993313" y="485934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B7FB80D9-1055-4752-9C86-366C5EB3AE14}"/>
              </a:ext>
            </a:extLst>
          </p:cNvPr>
          <p:cNvCxnSpPr>
            <a:cxnSpLocks/>
          </p:cNvCxnSpPr>
          <p:nvPr/>
        </p:nvCxnSpPr>
        <p:spPr>
          <a:xfrm>
            <a:off x="3993313" y="50777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B218F8E-4EDF-4FE6-8BC6-FE1B23E1BEF3}"/>
              </a:ext>
            </a:extLst>
          </p:cNvPr>
          <p:cNvCxnSpPr>
            <a:cxnSpLocks/>
          </p:cNvCxnSpPr>
          <p:nvPr/>
        </p:nvCxnSpPr>
        <p:spPr>
          <a:xfrm>
            <a:off x="3993313" y="529617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5FF2C65-AD09-4382-989C-4B729F795D1F}"/>
              </a:ext>
            </a:extLst>
          </p:cNvPr>
          <p:cNvCxnSpPr>
            <a:cxnSpLocks/>
          </p:cNvCxnSpPr>
          <p:nvPr/>
        </p:nvCxnSpPr>
        <p:spPr>
          <a:xfrm>
            <a:off x="3993313" y="573299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A63CF24-1999-408D-BA48-8780BDC4FCC5}"/>
              </a:ext>
            </a:extLst>
          </p:cNvPr>
          <p:cNvCxnSpPr>
            <a:cxnSpLocks/>
          </p:cNvCxnSpPr>
          <p:nvPr/>
        </p:nvCxnSpPr>
        <p:spPr>
          <a:xfrm>
            <a:off x="3993313" y="595140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C5AB3F6A-6648-4855-8CBE-700C31A10547}"/>
              </a:ext>
            </a:extLst>
          </p:cNvPr>
          <p:cNvCxnSpPr>
            <a:cxnSpLocks/>
          </p:cNvCxnSpPr>
          <p:nvPr/>
        </p:nvCxnSpPr>
        <p:spPr>
          <a:xfrm>
            <a:off x="3993313" y="6169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FEEAD47-2711-4ABB-9CAB-F3FE7A280342}"/>
              </a:ext>
            </a:extLst>
          </p:cNvPr>
          <p:cNvCxnSpPr>
            <a:cxnSpLocks/>
          </p:cNvCxnSpPr>
          <p:nvPr/>
        </p:nvCxnSpPr>
        <p:spPr>
          <a:xfrm>
            <a:off x="3993313" y="70434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85C7B4A-7887-4E16-92D3-850901666D9E}"/>
              </a:ext>
            </a:extLst>
          </p:cNvPr>
          <p:cNvCxnSpPr>
            <a:cxnSpLocks/>
          </p:cNvCxnSpPr>
          <p:nvPr/>
        </p:nvCxnSpPr>
        <p:spPr>
          <a:xfrm>
            <a:off x="3993313" y="638823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60C8DA43-AD7F-4D55-A188-E5E4F468A8F4}"/>
              </a:ext>
            </a:extLst>
          </p:cNvPr>
          <p:cNvCxnSpPr>
            <a:cxnSpLocks/>
          </p:cNvCxnSpPr>
          <p:nvPr/>
        </p:nvCxnSpPr>
        <p:spPr>
          <a:xfrm>
            <a:off x="3993313" y="682505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49A94B9F-E51D-4F7D-A60C-92EAE3648255}"/>
              </a:ext>
            </a:extLst>
          </p:cNvPr>
          <p:cNvCxnSpPr>
            <a:cxnSpLocks/>
          </p:cNvCxnSpPr>
          <p:nvPr/>
        </p:nvCxnSpPr>
        <p:spPr>
          <a:xfrm>
            <a:off x="3993313" y="7261853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4A28023F-C3A2-4CF6-AC1E-63FD2561FC0A}"/>
              </a:ext>
            </a:extLst>
          </p:cNvPr>
          <p:cNvCxnSpPr>
            <a:cxnSpLocks/>
          </p:cNvCxnSpPr>
          <p:nvPr/>
        </p:nvCxnSpPr>
        <p:spPr>
          <a:xfrm>
            <a:off x="3993313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65079EC3-1E46-4FC8-AE14-72C0AF317D1C}"/>
              </a:ext>
            </a:extLst>
          </p:cNvPr>
          <p:cNvCxnSpPr>
            <a:cxnSpLocks/>
          </p:cNvCxnSpPr>
          <p:nvPr/>
        </p:nvCxnSpPr>
        <p:spPr>
          <a:xfrm>
            <a:off x="3993313" y="114634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536D7C37-A18D-409B-8969-4801DDD9FFD7}"/>
              </a:ext>
            </a:extLst>
          </p:cNvPr>
          <p:cNvCxnSpPr>
            <a:cxnSpLocks/>
          </p:cNvCxnSpPr>
          <p:nvPr/>
        </p:nvCxnSpPr>
        <p:spPr>
          <a:xfrm>
            <a:off x="3993313" y="3330462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81590EFB-E544-47C0-9A83-F940DB46C5A5}"/>
              </a:ext>
            </a:extLst>
          </p:cNvPr>
          <p:cNvCxnSpPr>
            <a:cxnSpLocks/>
          </p:cNvCxnSpPr>
          <p:nvPr/>
        </p:nvCxnSpPr>
        <p:spPr>
          <a:xfrm>
            <a:off x="3993313" y="1583166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75813D-E5E6-4FFB-A15B-7BCDF0CFB078}"/>
              </a:ext>
            </a:extLst>
          </p:cNvPr>
          <p:cNvCxnSpPr>
            <a:cxnSpLocks/>
          </p:cNvCxnSpPr>
          <p:nvPr/>
        </p:nvCxnSpPr>
        <p:spPr>
          <a:xfrm>
            <a:off x="3993313" y="2019990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42F7779F-83D6-4486-8A86-FE9E2B15B2FB}"/>
              </a:ext>
            </a:extLst>
          </p:cNvPr>
          <p:cNvCxnSpPr>
            <a:cxnSpLocks/>
          </p:cNvCxnSpPr>
          <p:nvPr/>
        </p:nvCxnSpPr>
        <p:spPr>
          <a:xfrm>
            <a:off x="3993313" y="2456814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8D54BD46-59C7-42FE-B0A3-A15433B3CF9E}"/>
              </a:ext>
            </a:extLst>
          </p:cNvPr>
          <p:cNvCxnSpPr>
            <a:cxnSpLocks/>
          </p:cNvCxnSpPr>
          <p:nvPr/>
        </p:nvCxnSpPr>
        <p:spPr>
          <a:xfrm>
            <a:off x="3993313" y="28936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489D517A-637A-4BE1-95AE-A214410687E2}"/>
              </a:ext>
            </a:extLst>
          </p:cNvPr>
          <p:cNvCxnSpPr>
            <a:cxnSpLocks/>
          </p:cNvCxnSpPr>
          <p:nvPr/>
        </p:nvCxnSpPr>
        <p:spPr>
          <a:xfrm>
            <a:off x="4880479" y="533992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A7D3142B-9AAD-4749-A821-3B0B40B87BDD}"/>
              </a:ext>
            </a:extLst>
          </p:cNvPr>
          <p:cNvCxnSpPr>
            <a:cxnSpLocks/>
          </p:cNvCxnSpPr>
          <p:nvPr/>
        </p:nvCxnSpPr>
        <p:spPr>
          <a:xfrm>
            <a:off x="4880479" y="9279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587288C1-CD8E-46E6-8C02-0BF77376DF5F}"/>
              </a:ext>
            </a:extLst>
          </p:cNvPr>
          <p:cNvCxnSpPr>
            <a:cxnSpLocks/>
          </p:cNvCxnSpPr>
          <p:nvPr/>
        </p:nvCxnSpPr>
        <p:spPr>
          <a:xfrm>
            <a:off x="4880479" y="31120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134436AA-963D-4F9B-982E-230B0CD8F6B8}"/>
              </a:ext>
            </a:extLst>
          </p:cNvPr>
          <p:cNvCxnSpPr>
            <a:cxnSpLocks/>
          </p:cNvCxnSpPr>
          <p:nvPr/>
        </p:nvCxnSpPr>
        <p:spPr>
          <a:xfrm>
            <a:off x="4880479" y="44224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8EF9518-ACF5-4BE1-B9D9-61DA4E243A9B}"/>
              </a:ext>
            </a:extLst>
          </p:cNvPr>
          <p:cNvCxnSpPr>
            <a:cxnSpLocks/>
          </p:cNvCxnSpPr>
          <p:nvPr/>
        </p:nvCxnSpPr>
        <p:spPr>
          <a:xfrm>
            <a:off x="4880479" y="55145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1C7DD3D-6EF7-419F-9FB0-E1BC88B26D75}"/>
              </a:ext>
            </a:extLst>
          </p:cNvPr>
          <p:cNvCxnSpPr>
            <a:cxnSpLocks/>
          </p:cNvCxnSpPr>
          <p:nvPr/>
        </p:nvCxnSpPr>
        <p:spPr>
          <a:xfrm>
            <a:off x="4880479" y="748025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57218584-FDF5-49E3-A32C-21AD799ABF8D}"/>
              </a:ext>
            </a:extLst>
          </p:cNvPr>
          <p:cNvCxnSpPr>
            <a:cxnSpLocks/>
          </p:cNvCxnSpPr>
          <p:nvPr/>
        </p:nvCxnSpPr>
        <p:spPr>
          <a:xfrm>
            <a:off x="4880479" y="66065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CC609A8E-2902-42C2-B605-4F27522A03EE}"/>
              </a:ext>
            </a:extLst>
          </p:cNvPr>
          <p:cNvCxnSpPr>
            <a:cxnSpLocks/>
          </p:cNvCxnSpPr>
          <p:nvPr/>
        </p:nvCxnSpPr>
        <p:spPr>
          <a:xfrm>
            <a:off x="4880479" y="13647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8954D004-25F1-41B1-9B61-D6954814311B}"/>
              </a:ext>
            </a:extLst>
          </p:cNvPr>
          <p:cNvCxnSpPr>
            <a:cxnSpLocks/>
          </p:cNvCxnSpPr>
          <p:nvPr/>
        </p:nvCxnSpPr>
        <p:spPr>
          <a:xfrm>
            <a:off x="4880479" y="18015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44D42BD6-89DE-4D64-8EAC-C3E095BF68BD}"/>
              </a:ext>
            </a:extLst>
          </p:cNvPr>
          <p:cNvCxnSpPr>
            <a:cxnSpLocks/>
          </p:cNvCxnSpPr>
          <p:nvPr/>
        </p:nvCxnSpPr>
        <p:spPr>
          <a:xfrm>
            <a:off x="4880479" y="223838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4EC6521B-C29A-44EE-8ED2-D373F72C88C3}"/>
              </a:ext>
            </a:extLst>
          </p:cNvPr>
          <p:cNvCxnSpPr>
            <a:cxnSpLocks/>
          </p:cNvCxnSpPr>
          <p:nvPr/>
        </p:nvCxnSpPr>
        <p:spPr>
          <a:xfrm>
            <a:off x="4880479" y="26752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18B683C6-B593-4CB0-A28A-6142FAE5950A}"/>
              </a:ext>
            </a:extLst>
          </p:cNvPr>
          <p:cNvCxnSpPr>
            <a:cxnSpLocks/>
          </p:cNvCxnSpPr>
          <p:nvPr/>
        </p:nvCxnSpPr>
        <p:spPr>
          <a:xfrm>
            <a:off x="4880479" y="35488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9FD8D439-DFBE-4DBC-905A-A4966045E1EA}"/>
              </a:ext>
            </a:extLst>
          </p:cNvPr>
          <p:cNvCxnSpPr>
            <a:cxnSpLocks/>
          </p:cNvCxnSpPr>
          <p:nvPr/>
        </p:nvCxnSpPr>
        <p:spPr>
          <a:xfrm>
            <a:off x="4880479" y="37672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FBDEB7A-6A3F-4D72-9696-079506184356}"/>
              </a:ext>
            </a:extLst>
          </p:cNvPr>
          <p:cNvCxnSpPr>
            <a:cxnSpLocks/>
          </p:cNvCxnSpPr>
          <p:nvPr/>
        </p:nvCxnSpPr>
        <p:spPr>
          <a:xfrm>
            <a:off x="4880479" y="39856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6DD09B2F-E4F1-40DD-92A1-15019FBD5E2B}"/>
              </a:ext>
            </a:extLst>
          </p:cNvPr>
          <p:cNvCxnSpPr>
            <a:cxnSpLocks/>
          </p:cNvCxnSpPr>
          <p:nvPr/>
        </p:nvCxnSpPr>
        <p:spPr>
          <a:xfrm>
            <a:off x="4880479" y="42040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297C1476-8E53-4451-8191-6EF4B5BC41C1}"/>
              </a:ext>
            </a:extLst>
          </p:cNvPr>
          <p:cNvCxnSpPr>
            <a:cxnSpLocks/>
          </p:cNvCxnSpPr>
          <p:nvPr/>
        </p:nvCxnSpPr>
        <p:spPr>
          <a:xfrm>
            <a:off x="4880479" y="46408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23318A2C-136B-46D7-BBF3-368C40B3A7DE}"/>
              </a:ext>
            </a:extLst>
          </p:cNvPr>
          <p:cNvCxnSpPr>
            <a:cxnSpLocks/>
          </p:cNvCxnSpPr>
          <p:nvPr/>
        </p:nvCxnSpPr>
        <p:spPr>
          <a:xfrm>
            <a:off x="4880479" y="48593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259B5C6E-3FAE-45ED-9247-3A97DE8330CD}"/>
              </a:ext>
            </a:extLst>
          </p:cNvPr>
          <p:cNvCxnSpPr>
            <a:cxnSpLocks/>
          </p:cNvCxnSpPr>
          <p:nvPr/>
        </p:nvCxnSpPr>
        <p:spPr>
          <a:xfrm>
            <a:off x="4880479" y="50777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784C7B06-FE6C-4105-9A93-1C3F17451786}"/>
              </a:ext>
            </a:extLst>
          </p:cNvPr>
          <p:cNvCxnSpPr>
            <a:cxnSpLocks/>
          </p:cNvCxnSpPr>
          <p:nvPr/>
        </p:nvCxnSpPr>
        <p:spPr>
          <a:xfrm>
            <a:off x="4880479" y="529612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C9F7B27-36BE-4D83-8BA9-58C62A09C58D}"/>
              </a:ext>
            </a:extLst>
          </p:cNvPr>
          <p:cNvCxnSpPr>
            <a:cxnSpLocks/>
          </p:cNvCxnSpPr>
          <p:nvPr/>
        </p:nvCxnSpPr>
        <p:spPr>
          <a:xfrm>
            <a:off x="4880479" y="573294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C550C253-38F9-4B35-9F5E-11FFDAA26FDC}"/>
              </a:ext>
            </a:extLst>
          </p:cNvPr>
          <p:cNvCxnSpPr>
            <a:cxnSpLocks/>
          </p:cNvCxnSpPr>
          <p:nvPr/>
        </p:nvCxnSpPr>
        <p:spPr>
          <a:xfrm>
            <a:off x="4880479" y="59513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687C0FB-386F-44DB-8DE5-2FA1C0C16B62}"/>
              </a:ext>
            </a:extLst>
          </p:cNvPr>
          <p:cNvCxnSpPr>
            <a:cxnSpLocks/>
          </p:cNvCxnSpPr>
          <p:nvPr/>
        </p:nvCxnSpPr>
        <p:spPr>
          <a:xfrm>
            <a:off x="4880479" y="616976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F870D4F1-7E6E-4FD6-BAA8-BD085DAF43EA}"/>
              </a:ext>
            </a:extLst>
          </p:cNvPr>
          <p:cNvCxnSpPr>
            <a:cxnSpLocks/>
          </p:cNvCxnSpPr>
          <p:nvPr/>
        </p:nvCxnSpPr>
        <p:spPr>
          <a:xfrm>
            <a:off x="4880479" y="704340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89C5FA1C-1BA9-482F-BA06-870FE904E10C}"/>
              </a:ext>
            </a:extLst>
          </p:cNvPr>
          <p:cNvCxnSpPr>
            <a:cxnSpLocks/>
          </p:cNvCxnSpPr>
          <p:nvPr/>
        </p:nvCxnSpPr>
        <p:spPr>
          <a:xfrm>
            <a:off x="4880479" y="63881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096E5B5-49BE-4B65-BD03-3D4F31E25A0F}"/>
              </a:ext>
            </a:extLst>
          </p:cNvPr>
          <p:cNvCxnSpPr>
            <a:cxnSpLocks/>
          </p:cNvCxnSpPr>
          <p:nvPr/>
        </p:nvCxnSpPr>
        <p:spPr>
          <a:xfrm>
            <a:off x="4880479" y="68249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46DFB63C-D50E-4C1D-9BAB-FD982F7F53E6}"/>
              </a:ext>
            </a:extLst>
          </p:cNvPr>
          <p:cNvCxnSpPr>
            <a:cxnSpLocks/>
          </p:cNvCxnSpPr>
          <p:nvPr/>
        </p:nvCxnSpPr>
        <p:spPr>
          <a:xfrm>
            <a:off x="4880479" y="72618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E177C33-0797-40DD-9B6E-1DEF9FC9AA34}"/>
              </a:ext>
            </a:extLst>
          </p:cNvPr>
          <p:cNvCxnSpPr>
            <a:cxnSpLocks/>
          </p:cNvCxnSpPr>
          <p:nvPr/>
        </p:nvCxnSpPr>
        <p:spPr>
          <a:xfrm>
            <a:off x="4880479" y="709518"/>
            <a:ext cx="81428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EDB3932D-EF31-4AB0-9773-580B9FEE9BB6}"/>
              </a:ext>
            </a:extLst>
          </p:cNvPr>
          <p:cNvCxnSpPr>
            <a:cxnSpLocks/>
          </p:cNvCxnSpPr>
          <p:nvPr/>
        </p:nvCxnSpPr>
        <p:spPr>
          <a:xfrm>
            <a:off x="4880479" y="11463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69398CF-AB78-49B4-8F5E-8E7C979D9BC8}"/>
              </a:ext>
            </a:extLst>
          </p:cNvPr>
          <p:cNvCxnSpPr>
            <a:cxnSpLocks/>
          </p:cNvCxnSpPr>
          <p:nvPr/>
        </p:nvCxnSpPr>
        <p:spPr>
          <a:xfrm>
            <a:off x="4880479" y="333043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1F2F25AE-8062-40B6-9A34-902CBA9D8699}"/>
              </a:ext>
            </a:extLst>
          </p:cNvPr>
          <p:cNvCxnSpPr>
            <a:cxnSpLocks/>
          </p:cNvCxnSpPr>
          <p:nvPr/>
        </p:nvCxnSpPr>
        <p:spPr>
          <a:xfrm>
            <a:off x="4880479" y="158315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3EC3843B-769B-449B-966F-1851DABD8F38}"/>
              </a:ext>
            </a:extLst>
          </p:cNvPr>
          <p:cNvCxnSpPr>
            <a:cxnSpLocks/>
          </p:cNvCxnSpPr>
          <p:nvPr/>
        </p:nvCxnSpPr>
        <p:spPr>
          <a:xfrm>
            <a:off x="4880479" y="201997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E4D7C910-E525-4749-834B-3E945520E8E6}"/>
              </a:ext>
            </a:extLst>
          </p:cNvPr>
          <p:cNvCxnSpPr>
            <a:cxnSpLocks/>
          </p:cNvCxnSpPr>
          <p:nvPr/>
        </p:nvCxnSpPr>
        <p:spPr>
          <a:xfrm>
            <a:off x="4880479" y="245679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66A60E6C-9431-4F6D-9BFA-693CDACD3BF7}"/>
              </a:ext>
            </a:extLst>
          </p:cNvPr>
          <p:cNvCxnSpPr>
            <a:cxnSpLocks/>
          </p:cNvCxnSpPr>
          <p:nvPr/>
        </p:nvCxnSpPr>
        <p:spPr>
          <a:xfrm>
            <a:off x="4880479" y="2893618"/>
            <a:ext cx="81428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E9039EE-3181-493B-8687-E8A25D64310A}"/>
              </a:ext>
            </a:extLst>
          </p:cNvPr>
          <p:cNvSpPr txBox="1"/>
          <p:nvPr/>
        </p:nvSpPr>
        <p:spPr>
          <a:xfrm>
            <a:off x="805319" y="5564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E27CDDD-AC5F-4741-88A9-5A4E9342439B}"/>
              </a:ext>
            </a:extLst>
          </p:cNvPr>
          <p:cNvSpPr txBox="1"/>
          <p:nvPr/>
        </p:nvSpPr>
        <p:spPr>
          <a:xfrm>
            <a:off x="1653213" y="556416"/>
            <a:ext cx="209994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7969D61-0AB9-42E6-8472-8B3A97329B29}"/>
              </a:ext>
            </a:extLst>
          </p:cNvPr>
          <p:cNvSpPr txBox="1"/>
          <p:nvPr/>
        </p:nvSpPr>
        <p:spPr>
          <a:xfrm>
            <a:off x="2543577" y="556416"/>
            <a:ext cx="1843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16ED463-4090-4A34-A1C6-F5624506A3AF}"/>
              </a:ext>
            </a:extLst>
          </p:cNvPr>
          <p:cNvSpPr txBox="1"/>
          <p:nvPr/>
        </p:nvSpPr>
        <p:spPr>
          <a:xfrm>
            <a:off x="3412291" y="556416"/>
            <a:ext cx="202000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96AF5F1-4409-49A1-99F6-DE67FE0B3913}"/>
              </a:ext>
            </a:extLst>
          </p:cNvPr>
          <p:cNvSpPr txBox="1"/>
          <p:nvPr/>
        </p:nvSpPr>
        <p:spPr>
          <a:xfrm>
            <a:off x="4249878" y="556416"/>
            <a:ext cx="301158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97312BD-9237-4B86-B759-B9F803C58D6F}"/>
              </a:ext>
            </a:extLst>
          </p:cNvPr>
          <p:cNvSpPr txBox="1"/>
          <p:nvPr/>
        </p:nvSpPr>
        <p:spPr>
          <a:xfrm>
            <a:off x="5144225" y="556416"/>
            <a:ext cx="286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9F20066-6AAB-4A3E-B1A8-C6BB41AF9DF8}"/>
              </a:ext>
            </a:extLst>
          </p:cNvPr>
          <p:cNvSpPr txBox="1"/>
          <p:nvPr/>
        </p:nvSpPr>
        <p:spPr>
          <a:xfrm>
            <a:off x="313525" y="76646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F87BB81-FB98-4170-A573-9567B74438DC}"/>
              </a:ext>
            </a:extLst>
          </p:cNvPr>
          <p:cNvSpPr txBox="1"/>
          <p:nvPr/>
        </p:nvSpPr>
        <p:spPr>
          <a:xfrm>
            <a:off x="313525" y="98487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5CB8B00-3410-46A6-8DE8-CBC2FB468E3A}"/>
              </a:ext>
            </a:extLst>
          </p:cNvPr>
          <p:cNvSpPr txBox="1"/>
          <p:nvPr/>
        </p:nvSpPr>
        <p:spPr>
          <a:xfrm>
            <a:off x="313525" y="120328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18E5DBB-05E6-445B-A7A0-6433A7C1D875}"/>
              </a:ext>
            </a:extLst>
          </p:cNvPr>
          <p:cNvSpPr txBox="1"/>
          <p:nvPr/>
        </p:nvSpPr>
        <p:spPr>
          <a:xfrm>
            <a:off x="313525" y="142169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4E28AF-E07B-499E-8298-64CB706BCBD0}"/>
              </a:ext>
            </a:extLst>
          </p:cNvPr>
          <p:cNvSpPr txBox="1"/>
          <p:nvPr/>
        </p:nvSpPr>
        <p:spPr>
          <a:xfrm>
            <a:off x="313525" y="164010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6FA4C45-C7CD-44F3-BEF1-A7CBC92C195D}"/>
              </a:ext>
            </a:extLst>
          </p:cNvPr>
          <p:cNvSpPr txBox="1"/>
          <p:nvPr/>
        </p:nvSpPr>
        <p:spPr>
          <a:xfrm>
            <a:off x="313525" y="185851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51F8FA8-9386-4497-B7D3-189C034CDD6F}"/>
              </a:ext>
            </a:extLst>
          </p:cNvPr>
          <p:cNvSpPr txBox="1"/>
          <p:nvPr/>
        </p:nvSpPr>
        <p:spPr>
          <a:xfrm>
            <a:off x="313525" y="207692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B5792C2-911F-4ED0-8BC1-5BD35EAEB691}"/>
              </a:ext>
            </a:extLst>
          </p:cNvPr>
          <p:cNvSpPr txBox="1"/>
          <p:nvPr/>
        </p:nvSpPr>
        <p:spPr>
          <a:xfrm>
            <a:off x="313525" y="229533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ECAB8E5-F47C-4FD7-A7D0-8ADAD9FACDDA}"/>
              </a:ext>
            </a:extLst>
          </p:cNvPr>
          <p:cNvSpPr txBox="1"/>
          <p:nvPr/>
        </p:nvSpPr>
        <p:spPr>
          <a:xfrm>
            <a:off x="313525" y="2513745"/>
            <a:ext cx="52900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EDF70F3-DCB7-4FF5-A21A-1874247BE5E4}"/>
              </a:ext>
            </a:extLst>
          </p:cNvPr>
          <p:cNvSpPr txBox="1"/>
          <p:nvPr/>
        </p:nvSpPr>
        <p:spPr>
          <a:xfrm>
            <a:off x="260532" y="27321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568B601-4213-4EA5-9DC9-CB208063F7C0}"/>
              </a:ext>
            </a:extLst>
          </p:cNvPr>
          <p:cNvSpPr txBox="1"/>
          <p:nvPr/>
        </p:nvSpPr>
        <p:spPr>
          <a:xfrm>
            <a:off x="260532" y="29505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A7D3A8A-C270-4750-82AB-58E95D5FFF70}"/>
              </a:ext>
            </a:extLst>
          </p:cNvPr>
          <p:cNvSpPr txBox="1"/>
          <p:nvPr/>
        </p:nvSpPr>
        <p:spPr>
          <a:xfrm>
            <a:off x="260532" y="31689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A03EB28-7DA3-4670-B43D-F4B906FB7E26}"/>
              </a:ext>
            </a:extLst>
          </p:cNvPr>
          <p:cNvSpPr txBox="1"/>
          <p:nvPr/>
        </p:nvSpPr>
        <p:spPr>
          <a:xfrm>
            <a:off x="260532" y="33873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12C9E08-1A96-4B8D-B98A-259D5A91B8FF}"/>
              </a:ext>
            </a:extLst>
          </p:cNvPr>
          <p:cNvSpPr txBox="1"/>
          <p:nvPr/>
        </p:nvSpPr>
        <p:spPr>
          <a:xfrm>
            <a:off x="260532" y="36057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F7D9C0-B434-4677-9DF1-F61364A27DE0}"/>
              </a:ext>
            </a:extLst>
          </p:cNvPr>
          <p:cNvSpPr txBox="1"/>
          <p:nvPr/>
        </p:nvSpPr>
        <p:spPr>
          <a:xfrm>
            <a:off x="260532" y="38242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AA15C59-C375-49E5-B129-5A6B283E60F9}"/>
              </a:ext>
            </a:extLst>
          </p:cNvPr>
          <p:cNvSpPr txBox="1"/>
          <p:nvPr/>
        </p:nvSpPr>
        <p:spPr>
          <a:xfrm>
            <a:off x="260532" y="40426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21E4E2D-724D-422D-8300-05A554384DDD}"/>
              </a:ext>
            </a:extLst>
          </p:cNvPr>
          <p:cNvSpPr txBox="1"/>
          <p:nvPr/>
        </p:nvSpPr>
        <p:spPr>
          <a:xfrm>
            <a:off x="260532" y="42610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269E8EE-5B4E-4E58-B9CA-717D7A340FB7}"/>
              </a:ext>
            </a:extLst>
          </p:cNvPr>
          <p:cNvSpPr txBox="1"/>
          <p:nvPr/>
        </p:nvSpPr>
        <p:spPr>
          <a:xfrm>
            <a:off x="260532" y="44794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9A8BA65-9335-4687-B225-A7854A55A8B9}"/>
              </a:ext>
            </a:extLst>
          </p:cNvPr>
          <p:cNvSpPr txBox="1"/>
          <p:nvPr/>
        </p:nvSpPr>
        <p:spPr>
          <a:xfrm>
            <a:off x="260532" y="46978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079B847-84CA-4D7A-B351-4142E6899BBF}"/>
              </a:ext>
            </a:extLst>
          </p:cNvPr>
          <p:cNvSpPr txBox="1"/>
          <p:nvPr/>
        </p:nvSpPr>
        <p:spPr>
          <a:xfrm>
            <a:off x="260532" y="49162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871EB9DE-7AB4-4A20-A004-282AB49F501C}"/>
              </a:ext>
            </a:extLst>
          </p:cNvPr>
          <p:cNvSpPr txBox="1"/>
          <p:nvPr/>
        </p:nvSpPr>
        <p:spPr>
          <a:xfrm>
            <a:off x="260532" y="51346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F5457A-6F57-415B-A06A-4A70273B2374}"/>
              </a:ext>
            </a:extLst>
          </p:cNvPr>
          <p:cNvSpPr txBox="1"/>
          <p:nvPr/>
        </p:nvSpPr>
        <p:spPr>
          <a:xfrm>
            <a:off x="260532" y="535307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0892B33-F132-447B-8A62-1149AA2537FE}"/>
              </a:ext>
            </a:extLst>
          </p:cNvPr>
          <p:cNvSpPr txBox="1"/>
          <p:nvPr/>
        </p:nvSpPr>
        <p:spPr>
          <a:xfrm>
            <a:off x="260532" y="557148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240164A-515F-4876-9B22-2045DDCD1B47}"/>
              </a:ext>
            </a:extLst>
          </p:cNvPr>
          <p:cNvSpPr txBox="1"/>
          <p:nvPr/>
        </p:nvSpPr>
        <p:spPr>
          <a:xfrm>
            <a:off x="260532" y="578989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89D90D7-B172-4D41-B877-A95DB148218F}"/>
              </a:ext>
            </a:extLst>
          </p:cNvPr>
          <p:cNvSpPr txBox="1"/>
          <p:nvPr/>
        </p:nvSpPr>
        <p:spPr>
          <a:xfrm>
            <a:off x="260532" y="600830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B0C93EF-C58B-43E1-BCE9-E96F73700AE5}"/>
              </a:ext>
            </a:extLst>
          </p:cNvPr>
          <p:cNvSpPr txBox="1"/>
          <p:nvPr/>
        </p:nvSpPr>
        <p:spPr>
          <a:xfrm>
            <a:off x="260532" y="622671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24193B6-B875-4482-80F3-DAC8450EE960}"/>
              </a:ext>
            </a:extLst>
          </p:cNvPr>
          <p:cNvSpPr txBox="1"/>
          <p:nvPr/>
        </p:nvSpPr>
        <p:spPr>
          <a:xfrm>
            <a:off x="260532" y="644512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66D1697-EFEC-46CE-9B72-0088C01334C9}"/>
              </a:ext>
            </a:extLst>
          </p:cNvPr>
          <p:cNvSpPr txBox="1"/>
          <p:nvPr/>
        </p:nvSpPr>
        <p:spPr>
          <a:xfrm>
            <a:off x="260532" y="666353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4D3E96B6-4D7B-445C-81FF-FBD4ABB0887A}"/>
              </a:ext>
            </a:extLst>
          </p:cNvPr>
          <p:cNvSpPr txBox="1"/>
          <p:nvPr/>
        </p:nvSpPr>
        <p:spPr>
          <a:xfrm>
            <a:off x="260532" y="688194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86AF5B2F-B242-44FD-9AA0-12BDC6D3C9A4}"/>
              </a:ext>
            </a:extLst>
          </p:cNvPr>
          <p:cNvSpPr txBox="1"/>
          <p:nvPr/>
        </p:nvSpPr>
        <p:spPr>
          <a:xfrm>
            <a:off x="260532" y="710035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97678C8-F585-4F37-B866-F70D9A3859C1}"/>
              </a:ext>
            </a:extLst>
          </p:cNvPr>
          <p:cNvSpPr txBox="1"/>
          <p:nvPr/>
        </p:nvSpPr>
        <p:spPr>
          <a:xfrm>
            <a:off x="260532" y="7318765"/>
            <a:ext cx="105799" cy="1045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C477C82-9D82-4C2E-8DEC-122617442A16}"/>
              </a:ext>
            </a:extLst>
          </p:cNvPr>
          <p:cNvSpPr txBox="1"/>
          <p:nvPr/>
        </p:nvSpPr>
        <p:spPr>
          <a:xfrm>
            <a:off x="463897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678DF695-9521-410E-9247-6D44340C63E7}"/>
              </a:ext>
            </a:extLst>
          </p:cNvPr>
          <p:cNvSpPr txBox="1"/>
          <p:nvPr/>
        </p:nvSpPr>
        <p:spPr>
          <a:xfrm>
            <a:off x="463897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6A5BF28-202E-4117-B3C3-ADAF251E6CAC}"/>
              </a:ext>
            </a:extLst>
          </p:cNvPr>
          <p:cNvSpPr txBox="1"/>
          <p:nvPr/>
        </p:nvSpPr>
        <p:spPr>
          <a:xfrm>
            <a:off x="463897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FE91788-E50A-47D9-8760-D9F16D8CF29D}"/>
              </a:ext>
            </a:extLst>
          </p:cNvPr>
          <p:cNvSpPr txBox="1"/>
          <p:nvPr/>
        </p:nvSpPr>
        <p:spPr>
          <a:xfrm>
            <a:off x="463897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92F3AA5B-757E-4EC3-9B53-66F1416C7A3A}"/>
              </a:ext>
            </a:extLst>
          </p:cNvPr>
          <p:cNvSpPr txBox="1"/>
          <p:nvPr/>
        </p:nvSpPr>
        <p:spPr>
          <a:xfrm>
            <a:off x="463897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8761496A-A222-40FE-94AA-E363C1E468A1}"/>
              </a:ext>
            </a:extLst>
          </p:cNvPr>
          <p:cNvSpPr txBox="1"/>
          <p:nvPr/>
        </p:nvSpPr>
        <p:spPr>
          <a:xfrm>
            <a:off x="463897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AD2CA314-9840-442B-B17C-A86395560835}"/>
              </a:ext>
            </a:extLst>
          </p:cNvPr>
          <p:cNvSpPr txBox="1"/>
          <p:nvPr/>
        </p:nvSpPr>
        <p:spPr>
          <a:xfrm>
            <a:off x="463897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1446189-E27E-453E-81E3-2F549038B729}"/>
              </a:ext>
            </a:extLst>
          </p:cNvPr>
          <p:cNvSpPr txBox="1"/>
          <p:nvPr/>
        </p:nvSpPr>
        <p:spPr>
          <a:xfrm>
            <a:off x="463897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2918E478-0C3F-42C8-B0CE-A9F55E074B9D}"/>
              </a:ext>
            </a:extLst>
          </p:cNvPr>
          <p:cNvSpPr txBox="1"/>
          <p:nvPr/>
        </p:nvSpPr>
        <p:spPr>
          <a:xfrm>
            <a:off x="463897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C38D30CC-3A1A-4884-9699-7E297397089B}"/>
              </a:ext>
            </a:extLst>
          </p:cNvPr>
          <p:cNvSpPr txBox="1"/>
          <p:nvPr/>
        </p:nvSpPr>
        <p:spPr>
          <a:xfrm>
            <a:off x="463897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D341219-6EC9-4540-A60D-BE1F59EF0D8E}"/>
              </a:ext>
            </a:extLst>
          </p:cNvPr>
          <p:cNvSpPr txBox="1"/>
          <p:nvPr/>
        </p:nvSpPr>
        <p:spPr>
          <a:xfrm>
            <a:off x="463897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0516B986-4E08-4A2C-81DC-13FE1CDA002C}"/>
              </a:ext>
            </a:extLst>
          </p:cNvPr>
          <p:cNvSpPr txBox="1"/>
          <p:nvPr/>
        </p:nvSpPr>
        <p:spPr>
          <a:xfrm>
            <a:off x="463897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D47CD18-AAEE-40A6-8183-706E64EE2B0D}"/>
              </a:ext>
            </a:extLst>
          </p:cNvPr>
          <p:cNvSpPr txBox="1"/>
          <p:nvPr/>
        </p:nvSpPr>
        <p:spPr>
          <a:xfrm>
            <a:off x="463897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B201C37F-5CDA-404C-91FE-6B8C5034D547}"/>
              </a:ext>
            </a:extLst>
          </p:cNvPr>
          <p:cNvSpPr txBox="1"/>
          <p:nvPr/>
        </p:nvSpPr>
        <p:spPr>
          <a:xfrm>
            <a:off x="463897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D43576D2-03A0-4D98-AF3E-18CA7AE993B8}"/>
              </a:ext>
            </a:extLst>
          </p:cNvPr>
          <p:cNvSpPr txBox="1"/>
          <p:nvPr/>
        </p:nvSpPr>
        <p:spPr>
          <a:xfrm>
            <a:off x="463897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EDFCCD94-7AED-4C0F-8312-ED5F94C082F6}"/>
              </a:ext>
            </a:extLst>
          </p:cNvPr>
          <p:cNvSpPr txBox="1"/>
          <p:nvPr/>
        </p:nvSpPr>
        <p:spPr>
          <a:xfrm>
            <a:off x="463896" y="4041012"/>
            <a:ext cx="831503" cy="1182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1176E6C-2181-4531-9C7C-4707BC0C8DD2}"/>
              </a:ext>
            </a:extLst>
          </p:cNvPr>
          <p:cNvSpPr txBox="1"/>
          <p:nvPr/>
        </p:nvSpPr>
        <p:spPr>
          <a:xfrm>
            <a:off x="463897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DC94388-4686-4C88-A59F-059864E5D573}"/>
              </a:ext>
            </a:extLst>
          </p:cNvPr>
          <p:cNvSpPr txBox="1"/>
          <p:nvPr/>
        </p:nvSpPr>
        <p:spPr>
          <a:xfrm>
            <a:off x="463896" y="4259422"/>
            <a:ext cx="825153" cy="1157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2582EEBB-24BF-4738-A4DD-AB85B68969C8}"/>
              </a:ext>
            </a:extLst>
          </p:cNvPr>
          <p:cNvSpPr txBox="1"/>
          <p:nvPr/>
        </p:nvSpPr>
        <p:spPr>
          <a:xfrm>
            <a:off x="463897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55243BD-27E7-4429-9F76-12757395BEF4}"/>
              </a:ext>
            </a:extLst>
          </p:cNvPr>
          <p:cNvSpPr txBox="1"/>
          <p:nvPr/>
        </p:nvSpPr>
        <p:spPr>
          <a:xfrm>
            <a:off x="463897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5ECA3F2C-85EE-47E5-AC49-1EC8849A8CCE}"/>
              </a:ext>
            </a:extLst>
          </p:cNvPr>
          <p:cNvSpPr txBox="1"/>
          <p:nvPr/>
        </p:nvSpPr>
        <p:spPr>
          <a:xfrm>
            <a:off x="463897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E62A511-74AC-4029-B158-A276F84976C3}"/>
              </a:ext>
            </a:extLst>
          </p:cNvPr>
          <p:cNvSpPr txBox="1"/>
          <p:nvPr/>
        </p:nvSpPr>
        <p:spPr>
          <a:xfrm>
            <a:off x="463897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2004941D-6C17-4384-9C33-FAEA92988B97}"/>
              </a:ext>
            </a:extLst>
          </p:cNvPr>
          <p:cNvSpPr txBox="1"/>
          <p:nvPr/>
        </p:nvSpPr>
        <p:spPr>
          <a:xfrm>
            <a:off x="463896" y="5569882"/>
            <a:ext cx="806103" cy="1260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0FBCB62-859A-4CFE-89B0-D82E7D9881DD}"/>
              </a:ext>
            </a:extLst>
          </p:cNvPr>
          <p:cNvSpPr txBox="1"/>
          <p:nvPr/>
        </p:nvSpPr>
        <p:spPr>
          <a:xfrm>
            <a:off x="463897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0B5A41CE-3DD4-4BA7-95BD-1A4807D184EF}"/>
              </a:ext>
            </a:extLst>
          </p:cNvPr>
          <p:cNvSpPr txBox="1"/>
          <p:nvPr/>
        </p:nvSpPr>
        <p:spPr>
          <a:xfrm>
            <a:off x="463897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2D3AD848-2364-494B-8EFA-25FF1D705DD8}"/>
              </a:ext>
            </a:extLst>
          </p:cNvPr>
          <p:cNvSpPr txBox="1"/>
          <p:nvPr/>
        </p:nvSpPr>
        <p:spPr>
          <a:xfrm>
            <a:off x="463897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9973491B-C423-466C-9575-6C973AF34D0F}"/>
              </a:ext>
            </a:extLst>
          </p:cNvPr>
          <p:cNvSpPr txBox="1"/>
          <p:nvPr/>
        </p:nvSpPr>
        <p:spPr>
          <a:xfrm>
            <a:off x="463897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ED554B7-6DA8-4931-831D-A097198EF301}"/>
              </a:ext>
            </a:extLst>
          </p:cNvPr>
          <p:cNvSpPr txBox="1"/>
          <p:nvPr/>
        </p:nvSpPr>
        <p:spPr>
          <a:xfrm>
            <a:off x="463897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682FE69F-61E2-472E-916B-AA176518CBF3}"/>
              </a:ext>
            </a:extLst>
          </p:cNvPr>
          <p:cNvSpPr txBox="1"/>
          <p:nvPr/>
        </p:nvSpPr>
        <p:spPr>
          <a:xfrm>
            <a:off x="463897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9B3C7772-49AF-498E-ABC1-83B543E0D51F}"/>
              </a:ext>
            </a:extLst>
          </p:cNvPr>
          <p:cNvSpPr txBox="1"/>
          <p:nvPr/>
        </p:nvSpPr>
        <p:spPr>
          <a:xfrm>
            <a:off x="463897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B58320A-70D1-41F3-9D0E-2A6E8218657D}"/>
              </a:ext>
            </a:extLst>
          </p:cNvPr>
          <p:cNvSpPr txBox="1"/>
          <p:nvPr/>
        </p:nvSpPr>
        <p:spPr>
          <a:xfrm>
            <a:off x="463897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4D5ABAB5-197E-4738-BB54-BCEA45226BF7}"/>
              </a:ext>
            </a:extLst>
          </p:cNvPr>
          <p:cNvSpPr txBox="1"/>
          <p:nvPr/>
        </p:nvSpPr>
        <p:spPr>
          <a:xfrm>
            <a:off x="1351063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48B769CE-7685-4DD7-8ADC-447FDFC506FF}"/>
              </a:ext>
            </a:extLst>
          </p:cNvPr>
          <p:cNvSpPr txBox="1"/>
          <p:nvPr/>
        </p:nvSpPr>
        <p:spPr>
          <a:xfrm>
            <a:off x="1351063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FF60A74-183F-4038-90E6-74D717FA91EF}"/>
              </a:ext>
            </a:extLst>
          </p:cNvPr>
          <p:cNvSpPr txBox="1"/>
          <p:nvPr/>
        </p:nvSpPr>
        <p:spPr>
          <a:xfrm>
            <a:off x="1351063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EEB9EF6-E87D-4E54-B487-C390E09BB6E8}"/>
              </a:ext>
            </a:extLst>
          </p:cNvPr>
          <p:cNvSpPr txBox="1"/>
          <p:nvPr/>
        </p:nvSpPr>
        <p:spPr>
          <a:xfrm>
            <a:off x="1351063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85353042-9ED3-4714-9D22-9F5A3BFA1FDB}"/>
              </a:ext>
            </a:extLst>
          </p:cNvPr>
          <p:cNvSpPr txBox="1"/>
          <p:nvPr/>
        </p:nvSpPr>
        <p:spPr>
          <a:xfrm>
            <a:off x="1351063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8E1D5FD9-246D-4C18-9714-8B2D1BC0301A}"/>
              </a:ext>
            </a:extLst>
          </p:cNvPr>
          <p:cNvSpPr txBox="1"/>
          <p:nvPr/>
        </p:nvSpPr>
        <p:spPr>
          <a:xfrm>
            <a:off x="1351063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A35E1871-93D0-48B7-9500-91DA5587B866}"/>
              </a:ext>
            </a:extLst>
          </p:cNvPr>
          <p:cNvSpPr txBox="1"/>
          <p:nvPr/>
        </p:nvSpPr>
        <p:spPr>
          <a:xfrm>
            <a:off x="1351063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F8950D6F-FEDD-4522-8A8D-CD22EDC5A26A}"/>
              </a:ext>
            </a:extLst>
          </p:cNvPr>
          <p:cNvSpPr txBox="1"/>
          <p:nvPr/>
        </p:nvSpPr>
        <p:spPr>
          <a:xfrm>
            <a:off x="1351062" y="2075322"/>
            <a:ext cx="801587" cy="1154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CAF3AEF-F4F6-4938-A902-5A6222DDD7A8}"/>
              </a:ext>
            </a:extLst>
          </p:cNvPr>
          <p:cNvSpPr txBox="1"/>
          <p:nvPr/>
        </p:nvSpPr>
        <p:spPr>
          <a:xfrm>
            <a:off x="1351063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6B11666A-F3C6-4A86-9A45-23087615DE89}"/>
              </a:ext>
            </a:extLst>
          </p:cNvPr>
          <p:cNvSpPr txBox="1"/>
          <p:nvPr/>
        </p:nvSpPr>
        <p:spPr>
          <a:xfrm>
            <a:off x="1351063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E97E4E7C-EC49-4938-B97E-11F413EC2EBF}"/>
              </a:ext>
            </a:extLst>
          </p:cNvPr>
          <p:cNvSpPr txBox="1"/>
          <p:nvPr/>
        </p:nvSpPr>
        <p:spPr>
          <a:xfrm>
            <a:off x="1351063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60F3F1C-6283-469E-AD95-945FE32D2E6B}"/>
              </a:ext>
            </a:extLst>
          </p:cNvPr>
          <p:cNvSpPr txBox="1"/>
          <p:nvPr/>
        </p:nvSpPr>
        <p:spPr>
          <a:xfrm>
            <a:off x="1351063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7DE9420C-FFDC-4800-AF3C-58EBA3332623}"/>
              </a:ext>
            </a:extLst>
          </p:cNvPr>
          <p:cNvSpPr txBox="1"/>
          <p:nvPr/>
        </p:nvSpPr>
        <p:spPr>
          <a:xfrm>
            <a:off x="1351063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E4C376A7-13E2-4E3B-AF55-B9A2447D608C}"/>
              </a:ext>
            </a:extLst>
          </p:cNvPr>
          <p:cNvSpPr txBox="1"/>
          <p:nvPr/>
        </p:nvSpPr>
        <p:spPr>
          <a:xfrm>
            <a:off x="1351062" y="3822602"/>
            <a:ext cx="820637" cy="1334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665BB4D0-B01D-43F5-9689-9320A3E1D20B}"/>
              </a:ext>
            </a:extLst>
          </p:cNvPr>
          <p:cNvSpPr txBox="1"/>
          <p:nvPr/>
        </p:nvSpPr>
        <p:spPr>
          <a:xfrm>
            <a:off x="1351063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9530D265-76E3-45C2-AF6F-708EBADDB638}"/>
              </a:ext>
            </a:extLst>
          </p:cNvPr>
          <p:cNvSpPr txBox="1"/>
          <p:nvPr/>
        </p:nvSpPr>
        <p:spPr>
          <a:xfrm>
            <a:off x="1351063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AC309A60-B745-4B56-A469-ED3D3A26F912}"/>
              </a:ext>
            </a:extLst>
          </p:cNvPr>
          <p:cNvSpPr txBox="1"/>
          <p:nvPr/>
        </p:nvSpPr>
        <p:spPr>
          <a:xfrm>
            <a:off x="1351063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8860B411-DC94-431C-A5A0-0B28E2EE1D89}"/>
              </a:ext>
            </a:extLst>
          </p:cNvPr>
          <p:cNvSpPr txBox="1"/>
          <p:nvPr/>
        </p:nvSpPr>
        <p:spPr>
          <a:xfrm>
            <a:off x="1351063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BBC544A9-A580-4DA5-A08D-5960E37FD37E}"/>
              </a:ext>
            </a:extLst>
          </p:cNvPr>
          <p:cNvSpPr txBox="1"/>
          <p:nvPr/>
        </p:nvSpPr>
        <p:spPr>
          <a:xfrm>
            <a:off x="1351063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C85E382-410A-4DC0-B28F-ECAF9125D7EE}"/>
              </a:ext>
            </a:extLst>
          </p:cNvPr>
          <p:cNvSpPr txBox="1"/>
          <p:nvPr/>
        </p:nvSpPr>
        <p:spPr>
          <a:xfrm>
            <a:off x="1351063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C625D2E8-3211-42AB-9CF1-533503E72FFE}"/>
              </a:ext>
            </a:extLst>
          </p:cNvPr>
          <p:cNvSpPr txBox="1"/>
          <p:nvPr/>
        </p:nvSpPr>
        <p:spPr>
          <a:xfrm>
            <a:off x="1351063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4CB23990-97A8-49C3-8F4D-B1C19175365F}"/>
              </a:ext>
            </a:extLst>
          </p:cNvPr>
          <p:cNvSpPr txBox="1"/>
          <p:nvPr/>
        </p:nvSpPr>
        <p:spPr>
          <a:xfrm>
            <a:off x="1351063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7462599-8AD3-4DA4-A701-827B22B4ED6E}"/>
              </a:ext>
            </a:extLst>
          </p:cNvPr>
          <p:cNvSpPr txBox="1"/>
          <p:nvPr/>
        </p:nvSpPr>
        <p:spPr>
          <a:xfrm>
            <a:off x="1351063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4C94206B-420B-457F-B06D-DE6B4B944EC8}"/>
              </a:ext>
            </a:extLst>
          </p:cNvPr>
          <p:cNvSpPr txBox="1"/>
          <p:nvPr/>
        </p:nvSpPr>
        <p:spPr>
          <a:xfrm>
            <a:off x="1351063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87B24F89-CD63-4A8B-8A93-46D692862C3A}"/>
              </a:ext>
            </a:extLst>
          </p:cNvPr>
          <p:cNvSpPr txBox="1"/>
          <p:nvPr/>
        </p:nvSpPr>
        <p:spPr>
          <a:xfrm>
            <a:off x="1351063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7241674-5E7F-4493-BB71-57B3DAC5FBCA}"/>
              </a:ext>
            </a:extLst>
          </p:cNvPr>
          <p:cNvSpPr txBox="1"/>
          <p:nvPr/>
        </p:nvSpPr>
        <p:spPr>
          <a:xfrm>
            <a:off x="1351063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09CB97B2-E1B5-430F-84D9-4095C9453742}"/>
              </a:ext>
            </a:extLst>
          </p:cNvPr>
          <p:cNvSpPr txBox="1"/>
          <p:nvPr/>
        </p:nvSpPr>
        <p:spPr>
          <a:xfrm>
            <a:off x="1351063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A9155528-0E1E-4F8F-9651-BEF822BC2420}"/>
              </a:ext>
            </a:extLst>
          </p:cNvPr>
          <p:cNvSpPr txBox="1"/>
          <p:nvPr/>
        </p:nvSpPr>
        <p:spPr>
          <a:xfrm>
            <a:off x="1351063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09FCE068-FAA9-4847-90A0-91953BF399DE}"/>
              </a:ext>
            </a:extLst>
          </p:cNvPr>
          <p:cNvSpPr txBox="1"/>
          <p:nvPr/>
        </p:nvSpPr>
        <p:spPr>
          <a:xfrm>
            <a:off x="1351063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83070C-85BB-4825-BDA0-B8AE6F237C89}"/>
              </a:ext>
            </a:extLst>
          </p:cNvPr>
          <p:cNvSpPr txBox="1"/>
          <p:nvPr/>
        </p:nvSpPr>
        <p:spPr>
          <a:xfrm>
            <a:off x="1351063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7F887E4-8556-4092-893A-1F983E96EB6B}"/>
              </a:ext>
            </a:extLst>
          </p:cNvPr>
          <p:cNvSpPr txBox="1"/>
          <p:nvPr/>
        </p:nvSpPr>
        <p:spPr>
          <a:xfrm>
            <a:off x="1351063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CD558EC-F2EF-43CC-A8D3-BA4100DCD6D2}"/>
              </a:ext>
            </a:extLst>
          </p:cNvPr>
          <p:cNvSpPr txBox="1"/>
          <p:nvPr/>
        </p:nvSpPr>
        <p:spPr>
          <a:xfrm>
            <a:off x="2228605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7B5DE20-F64C-48A4-AACE-2B9655496FA4}"/>
              </a:ext>
            </a:extLst>
          </p:cNvPr>
          <p:cNvSpPr txBox="1"/>
          <p:nvPr/>
        </p:nvSpPr>
        <p:spPr>
          <a:xfrm>
            <a:off x="2228605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A7A2004B-C35F-4A56-BDBF-392D884691E9}"/>
              </a:ext>
            </a:extLst>
          </p:cNvPr>
          <p:cNvSpPr txBox="1"/>
          <p:nvPr/>
        </p:nvSpPr>
        <p:spPr>
          <a:xfrm>
            <a:off x="2228605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45043EC5-11F6-49AE-B021-D0CA4F3FEF0E}"/>
              </a:ext>
            </a:extLst>
          </p:cNvPr>
          <p:cNvSpPr txBox="1"/>
          <p:nvPr/>
        </p:nvSpPr>
        <p:spPr>
          <a:xfrm>
            <a:off x="2228605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A3C0AF4D-B0DC-42A5-8430-B0932BCDCE3A}"/>
              </a:ext>
            </a:extLst>
          </p:cNvPr>
          <p:cNvSpPr txBox="1"/>
          <p:nvPr/>
        </p:nvSpPr>
        <p:spPr>
          <a:xfrm>
            <a:off x="2228604" y="1420098"/>
            <a:ext cx="832095" cy="12295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2EBC6FBE-2242-4098-967D-219AADC3E2EF}"/>
              </a:ext>
            </a:extLst>
          </p:cNvPr>
          <p:cNvSpPr txBox="1"/>
          <p:nvPr/>
        </p:nvSpPr>
        <p:spPr>
          <a:xfrm>
            <a:off x="2228605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E4E607D-CC12-49F5-A930-FF3B7AF0824F}"/>
              </a:ext>
            </a:extLst>
          </p:cNvPr>
          <p:cNvSpPr txBox="1"/>
          <p:nvPr/>
        </p:nvSpPr>
        <p:spPr>
          <a:xfrm>
            <a:off x="2228605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BAE2356A-E0BB-4520-BC77-4DBB15E68E8A}"/>
              </a:ext>
            </a:extLst>
          </p:cNvPr>
          <p:cNvSpPr txBox="1"/>
          <p:nvPr/>
        </p:nvSpPr>
        <p:spPr>
          <a:xfrm>
            <a:off x="2228605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DCE49B9C-3792-4DC1-ACB4-5C82115D26F8}"/>
              </a:ext>
            </a:extLst>
          </p:cNvPr>
          <p:cNvSpPr txBox="1"/>
          <p:nvPr/>
        </p:nvSpPr>
        <p:spPr>
          <a:xfrm>
            <a:off x="2228605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6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금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0325154-FAC4-4385-B3C6-955ADDFA4851}"/>
              </a:ext>
            </a:extLst>
          </p:cNvPr>
          <p:cNvSpPr txBox="1"/>
          <p:nvPr/>
        </p:nvSpPr>
        <p:spPr>
          <a:xfrm>
            <a:off x="2228604" y="2730570"/>
            <a:ext cx="838445" cy="1078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4905C0E2-022F-4152-810B-F474227A47C3}"/>
              </a:ext>
            </a:extLst>
          </p:cNvPr>
          <p:cNvSpPr txBox="1"/>
          <p:nvPr/>
        </p:nvSpPr>
        <p:spPr>
          <a:xfrm>
            <a:off x="2228604" y="3167394"/>
            <a:ext cx="793995" cy="12825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54B7C0FB-D732-40B5-BE86-043484E90BC6}"/>
              </a:ext>
            </a:extLst>
          </p:cNvPr>
          <p:cNvSpPr txBox="1"/>
          <p:nvPr/>
        </p:nvSpPr>
        <p:spPr>
          <a:xfrm>
            <a:off x="2228604" y="2948982"/>
            <a:ext cx="743195" cy="1180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020BC94-C88F-4968-B34A-E3ADDFB744EB}"/>
              </a:ext>
            </a:extLst>
          </p:cNvPr>
          <p:cNvSpPr txBox="1"/>
          <p:nvPr/>
        </p:nvSpPr>
        <p:spPr>
          <a:xfrm>
            <a:off x="2228605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9B22F58-88F4-414F-9ED1-9F89F606BF99}"/>
              </a:ext>
            </a:extLst>
          </p:cNvPr>
          <p:cNvSpPr txBox="1"/>
          <p:nvPr/>
        </p:nvSpPr>
        <p:spPr>
          <a:xfrm>
            <a:off x="2228605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F01FE472-6E80-422A-BB03-6039CAB884D6}"/>
              </a:ext>
            </a:extLst>
          </p:cNvPr>
          <p:cNvSpPr txBox="1"/>
          <p:nvPr/>
        </p:nvSpPr>
        <p:spPr>
          <a:xfrm>
            <a:off x="2228605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20D26C5F-8FCE-46C1-9BB2-7604C7F801DA}"/>
              </a:ext>
            </a:extLst>
          </p:cNvPr>
          <p:cNvSpPr txBox="1"/>
          <p:nvPr/>
        </p:nvSpPr>
        <p:spPr>
          <a:xfrm>
            <a:off x="2228605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66DB209A-BD68-4F59-8F87-23BC99456BF4}"/>
              </a:ext>
            </a:extLst>
          </p:cNvPr>
          <p:cNvSpPr txBox="1"/>
          <p:nvPr/>
        </p:nvSpPr>
        <p:spPr>
          <a:xfrm>
            <a:off x="2228605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72D392F7-18FC-4DF5-A6C5-A35FA76367F5}"/>
              </a:ext>
            </a:extLst>
          </p:cNvPr>
          <p:cNvSpPr txBox="1"/>
          <p:nvPr/>
        </p:nvSpPr>
        <p:spPr>
          <a:xfrm>
            <a:off x="2228605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D2EEFB66-36B6-450D-891E-AA86BA2D89CD}"/>
              </a:ext>
            </a:extLst>
          </p:cNvPr>
          <p:cNvSpPr txBox="1"/>
          <p:nvPr/>
        </p:nvSpPr>
        <p:spPr>
          <a:xfrm>
            <a:off x="2228605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72C7F33-6DC3-41BE-997C-30FA72E41A6B}"/>
              </a:ext>
            </a:extLst>
          </p:cNvPr>
          <p:cNvSpPr txBox="1"/>
          <p:nvPr/>
        </p:nvSpPr>
        <p:spPr>
          <a:xfrm>
            <a:off x="2228605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B90DA8B-9533-4601-8ED0-A49F6C710D9E}"/>
              </a:ext>
            </a:extLst>
          </p:cNvPr>
          <p:cNvSpPr txBox="1"/>
          <p:nvPr/>
        </p:nvSpPr>
        <p:spPr>
          <a:xfrm>
            <a:off x="2228605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FCA4349E-7B52-42CB-8060-B1726CA48C45}"/>
              </a:ext>
            </a:extLst>
          </p:cNvPr>
          <p:cNvSpPr txBox="1"/>
          <p:nvPr/>
        </p:nvSpPr>
        <p:spPr>
          <a:xfrm>
            <a:off x="2228605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45C8D835-1238-447E-B76D-B06E42138B06}"/>
              </a:ext>
            </a:extLst>
          </p:cNvPr>
          <p:cNvSpPr txBox="1"/>
          <p:nvPr/>
        </p:nvSpPr>
        <p:spPr>
          <a:xfrm>
            <a:off x="2228605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D745516-302D-41B2-A68D-D983A1A8DA93}"/>
              </a:ext>
            </a:extLst>
          </p:cNvPr>
          <p:cNvSpPr txBox="1"/>
          <p:nvPr/>
        </p:nvSpPr>
        <p:spPr>
          <a:xfrm>
            <a:off x="2228605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8FC1DC7-4554-4148-B410-8EB433A90A17}"/>
              </a:ext>
            </a:extLst>
          </p:cNvPr>
          <p:cNvSpPr txBox="1"/>
          <p:nvPr/>
        </p:nvSpPr>
        <p:spPr>
          <a:xfrm>
            <a:off x="2228605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F9F48781-54A1-4DAB-958C-B6C0FE44717C}"/>
              </a:ext>
            </a:extLst>
          </p:cNvPr>
          <p:cNvSpPr txBox="1"/>
          <p:nvPr/>
        </p:nvSpPr>
        <p:spPr>
          <a:xfrm>
            <a:off x="2228605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BC83359-058B-4DC2-9857-E88D2190F073}"/>
              </a:ext>
            </a:extLst>
          </p:cNvPr>
          <p:cNvSpPr txBox="1"/>
          <p:nvPr/>
        </p:nvSpPr>
        <p:spPr>
          <a:xfrm>
            <a:off x="2228605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2BF62E9A-D47D-4EAE-8429-75BF3BD11214}"/>
              </a:ext>
            </a:extLst>
          </p:cNvPr>
          <p:cNvSpPr txBox="1"/>
          <p:nvPr/>
        </p:nvSpPr>
        <p:spPr>
          <a:xfrm>
            <a:off x="2228605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D28DDD0C-82A4-4F93-870A-84AE33635D8B}"/>
              </a:ext>
            </a:extLst>
          </p:cNvPr>
          <p:cNvSpPr txBox="1"/>
          <p:nvPr/>
        </p:nvSpPr>
        <p:spPr>
          <a:xfrm>
            <a:off x="2228605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CB79F56F-6ADE-4773-974C-514545FF03BF}"/>
              </a:ext>
            </a:extLst>
          </p:cNvPr>
          <p:cNvSpPr txBox="1"/>
          <p:nvPr/>
        </p:nvSpPr>
        <p:spPr>
          <a:xfrm>
            <a:off x="2228605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447847D5-0907-4CDE-B3DD-7358332F179A}"/>
              </a:ext>
            </a:extLst>
          </p:cNvPr>
          <p:cNvSpPr txBox="1"/>
          <p:nvPr/>
        </p:nvSpPr>
        <p:spPr>
          <a:xfrm>
            <a:off x="3106146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b="1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FFB9C69-A0C0-45A5-B809-BBEC09FE9E47}"/>
              </a:ext>
            </a:extLst>
          </p:cNvPr>
          <p:cNvSpPr txBox="1"/>
          <p:nvPr/>
        </p:nvSpPr>
        <p:spPr>
          <a:xfrm>
            <a:off x="3106146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A5C1B12B-2D58-4AAE-9BD4-F9F3617C26F8}"/>
              </a:ext>
            </a:extLst>
          </p:cNvPr>
          <p:cNvSpPr txBox="1"/>
          <p:nvPr/>
        </p:nvSpPr>
        <p:spPr>
          <a:xfrm>
            <a:off x="3106146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C6D9FD6D-224C-4525-A004-08D25D14DD38}"/>
              </a:ext>
            </a:extLst>
          </p:cNvPr>
          <p:cNvSpPr txBox="1"/>
          <p:nvPr/>
        </p:nvSpPr>
        <p:spPr>
          <a:xfrm>
            <a:off x="3106146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BE98F04B-233F-42C7-8FE9-A4F2203E46FE}"/>
              </a:ext>
            </a:extLst>
          </p:cNvPr>
          <p:cNvSpPr txBox="1"/>
          <p:nvPr/>
        </p:nvSpPr>
        <p:spPr>
          <a:xfrm>
            <a:off x="3106146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277A5A1-854E-432B-9DF1-E14A9FE6170D}"/>
              </a:ext>
            </a:extLst>
          </p:cNvPr>
          <p:cNvSpPr txBox="1"/>
          <p:nvPr/>
        </p:nvSpPr>
        <p:spPr>
          <a:xfrm>
            <a:off x="3106146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6A5D3C4D-3AA6-4AC3-A405-1B32DC88C0CE}"/>
              </a:ext>
            </a:extLst>
          </p:cNvPr>
          <p:cNvSpPr txBox="1"/>
          <p:nvPr/>
        </p:nvSpPr>
        <p:spPr>
          <a:xfrm>
            <a:off x="3106146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56845CE0-0EF9-400C-989F-F8D4DAED012B}"/>
              </a:ext>
            </a:extLst>
          </p:cNvPr>
          <p:cNvSpPr txBox="1"/>
          <p:nvPr/>
        </p:nvSpPr>
        <p:spPr>
          <a:xfrm>
            <a:off x="3106146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79840B16-4458-4020-9B2B-5358B9C65C98}"/>
              </a:ext>
            </a:extLst>
          </p:cNvPr>
          <p:cNvSpPr txBox="1"/>
          <p:nvPr/>
        </p:nvSpPr>
        <p:spPr>
          <a:xfrm>
            <a:off x="3106146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월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8420D543-681C-42AE-B0E0-042DCC07EC5A}"/>
              </a:ext>
            </a:extLst>
          </p:cNvPr>
          <p:cNvSpPr txBox="1"/>
          <p:nvPr/>
        </p:nvSpPr>
        <p:spPr>
          <a:xfrm>
            <a:off x="3106146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9BB1BBB-7BE2-4096-A715-79E92F8F7639}"/>
              </a:ext>
            </a:extLst>
          </p:cNvPr>
          <p:cNvSpPr txBox="1"/>
          <p:nvPr/>
        </p:nvSpPr>
        <p:spPr>
          <a:xfrm>
            <a:off x="3106146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1714E66-5D1E-4D3A-9005-C6E28E85ACB3}"/>
              </a:ext>
            </a:extLst>
          </p:cNvPr>
          <p:cNvSpPr txBox="1"/>
          <p:nvPr/>
        </p:nvSpPr>
        <p:spPr>
          <a:xfrm>
            <a:off x="3106146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D776C865-9DF3-4B59-B585-CEFC2DF46711}"/>
              </a:ext>
            </a:extLst>
          </p:cNvPr>
          <p:cNvSpPr txBox="1"/>
          <p:nvPr/>
        </p:nvSpPr>
        <p:spPr>
          <a:xfrm>
            <a:off x="3106146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5C80EA26-2F33-47DB-ABD8-45DA4DEC0D0A}"/>
              </a:ext>
            </a:extLst>
          </p:cNvPr>
          <p:cNvSpPr txBox="1"/>
          <p:nvPr/>
        </p:nvSpPr>
        <p:spPr>
          <a:xfrm>
            <a:off x="3106146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DBDB9C4-7547-404E-8BCD-9A92E193FD98}"/>
              </a:ext>
            </a:extLst>
          </p:cNvPr>
          <p:cNvSpPr txBox="1"/>
          <p:nvPr/>
        </p:nvSpPr>
        <p:spPr>
          <a:xfrm>
            <a:off x="3106146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spc="-150" dirty="0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1F3B1065-1F3C-43E6-A116-7773FE4DAAA4}"/>
              </a:ext>
            </a:extLst>
          </p:cNvPr>
          <p:cNvSpPr txBox="1"/>
          <p:nvPr/>
        </p:nvSpPr>
        <p:spPr>
          <a:xfrm>
            <a:off x="3106146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79663290-3F22-41AA-B324-0833901D75BC}"/>
              </a:ext>
            </a:extLst>
          </p:cNvPr>
          <p:cNvSpPr txBox="1"/>
          <p:nvPr/>
        </p:nvSpPr>
        <p:spPr>
          <a:xfrm>
            <a:off x="3106146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3803B576-02D1-4450-BDF8-EB5085B1FB7E}"/>
              </a:ext>
            </a:extLst>
          </p:cNvPr>
          <p:cNvSpPr txBox="1"/>
          <p:nvPr/>
        </p:nvSpPr>
        <p:spPr>
          <a:xfrm>
            <a:off x="3106146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445C19A4-030D-49C6-B5BB-DC9592A7AE72}"/>
              </a:ext>
            </a:extLst>
          </p:cNvPr>
          <p:cNvSpPr txBox="1"/>
          <p:nvPr/>
        </p:nvSpPr>
        <p:spPr>
          <a:xfrm>
            <a:off x="3106146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E2E5D2B2-9C0C-4954-B296-0799839D45A9}"/>
              </a:ext>
            </a:extLst>
          </p:cNvPr>
          <p:cNvSpPr txBox="1"/>
          <p:nvPr/>
        </p:nvSpPr>
        <p:spPr>
          <a:xfrm>
            <a:off x="3106146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4B0C0B0F-9132-41AA-A518-8CF734E62DEC}"/>
              </a:ext>
            </a:extLst>
          </p:cNvPr>
          <p:cNvSpPr txBox="1"/>
          <p:nvPr/>
        </p:nvSpPr>
        <p:spPr>
          <a:xfrm>
            <a:off x="3106146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1494F961-B484-44E7-94BA-5B4E4A41B951}"/>
              </a:ext>
            </a:extLst>
          </p:cNvPr>
          <p:cNvSpPr txBox="1"/>
          <p:nvPr/>
        </p:nvSpPr>
        <p:spPr>
          <a:xfrm>
            <a:off x="3106146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8621D1FF-70E1-423D-AEE4-9454B74905E0}"/>
              </a:ext>
            </a:extLst>
          </p:cNvPr>
          <p:cNvSpPr txBox="1"/>
          <p:nvPr/>
        </p:nvSpPr>
        <p:spPr>
          <a:xfrm>
            <a:off x="3106146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EFA12C40-4798-4910-A83E-6A6E662CC01C}"/>
              </a:ext>
            </a:extLst>
          </p:cNvPr>
          <p:cNvSpPr txBox="1"/>
          <p:nvPr/>
        </p:nvSpPr>
        <p:spPr>
          <a:xfrm>
            <a:off x="3106146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B1A55D4D-558B-4553-BEF7-069A15A2C17B}"/>
              </a:ext>
            </a:extLst>
          </p:cNvPr>
          <p:cNvSpPr txBox="1"/>
          <p:nvPr/>
        </p:nvSpPr>
        <p:spPr>
          <a:xfrm>
            <a:off x="3106146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DF164C2C-E7BE-4240-B840-41840AF3D83A}"/>
              </a:ext>
            </a:extLst>
          </p:cNvPr>
          <p:cNvSpPr txBox="1"/>
          <p:nvPr/>
        </p:nvSpPr>
        <p:spPr>
          <a:xfrm>
            <a:off x="3106146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FD09F386-7B13-4822-9B0F-FB9A5735FE97}"/>
              </a:ext>
            </a:extLst>
          </p:cNvPr>
          <p:cNvSpPr txBox="1"/>
          <p:nvPr/>
        </p:nvSpPr>
        <p:spPr>
          <a:xfrm>
            <a:off x="3106146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697E82E0-47CC-49E8-A8C1-B158865C9DD9}"/>
              </a:ext>
            </a:extLst>
          </p:cNvPr>
          <p:cNvSpPr txBox="1"/>
          <p:nvPr/>
        </p:nvSpPr>
        <p:spPr>
          <a:xfrm>
            <a:off x="3106146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FD582AD7-A353-4933-AD2D-6790281993FC}"/>
              </a:ext>
            </a:extLst>
          </p:cNvPr>
          <p:cNvSpPr txBox="1"/>
          <p:nvPr/>
        </p:nvSpPr>
        <p:spPr>
          <a:xfrm>
            <a:off x="3106146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E97D074F-A518-4F48-AFBC-1F864D49DEE1}"/>
              </a:ext>
            </a:extLst>
          </p:cNvPr>
          <p:cNvSpPr txBox="1"/>
          <p:nvPr/>
        </p:nvSpPr>
        <p:spPr>
          <a:xfrm>
            <a:off x="3106146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FD33309D-897A-4B2C-A97F-BF53316985DF}"/>
              </a:ext>
            </a:extLst>
          </p:cNvPr>
          <p:cNvSpPr txBox="1"/>
          <p:nvPr/>
        </p:nvSpPr>
        <p:spPr>
          <a:xfrm>
            <a:off x="3106146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E8040616-86B1-469D-9CC7-709D7C4F20B5}"/>
              </a:ext>
            </a:extLst>
          </p:cNvPr>
          <p:cNvSpPr txBox="1"/>
          <p:nvPr/>
        </p:nvSpPr>
        <p:spPr>
          <a:xfrm>
            <a:off x="3993313" y="9832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C14944A4-05AF-4FFA-93D6-FE38E5141F6C}"/>
              </a:ext>
            </a:extLst>
          </p:cNvPr>
          <p:cNvSpPr txBox="1"/>
          <p:nvPr/>
        </p:nvSpPr>
        <p:spPr>
          <a:xfrm>
            <a:off x="3993313" y="7648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D012509D-C00D-49AD-8332-D51375CAFC80}"/>
              </a:ext>
            </a:extLst>
          </p:cNvPr>
          <p:cNvSpPr txBox="1"/>
          <p:nvPr/>
        </p:nvSpPr>
        <p:spPr>
          <a:xfrm>
            <a:off x="3993313" y="12016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F9BBAD89-8794-410C-8520-4043E70196B4}"/>
              </a:ext>
            </a:extLst>
          </p:cNvPr>
          <p:cNvSpPr txBox="1"/>
          <p:nvPr/>
        </p:nvSpPr>
        <p:spPr>
          <a:xfrm>
            <a:off x="3993313" y="14200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7CB9ADFE-CFF9-4574-8E21-86C557ED36B5}"/>
              </a:ext>
            </a:extLst>
          </p:cNvPr>
          <p:cNvSpPr txBox="1"/>
          <p:nvPr/>
        </p:nvSpPr>
        <p:spPr>
          <a:xfrm>
            <a:off x="3993313" y="16385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B921FB62-EEBC-45C1-A98C-3DF998F01620}"/>
              </a:ext>
            </a:extLst>
          </p:cNvPr>
          <p:cNvSpPr txBox="1"/>
          <p:nvPr/>
        </p:nvSpPr>
        <p:spPr>
          <a:xfrm>
            <a:off x="3993313" y="207533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AD9EBCDA-3C32-4C90-83E2-0A7DC698F6E4}"/>
              </a:ext>
            </a:extLst>
          </p:cNvPr>
          <p:cNvSpPr txBox="1"/>
          <p:nvPr/>
        </p:nvSpPr>
        <p:spPr>
          <a:xfrm>
            <a:off x="3993313" y="185692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913C0FD-4272-4B33-A5E2-C25EBD264A20}"/>
              </a:ext>
            </a:extLst>
          </p:cNvPr>
          <p:cNvSpPr txBox="1"/>
          <p:nvPr/>
        </p:nvSpPr>
        <p:spPr>
          <a:xfrm>
            <a:off x="3993313" y="251215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14354DC4-A7D2-4EA9-9640-ADD02219FB2C}"/>
              </a:ext>
            </a:extLst>
          </p:cNvPr>
          <p:cNvSpPr txBox="1"/>
          <p:nvPr/>
        </p:nvSpPr>
        <p:spPr>
          <a:xfrm>
            <a:off x="3993313" y="229374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001CE82F-24D7-4A0B-82C5-9277472F6680}"/>
              </a:ext>
            </a:extLst>
          </p:cNvPr>
          <p:cNvSpPr txBox="1"/>
          <p:nvPr/>
        </p:nvSpPr>
        <p:spPr>
          <a:xfrm>
            <a:off x="3993313" y="273057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4E46B689-ABB1-48E6-8136-702328A844D9}"/>
              </a:ext>
            </a:extLst>
          </p:cNvPr>
          <p:cNvSpPr txBox="1"/>
          <p:nvPr/>
        </p:nvSpPr>
        <p:spPr>
          <a:xfrm>
            <a:off x="3993313" y="294898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spc="-15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B2A471D2-9E32-43DD-B5A8-B243F2231E61}"/>
              </a:ext>
            </a:extLst>
          </p:cNvPr>
          <p:cNvSpPr txBox="1"/>
          <p:nvPr/>
        </p:nvSpPr>
        <p:spPr>
          <a:xfrm>
            <a:off x="3993313" y="316739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AC6A7A37-0A19-4FC6-9582-3BCDD22E0653}"/>
              </a:ext>
            </a:extLst>
          </p:cNvPr>
          <p:cNvSpPr txBox="1"/>
          <p:nvPr/>
        </p:nvSpPr>
        <p:spPr>
          <a:xfrm>
            <a:off x="3993313" y="360421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FE95782-F11F-449B-9120-F37507EBCA03}"/>
              </a:ext>
            </a:extLst>
          </p:cNvPr>
          <p:cNvSpPr txBox="1"/>
          <p:nvPr/>
        </p:nvSpPr>
        <p:spPr>
          <a:xfrm>
            <a:off x="3993313" y="338580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8ACC9291-824B-482D-BE22-F40D61D9DBC4}"/>
              </a:ext>
            </a:extLst>
          </p:cNvPr>
          <p:cNvSpPr txBox="1"/>
          <p:nvPr/>
        </p:nvSpPr>
        <p:spPr>
          <a:xfrm>
            <a:off x="3993313" y="382263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C17DFBE4-80A9-4B85-A3DB-EA50FE7E8F4B}"/>
              </a:ext>
            </a:extLst>
          </p:cNvPr>
          <p:cNvSpPr txBox="1"/>
          <p:nvPr/>
        </p:nvSpPr>
        <p:spPr>
          <a:xfrm>
            <a:off x="3993313" y="404104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B982467D-A150-4732-90F5-B8E54ADE9977}"/>
              </a:ext>
            </a:extLst>
          </p:cNvPr>
          <p:cNvSpPr txBox="1"/>
          <p:nvPr/>
        </p:nvSpPr>
        <p:spPr>
          <a:xfrm>
            <a:off x="3993313" y="425945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7A872ED8-5238-4F17-9868-E4B8F635590B}"/>
              </a:ext>
            </a:extLst>
          </p:cNvPr>
          <p:cNvSpPr txBox="1"/>
          <p:nvPr/>
        </p:nvSpPr>
        <p:spPr>
          <a:xfrm>
            <a:off x="3993313" y="447786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EB6E4DCF-740F-4CC2-914F-CA1D02E11FDD}"/>
              </a:ext>
            </a:extLst>
          </p:cNvPr>
          <p:cNvSpPr txBox="1"/>
          <p:nvPr/>
        </p:nvSpPr>
        <p:spPr>
          <a:xfrm>
            <a:off x="3993313" y="469627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35372B2A-A017-4EC5-BA16-9F127F449BAF}"/>
              </a:ext>
            </a:extLst>
          </p:cNvPr>
          <p:cNvSpPr txBox="1"/>
          <p:nvPr/>
        </p:nvSpPr>
        <p:spPr>
          <a:xfrm>
            <a:off x="3993313" y="491469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0E1F3A7B-2222-4E84-978D-8102C7B6CE7B}"/>
              </a:ext>
            </a:extLst>
          </p:cNvPr>
          <p:cNvSpPr txBox="1"/>
          <p:nvPr/>
        </p:nvSpPr>
        <p:spPr>
          <a:xfrm>
            <a:off x="3993313" y="513310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B0526441-9DF9-4C31-AB98-706E67AA2620}"/>
              </a:ext>
            </a:extLst>
          </p:cNvPr>
          <p:cNvSpPr txBox="1"/>
          <p:nvPr/>
        </p:nvSpPr>
        <p:spPr>
          <a:xfrm>
            <a:off x="3993313" y="535151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C8364E94-4A50-4CE5-89F0-819391DBD549}"/>
              </a:ext>
            </a:extLst>
          </p:cNvPr>
          <p:cNvSpPr txBox="1"/>
          <p:nvPr/>
        </p:nvSpPr>
        <p:spPr>
          <a:xfrm>
            <a:off x="3993313" y="556992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469096E7-2547-4F50-A73C-8A0E05B88F30}"/>
              </a:ext>
            </a:extLst>
          </p:cNvPr>
          <p:cNvSpPr txBox="1"/>
          <p:nvPr/>
        </p:nvSpPr>
        <p:spPr>
          <a:xfrm>
            <a:off x="3993313" y="578833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2C8A4502-BFA7-4692-B1C2-80C4799FE879}"/>
              </a:ext>
            </a:extLst>
          </p:cNvPr>
          <p:cNvSpPr txBox="1"/>
          <p:nvPr/>
        </p:nvSpPr>
        <p:spPr>
          <a:xfrm>
            <a:off x="3993313" y="600675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67F04810-C55D-475B-B5C7-C2B217498A2F}"/>
              </a:ext>
            </a:extLst>
          </p:cNvPr>
          <p:cNvSpPr txBox="1"/>
          <p:nvPr/>
        </p:nvSpPr>
        <p:spPr>
          <a:xfrm>
            <a:off x="3993313" y="6225163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15888C22-26ED-4411-BF35-B02A682746E0}"/>
              </a:ext>
            </a:extLst>
          </p:cNvPr>
          <p:cNvSpPr txBox="1"/>
          <p:nvPr/>
        </p:nvSpPr>
        <p:spPr>
          <a:xfrm>
            <a:off x="3993313" y="6443575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7FA94FA9-CC44-4C5D-959D-2EE357CB9469}"/>
              </a:ext>
            </a:extLst>
          </p:cNvPr>
          <p:cNvSpPr txBox="1"/>
          <p:nvPr/>
        </p:nvSpPr>
        <p:spPr>
          <a:xfrm>
            <a:off x="3993313" y="6661987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A14FBE9C-715B-41E7-89CF-81F854B72306}"/>
              </a:ext>
            </a:extLst>
          </p:cNvPr>
          <p:cNvSpPr txBox="1"/>
          <p:nvPr/>
        </p:nvSpPr>
        <p:spPr>
          <a:xfrm>
            <a:off x="3993313" y="6880399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32C85C62-19DF-4AB4-9C8E-4494CE8E97BC}"/>
              </a:ext>
            </a:extLst>
          </p:cNvPr>
          <p:cNvSpPr txBox="1"/>
          <p:nvPr/>
        </p:nvSpPr>
        <p:spPr>
          <a:xfrm>
            <a:off x="3993313" y="7098811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CCE9748C-E4A9-484E-94D2-2B41FA006A0D}"/>
              </a:ext>
            </a:extLst>
          </p:cNvPr>
          <p:cNvSpPr txBox="1"/>
          <p:nvPr/>
        </p:nvSpPr>
        <p:spPr>
          <a:xfrm>
            <a:off x="4880479" y="7648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BE46332-8B0F-4596-AAEF-D81F032EA25E}"/>
              </a:ext>
            </a:extLst>
          </p:cNvPr>
          <p:cNvSpPr txBox="1"/>
          <p:nvPr/>
        </p:nvSpPr>
        <p:spPr>
          <a:xfrm>
            <a:off x="4880479" y="9832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BA67E842-6C57-4368-9B75-58998351873F}"/>
              </a:ext>
            </a:extLst>
          </p:cNvPr>
          <p:cNvSpPr txBox="1"/>
          <p:nvPr/>
        </p:nvSpPr>
        <p:spPr>
          <a:xfrm>
            <a:off x="4880479" y="12016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D9C5E19-EE6E-42BA-ACB2-4C6582EE0066}"/>
              </a:ext>
            </a:extLst>
          </p:cNvPr>
          <p:cNvSpPr txBox="1"/>
          <p:nvPr/>
        </p:nvSpPr>
        <p:spPr>
          <a:xfrm>
            <a:off x="4880479" y="16385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18C5884D-AFDC-4E3C-912E-8024B14F1946}"/>
              </a:ext>
            </a:extLst>
          </p:cNvPr>
          <p:cNvSpPr txBox="1"/>
          <p:nvPr/>
        </p:nvSpPr>
        <p:spPr>
          <a:xfrm>
            <a:off x="4880479" y="14200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0D449D3D-F3A7-4E72-8CED-2A2FC0DAE31E}"/>
              </a:ext>
            </a:extLst>
          </p:cNvPr>
          <p:cNvSpPr txBox="1"/>
          <p:nvPr/>
        </p:nvSpPr>
        <p:spPr>
          <a:xfrm>
            <a:off x="4880479" y="20753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180AF2DA-B767-4619-93F9-C25154934420}"/>
              </a:ext>
            </a:extLst>
          </p:cNvPr>
          <p:cNvSpPr txBox="1"/>
          <p:nvPr/>
        </p:nvSpPr>
        <p:spPr>
          <a:xfrm>
            <a:off x="4880479" y="18569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E17F6F8-D0A9-42AC-BC49-9F1220E927E4}"/>
              </a:ext>
            </a:extLst>
          </p:cNvPr>
          <p:cNvSpPr txBox="1"/>
          <p:nvPr/>
        </p:nvSpPr>
        <p:spPr>
          <a:xfrm>
            <a:off x="4880479" y="22937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56C13AE5-0B5F-4DAB-8B9D-D43EDC4DB17C}"/>
              </a:ext>
            </a:extLst>
          </p:cNvPr>
          <p:cNvSpPr txBox="1"/>
          <p:nvPr/>
        </p:nvSpPr>
        <p:spPr>
          <a:xfrm>
            <a:off x="4880479" y="25121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A4F3AF48-5B8C-4595-B042-F6345BA91D3A}"/>
              </a:ext>
            </a:extLst>
          </p:cNvPr>
          <p:cNvSpPr txBox="1"/>
          <p:nvPr/>
        </p:nvSpPr>
        <p:spPr>
          <a:xfrm>
            <a:off x="4880479" y="27305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68636633-B483-414F-991E-ED0B86082023}"/>
              </a:ext>
            </a:extLst>
          </p:cNvPr>
          <p:cNvSpPr txBox="1"/>
          <p:nvPr/>
        </p:nvSpPr>
        <p:spPr>
          <a:xfrm>
            <a:off x="4880479" y="31673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2C259D39-8BBF-40AA-BF15-7F64CEE128CA}"/>
              </a:ext>
            </a:extLst>
          </p:cNvPr>
          <p:cNvSpPr txBox="1"/>
          <p:nvPr/>
        </p:nvSpPr>
        <p:spPr>
          <a:xfrm>
            <a:off x="4880479" y="29489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BFB15759-D482-4B3D-B2F5-0B66214D4F9C}"/>
              </a:ext>
            </a:extLst>
          </p:cNvPr>
          <p:cNvSpPr txBox="1"/>
          <p:nvPr/>
        </p:nvSpPr>
        <p:spPr>
          <a:xfrm>
            <a:off x="4880479" y="33857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2219AB4F-63D8-4088-B450-DB42530DD89B}"/>
              </a:ext>
            </a:extLst>
          </p:cNvPr>
          <p:cNvSpPr txBox="1"/>
          <p:nvPr/>
        </p:nvSpPr>
        <p:spPr>
          <a:xfrm>
            <a:off x="4880479" y="36041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08070EF1-12EA-4A3D-A2AB-9E7395063F43}"/>
              </a:ext>
            </a:extLst>
          </p:cNvPr>
          <p:cNvSpPr txBox="1"/>
          <p:nvPr/>
        </p:nvSpPr>
        <p:spPr>
          <a:xfrm>
            <a:off x="4880479" y="38226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8AD405FA-84D6-4E1D-96BE-B0EE0CAD43C2}"/>
              </a:ext>
            </a:extLst>
          </p:cNvPr>
          <p:cNvSpPr txBox="1"/>
          <p:nvPr/>
        </p:nvSpPr>
        <p:spPr>
          <a:xfrm>
            <a:off x="4880479" y="40410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A530920B-8D7B-4ED4-B3DF-D25F4CBBDCDA}"/>
              </a:ext>
            </a:extLst>
          </p:cNvPr>
          <p:cNvSpPr txBox="1"/>
          <p:nvPr/>
        </p:nvSpPr>
        <p:spPr>
          <a:xfrm>
            <a:off x="4880479" y="42594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FA2F0B3D-10FA-4ACC-A86C-EA27579CF02A}"/>
              </a:ext>
            </a:extLst>
          </p:cNvPr>
          <p:cNvSpPr txBox="1"/>
          <p:nvPr/>
        </p:nvSpPr>
        <p:spPr>
          <a:xfrm>
            <a:off x="4880479" y="44778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2CE8976A-02CB-4791-80B7-861486E6E554}"/>
              </a:ext>
            </a:extLst>
          </p:cNvPr>
          <p:cNvSpPr txBox="1"/>
          <p:nvPr/>
        </p:nvSpPr>
        <p:spPr>
          <a:xfrm>
            <a:off x="4880479" y="46962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A7E4763A-5CD6-407A-B343-9559EEAAD9D7}"/>
              </a:ext>
            </a:extLst>
          </p:cNvPr>
          <p:cNvSpPr txBox="1"/>
          <p:nvPr/>
        </p:nvSpPr>
        <p:spPr>
          <a:xfrm>
            <a:off x="4880479" y="49146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6B3EBAED-6726-421E-88BE-56EAC0B9956E}"/>
              </a:ext>
            </a:extLst>
          </p:cNvPr>
          <p:cNvSpPr txBox="1"/>
          <p:nvPr/>
        </p:nvSpPr>
        <p:spPr>
          <a:xfrm>
            <a:off x="4880479" y="51330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A8832CA1-4107-4716-9146-208FD83767AA}"/>
              </a:ext>
            </a:extLst>
          </p:cNvPr>
          <p:cNvSpPr txBox="1"/>
          <p:nvPr/>
        </p:nvSpPr>
        <p:spPr>
          <a:xfrm>
            <a:off x="4880479" y="535147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5475A81-321E-47B7-9950-448069375628}"/>
              </a:ext>
            </a:extLst>
          </p:cNvPr>
          <p:cNvSpPr txBox="1"/>
          <p:nvPr/>
        </p:nvSpPr>
        <p:spPr>
          <a:xfrm>
            <a:off x="4880479" y="556988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FC7A02D7-FC40-47A0-952B-9F7D313CE037}"/>
              </a:ext>
            </a:extLst>
          </p:cNvPr>
          <p:cNvSpPr txBox="1"/>
          <p:nvPr/>
        </p:nvSpPr>
        <p:spPr>
          <a:xfrm>
            <a:off x="4880479" y="578829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307602EA-6793-433B-B5D4-3499318BF86E}"/>
              </a:ext>
            </a:extLst>
          </p:cNvPr>
          <p:cNvSpPr txBox="1"/>
          <p:nvPr/>
        </p:nvSpPr>
        <p:spPr>
          <a:xfrm>
            <a:off x="4880479" y="600670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일</a:t>
            </a:r>
            <a:r>
              <a:rPr lang="en-US" altLang="ko-KR" sz="600" dirty="0"/>
              <a:t>:</a:t>
            </a:r>
            <a:endParaRPr lang="ko-KR" altLang="en-US" sz="600" dirty="0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62723D31-908A-495B-A88F-481222C9C146}"/>
              </a:ext>
            </a:extLst>
          </p:cNvPr>
          <p:cNvSpPr txBox="1"/>
          <p:nvPr/>
        </p:nvSpPr>
        <p:spPr>
          <a:xfrm>
            <a:off x="4880479" y="622511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C8BBCF8E-D9B1-4251-B04D-7AE68B204150}"/>
              </a:ext>
            </a:extLst>
          </p:cNvPr>
          <p:cNvSpPr txBox="1"/>
          <p:nvPr/>
        </p:nvSpPr>
        <p:spPr>
          <a:xfrm>
            <a:off x="4880479" y="644352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화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A6D220FD-E3E4-45C1-908B-0D541AF4B21D}"/>
              </a:ext>
            </a:extLst>
          </p:cNvPr>
          <p:cNvSpPr txBox="1"/>
          <p:nvPr/>
        </p:nvSpPr>
        <p:spPr>
          <a:xfrm>
            <a:off x="4880479" y="666193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F9C952CD-184D-4B74-94CA-4FA7B541156D}"/>
              </a:ext>
            </a:extLst>
          </p:cNvPr>
          <p:cNvSpPr txBox="1"/>
          <p:nvPr/>
        </p:nvSpPr>
        <p:spPr>
          <a:xfrm>
            <a:off x="4880479" y="688034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72FE6AA6-7989-4157-9D60-B9D131DA4289}"/>
              </a:ext>
            </a:extLst>
          </p:cNvPr>
          <p:cNvSpPr txBox="1"/>
          <p:nvPr/>
        </p:nvSpPr>
        <p:spPr>
          <a:xfrm>
            <a:off x="4880479" y="709875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08AC0692-C83F-4628-98E5-BFA3C691D5AA}"/>
              </a:ext>
            </a:extLst>
          </p:cNvPr>
          <p:cNvSpPr txBox="1"/>
          <p:nvPr/>
        </p:nvSpPr>
        <p:spPr>
          <a:xfrm>
            <a:off x="4880479" y="7317162"/>
            <a:ext cx="137858" cy="1077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>
              <a:defRPr sz="70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sz="600" dirty="0"/>
              <a:t>토</a:t>
            </a:r>
            <a:r>
              <a:rPr lang="en-US" altLang="ko-KR" sz="600" dirty="0"/>
              <a:t>: </a:t>
            </a:r>
            <a:endParaRPr lang="ko-KR" altLang="en-US" sz="600" dirty="0"/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9EAB8F02-0758-4E1F-BF0E-AAD464B2CAA2}"/>
              </a:ext>
            </a:extLst>
          </p:cNvPr>
          <p:cNvSpPr txBox="1"/>
          <p:nvPr/>
        </p:nvSpPr>
        <p:spPr>
          <a:xfrm>
            <a:off x="235493" y="109602"/>
            <a:ext cx="1096454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Annual Plan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0E1D5F44-6D25-4D98-96AF-837D032F9A05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3A812895-D6BD-4DD3-BA8D-9989264EDF5A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5C15900B-86BB-456D-8CDB-36CCB57AE50E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2E511D00-7C8C-4103-A6C6-EAFDED6A1295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4" name="직사각형 493">
            <a:extLst>
              <a:ext uri="{FF2B5EF4-FFF2-40B4-BE49-F238E27FC236}">
                <a16:creationId xmlns:a16="http://schemas.microsoft.com/office/drawing/2014/main" id="{0D7ADAA2-ED2D-4A62-9243-F37FDE00FF94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4473CE04-367B-4AE8-84B3-8977BAEE68C8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51DB31A8-5CDE-4118-82DF-D1DCFFC51474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59C6FE1F-210A-4F01-8647-94BB76C0D647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7047F524-78F4-45C1-8F61-AC7A7C711FE6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EB76E6FA-90FC-4279-B544-62FA51F88E9A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D9016FA6-E62C-4345-8088-F18D333B1E9A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1" name="직사각형 500">
            <a:extLst>
              <a:ext uri="{FF2B5EF4-FFF2-40B4-BE49-F238E27FC236}">
                <a16:creationId xmlns:a16="http://schemas.microsoft.com/office/drawing/2014/main" id="{072B679E-8DA6-4854-8D8A-F53C60BD88A3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2" name="직사각형 501">
            <a:extLst>
              <a:ext uri="{FF2B5EF4-FFF2-40B4-BE49-F238E27FC236}">
                <a16:creationId xmlns:a16="http://schemas.microsoft.com/office/drawing/2014/main" id="{7E448CDB-EAF5-42FD-BCC9-64AECF7DBDF5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7EE818F9-C124-41F8-8131-6BCCE424EF51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4" name="직사각형 503">
            <a:extLst>
              <a:ext uri="{FF2B5EF4-FFF2-40B4-BE49-F238E27FC236}">
                <a16:creationId xmlns:a16="http://schemas.microsoft.com/office/drawing/2014/main" id="{88AD711E-E968-400E-ACC3-0BC92D4573D2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21A6EB4D-9627-46BF-81AC-A29FB3668672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8E001711-77C5-4EC2-ACC4-B0A472AFE07C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7" name="직사각형 506">
            <a:extLst>
              <a:ext uri="{FF2B5EF4-FFF2-40B4-BE49-F238E27FC236}">
                <a16:creationId xmlns:a16="http://schemas.microsoft.com/office/drawing/2014/main" id="{052AE45A-2136-47A5-9921-F4CDAA36721A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5ACF0D69-79E1-498A-A8AC-A24F86132CE9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5016CD50-B054-45A5-A116-3A82884F914B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532B91E7-A4CA-4314-8CC8-561F1D3880A5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4CD6F9DC-CA86-4181-8A04-61753AF8E405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D1F12939-07B4-4E04-A5E3-2B4883407738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F5DD4EBF-4115-4250-94EE-BC09916C656F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2D59A0DE-54CB-45AF-9C72-BC6515F8087C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A1F03A7E-C419-4BF1-A1F4-3B3046AE7220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77398F4D-5BC5-492C-83EE-EE26E3A2C5AC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16143D0-D8A6-4B8F-8F3A-FF96B586DBC0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533A13E8-518F-42E4-AE7F-47149987333B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DABC0FB6-F8B3-47AD-B947-F2F83A0885A1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F8A6449D-A0AA-4325-986F-0DBDCDB7FDC0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1" name="사각형: 둥근 위쪽 모서리 520">
            <a:hlinkClick r:id="rId2"/>
            <a:extLst>
              <a:ext uri="{FF2B5EF4-FFF2-40B4-BE49-F238E27FC236}">
                <a16:creationId xmlns:a16="http://schemas.microsoft.com/office/drawing/2014/main" id="{0120E89D-4BE3-4859-8CBE-E8BC2B0E1561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4808B94-D80C-46E2-9E3A-1226D8D76A53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0514710-8401-490B-BE8B-30D76A19C616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16E8452D-6682-4839-B227-DF80E628B671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FBEF68FD-D94B-4664-BBDE-83D507715124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49452AD1-8627-427D-9779-3894D9B7FEB3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9485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hlinkClick r:id="rId2" action="ppaction://hlinksldjump"/>
            <a:extLst>
              <a:ext uri="{FF2B5EF4-FFF2-40B4-BE49-F238E27FC236}">
                <a16:creationId xmlns:a16="http://schemas.microsoft.com/office/drawing/2014/main" id="{2F1A9119-F0AD-481E-BC76-AB5053CFB6E5}"/>
              </a:ext>
            </a:extLst>
          </p:cNvPr>
          <p:cNvSpPr/>
          <p:nvPr/>
        </p:nvSpPr>
        <p:spPr>
          <a:xfrm>
            <a:off x="255812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ko-KR" altLang="en-US" sz="90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B73CA93-2C23-4FF1-B95A-4F8B7B9EA7B1}"/>
              </a:ext>
            </a:extLst>
          </p:cNvPr>
          <p:cNvGrpSpPr/>
          <p:nvPr/>
        </p:nvGrpSpPr>
        <p:grpSpPr>
          <a:xfrm>
            <a:off x="228719" y="533400"/>
            <a:ext cx="5480107" cy="5197517"/>
            <a:chOff x="199877" y="533400"/>
            <a:chExt cx="5508950" cy="5197517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BEE357D-846B-472F-95E7-01C2523028B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54352" y="-1000874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52D0BE9-11EE-4DD4-A80E-F3725E02CCE4}"/>
                </a:ext>
              </a:extLst>
            </p:cNvPr>
            <p:cNvCxnSpPr/>
            <p:nvPr/>
          </p:nvCxnSpPr>
          <p:spPr>
            <a:xfrm rot="5400000">
              <a:off x="2954352" y="-6545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170FC15-E85C-491D-92D7-DE6C1D211EA0}"/>
                </a:ext>
              </a:extLst>
            </p:cNvPr>
            <p:cNvCxnSpPr/>
            <p:nvPr/>
          </p:nvCxnSpPr>
          <p:spPr>
            <a:xfrm rot="5400000">
              <a:off x="2954352" y="987786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2202067-043C-4257-8EEB-9225BFEE08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54352" y="1982114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BD1FCAC-1D4B-4021-8948-E35ACC77AD8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54352" y="2976442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0B92A44-01D7-4F90-902F-A3F17DF009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54352" y="-1995202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587B9735-0D86-4576-B540-3258547ED72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54353" y="-2221075"/>
              <a:ext cx="0" cy="5508949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C23704-0116-4E69-BF00-2FE06DE92E0E}"/>
              </a:ext>
            </a:extLst>
          </p:cNvPr>
          <p:cNvSpPr/>
          <p:nvPr/>
        </p:nvSpPr>
        <p:spPr>
          <a:xfrm>
            <a:off x="1075035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ko-KR" altLang="en-US" sz="90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6A658F-0E35-4290-9743-49400B62BBE9}"/>
              </a:ext>
            </a:extLst>
          </p:cNvPr>
          <p:cNvSpPr/>
          <p:nvPr/>
        </p:nvSpPr>
        <p:spPr>
          <a:xfrm>
            <a:off x="1912968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ko-KR" altLang="en-US" sz="90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EEF34E4-D527-4FA5-B394-FF26510FCA9C}"/>
              </a:ext>
            </a:extLst>
          </p:cNvPr>
          <p:cNvSpPr/>
          <p:nvPr/>
        </p:nvSpPr>
        <p:spPr>
          <a:xfrm>
            <a:off x="2750901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ko-KR" altLang="en-US" sz="90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CFAAA9-D882-48E1-A5C6-C5F042C97FF7}"/>
              </a:ext>
            </a:extLst>
          </p:cNvPr>
          <p:cNvSpPr/>
          <p:nvPr/>
        </p:nvSpPr>
        <p:spPr>
          <a:xfrm>
            <a:off x="3588833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ko-KR" altLang="en-US" sz="90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DF24A0-2E46-4A44-AD2E-C5E3AA5D0E1F}"/>
              </a:ext>
            </a:extLst>
          </p:cNvPr>
          <p:cNvSpPr/>
          <p:nvPr/>
        </p:nvSpPr>
        <p:spPr>
          <a:xfrm>
            <a:off x="4426767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F9FFB7-E6E0-4F8C-B1A9-3ED40ABB1303}"/>
              </a:ext>
            </a:extLst>
          </p:cNvPr>
          <p:cNvSpPr/>
          <p:nvPr/>
        </p:nvSpPr>
        <p:spPr>
          <a:xfrm>
            <a:off x="255812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CEEFB4-667B-4C2D-9167-57633E396622}"/>
              </a:ext>
            </a:extLst>
          </p:cNvPr>
          <p:cNvSpPr/>
          <p:nvPr/>
        </p:nvSpPr>
        <p:spPr>
          <a:xfrm>
            <a:off x="1075035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7752DC8-DA8F-4ED4-9C62-0C8E9CAEF115}"/>
              </a:ext>
            </a:extLst>
          </p:cNvPr>
          <p:cNvSpPr/>
          <p:nvPr/>
        </p:nvSpPr>
        <p:spPr>
          <a:xfrm>
            <a:off x="1912968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310B39-CDD9-4352-AB59-BB6D30ACBE4B}"/>
              </a:ext>
            </a:extLst>
          </p:cNvPr>
          <p:cNvSpPr/>
          <p:nvPr/>
        </p:nvSpPr>
        <p:spPr>
          <a:xfrm>
            <a:off x="2750901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3A9EC2B-3E45-4EFB-B785-253C0F9FC2B6}"/>
              </a:ext>
            </a:extLst>
          </p:cNvPr>
          <p:cNvSpPr/>
          <p:nvPr/>
        </p:nvSpPr>
        <p:spPr>
          <a:xfrm>
            <a:off x="3588833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86D639-574C-4551-8D86-514B82144615}"/>
              </a:ext>
            </a:extLst>
          </p:cNvPr>
          <p:cNvSpPr/>
          <p:nvPr/>
        </p:nvSpPr>
        <p:spPr>
          <a:xfrm>
            <a:off x="4426767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584EF7E-DB1E-4754-860C-9743A83A7115}"/>
              </a:ext>
            </a:extLst>
          </p:cNvPr>
          <p:cNvSpPr/>
          <p:nvPr/>
        </p:nvSpPr>
        <p:spPr>
          <a:xfrm>
            <a:off x="255812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C5C493-B584-496A-AD7D-5640B41D7E2D}"/>
              </a:ext>
            </a:extLst>
          </p:cNvPr>
          <p:cNvSpPr/>
          <p:nvPr/>
        </p:nvSpPr>
        <p:spPr>
          <a:xfrm>
            <a:off x="1075035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B3B0CC-00A7-4360-B6D4-6E0F0C878820}"/>
              </a:ext>
            </a:extLst>
          </p:cNvPr>
          <p:cNvSpPr/>
          <p:nvPr/>
        </p:nvSpPr>
        <p:spPr>
          <a:xfrm>
            <a:off x="1912968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C7D9BF-AA69-4F4B-9297-ECCD8245CC8F}"/>
              </a:ext>
            </a:extLst>
          </p:cNvPr>
          <p:cNvSpPr/>
          <p:nvPr/>
        </p:nvSpPr>
        <p:spPr>
          <a:xfrm>
            <a:off x="2750901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743BA1-A144-44FE-9E0B-5A012A2AD47C}"/>
              </a:ext>
            </a:extLst>
          </p:cNvPr>
          <p:cNvSpPr/>
          <p:nvPr/>
        </p:nvSpPr>
        <p:spPr>
          <a:xfrm>
            <a:off x="3588833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18B1CD-8174-404C-8437-7BCECC14667C}"/>
              </a:ext>
            </a:extLst>
          </p:cNvPr>
          <p:cNvSpPr/>
          <p:nvPr/>
        </p:nvSpPr>
        <p:spPr>
          <a:xfrm>
            <a:off x="4426767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49AB4B-2108-4148-A9AD-677674D64C2D}"/>
              </a:ext>
            </a:extLst>
          </p:cNvPr>
          <p:cNvSpPr/>
          <p:nvPr/>
        </p:nvSpPr>
        <p:spPr>
          <a:xfrm>
            <a:off x="255812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3A93F90-EF07-4902-A12B-9C5E2814203A}"/>
              </a:ext>
            </a:extLst>
          </p:cNvPr>
          <p:cNvSpPr/>
          <p:nvPr/>
        </p:nvSpPr>
        <p:spPr>
          <a:xfrm>
            <a:off x="1075035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BF8C1D-B7FC-4B1C-AF21-1D919B68A69E}"/>
              </a:ext>
            </a:extLst>
          </p:cNvPr>
          <p:cNvSpPr/>
          <p:nvPr/>
        </p:nvSpPr>
        <p:spPr>
          <a:xfrm>
            <a:off x="1912968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294675-F970-4980-9D37-62B5C5B01FBB}"/>
              </a:ext>
            </a:extLst>
          </p:cNvPr>
          <p:cNvSpPr/>
          <p:nvPr/>
        </p:nvSpPr>
        <p:spPr>
          <a:xfrm>
            <a:off x="2750901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87452FF-29A0-4384-BB18-33B723CEC541}"/>
              </a:ext>
            </a:extLst>
          </p:cNvPr>
          <p:cNvSpPr/>
          <p:nvPr/>
        </p:nvSpPr>
        <p:spPr>
          <a:xfrm>
            <a:off x="3588833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5F35ED7-8016-4385-BB62-FEC943AB9ECB}"/>
              </a:ext>
            </a:extLst>
          </p:cNvPr>
          <p:cNvSpPr/>
          <p:nvPr/>
        </p:nvSpPr>
        <p:spPr>
          <a:xfrm>
            <a:off x="4426767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FB121F-DE46-4176-91C6-151C354A7E61}"/>
              </a:ext>
            </a:extLst>
          </p:cNvPr>
          <p:cNvSpPr/>
          <p:nvPr/>
        </p:nvSpPr>
        <p:spPr>
          <a:xfrm>
            <a:off x="255812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916CB38-8371-4D6F-989F-51DAD5966C1C}"/>
              </a:ext>
            </a:extLst>
          </p:cNvPr>
          <p:cNvSpPr/>
          <p:nvPr/>
        </p:nvSpPr>
        <p:spPr>
          <a:xfrm>
            <a:off x="1075035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F9A97A6-51EB-408C-9491-4FC85B8C6A55}"/>
              </a:ext>
            </a:extLst>
          </p:cNvPr>
          <p:cNvSpPr/>
          <p:nvPr/>
        </p:nvSpPr>
        <p:spPr>
          <a:xfrm>
            <a:off x="1912968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0CA3E0E-DE0F-4C7B-8CC4-9D2F8B62AAE9}"/>
              </a:ext>
            </a:extLst>
          </p:cNvPr>
          <p:cNvSpPr/>
          <p:nvPr/>
        </p:nvSpPr>
        <p:spPr>
          <a:xfrm>
            <a:off x="2750901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8580752-38A2-426F-A8A8-14CD70B42C4F}"/>
              </a:ext>
            </a:extLst>
          </p:cNvPr>
          <p:cNvSpPr/>
          <p:nvPr/>
        </p:nvSpPr>
        <p:spPr>
          <a:xfrm>
            <a:off x="3588833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695A15C-5068-408C-9989-018E200933E6}"/>
              </a:ext>
            </a:extLst>
          </p:cNvPr>
          <p:cNvSpPr/>
          <p:nvPr/>
        </p:nvSpPr>
        <p:spPr>
          <a:xfrm>
            <a:off x="4426767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8344BA-8539-4B4F-A15A-41A2D4601F7D}"/>
              </a:ext>
            </a:extLst>
          </p:cNvPr>
          <p:cNvSpPr txBox="1"/>
          <p:nvPr/>
        </p:nvSpPr>
        <p:spPr>
          <a:xfrm>
            <a:off x="382432" y="590168"/>
            <a:ext cx="511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Mon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679A63-2A57-4577-B31A-2F49229B7307}"/>
              </a:ext>
            </a:extLst>
          </p:cNvPr>
          <p:cNvSpPr txBox="1"/>
          <p:nvPr/>
        </p:nvSpPr>
        <p:spPr>
          <a:xfrm>
            <a:off x="1211010" y="590168"/>
            <a:ext cx="511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Tue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A685D7-5CC4-447F-B259-C0AB2E42A9AA}"/>
              </a:ext>
            </a:extLst>
          </p:cNvPr>
          <p:cNvSpPr txBox="1"/>
          <p:nvPr/>
        </p:nvSpPr>
        <p:spPr>
          <a:xfrm>
            <a:off x="2048943" y="590168"/>
            <a:ext cx="511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Wed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48460C-8FB5-480B-BDB3-D3797423EF27}"/>
              </a:ext>
            </a:extLst>
          </p:cNvPr>
          <p:cNvSpPr txBox="1"/>
          <p:nvPr/>
        </p:nvSpPr>
        <p:spPr>
          <a:xfrm>
            <a:off x="2886875" y="590168"/>
            <a:ext cx="511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Thu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01C676-1636-4B29-823C-D7B541CC41D6}"/>
              </a:ext>
            </a:extLst>
          </p:cNvPr>
          <p:cNvSpPr txBox="1"/>
          <p:nvPr/>
        </p:nvSpPr>
        <p:spPr>
          <a:xfrm>
            <a:off x="3724808" y="590168"/>
            <a:ext cx="511799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Fri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4905EE-F41D-4207-9FEA-4B6C4551C8A3}"/>
              </a:ext>
            </a:extLst>
          </p:cNvPr>
          <p:cNvSpPr txBox="1"/>
          <p:nvPr/>
        </p:nvSpPr>
        <p:spPr>
          <a:xfrm>
            <a:off x="4521040" y="590168"/>
            <a:ext cx="410284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rgbClr val="FF669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Sat</a:t>
            </a:r>
            <a:endParaRPr lang="ko-KR" altLang="en-US" sz="849" b="1" dirty="0">
              <a:solidFill>
                <a:srgbClr val="FF6699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4D0FA4-647B-45B2-A869-7920F8B5F6DC}"/>
              </a:ext>
            </a:extLst>
          </p:cNvPr>
          <p:cNvSpPr/>
          <p:nvPr/>
        </p:nvSpPr>
        <p:spPr>
          <a:xfrm>
            <a:off x="5079782" y="78033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AE81CF4-8BAA-4C83-A4FC-19CA26B41DB5}"/>
              </a:ext>
            </a:extLst>
          </p:cNvPr>
          <p:cNvSpPr/>
          <p:nvPr/>
        </p:nvSpPr>
        <p:spPr>
          <a:xfrm>
            <a:off x="5079782" y="1776266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1FED337-5212-4E84-BDD6-A2F7C5EB17EA}"/>
              </a:ext>
            </a:extLst>
          </p:cNvPr>
          <p:cNvSpPr/>
          <p:nvPr/>
        </p:nvSpPr>
        <p:spPr>
          <a:xfrm>
            <a:off x="5079782" y="2770592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C8C5BEC-9966-40E9-9D5B-0935FAB6D248}"/>
              </a:ext>
            </a:extLst>
          </p:cNvPr>
          <p:cNvSpPr/>
          <p:nvPr/>
        </p:nvSpPr>
        <p:spPr>
          <a:xfrm>
            <a:off x="5079782" y="3764920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hlinkClick r:id="" action="ppaction://noaction"/>
            <a:extLst>
              <a:ext uri="{FF2B5EF4-FFF2-40B4-BE49-F238E27FC236}">
                <a16:creationId xmlns:a16="http://schemas.microsoft.com/office/drawing/2014/main" id="{1A62A34D-F259-4E0F-9680-ED27A82418CF}"/>
              </a:ext>
            </a:extLst>
          </p:cNvPr>
          <p:cNvSpPr/>
          <p:nvPr/>
        </p:nvSpPr>
        <p:spPr>
          <a:xfrm>
            <a:off x="5079782" y="4759153"/>
            <a:ext cx="144008" cy="144008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rgbClr val="FF6699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endParaRPr lang="ko-KR" altLang="en-US" sz="900" dirty="0">
              <a:solidFill>
                <a:srgbClr val="FF6699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2C7145-4935-4EFA-B620-B8EBA9A92AC4}"/>
              </a:ext>
            </a:extLst>
          </p:cNvPr>
          <p:cNvSpPr txBox="1"/>
          <p:nvPr/>
        </p:nvSpPr>
        <p:spPr>
          <a:xfrm>
            <a:off x="5156380" y="590168"/>
            <a:ext cx="445635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49" b="1" dirty="0">
                <a:solidFill>
                  <a:srgbClr val="FF669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</a:t>
            </a:r>
            <a:endParaRPr lang="ko-KR" altLang="en-US" sz="849" b="1" dirty="0">
              <a:solidFill>
                <a:srgbClr val="FF6699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BEBD5B-7D67-4ADC-9790-7507E724D999}"/>
              </a:ext>
            </a:extLst>
          </p:cNvPr>
          <p:cNvSpPr txBox="1"/>
          <p:nvPr/>
        </p:nvSpPr>
        <p:spPr>
          <a:xfrm>
            <a:off x="235493" y="109602"/>
            <a:ext cx="684483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January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B1E0DC6-07ED-4DD8-9F11-259164CD976C}"/>
              </a:ext>
            </a:extLst>
          </p:cNvPr>
          <p:cNvCxnSpPr>
            <a:cxnSpLocks/>
          </p:cNvCxnSpPr>
          <p:nvPr/>
        </p:nvCxnSpPr>
        <p:spPr>
          <a:xfrm>
            <a:off x="230187" y="7487031"/>
            <a:ext cx="5475519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2A92BFD-4132-4592-9E80-0CE419BBEEC8}"/>
              </a:ext>
            </a:extLst>
          </p:cNvPr>
          <p:cNvCxnSpPr>
            <a:cxnSpLocks/>
          </p:cNvCxnSpPr>
          <p:nvPr/>
        </p:nvCxnSpPr>
        <p:spPr>
          <a:xfrm>
            <a:off x="230187" y="6316289"/>
            <a:ext cx="54755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C257FB0D-4149-418E-AA6F-AC670F35EB23}"/>
              </a:ext>
            </a:extLst>
          </p:cNvPr>
          <p:cNvCxnSpPr>
            <a:cxnSpLocks/>
          </p:cNvCxnSpPr>
          <p:nvPr/>
        </p:nvCxnSpPr>
        <p:spPr>
          <a:xfrm>
            <a:off x="230187" y="6023603"/>
            <a:ext cx="54755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B10FE751-28FE-4CD1-B302-A945BCA10991}"/>
              </a:ext>
            </a:extLst>
          </p:cNvPr>
          <p:cNvCxnSpPr>
            <a:cxnSpLocks/>
          </p:cNvCxnSpPr>
          <p:nvPr/>
        </p:nvCxnSpPr>
        <p:spPr>
          <a:xfrm>
            <a:off x="230187" y="6901661"/>
            <a:ext cx="54755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BEDB23C0-5342-43D4-A800-7C29AF4F1F0D}"/>
              </a:ext>
            </a:extLst>
          </p:cNvPr>
          <p:cNvCxnSpPr>
            <a:cxnSpLocks/>
          </p:cNvCxnSpPr>
          <p:nvPr/>
        </p:nvCxnSpPr>
        <p:spPr>
          <a:xfrm>
            <a:off x="230187" y="6608975"/>
            <a:ext cx="54755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A6206F46-D230-4617-ADD5-2B921585A057}"/>
              </a:ext>
            </a:extLst>
          </p:cNvPr>
          <p:cNvCxnSpPr>
            <a:cxnSpLocks/>
          </p:cNvCxnSpPr>
          <p:nvPr/>
        </p:nvCxnSpPr>
        <p:spPr>
          <a:xfrm>
            <a:off x="230187" y="7194347"/>
            <a:ext cx="547551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75B0911-D4F2-4636-97D6-2AE1F3B62060}"/>
              </a:ext>
            </a:extLst>
          </p:cNvPr>
          <p:cNvCxnSpPr>
            <a:cxnSpLocks/>
          </p:cNvCxnSpPr>
          <p:nvPr/>
        </p:nvCxnSpPr>
        <p:spPr>
          <a:xfrm>
            <a:off x="1047943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A35040-07DE-4C01-A305-9FF880EE69FE}"/>
              </a:ext>
            </a:extLst>
          </p:cNvPr>
          <p:cNvCxnSpPr>
            <a:cxnSpLocks/>
          </p:cNvCxnSpPr>
          <p:nvPr/>
        </p:nvCxnSpPr>
        <p:spPr>
          <a:xfrm>
            <a:off x="1885876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492AE7F-B6D9-42AD-ABDE-00BF874E5D82}"/>
              </a:ext>
            </a:extLst>
          </p:cNvPr>
          <p:cNvCxnSpPr>
            <a:cxnSpLocks/>
          </p:cNvCxnSpPr>
          <p:nvPr/>
        </p:nvCxnSpPr>
        <p:spPr>
          <a:xfrm>
            <a:off x="2723809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ED58324-7B66-4CC5-8FEF-E02979D8A308}"/>
              </a:ext>
            </a:extLst>
          </p:cNvPr>
          <p:cNvCxnSpPr>
            <a:cxnSpLocks/>
          </p:cNvCxnSpPr>
          <p:nvPr/>
        </p:nvCxnSpPr>
        <p:spPr>
          <a:xfrm>
            <a:off x="3561741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DB2CC08-ADE0-4113-8553-BBF7F352A1DF}"/>
              </a:ext>
            </a:extLst>
          </p:cNvPr>
          <p:cNvCxnSpPr>
            <a:cxnSpLocks/>
          </p:cNvCxnSpPr>
          <p:nvPr/>
        </p:nvCxnSpPr>
        <p:spPr>
          <a:xfrm>
            <a:off x="4399675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74CD6BA-68E1-4CF5-99D1-895A659EE3B1}"/>
              </a:ext>
            </a:extLst>
          </p:cNvPr>
          <p:cNvCxnSpPr>
            <a:cxnSpLocks/>
          </p:cNvCxnSpPr>
          <p:nvPr/>
        </p:nvCxnSpPr>
        <p:spPr>
          <a:xfrm>
            <a:off x="5052690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F1D81A63-6D73-4908-A62F-C082AAD9E90D}"/>
              </a:ext>
            </a:extLst>
          </p:cNvPr>
          <p:cNvCxnSpPr>
            <a:cxnSpLocks/>
          </p:cNvCxnSpPr>
          <p:nvPr/>
        </p:nvCxnSpPr>
        <p:spPr>
          <a:xfrm>
            <a:off x="228720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0EC5B4C-50F0-45F7-9739-F2E60B253753}"/>
              </a:ext>
            </a:extLst>
          </p:cNvPr>
          <p:cNvCxnSpPr>
            <a:cxnSpLocks/>
          </p:cNvCxnSpPr>
          <p:nvPr/>
        </p:nvCxnSpPr>
        <p:spPr>
          <a:xfrm>
            <a:off x="5705706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F47778D-4501-4CC6-B647-1B1D6974AA15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246734E-BB01-4873-9D6B-AC18D930F64B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CBA1169-8EB7-4825-AF18-DBE2E6D9DB62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4950525-C394-4FE0-9A67-487984E876D9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E3E96D2-DCC9-4AE9-9C04-6707C30B9AFD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BC48D4A-8C66-4404-B6B7-04F3D5C50917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7AF671B-8CA0-4924-9E40-AD733014DF5D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13467F2-5F9B-4C28-994D-F7348C8A76F4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701F777-E6E3-49A2-9928-6B58D540FD9B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7DF5FF3-77ED-4D8E-BF12-FB390BDEADD6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132BB9D-93B5-4857-ABE9-C7601C2A3213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2AF1FF8-F760-4F28-A74D-1AB7597E868E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D22282A-72D5-4807-AA1D-B57DCBCB19C4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BE0BD77-D571-4E71-B0E9-BF7CD359D74B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D021030-26E4-4467-A4F1-736087C24CDD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0FE54AF-F8E4-4A2D-935B-0AF22C4D000B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1494FD01-FBB1-439B-AA8A-A6F52355703C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68B59AB-B437-430C-BCC0-6030035E1D61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79A9E0-9FCC-41F6-B9E2-CBD18FE9ECE2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EC9DA0-DF45-4153-A40F-31790A8C15AF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D7667B1-914E-41D0-8C3C-3454FBA08090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8498D9-E4AA-4A37-8BDE-F213081C7EE3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2EE9E55-F0C2-48D9-B311-A93D5332BAD9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B845748-71C4-441C-BAAE-EDC861268AD1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C46EFF-5BE2-4790-96B8-C1D019AA2A69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D3FB58F-8176-4614-B34B-074D4BC2BDFF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96FF35-C943-48C2-9FCF-180699530977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B70D6E-4488-4F76-99DB-DD54854DEA25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FF3A062-20A4-461C-AD62-3ABB6478EBBC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988B1A9-904C-482C-9F56-330C8FDAEEE2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8053E0-938C-4039-AA40-E492662441BD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사각형: 둥근 위쪽 모서리 106">
            <a:hlinkClick r:id="rId3"/>
            <a:extLst>
              <a:ext uri="{FF2B5EF4-FFF2-40B4-BE49-F238E27FC236}">
                <a16:creationId xmlns:a16="http://schemas.microsoft.com/office/drawing/2014/main" id="{8DAB91CD-779E-4D66-B593-8D12729BD588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08FF2C8-6873-4ADF-8F2B-7EE8DDFB187F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B217A2D-1C62-4ED2-B044-88F283AABBFE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2228069-4F4C-4965-9151-446D14F23E72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52F8312-901F-433B-AB17-B390FAE89A99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8ACE32E-0254-49B1-87BC-164AACE3D583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998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721C1641-D05A-44DF-B2BF-BC138509D303}"/>
              </a:ext>
            </a:extLst>
          </p:cNvPr>
          <p:cNvSpPr txBox="1"/>
          <p:nvPr/>
        </p:nvSpPr>
        <p:spPr>
          <a:xfrm>
            <a:off x="2625339" y="569386"/>
            <a:ext cx="651853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To-Do</a:t>
            </a:r>
            <a:endParaRPr lang="ko-KR" altLang="en-US" sz="84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8FE8A0-3503-4EA2-AD10-CB66A443239C}"/>
              </a:ext>
            </a:extLst>
          </p:cNvPr>
          <p:cNvSpPr txBox="1"/>
          <p:nvPr/>
        </p:nvSpPr>
        <p:spPr>
          <a:xfrm>
            <a:off x="223560" y="429221"/>
            <a:ext cx="149752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✓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완료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→ 변경 </a:t>
            </a:r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 × </a:t>
            </a:r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8596616-27B7-4050-9799-7BD7A95C531A}"/>
              </a:ext>
            </a:extLst>
          </p:cNvPr>
          <p:cNvSpPr txBox="1"/>
          <p:nvPr/>
        </p:nvSpPr>
        <p:spPr>
          <a:xfrm>
            <a:off x="4509669" y="402255"/>
            <a:ext cx="1192634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2022. 01. 01. </a:t>
            </a:r>
            <a:r>
              <a: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토</a:t>
            </a:r>
            <a:r>
              <a:rPr lang="en-US" altLang="ko-KR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         .</a:t>
            </a:r>
            <a:endParaRPr lang="ko-KR" altLang="en-US" sz="84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27921E7-7D1A-4A18-BCD6-7AC459AAA7C0}"/>
              </a:ext>
            </a:extLst>
          </p:cNvPr>
          <p:cNvSpPr/>
          <p:nvPr/>
        </p:nvSpPr>
        <p:spPr>
          <a:xfrm>
            <a:off x="252615" y="8050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AEA0456-36DF-4D26-A08D-16C3B6CDAA36}"/>
              </a:ext>
            </a:extLst>
          </p:cNvPr>
          <p:cNvSpPr/>
          <p:nvPr/>
        </p:nvSpPr>
        <p:spPr>
          <a:xfrm>
            <a:off x="252615" y="10644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7686828-FD88-4072-9E42-E5F9896B185C}"/>
              </a:ext>
            </a:extLst>
          </p:cNvPr>
          <p:cNvSpPr/>
          <p:nvPr/>
        </p:nvSpPr>
        <p:spPr>
          <a:xfrm>
            <a:off x="252615" y="132381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FDC2270-BF9B-415C-B153-461D18CFC4A4}"/>
              </a:ext>
            </a:extLst>
          </p:cNvPr>
          <p:cNvSpPr/>
          <p:nvPr/>
        </p:nvSpPr>
        <p:spPr>
          <a:xfrm>
            <a:off x="252615" y="158319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39E618-EDC0-4FA1-BCA6-DF0106EFC69F}"/>
              </a:ext>
            </a:extLst>
          </p:cNvPr>
          <p:cNvSpPr/>
          <p:nvPr/>
        </p:nvSpPr>
        <p:spPr>
          <a:xfrm>
            <a:off x="252615" y="18425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F0BA88D-4E32-4F41-AB49-E386B92E6E82}"/>
              </a:ext>
            </a:extLst>
          </p:cNvPr>
          <p:cNvSpPr/>
          <p:nvPr/>
        </p:nvSpPr>
        <p:spPr>
          <a:xfrm>
            <a:off x="252615" y="21019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03EEFF8-8A77-4BC5-828E-B50EEFBC6D26}"/>
              </a:ext>
            </a:extLst>
          </p:cNvPr>
          <p:cNvSpPr/>
          <p:nvPr/>
        </p:nvSpPr>
        <p:spPr>
          <a:xfrm>
            <a:off x="252615" y="236131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264F4F9-65B0-4407-AD91-BC5D7EAFA968}"/>
              </a:ext>
            </a:extLst>
          </p:cNvPr>
          <p:cNvSpPr/>
          <p:nvPr/>
        </p:nvSpPr>
        <p:spPr>
          <a:xfrm>
            <a:off x="252615" y="262069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CA87D20-45D5-41CD-B53D-21CC3F50AAC4}"/>
              </a:ext>
            </a:extLst>
          </p:cNvPr>
          <p:cNvSpPr/>
          <p:nvPr/>
        </p:nvSpPr>
        <p:spPr>
          <a:xfrm>
            <a:off x="252615" y="28800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B312995-1895-43C3-8640-8BDB70E8C364}"/>
              </a:ext>
            </a:extLst>
          </p:cNvPr>
          <p:cNvSpPr/>
          <p:nvPr/>
        </p:nvSpPr>
        <p:spPr>
          <a:xfrm>
            <a:off x="252615" y="31394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B82887E-D2A4-44B8-882A-32357801BBFD}"/>
              </a:ext>
            </a:extLst>
          </p:cNvPr>
          <p:cNvSpPr/>
          <p:nvPr/>
        </p:nvSpPr>
        <p:spPr>
          <a:xfrm>
            <a:off x="252615" y="339881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BBD587F-FA28-43D7-9625-23F49AEE8366}"/>
              </a:ext>
            </a:extLst>
          </p:cNvPr>
          <p:cNvSpPr/>
          <p:nvPr/>
        </p:nvSpPr>
        <p:spPr>
          <a:xfrm>
            <a:off x="252615" y="365819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2EE41E-4B16-4750-82A3-644FD5841D50}"/>
              </a:ext>
            </a:extLst>
          </p:cNvPr>
          <p:cNvSpPr/>
          <p:nvPr/>
        </p:nvSpPr>
        <p:spPr>
          <a:xfrm>
            <a:off x="252615" y="39175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61DDD3E-BCA1-4FB5-B428-3876A4701DDF}"/>
              </a:ext>
            </a:extLst>
          </p:cNvPr>
          <p:cNvSpPr/>
          <p:nvPr/>
        </p:nvSpPr>
        <p:spPr>
          <a:xfrm>
            <a:off x="252615" y="41769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E797744-B0F2-46B3-98AA-506AC462C522}"/>
              </a:ext>
            </a:extLst>
          </p:cNvPr>
          <p:cNvSpPr/>
          <p:nvPr/>
        </p:nvSpPr>
        <p:spPr>
          <a:xfrm>
            <a:off x="252615" y="443631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73BB1E3-C9EB-4FD4-8E8B-455CE514EAA2}"/>
              </a:ext>
            </a:extLst>
          </p:cNvPr>
          <p:cNvSpPr/>
          <p:nvPr/>
        </p:nvSpPr>
        <p:spPr>
          <a:xfrm>
            <a:off x="252615" y="469569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D6F0D98-CBB0-49C2-814A-FCBB5938B76B}"/>
              </a:ext>
            </a:extLst>
          </p:cNvPr>
          <p:cNvSpPr/>
          <p:nvPr/>
        </p:nvSpPr>
        <p:spPr>
          <a:xfrm>
            <a:off x="252615" y="49550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3BCEAF7-ADAA-4A25-A329-A97826DBB1B9}"/>
              </a:ext>
            </a:extLst>
          </p:cNvPr>
          <p:cNvSpPr/>
          <p:nvPr/>
        </p:nvSpPr>
        <p:spPr>
          <a:xfrm>
            <a:off x="252615" y="52144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BBCE8E-0EB9-4415-B9DA-CFF8DCDD5B23}"/>
              </a:ext>
            </a:extLst>
          </p:cNvPr>
          <p:cNvSpPr/>
          <p:nvPr/>
        </p:nvSpPr>
        <p:spPr>
          <a:xfrm>
            <a:off x="252615" y="547381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07C5082-4C36-41D1-8976-40FA4C409A4C}"/>
              </a:ext>
            </a:extLst>
          </p:cNvPr>
          <p:cNvSpPr/>
          <p:nvPr/>
        </p:nvSpPr>
        <p:spPr>
          <a:xfrm>
            <a:off x="252615" y="573319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066D40-057E-459A-8F65-88FF1600A22E}"/>
              </a:ext>
            </a:extLst>
          </p:cNvPr>
          <p:cNvSpPr/>
          <p:nvPr/>
        </p:nvSpPr>
        <p:spPr>
          <a:xfrm>
            <a:off x="2743636" y="804638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B56AE39-2248-4F6E-81EC-19AB12146F47}"/>
              </a:ext>
            </a:extLst>
          </p:cNvPr>
          <p:cNvSpPr/>
          <p:nvPr/>
        </p:nvSpPr>
        <p:spPr>
          <a:xfrm>
            <a:off x="2743636" y="1064029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EFF72D-FD6A-44C4-9C96-437ADE117525}"/>
              </a:ext>
            </a:extLst>
          </p:cNvPr>
          <p:cNvSpPr/>
          <p:nvPr/>
        </p:nvSpPr>
        <p:spPr>
          <a:xfrm>
            <a:off x="2743636" y="1323420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C6A66A6-5980-4A74-93B6-63F8DD000D22}"/>
              </a:ext>
            </a:extLst>
          </p:cNvPr>
          <p:cNvSpPr/>
          <p:nvPr/>
        </p:nvSpPr>
        <p:spPr>
          <a:xfrm>
            <a:off x="2743636" y="1582811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D0FF593-134D-484E-A662-A16A3B9484E1}"/>
              </a:ext>
            </a:extLst>
          </p:cNvPr>
          <p:cNvSpPr/>
          <p:nvPr/>
        </p:nvSpPr>
        <p:spPr>
          <a:xfrm>
            <a:off x="2743636" y="184220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160F5BB-A3DA-426B-8447-E39C14751813}"/>
              </a:ext>
            </a:extLst>
          </p:cNvPr>
          <p:cNvSpPr/>
          <p:nvPr/>
        </p:nvSpPr>
        <p:spPr>
          <a:xfrm>
            <a:off x="2743636" y="2101593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6243B8F-4E4B-446C-9A67-B829D9B350BC}"/>
              </a:ext>
            </a:extLst>
          </p:cNvPr>
          <p:cNvSpPr/>
          <p:nvPr/>
        </p:nvSpPr>
        <p:spPr>
          <a:xfrm>
            <a:off x="2743636" y="2360984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2BBBD46-F41D-40F9-88FA-DB8015D8BC0D}"/>
              </a:ext>
            </a:extLst>
          </p:cNvPr>
          <p:cNvSpPr/>
          <p:nvPr/>
        </p:nvSpPr>
        <p:spPr>
          <a:xfrm>
            <a:off x="2743636" y="2620375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88D1B69-CD2A-4606-B3F7-42D336CFFCBB}"/>
              </a:ext>
            </a:extLst>
          </p:cNvPr>
          <p:cNvSpPr/>
          <p:nvPr/>
        </p:nvSpPr>
        <p:spPr>
          <a:xfrm>
            <a:off x="2743636" y="2879766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5C5E432-EB4B-4689-B67F-8A0158CC5098}"/>
              </a:ext>
            </a:extLst>
          </p:cNvPr>
          <p:cNvSpPr/>
          <p:nvPr/>
        </p:nvSpPr>
        <p:spPr>
          <a:xfrm>
            <a:off x="2743636" y="313915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39ABE6E-E8E6-455A-BD7C-F3AAD62F1667}"/>
              </a:ext>
            </a:extLst>
          </p:cNvPr>
          <p:cNvSpPr/>
          <p:nvPr/>
        </p:nvSpPr>
        <p:spPr>
          <a:xfrm>
            <a:off x="2743636" y="3398548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87144AC-0964-4966-A2FC-685A7663C387}"/>
              </a:ext>
            </a:extLst>
          </p:cNvPr>
          <p:cNvSpPr/>
          <p:nvPr/>
        </p:nvSpPr>
        <p:spPr>
          <a:xfrm>
            <a:off x="2743636" y="3657939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EE8ECA2-D389-4EEA-A344-DD67C6FC4617}"/>
              </a:ext>
            </a:extLst>
          </p:cNvPr>
          <p:cNvSpPr/>
          <p:nvPr/>
        </p:nvSpPr>
        <p:spPr>
          <a:xfrm>
            <a:off x="2743636" y="3917330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A438CD9-3EF4-46C8-AA81-D005C82ED3ED}"/>
              </a:ext>
            </a:extLst>
          </p:cNvPr>
          <p:cNvSpPr/>
          <p:nvPr/>
        </p:nvSpPr>
        <p:spPr>
          <a:xfrm>
            <a:off x="2743636" y="4176721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639E1ED-1286-44F1-92EE-117BD17FAA83}"/>
              </a:ext>
            </a:extLst>
          </p:cNvPr>
          <p:cNvSpPr/>
          <p:nvPr/>
        </p:nvSpPr>
        <p:spPr>
          <a:xfrm>
            <a:off x="2743636" y="443611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0F7C4F9-4F67-4CF1-B0D5-81A43F231887}"/>
              </a:ext>
            </a:extLst>
          </p:cNvPr>
          <p:cNvSpPr/>
          <p:nvPr/>
        </p:nvSpPr>
        <p:spPr>
          <a:xfrm>
            <a:off x="2743636" y="4695503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A76AF7C-42ED-44C1-AA69-0F13FE6C0A86}"/>
              </a:ext>
            </a:extLst>
          </p:cNvPr>
          <p:cNvSpPr/>
          <p:nvPr/>
        </p:nvSpPr>
        <p:spPr>
          <a:xfrm>
            <a:off x="2743636" y="4954894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BC115BB-30EC-43AA-9EB1-6799657AA862}"/>
              </a:ext>
            </a:extLst>
          </p:cNvPr>
          <p:cNvSpPr/>
          <p:nvPr/>
        </p:nvSpPr>
        <p:spPr>
          <a:xfrm>
            <a:off x="2743636" y="5214285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2DA308D-6C4F-45A9-8AF9-376B8DA3C593}"/>
              </a:ext>
            </a:extLst>
          </p:cNvPr>
          <p:cNvSpPr/>
          <p:nvPr/>
        </p:nvSpPr>
        <p:spPr>
          <a:xfrm>
            <a:off x="2743636" y="5473676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7EA8848-792A-47A6-8EB2-D956F21E4820}"/>
              </a:ext>
            </a:extLst>
          </p:cNvPr>
          <p:cNvSpPr/>
          <p:nvPr/>
        </p:nvSpPr>
        <p:spPr>
          <a:xfrm>
            <a:off x="2743636" y="57330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9997FC-AD5D-4EED-A578-641B4F29EF6A}"/>
              </a:ext>
            </a:extLst>
          </p:cNvPr>
          <p:cNvSpPr txBox="1"/>
          <p:nvPr/>
        </p:nvSpPr>
        <p:spPr>
          <a:xfrm>
            <a:off x="414725" y="108133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5A98566-3C3E-41C9-BAE9-F22A3A711514}"/>
              </a:ext>
            </a:extLst>
          </p:cNvPr>
          <p:cNvSpPr txBox="1"/>
          <p:nvPr/>
        </p:nvSpPr>
        <p:spPr>
          <a:xfrm>
            <a:off x="414725" y="160008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28F6073-2205-4164-9B3A-A26A633E1010}"/>
              </a:ext>
            </a:extLst>
          </p:cNvPr>
          <p:cNvSpPr txBox="1"/>
          <p:nvPr/>
        </p:nvSpPr>
        <p:spPr>
          <a:xfrm>
            <a:off x="414725" y="211883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03EF89-64C3-4364-B80C-E3B385181FEA}"/>
              </a:ext>
            </a:extLst>
          </p:cNvPr>
          <p:cNvSpPr txBox="1"/>
          <p:nvPr/>
        </p:nvSpPr>
        <p:spPr>
          <a:xfrm>
            <a:off x="414725" y="263758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0BB12A6-FB84-488C-B27D-44E581DB5F4B}"/>
              </a:ext>
            </a:extLst>
          </p:cNvPr>
          <p:cNvSpPr txBox="1"/>
          <p:nvPr/>
        </p:nvSpPr>
        <p:spPr>
          <a:xfrm>
            <a:off x="414725" y="315633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8B4CA00-D55F-484E-BC9B-78958AF75116}"/>
              </a:ext>
            </a:extLst>
          </p:cNvPr>
          <p:cNvSpPr txBox="1"/>
          <p:nvPr/>
        </p:nvSpPr>
        <p:spPr>
          <a:xfrm>
            <a:off x="414725" y="367508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031FDAD-FF52-4BF0-A798-E9752A278AD8}"/>
              </a:ext>
            </a:extLst>
          </p:cNvPr>
          <p:cNvSpPr txBox="1"/>
          <p:nvPr/>
        </p:nvSpPr>
        <p:spPr>
          <a:xfrm>
            <a:off x="414725" y="419383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915659A-5525-4E53-B01D-53E0B482C14C}"/>
              </a:ext>
            </a:extLst>
          </p:cNvPr>
          <p:cNvSpPr txBox="1"/>
          <p:nvPr/>
        </p:nvSpPr>
        <p:spPr>
          <a:xfrm>
            <a:off x="414725" y="471258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00B4873-76B6-4879-8B80-A4EB944E75F4}"/>
              </a:ext>
            </a:extLst>
          </p:cNvPr>
          <p:cNvSpPr txBox="1"/>
          <p:nvPr/>
        </p:nvSpPr>
        <p:spPr>
          <a:xfrm>
            <a:off x="414725" y="523133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FCDAA4-5CAC-446E-82FA-3C13EF0DFFA8}"/>
              </a:ext>
            </a:extLst>
          </p:cNvPr>
          <p:cNvSpPr txBox="1"/>
          <p:nvPr/>
        </p:nvSpPr>
        <p:spPr>
          <a:xfrm>
            <a:off x="414725" y="5750089"/>
            <a:ext cx="237244" cy="10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18:00</a:t>
            </a:r>
            <a:endParaRPr lang="ko-KR" altLang="en-US" sz="67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D5EB4AB-CEC0-445A-A8F4-303BED9A2E8B}"/>
              </a:ext>
            </a:extLst>
          </p:cNvPr>
          <p:cNvCxnSpPr>
            <a:cxnSpLocks/>
          </p:cNvCxnSpPr>
          <p:nvPr/>
        </p:nvCxnSpPr>
        <p:spPr>
          <a:xfrm>
            <a:off x="230188" y="532933"/>
            <a:ext cx="239515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73935D3-4BAE-4E73-B7A3-82328BDBC4B8}"/>
              </a:ext>
            </a:extLst>
          </p:cNvPr>
          <p:cNvCxnSpPr>
            <a:cxnSpLocks/>
          </p:cNvCxnSpPr>
          <p:nvPr/>
        </p:nvCxnSpPr>
        <p:spPr>
          <a:xfrm>
            <a:off x="230188" y="736517"/>
            <a:ext cx="239515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8FCBFBA-6645-4BA8-A52D-E9C26B4958C6}"/>
              </a:ext>
            </a:extLst>
          </p:cNvPr>
          <p:cNvCxnSpPr>
            <a:cxnSpLocks/>
          </p:cNvCxnSpPr>
          <p:nvPr/>
        </p:nvCxnSpPr>
        <p:spPr>
          <a:xfrm>
            <a:off x="230188" y="9958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9606984-E6AC-40F2-9A86-731E3F624BDB}"/>
              </a:ext>
            </a:extLst>
          </p:cNvPr>
          <p:cNvCxnSpPr>
            <a:cxnSpLocks/>
          </p:cNvCxnSpPr>
          <p:nvPr/>
        </p:nvCxnSpPr>
        <p:spPr>
          <a:xfrm>
            <a:off x="230188" y="125526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87D7459-D67C-4BC6-A57A-164636039B40}"/>
              </a:ext>
            </a:extLst>
          </p:cNvPr>
          <p:cNvCxnSpPr>
            <a:cxnSpLocks/>
          </p:cNvCxnSpPr>
          <p:nvPr/>
        </p:nvCxnSpPr>
        <p:spPr>
          <a:xfrm>
            <a:off x="230188" y="151464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8494B3E-3A81-4A29-BB70-4C10BFC9D345}"/>
              </a:ext>
            </a:extLst>
          </p:cNvPr>
          <p:cNvCxnSpPr>
            <a:cxnSpLocks/>
          </p:cNvCxnSpPr>
          <p:nvPr/>
        </p:nvCxnSpPr>
        <p:spPr>
          <a:xfrm>
            <a:off x="230188" y="177401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FEAEA1D-E39D-4F8C-925B-9FC142468DE7}"/>
              </a:ext>
            </a:extLst>
          </p:cNvPr>
          <p:cNvCxnSpPr>
            <a:cxnSpLocks/>
          </p:cNvCxnSpPr>
          <p:nvPr/>
        </p:nvCxnSpPr>
        <p:spPr>
          <a:xfrm>
            <a:off x="230188" y="20333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941D398-6AB9-44AD-A53F-76F22669CA09}"/>
              </a:ext>
            </a:extLst>
          </p:cNvPr>
          <p:cNvCxnSpPr>
            <a:cxnSpLocks/>
          </p:cNvCxnSpPr>
          <p:nvPr/>
        </p:nvCxnSpPr>
        <p:spPr>
          <a:xfrm>
            <a:off x="230188" y="229276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3CFEE5-53DE-48F5-BBEC-5D924B016908}"/>
              </a:ext>
            </a:extLst>
          </p:cNvPr>
          <p:cNvCxnSpPr>
            <a:cxnSpLocks/>
          </p:cNvCxnSpPr>
          <p:nvPr/>
        </p:nvCxnSpPr>
        <p:spPr>
          <a:xfrm>
            <a:off x="230188" y="255214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564D47F-BF27-4B02-8278-97C6ECAE7BAE}"/>
              </a:ext>
            </a:extLst>
          </p:cNvPr>
          <p:cNvCxnSpPr>
            <a:cxnSpLocks/>
          </p:cNvCxnSpPr>
          <p:nvPr/>
        </p:nvCxnSpPr>
        <p:spPr>
          <a:xfrm>
            <a:off x="230188" y="281151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958512F-62D7-4FFC-BE61-D45D805F9918}"/>
              </a:ext>
            </a:extLst>
          </p:cNvPr>
          <p:cNvCxnSpPr>
            <a:cxnSpLocks/>
          </p:cNvCxnSpPr>
          <p:nvPr/>
        </p:nvCxnSpPr>
        <p:spPr>
          <a:xfrm>
            <a:off x="230188" y="30708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2952148-B207-472A-BDBA-51D164B68098}"/>
              </a:ext>
            </a:extLst>
          </p:cNvPr>
          <p:cNvCxnSpPr>
            <a:cxnSpLocks/>
          </p:cNvCxnSpPr>
          <p:nvPr/>
        </p:nvCxnSpPr>
        <p:spPr>
          <a:xfrm>
            <a:off x="230188" y="333026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02A415D-DB19-4804-A151-928EEE40A1AC}"/>
              </a:ext>
            </a:extLst>
          </p:cNvPr>
          <p:cNvCxnSpPr>
            <a:cxnSpLocks/>
          </p:cNvCxnSpPr>
          <p:nvPr/>
        </p:nvCxnSpPr>
        <p:spPr>
          <a:xfrm>
            <a:off x="230188" y="358964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2F1643E-13D7-40C1-9073-09FE513AF6E5}"/>
              </a:ext>
            </a:extLst>
          </p:cNvPr>
          <p:cNvCxnSpPr>
            <a:cxnSpLocks/>
          </p:cNvCxnSpPr>
          <p:nvPr/>
        </p:nvCxnSpPr>
        <p:spPr>
          <a:xfrm>
            <a:off x="230188" y="384901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F7AC11E-70AB-4E39-AB8A-C9E768B4FE1E}"/>
              </a:ext>
            </a:extLst>
          </p:cNvPr>
          <p:cNvCxnSpPr>
            <a:cxnSpLocks/>
          </p:cNvCxnSpPr>
          <p:nvPr/>
        </p:nvCxnSpPr>
        <p:spPr>
          <a:xfrm>
            <a:off x="230188" y="41083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1BB4C96-2E2E-4731-A46F-7A2429DB460A}"/>
              </a:ext>
            </a:extLst>
          </p:cNvPr>
          <p:cNvCxnSpPr>
            <a:cxnSpLocks/>
          </p:cNvCxnSpPr>
          <p:nvPr/>
        </p:nvCxnSpPr>
        <p:spPr>
          <a:xfrm>
            <a:off x="230188" y="436776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4B777EA-6BC4-4643-BFDA-63004158186D}"/>
              </a:ext>
            </a:extLst>
          </p:cNvPr>
          <p:cNvCxnSpPr>
            <a:cxnSpLocks/>
          </p:cNvCxnSpPr>
          <p:nvPr/>
        </p:nvCxnSpPr>
        <p:spPr>
          <a:xfrm>
            <a:off x="230188" y="462714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355FFE0-6C08-4CB9-BE5F-02E790F3B694}"/>
              </a:ext>
            </a:extLst>
          </p:cNvPr>
          <p:cNvCxnSpPr>
            <a:cxnSpLocks/>
          </p:cNvCxnSpPr>
          <p:nvPr/>
        </p:nvCxnSpPr>
        <p:spPr>
          <a:xfrm>
            <a:off x="230188" y="488651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8735530B-2985-4AB9-A941-37F65C08D73D}"/>
              </a:ext>
            </a:extLst>
          </p:cNvPr>
          <p:cNvCxnSpPr>
            <a:cxnSpLocks/>
          </p:cNvCxnSpPr>
          <p:nvPr/>
        </p:nvCxnSpPr>
        <p:spPr>
          <a:xfrm>
            <a:off x="230188" y="51458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3A9FC4F-77FB-4A3C-9477-5F9A772F6BFC}"/>
              </a:ext>
            </a:extLst>
          </p:cNvPr>
          <p:cNvCxnSpPr>
            <a:cxnSpLocks/>
          </p:cNvCxnSpPr>
          <p:nvPr/>
        </p:nvCxnSpPr>
        <p:spPr>
          <a:xfrm>
            <a:off x="230188" y="540526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1F8EED9-3945-460E-A999-EDCB2C3DEC01}"/>
              </a:ext>
            </a:extLst>
          </p:cNvPr>
          <p:cNvCxnSpPr>
            <a:cxnSpLocks/>
          </p:cNvCxnSpPr>
          <p:nvPr/>
        </p:nvCxnSpPr>
        <p:spPr>
          <a:xfrm>
            <a:off x="230188" y="566464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5E3734C-99A1-4794-A32C-66110F4801F4}"/>
              </a:ext>
            </a:extLst>
          </p:cNvPr>
          <p:cNvCxnSpPr>
            <a:cxnSpLocks/>
          </p:cNvCxnSpPr>
          <p:nvPr/>
        </p:nvCxnSpPr>
        <p:spPr>
          <a:xfrm>
            <a:off x="230188" y="5924017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9DCF563-1D37-486D-ADA0-94346F81835B}"/>
              </a:ext>
            </a:extLst>
          </p:cNvPr>
          <p:cNvCxnSpPr>
            <a:cxnSpLocks/>
          </p:cNvCxnSpPr>
          <p:nvPr/>
        </p:nvCxnSpPr>
        <p:spPr>
          <a:xfrm>
            <a:off x="230188" y="6183392"/>
            <a:ext cx="2395151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3F5DE64C-F978-4559-9F40-21EDF1A0F495}"/>
              </a:ext>
            </a:extLst>
          </p:cNvPr>
          <p:cNvCxnSpPr>
            <a:cxnSpLocks/>
          </p:cNvCxnSpPr>
          <p:nvPr/>
        </p:nvCxnSpPr>
        <p:spPr>
          <a:xfrm>
            <a:off x="230188" y="6442767"/>
            <a:ext cx="239515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0D6E948-3F1B-41E4-9928-6DFC1AAB4345}"/>
              </a:ext>
            </a:extLst>
          </p:cNvPr>
          <p:cNvSpPr/>
          <p:nvPr/>
        </p:nvSpPr>
        <p:spPr>
          <a:xfrm>
            <a:off x="252615" y="5992567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A1D2C3F-90ED-4244-A755-69E08BB119EF}"/>
              </a:ext>
            </a:extLst>
          </p:cNvPr>
          <p:cNvSpPr/>
          <p:nvPr/>
        </p:nvSpPr>
        <p:spPr>
          <a:xfrm>
            <a:off x="252615" y="6251942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A3AE5C70-E3BC-4F04-B429-D21D93C1E44C}"/>
              </a:ext>
            </a:extLst>
          </p:cNvPr>
          <p:cNvSpPr/>
          <p:nvPr/>
        </p:nvSpPr>
        <p:spPr>
          <a:xfrm>
            <a:off x="2743636" y="5992458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B3D025C-57B3-4604-A5B2-2ECB7725F81F}"/>
              </a:ext>
            </a:extLst>
          </p:cNvPr>
          <p:cNvSpPr/>
          <p:nvPr/>
        </p:nvSpPr>
        <p:spPr>
          <a:xfrm>
            <a:off x="2743636" y="6251849"/>
            <a:ext cx="122275" cy="12227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59CE5CE4-3C19-4F29-8A68-DEDA89DBB8BB}"/>
              </a:ext>
            </a:extLst>
          </p:cNvPr>
          <p:cNvCxnSpPr>
            <a:cxnSpLocks/>
          </p:cNvCxnSpPr>
          <p:nvPr/>
        </p:nvCxnSpPr>
        <p:spPr>
          <a:xfrm>
            <a:off x="2718236" y="995471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3FB8EE34-C012-4C8A-9009-91408C885D53}"/>
              </a:ext>
            </a:extLst>
          </p:cNvPr>
          <p:cNvCxnSpPr>
            <a:cxnSpLocks/>
          </p:cNvCxnSpPr>
          <p:nvPr/>
        </p:nvCxnSpPr>
        <p:spPr>
          <a:xfrm>
            <a:off x="2718236" y="532933"/>
            <a:ext cx="2984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82A97B5D-9128-4666-831B-10EE32BBA8E7}"/>
              </a:ext>
            </a:extLst>
          </p:cNvPr>
          <p:cNvCxnSpPr>
            <a:cxnSpLocks/>
          </p:cNvCxnSpPr>
          <p:nvPr/>
        </p:nvCxnSpPr>
        <p:spPr>
          <a:xfrm>
            <a:off x="2718236" y="736517"/>
            <a:ext cx="2984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84798FD6-D87D-4957-B250-85AD5E24274F}"/>
              </a:ext>
            </a:extLst>
          </p:cNvPr>
          <p:cNvCxnSpPr>
            <a:cxnSpLocks/>
          </p:cNvCxnSpPr>
          <p:nvPr/>
        </p:nvCxnSpPr>
        <p:spPr>
          <a:xfrm>
            <a:off x="2718236" y="1254862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21536AC5-63C1-45E7-B60F-6F0D099F2963}"/>
              </a:ext>
            </a:extLst>
          </p:cNvPr>
          <p:cNvCxnSpPr>
            <a:cxnSpLocks/>
          </p:cNvCxnSpPr>
          <p:nvPr/>
        </p:nvCxnSpPr>
        <p:spPr>
          <a:xfrm>
            <a:off x="2718236" y="1514253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00341E5F-FDD8-4D4A-8FE6-A96ACAE11BA3}"/>
              </a:ext>
            </a:extLst>
          </p:cNvPr>
          <p:cNvCxnSpPr>
            <a:cxnSpLocks/>
          </p:cNvCxnSpPr>
          <p:nvPr/>
        </p:nvCxnSpPr>
        <p:spPr>
          <a:xfrm>
            <a:off x="2718236" y="1773644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7D2A0B1-1B5C-4974-89FE-F0EEA4F06F60}"/>
              </a:ext>
            </a:extLst>
          </p:cNvPr>
          <p:cNvCxnSpPr>
            <a:cxnSpLocks/>
          </p:cNvCxnSpPr>
          <p:nvPr/>
        </p:nvCxnSpPr>
        <p:spPr>
          <a:xfrm>
            <a:off x="2718236" y="2033035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B424CCA-1DD5-41D0-9B99-69AEE0981585}"/>
              </a:ext>
            </a:extLst>
          </p:cNvPr>
          <p:cNvCxnSpPr>
            <a:cxnSpLocks/>
          </p:cNvCxnSpPr>
          <p:nvPr/>
        </p:nvCxnSpPr>
        <p:spPr>
          <a:xfrm>
            <a:off x="2718236" y="2292426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72FD7A5F-C4CE-4321-81CF-FEAF9D2B2391}"/>
              </a:ext>
            </a:extLst>
          </p:cNvPr>
          <p:cNvCxnSpPr>
            <a:cxnSpLocks/>
          </p:cNvCxnSpPr>
          <p:nvPr/>
        </p:nvCxnSpPr>
        <p:spPr>
          <a:xfrm>
            <a:off x="2718236" y="2551817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4306D95-3131-450D-AA94-A2ADB496E2FC}"/>
              </a:ext>
            </a:extLst>
          </p:cNvPr>
          <p:cNvCxnSpPr>
            <a:cxnSpLocks/>
          </p:cNvCxnSpPr>
          <p:nvPr/>
        </p:nvCxnSpPr>
        <p:spPr>
          <a:xfrm>
            <a:off x="2718236" y="2811208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CFDA47F-9313-48D8-8F97-15F1D4FB82A8}"/>
              </a:ext>
            </a:extLst>
          </p:cNvPr>
          <p:cNvCxnSpPr>
            <a:cxnSpLocks/>
          </p:cNvCxnSpPr>
          <p:nvPr/>
        </p:nvCxnSpPr>
        <p:spPr>
          <a:xfrm>
            <a:off x="2718236" y="3070599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C68ECEA-0E54-459B-BC46-1B921E01D5AC}"/>
              </a:ext>
            </a:extLst>
          </p:cNvPr>
          <p:cNvCxnSpPr>
            <a:cxnSpLocks/>
          </p:cNvCxnSpPr>
          <p:nvPr/>
        </p:nvCxnSpPr>
        <p:spPr>
          <a:xfrm>
            <a:off x="2718236" y="3329990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83AD0EA-3BCE-4142-B2AB-77233628DC79}"/>
              </a:ext>
            </a:extLst>
          </p:cNvPr>
          <p:cNvCxnSpPr>
            <a:cxnSpLocks/>
          </p:cNvCxnSpPr>
          <p:nvPr/>
        </p:nvCxnSpPr>
        <p:spPr>
          <a:xfrm>
            <a:off x="2718236" y="3589381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A516FF00-0164-4997-982D-4A542099E0EC}"/>
              </a:ext>
            </a:extLst>
          </p:cNvPr>
          <p:cNvCxnSpPr>
            <a:cxnSpLocks/>
          </p:cNvCxnSpPr>
          <p:nvPr/>
        </p:nvCxnSpPr>
        <p:spPr>
          <a:xfrm>
            <a:off x="2718236" y="3848772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C3B3E996-3BF7-460B-B932-86D077C66B84}"/>
              </a:ext>
            </a:extLst>
          </p:cNvPr>
          <p:cNvCxnSpPr>
            <a:cxnSpLocks/>
          </p:cNvCxnSpPr>
          <p:nvPr/>
        </p:nvCxnSpPr>
        <p:spPr>
          <a:xfrm>
            <a:off x="2718236" y="4108163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38843B8-818B-4216-9115-60D729EEB4FF}"/>
              </a:ext>
            </a:extLst>
          </p:cNvPr>
          <p:cNvCxnSpPr>
            <a:cxnSpLocks/>
          </p:cNvCxnSpPr>
          <p:nvPr/>
        </p:nvCxnSpPr>
        <p:spPr>
          <a:xfrm>
            <a:off x="2718236" y="4367554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3EFEAC9-F80E-4DDF-A35C-FFA2D411DDB8}"/>
              </a:ext>
            </a:extLst>
          </p:cNvPr>
          <p:cNvCxnSpPr>
            <a:cxnSpLocks/>
          </p:cNvCxnSpPr>
          <p:nvPr/>
        </p:nvCxnSpPr>
        <p:spPr>
          <a:xfrm>
            <a:off x="2718236" y="4626945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2492F1F3-24A4-46E5-8935-FEABA18B2301}"/>
              </a:ext>
            </a:extLst>
          </p:cNvPr>
          <p:cNvCxnSpPr>
            <a:cxnSpLocks/>
          </p:cNvCxnSpPr>
          <p:nvPr/>
        </p:nvCxnSpPr>
        <p:spPr>
          <a:xfrm>
            <a:off x="2718236" y="4886336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A82E3D62-9BEF-4A28-814D-5C56EA8A1E67}"/>
              </a:ext>
            </a:extLst>
          </p:cNvPr>
          <p:cNvCxnSpPr>
            <a:cxnSpLocks/>
          </p:cNvCxnSpPr>
          <p:nvPr/>
        </p:nvCxnSpPr>
        <p:spPr>
          <a:xfrm>
            <a:off x="2718236" y="5145727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CEC21A5-C520-4681-B040-AB01C489527C}"/>
              </a:ext>
            </a:extLst>
          </p:cNvPr>
          <p:cNvCxnSpPr>
            <a:cxnSpLocks/>
          </p:cNvCxnSpPr>
          <p:nvPr/>
        </p:nvCxnSpPr>
        <p:spPr>
          <a:xfrm>
            <a:off x="2718236" y="5405118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BC4CF22D-AB9B-48FD-8B4E-DDAE609B6631}"/>
              </a:ext>
            </a:extLst>
          </p:cNvPr>
          <p:cNvCxnSpPr>
            <a:cxnSpLocks/>
          </p:cNvCxnSpPr>
          <p:nvPr/>
        </p:nvCxnSpPr>
        <p:spPr>
          <a:xfrm>
            <a:off x="2718236" y="5664509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6177FB1-1CDD-4A8E-848A-2E1B805D2727}"/>
              </a:ext>
            </a:extLst>
          </p:cNvPr>
          <p:cNvCxnSpPr>
            <a:cxnSpLocks/>
          </p:cNvCxnSpPr>
          <p:nvPr/>
        </p:nvCxnSpPr>
        <p:spPr>
          <a:xfrm>
            <a:off x="2718236" y="5923900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3D5BE16-23A6-4D5C-81A2-49405C3ED72A}"/>
              </a:ext>
            </a:extLst>
          </p:cNvPr>
          <p:cNvCxnSpPr>
            <a:cxnSpLocks/>
          </p:cNvCxnSpPr>
          <p:nvPr/>
        </p:nvCxnSpPr>
        <p:spPr>
          <a:xfrm>
            <a:off x="2718236" y="6183291"/>
            <a:ext cx="2984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0240FDD9-55F9-4C5E-A945-A11885C3E743}"/>
              </a:ext>
            </a:extLst>
          </p:cNvPr>
          <p:cNvCxnSpPr>
            <a:cxnSpLocks/>
          </p:cNvCxnSpPr>
          <p:nvPr/>
        </p:nvCxnSpPr>
        <p:spPr>
          <a:xfrm>
            <a:off x="2718236" y="6442682"/>
            <a:ext cx="2984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E331473D-D298-44E4-97E6-488F7155A91C}"/>
              </a:ext>
            </a:extLst>
          </p:cNvPr>
          <p:cNvCxnSpPr>
            <a:cxnSpLocks/>
          </p:cNvCxnSpPr>
          <p:nvPr/>
        </p:nvCxnSpPr>
        <p:spPr>
          <a:xfrm>
            <a:off x="230188" y="748703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4ECC9272-C285-49A9-9C0A-B1BF434C23A1}"/>
              </a:ext>
            </a:extLst>
          </p:cNvPr>
          <p:cNvCxnSpPr>
            <a:cxnSpLocks/>
          </p:cNvCxnSpPr>
          <p:nvPr/>
        </p:nvCxnSpPr>
        <p:spPr>
          <a:xfrm>
            <a:off x="230188" y="6961464"/>
            <a:ext cx="547211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07AA38B9-DD1D-4A2B-9F67-5B86D1A7F263}"/>
              </a:ext>
            </a:extLst>
          </p:cNvPr>
          <p:cNvCxnSpPr>
            <a:cxnSpLocks/>
          </p:cNvCxnSpPr>
          <p:nvPr/>
        </p:nvCxnSpPr>
        <p:spPr>
          <a:xfrm>
            <a:off x="230188" y="6702073"/>
            <a:ext cx="547211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07B6E4A3-0048-48CC-AD8A-1673050E4B71}"/>
              </a:ext>
            </a:extLst>
          </p:cNvPr>
          <p:cNvCxnSpPr>
            <a:cxnSpLocks/>
          </p:cNvCxnSpPr>
          <p:nvPr/>
        </p:nvCxnSpPr>
        <p:spPr>
          <a:xfrm>
            <a:off x="230188" y="7220855"/>
            <a:ext cx="547211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C39FC5FD-C988-488C-8D3C-8F40AA6290E4}"/>
              </a:ext>
            </a:extLst>
          </p:cNvPr>
          <p:cNvSpPr txBox="1"/>
          <p:nvPr/>
        </p:nvSpPr>
        <p:spPr>
          <a:xfrm>
            <a:off x="209199" y="569386"/>
            <a:ext cx="768453" cy="130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Schedule</a:t>
            </a:r>
            <a:endParaRPr lang="ko-KR" altLang="en-US" sz="849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8E397669-F955-479B-A9C3-3022FB9A9ABE}"/>
              </a:ext>
            </a:extLst>
          </p:cNvPr>
          <p:cNvCxnSpPr>
            <a:cxnSpLocks/>
          </p:cNvCxnSpPr>
          <p:nvPr/>
        </p:nvCxnSpPr>
        <p:spPr>
          <a:xfrm>
            <a:off x="5705706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E04270-CBDE-4E6C-8EC3-34C53FB633F6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6A2A257F-5A48-4EA6-8FCF-B4F1DF328D33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8CD77AC7-0348-430C-A693-8F5DEDA53F6E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B2311FE0-2D1A-48B1-A066-497800E712C3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C57FFE4B-A110-49F3-A00F-DA2436106A40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C93F778-9689-4E95-9B8D-603DC65479A1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EF35A023-A2C7-4F11-978B-0BC976142320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0C85E2B-D91C-4945-82F4-6BEB1580C5C3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37FA0EBE-53C2-4E62-A7E4-1A47622431FE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5F03FCFD-FB36-4804-8782-E474F3B258F4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979BBD36-C45D-445F-BA52-E050B2E71B99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40491016-5D05-4ABB-95AE-28549B491F00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8181D39-E3C9-4FA4-B315-031568A796F3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2AEBDC94-B1E5-420C-B12E-F3DBB6A85BE6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C7A6810-25A6-4E78-9E57-978EFF3746FE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A4318026-094F-4C02-8A6A-520044563A08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1CDEF2F4-B924-490F-B240-CAB4B9D9A27E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DC8483FD-B635-4DED-A417-BE1A847A9F61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086A12A-680D-4A33-B1D0-9DF92BB47C85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C8A0A9B-EE7A-443E-885D-6D5204E03F8A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5D4774-ACB4-4873-848A-D4D8D3B5D04C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E261B86-604A-4D6E-AF11-797B30D3B3A7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ED87400-51E0-472D-B95B-A1856AD74BE2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E35AC17-4A65-4471-B0C4-2D61B105E954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B27E274-B5E7-4309-8F7C-7A4DAB8BF11F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F90FBA1-C74F-4D48-A5C0-13B93F4CCE29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2499806-7C57-4E60-80B2-F40AAF597AA3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888CA8C-321F-4B37-B2E3-E1453A3105EE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E821F0B-B2C4-4D1A-9152-1527190A0783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12BA575-349C-4A62-A719-178246FDC185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2425D5C-E380-4A48-BD05-49D1EC36C79A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4" name="사각형: 둥근 위쪽 모서리 173">
            <a:hlinkClick r:id="rId2"/>
            <a:extLst>
              <a:ext uri="{FF2B5EF4-FFF2-40B4-BE49-F238E27FC236}">
                <a16:creationId xmlns:a16="http://schemas.microsoft.com/office/drawing/2014/main" id="{F4E95900-6BC9-4C8E-B8B3-F05F9A9DE9C9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816496-22AC-4872-9108-B359D3B64C11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EF9620A-379F-4201-9C99-7B28A73E71C7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E885D08-B2EC-4B3F-AD07-63F2A9AE4903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3D74988-E356-4AD9-865E-3FFBDFBD67D7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8D7C6F2-BB61-4852-903D-310B46DC4B3B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830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1B79D50-1FDF-4361-AF47-07B581DF400F}"/>
              </a:ext>
            </a:extLst>
          </p:cNvPr>
          <p:cNvCxnSpPr>
            <a:cxnSpLocks/>
          </p:cNvCxnSpPr>
          <p:nvPr/>
        </p:nvCxnSpPr>
        <p:spPr>
          <a:xfrm>
            <a:off x="229705" y="533992"/>
            <a:ext cx="5465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813301B-4E28-411D-B7D9-C34247177C9D}"/>
              </a:ext>
            </a:extLst>
          </p:cNvPr>
          <p:cNvCxnSpPr>
            <a:cxnSpLocks/>
          </p:cNvCxnSpPr>
          <p:nvPr/>
        </p:nvCxnSpPr>
        <p:spPr>
          <a:xfrm>
            <a:off x="229705" y="104903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CBAF4C-ADF4-41CF-81C3-0BF9163626EF}"/>
              </a:ext>
            </a:extLst>
          </p:cNvPr>
          <p:cNvCxnSpPr>
            <a:cxnSpLocks/>
          </p:cNvCxnSpPr>
          <p:nvPr/>
        </p:nvCxnSpPr>
        <p:spPr>
          <a:xfrm>
            <a:off x="229705" y="362423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ED61787-B940-47F0-94B2-D58217198E45}"/>
              </a:ext>
            </a:extLst>
          </p:cNvPr>
          <p:cNvCxnSpPr>
            <a:cxnSpLocks/>
          </p:cNvCxnSpPr>
          <p:nvPr/>
        </p:nvCxnSpPr>
        <p:spPr>
          <a:xfrm>
            <a:off x="229705" y="516935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E170D81-9482-432F-9E35-53B7596C986C}"/>
              </a:ext>
            </a:extLst>
          </p:cNvPr>
          <p:cNvCxnSpPr>
            <a:cxnSpLocks/>
          </p:cNvCxnSpPr>
          <p:nvPr/>
        </p:nvCxnSpPr>
        <p:spPr>
          <a:xfrm>
            <a:off x="229705" y="7487031"/>
            <a:ext cx="5465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5ED526-5C99-4C8B-A528-61621FFCB8F7}"/>
              </a:ext>
            </a:extLst>
          </p:cNvPr>
          <p:cNvCxnSpPr>
            <a:cxnSpLocks/>
          </p:cNvCxnSpPr>
          <p:nvPr/>
        </p:nvCxnSpPr>
        <p:spPr>
          <a:xfrm>
            <a:off x="229705" y="6456952"/>
            <a:ext cx="546506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1E4BAD8-DA9C-4200-9AF5-7F7371E4835F}"/>
              </a:ext>
            </a:extLst>
          </p:cNvPr>
          <p:cNvCxnSpPr>
            <a:cxnSpLocks/>
          </p:cNvCxnSpPr>
          <p:nvPr/>
        </p:nvCxnSpPr>
        <p:spPr>
          <a:xfrm>
            <a:off x="229705" y="156407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AB0B646-9A7B-4F6A-AD80-E25C663FF494}"/>
              </a:ext>
            </a:extLst>
          </p:cNvPr>
          <p:cNvCxnSpPr>
            <a:cxnSpLocks/>
          </p:cNvCxnSpPr>
          <p:nvPr/>
        </p:nvCxnSpPr>
        <p:spPr>
          <a:xfrm>
            <a:off x="229705" y="20791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90A8B87-305E-454E-9212-4662274E369F}"/>
              </a:ext>
            </a:extLst>
          </p:cNvPr>
          <p:cNvCxnSpPr>
            <a:cxnSpLocks/>
          </p:cNvCxnSpPr>
          <p:nvPr/>
        </p:nvCxnSpPr>
        <p:spPr>
          <a:xfrm>
            <a:off x="229705" y="259415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D1977B9-BAF9-41CC-B41F-B70F9D609163}"/>
              </a:ext>
            </a:extLst>
          </p:cNvPr>
          <p:cNvCxnSpPr>
            <a:cxnSpLocks/>
          </p:cNvCxnSpPr>
          <p:nvPr/>
        </p:nvCxnSpPr>
        <p:spPr>
          <a:xfrm>
            <a:off x="229705" y="310919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0F6E109-137C-4A71-89F1-258CD27D879B}"/>
              </a:ext>
            </a:extLst>
          </p:cNvPr>
          <p:cNvCxnSpPr>
            <a:cxnSpLocks/>
          </p:cNvCxnSpPr>
          <p:nvPr/>
        </p:nvCxnSpPr>
        <p:spPr>
          <a:xfrm>
            <a:off x="229705" y="413927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C98DCB-8320-48AB-B718-40E86A06F8AA}"/>
              </a:ext>
            </a:extLst>
          </p:cNvPr>
          <p:cNvCxnSpPr>
            <a:cxnSpLocks/>
          </p:cNvCxnSpPr>
          <p:nvPr/>
        </p:nvCxnSpPr>
        <p:spPr>
          <a:xfrm>
            <a:off x="229705" y="439679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CCED785-9BE8-4DD0-8B42-471C8A73BEC8}"/>
              </a:ext>
            </a:extLst>
          </p:cNvPr>
          <p:cNvCxnSpPr>
            <a:cxnSpLocks/>
          </p:cNvCxnSpPr>
          <p:nvPr/>
        </p:nvCxnSpPr>
        <p:spPr>
          <a:xfrm>
            <a:off x="229705" y="46543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2259E58-B240-46EA-8536-F4BBA89D7089}"/>
              </a:ext>
            </a:extLst>
          </p:cNvPr>
          <p:cNvCxnSpPr>
            <a:cxnSpLocks/>
          </p:cNvCxnSpPr>
          <p:nvPr/>
        </p:nvCxnSpPr>
        <p:spPr>
          <a:xfrm>
            <a:off x="229705" y="491183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718F332-486E-46F9-A786-1A8A9E8617DE}"/>
              </a:ext>
            </a:extLst>
          </p:cNvPr>
          <p:cNvCxnSpPr>
            <a:cxnSpLocks/>
          </p:cNvCxnSpPr>
          <p:nvPr/>
        </p:nvCxnSpPr>
        <p:spPr>
          <a:xfrm>
            <a:off x="229705" y="542687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F6890B1-AA2C-402E-9074-98BA3609759A}"/>
              </a:ext>
            </a:extLst>
          </p:cNvPr>
          <p:cNvCxnSpPr>
            <a:cxnSpLocks/>
          </p:cNvCxnSpPr>
          <p:nvPr/>
        </p:nvCxnSpPr>
        <p:spPr>
          <a:xfrm>
            <a:off x="229705" y="568439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C835C89-8E9F-4EEF-B7AF-19DD5295DB79}"/>
              </a:ext>
            </a:extLst>
          </p:cNvPr>
          <p:cNvCxnSpPr>
            <a:cxnSpLocks/>
          </p:cNvCxnSpPr>
          <p:nvPr/>
        </p:nvCxnSpPr>
        <p:spPr>
          <a:xfrm>
            <a:off x="229705" y="59419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73B53C7-E993-4D87-A7F3-2CEEAAD91133}"/>
              </a:ext>
            </a:extLst>
          </p:cNvPr>
          <p:cNvCxnSpPr>
            <a:cxnSpLocks/>
          </p:cNvCxnSpPr>
          <p:nvPr/>
        </p:nvCxnSpPr>
        <p:spPr>
          <a:xfrm>
            <a:off x="229705" y="697199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9E2607C-41D3-44E9-9600-DF7A72AA3453}"/>
              </a:ext>
            </a:extLst>
          </p:cNvPr>
          <p:cNvCxnSpPr>
            <a:cxnSpLocks/>
          </p:cNvCxnSpPr>
          <p:nvPr/>
        </p:nvCxnSpPr>
        <p:spPr>
          <a:xfrm>
            <a:off x="229705" y="619943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717761-CB11-4F13-A51C-7C17D2967ED3}"/>
              </a:ext>
            </a:extLst>
          </p:cNvPr>
          <p:cNvCxnSpPr>
            <a:cxnSpLocks/>
          </p:cNvCxnSpPr>
          <p:nvPr/>
        </p:nvCxnSpPr>
        <p:spPr>
          <a:xfrm>
            <a:off x="229705" y="671447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F2EBDA0-4284-4494-B2B1-FD7BF0603F9E}"/>
              </a:ext>
            </a:extLst>
          </p:cNvPr>
          <p:cNvCxnSpPr>
            <a:cxnSpLocks/>
          </p:cNvCxnSpPr>
          <p:nvPr/>
        </p:nvCxnSpPr>
        <p:spPr>
          <a:xfrm>
            <a:off x="229705" y="72295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CDF5144-9EC3-4224-B619-215D36F5EA57}"/>
              </a:ext>
            </a:extLst>
          </p:cNvPr>
          <p:cNvCxnSpPr>
            <a:cxnSpLocks/>
          </p:cNvCxnSpPr>
          <p:nvPr/>
        </p:nvCxnSpPr>
        <p:spPr>
          <a:xfrm>
            <a:off x="229705" y="7915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32F004E-05A6-4119-868B-FA54E6F1F433}"/>
              </a:ext>
            </a:extLst>
          </p:cNvPr>
          <p:cNvCxnSpPr>
            <a:cxnSpLocks/>
          </p:cNvCxnSpPr>
          <p:nvPr/>
        </p:nvCxnSpPr>
        <p:spPr>
          <a:xfrm>
            <a:off x="229705" y="130655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91AE3CA-5C4F-4641-80B6-EF5135AE956E}"/>
              </a:ext>
            </a:extLst>
          </p:cNvPr>
          <p:cNvCxnSpPr>
            <a:cxnSpLocks/>
          </p:cNvCxnSpPr>
          <p:nvPr/>
        </p:nvCxnSpPr>
        <p:spPr>
          <a:xfrm>
            <a:off x="229705" y="388175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4CE8C42-C3ED-4F6E-A556-6C44A4F2D43D}"/>
              </a:ext>
            </a:extLst>
          </p:cNvPr>
          <p:cNvCxnSpPr>
            <a:cxnSpLocks/>
          </p:cNvCxnSpPr>
          <p:nvPr/>
        </p:nvCxnSpPr>
        <p:spPr>
          <a:xfrm>
            <a:off x="229705" y="182159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85D6B63-8A4C-4E73-8297-75D1232416E0}"/>
              </a:ext>
            </a:extLst>
          </p:cNvPr>
          <p:cNvCxnSpPr>
            <a:cxnSpLocks/>
          </p:cNvCxnSpPr>
          <p:nvPr/>
        </p:nvCxnSpPr>
        <p:spPr>
          <a:xfrm>
            <a:off x="229705" y="233663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43A7974-80E3-4B04-B0DC-95811A3F880D}"/>
              </a:ext>
            </a:extLst>
          </p:cNvPr>
          <p:cNvCxnSpPr>
            <a:cxnSpLocks/>
          </p:cNvCxnSpPr>
          <p:nvPr/>
        </p:nvCxnSpPr>
        <p:spPr>
          <a:xfrm>
            <a:off x="229705" y="285167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8AC8770-D984-4391-AF6A-A8AB119B339C}"/>
              </a:ext>
            </a:extLst>
          </p:cNvPr>
          <p:cNvCxnSpPr>
            <a:cxnSpLocks/>
          </p:cNvCxnSpPr>
          <p:nvPr/>
        </p:nvCxnSpPr>
        <p:spPr>
          <a:xfrm>
            <a:off x="229705" y="3366712"/>
            <a:ext cx="546506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76ADE9C5-40A9-4592-9106-B37A535575BA}"/>
              </a:ext>
            </a:extLst>
          </p:cNvPr>
          <p:cNvCxnSpPr/>
          <p:nvPr/>
        </p:nvCxnSpPr>
        <p:spPr>
          <a:xfrm>
            <a:off x="1193246" y="549983"/>
            <a:ext cx="0" cy="693027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A2E7EDB-31C5-4312-B751-2CD85FDD4B5D}"/>
              </a:ext>
            </a:extLst>
          </p:cNvPr>
          <p:cNvCxnSpPr/>
          <p:nvPr/>
        </p:nvCxnSpPr>
        <p:spPr>
          <a:xfrm>
            <a:off x="4787346" y="549983"/>
            <a:ext cx="0" cy="693027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122DF58-3157-4C58-BA56-95837B9B0FFB}"/>
              </a:ext>
            </a:extLst>
          </p:cNvPr>
          <p:cNvSpPr txBox="1"/>
          <p:nvPr/>
        </p:nvSpPr>
        <p:spPr>
          <a:xfrm>
            <a:off x="4881565" y="402255"/>
            <a:ext cx="820738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2022. 01. 01. </a:t>
            </a:r>
            <a:r>
              <a: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토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93C0FC4-B5A1-4789-8192-156BB7850CA6}"/>
              </a:ext>
            </a:extLst>
          </p:cNvPr>
          <p:cNvCxnSpPr>
            <a:cxnSpLocks/>
          </p:cNvCxnSpPr>
          <p:nvPr/>
        </p:nvCxnSpPr>
        <p:spPr>
          <a:xfrm>
            <a:off x="5705706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92F759-75C4-4157-8713-7986205D62DC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9E32CBB-6DF3-4871-98F0-31607727C271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77E9E2-BAD1-437A-9FBD-27C001283544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6CD4E8-45F1-46E0-B78D-E1D757140005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EC6E29-5C8F-444C-90FE-C7A997E0E13F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5CA5508-12E5-47CE-BDF1-9AAFE872524F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26ED56D-0A2D-4E3F-A93B-98FB017DDDF5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F471826-589F-4687-AC45-DFEB724BC912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9FB01C6-C9C3-4C3E-9C3D-FBC2EDE0D69F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EADDC9-3F72-4B94-9F93-C1602B7ED93D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586B0A2-F871-4620-814D-04945B64295B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1490B5C-3CDC-4370-889C-234C13E62BA9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D1F321-8FB6-415B-B25F-AC0A561265D8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15F67D2-BEB9-4819-A979-6664B719DDF7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9B8C0B5-49E6-4D65-9388-7AFFCF331B17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05DAA41-846F-45E5-B938-8E8E0212614C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55B6813-9ED6-4FB0-AFD8-779BC7DEE4B4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3EE261F-EBF6-4AB0-993B-9801B2F7521A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9DCDDE-205E-4EF1-9D2B-E5E9A4A2D202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18E1FC-6B60-4EB6-8B55-CC929F81E60E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C11DF4-082B-42AD-9835-0A5368F2E683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D23E1A-90A9-4211-B5B5-08850961D161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8C8801-C035-40F3-8C97-585F84C8765D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BD3DA9-54FB-4A27-B489-79BE63A22C47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1BE35D-A35A-46C9-8B88-480600C99A74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20CFD1-F7EE-498D-887A-8D329A7BC570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168B9D-8FD4-4A64-AC1C-97257CA2A02B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4BFB87-2231-459A-B750-A8D5998D14D3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D3419A-F6FE-4E45-9A32-B69F7E9C1DD3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6C3A3D8-DBE8-4909-8557-8430D3CBB646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488DF5-78AD-400E-B65B-000C7B4E52CD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" name="사각형: 둥근 위쪽 모서리 71">
            <a:hlinkClick r:id="rId2"/>
            <a:extLst>
              <a:ext uri="{FF2B5EF4-FFF2-40B4-BE49-F238E27FC236}">
                <a16:creationId xmlns:a16="http://schemas.microsoft.com/office/drawing/2014/main" id="{8ABD126C-F218-45C3-ABB0-C5DE026A8351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0C92DF-0226-4EE4-9F93-D84281A949F3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A2243F-A484-4804-A9E1-2B0AAC58948A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31D556-3B9D-4CB2-A8C7-25073F0A402D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D7E73D-02FA-46C6-9B2B-DF7385195BF3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3436E1-0C0F-4259-A63B-6082CBE93058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635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D4E7F10-8320-4378-A330-D26031FDDCBA}"/>
              </a:ext>
            </a:extLst>
          </p:cNvPr>
          <p:cNvCxnSpPr>
            <a:cxnSpLocks/>
          </p:cNvCxnSpPr>
          <p:nvPr/>
        </p:nvCxnSpPr>
        <p:spPr>
          <a:xfrm>
            <a:off x="5705706" y="533400"/>
            <a:ext cx="0" cy="5197516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B1D767-85B0-4D59-A640-BE9CDED40174}"/>
              </a:ext>
            </a:extLst>
          </p:cNvPr>
          <p:cNvSpPr/>
          <p:nvPr/>
        </p:nvSpPr>
        <p:spPr>
          <a:xfrm>
            <a:off x="5887569" y="-1"/>
            <a:ext cx="189381" cy="77644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A5D920-39A0-4D0B-8DCB-2C25E46E1FB3}"/>
              </a:ext>
            </a:extLst>
          </p:cNvPr>
          <p:cNvSpPr/>
          <p:nvPr/>
        </p:nvSpPr>
        <p:spPr>
          <a:xfrm>
            <a:off x="5893238" y="636926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5A0AC-4BAD-4BC2-B68B-50EFDEB358CB}"/>
              </a:ext>
            </a:extLst>
          </p:cNvPr>
          <p:cNvSpPr/>
          <p:nvPr/>
        </p:nvSpPr>
        <p:spPr>
          <a:xfrm>
            <a:off x="5893238" y="598122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CABD9F-897B-4308-8C4B-23FDCCFD8370}"/>
              </a:ext>
            </a:extLst>
          </p:cNvPr>
          <p:cNvSpPr/>
          <p:nvPr/>
        </p:nvSpPr>
        <p:spPr>
          <a:xfrm>
            <a:off x="5893238" y="559318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0BD00E-CECC-4D6B-9944-8CA7C30CBE47}"/>
              </a:ext>
            </a:extLst>
          </p:cNvPr>
          <p:cNvSpPr/>
          <p:nvPr/>
        </p:nvSpPr>
        <p:spPr>
          <a:xfrm>
            <a:off x="5893238" y="520515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062AEF-3FB5-482A-B92D-0201EE4456A9}"/>
              </a:ext>
            </a:extLst>
          </p:cNvPr>
          <p:cNvSpPr/>
          <p:nvPr/>
        </p:nvSpPr>
        <p:spPr>
          <a:xfrm>
            <a:off x="5893238" y="481711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5A3F29-176F-4AFA-97A5-DC1BF552B33A}"/>
              </a:ext>
            </a:extLst>
          </p:cNvPr>
          <p:cNvSpPr/>
          <p:nvPr/>
        </p:nvSpPr>
        <p:spPr>
          <a:xfrm>
            <a:off x="5893238" y="442907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ED189D-E5C6-4B5A-BD43-8839A8898C9D}"/>
              </a:ext>
            </a:extLst>
          </p:cNvPr>
          <p:cNvSpPr/>
          <p:nvPr/>
        </p:nvSpPr>
        <p:spPr>
          <a:xfrm>
            <a:off x="5893238" y="404103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B8B388-6CCC-4C63-BDB0-5F46A84B116D}"/>
              </a:ext>
            </a:extLst>
          </p:cNvPr>
          <p:cNvSpPr/>
          <p:nvPr/>
        </p:nvSpPr>
        <p:spPr>
          <a:xfrm>
            <a:off x="5893238" y="365299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9179DC-96E8-4450-BD33-92FC043C7D41}"/>
              </a:ext>
            </a:extLst>
          </p:cNvPr>
          <p:cNvSpPr/>
          <p:nvPr/>
        </p:nvSpPr>
        <p:spPr>
          <a:xfrm>
            <a:off x="5893238" y="3264960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51E4A8-452E-4B19-B37D-7AC0DAF807F9}"/>
              </a:ext>
            </a:extLst>
          </p:cNvPr>
          <p:cNvSpPr/>
          <p:nvPr/>
        </p:nvSpPr>
        <p:spPr>
          <a:xfrm>
            <a:off x="5893238" y="287692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01E618-4AFB-42E2-874D-7ECB18184337}"/>
              </a:ext>
            </a:extLst>
          </p:cNvPr>
          <p:cNvSpPr/>
          <p:nvPr/>
        </p:nvSpPr>
        <p:spPr>
          <a:xfrm>
            <a:off x="5893238" y="248888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E2DD2D-F934-4241-A6DA-BDE1722D0454}"/>
              </a:ext>
            </a:extLst>
          </p:cNvPr>
          <p:cNvSpPr/>
          <p:nvPr/>
        </p:nvSpPr>
        <p:spPr>
          <a:xfrm>
            <a:off x="5893238" y="210084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22B505-28F6-41B6-B637-ECADBC901013}"/>
              </a:ext>
            </a:extLst>
          </p:cNvPr>
          <p:cNvSpPr/>
          <p:nvPr/>
        </p:nvSpPr>
        <p:spPr>
          <a:xfrm>
            <a:off x="5893238" y="1712808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F1D517-C076-4736-8127-A805C9C4D691}"/>
              </a:ext>
            </a:extLst>
          </p:cNvPr>
          <p:cNvSpPr/>
          <p:nvPr/>
        </p:nvSpPr>
        <p:spPr>
          <a:xfrm>
            <a:off x="5893238" y="1324770"/>
            <a:ext cx="144000" cy="396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F9834E-B25A-4060-A115-E511EE6F6502}"/>
              </a:ext>
            </a:extLst>
          </p:cNvPr>
          <p:cNvSpPr/>
          <p:nvPr/>
        </p:nvSpPr>
        <p:spPr>
          <a:xfrm>
            <a:off x="5893238" y="936732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CE091E-44D5-4A45-A58E-2F7993E06821}"/>
              </a:ext>
            </a:extLst>
          </p:cNvPr>
          <p:cNvSpPr/>
          <p:nvPr/>
        </p:nvSpPr>
        <p:spPr>
          <a:xfrm>
            <a:off x="5893238" y="548694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rgbClr val="FFC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74F873-87B8-4978-9EDC-5CB1789C28E4}"/>
              </a:ext>
            </a:extLst>
          </p:cNvPr>
          <p:cNvSpPr/>
          <p:nvPr/>
        </p:nvSpPr>
        <p:spPr>
          <a:xfrm>
            <a:off x="5893238" y="160656"/>
            <a:ext cx="144000" cy="396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 dirty="0">
              <a:solidFill>
                <a:srgbClr val="FFC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66F7E3-E219-4591-BDD8-6EED12FEC229}"/>
              </a:ext>
            </a:extLst>
          </p:cNvPr>
          <p:cNvSpPr txBox="1"/>
          <p:nvPr/>
        </p:nvSpPr>
        <p:spPr>
          <a:xfrm rot="5400000">
            <a:off x="5875470" y="1845470"/>
            <a:ext cx="17953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B979A9-A771-488D-9F46-FE54AA38B33A}"/>
              </a:ext>
            </a:extLst>
          </p:cNvPr>
          <p:cNvSpPr txBox="1"/>
          <p:nvPr/>
        </p:nvSpPr>
        <p:spPr>
          <a:xfrm rot="5400000">
            <a:off x="5862646" y="2233508"/>
            <a:ext cx="20518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B4894D-ED48-483C-A2FA-F4CBCB1F8E11}"/>
              </a:ext>
            </a:extLst>
          </p:cNvPr>
          <p:cNvSpPr txBox="1"/>
          <p:nvPr/>
        </p:nvSpPr>
        <p:spPr>
          <a:xfrm rot="5400000">
            <a:off x="5873065" y="262154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7CC918-B9E9-4984-AB17-CA72FF8A041D}"/>
              </a:ext>
            </a:extLst>
          </p:cNvPr>
          <p:cNvSpPr txBox="1"/>
          <p:nvPr/>
        </p:nvSpPr>
        <p:spPr>
          <a:xfrm rot="5400000">
            <a:off x="5857035" y="3009584"/>
            <a:ext cx="21640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9EF91A-517C-461B-AE4D-D4AF193F7448}"/>
              </a:ext>
            </a:extLst>
          </p:cNvPr>
          <p:cNvSpPr txBox="1"/>
          <p:nvPr/>
        </p:nvSpPr>
        <p:spPr>
          <a:xfrm rot="5400000">
            <a:off x="5879477" y="3397622"/>
            <a:ext cx="17152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05A085-856D-4E71-A919-CDE7BB0E74F0}"/>
              </a:ext>
            </a:extLst>
          </p:cNvPr>
          <p:cNvSpPr txBox="1"/>
          <p:nvPr/>
        </p:nvSpPr>
        <p:spPr>
          <a:xfrm rot="5400000">
            <a:off x="5899515" y="3785660"/>
            <a:ext cx="1314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56AB8F-0906-42CC-B57B-4CF627CA0E41}"/>
              </a:ext>
            </a:extLst>
          </p:cNvPr>
          <p:cNvSpPr txBox="1"/>
          <p:nvPr/>
        </p:nvSpPr>
        <p:spPr>
          <a:xfrm rot="5400000">
            <a:off x="5860241" y="4173698"/>
            <a:ext cx="20999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22C2FB-F7C6-4541-8320-9679D5A95A93}"/>
              </a:ext>
            </a:extLst>
          </p:cNvPr>
          <p:cNvSpPr txBox="1"/>
          <p:nvPr/>
        </p:nvSpPr>
        <p:spPr>
          <a:xfrm rot="5400000">
            <a:off x="5873065" y="4561736"/>
            <a:ext cx="184346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3BDD52-74AE-4BD3-AC33-20579EA82DED}"/>
              </a:ext>
            </a:extLst>
          </p:cNvPr>
          <p:cNvSpPr txBox="1"/>
          <p:nvPr/>
        </p:nvSpPr>
        <p:spPr>
          <a:xfrm rot="5400000">
            <a:off x="5876271" y="4949774"/>
            <a:ext cx="17793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66BBF7-C230-4E4A-8F53-99E3DE7AC664}"/>
              </a:ext>
            </a:extLst>
          </p:cNvPr>
          <p:cNvSpPr txBox="1"/>
          <p:nvPr/>
        </p:nvSpPr>
        <p:spPr>
          <a:xfrm rot="5400000">
            <a:off x="5866653" y="5337812"/>
            <a:ext cx="19717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7CA7B2-10AA-4DC3-B403-2AEB3C2807C3}"/>
              </a:ext>
            </a:extLst>
          </p:cNvPr>
          <p:cNvSpPr txBox="1"/>
          <p:nvPr/>
        </p:nvSpPr>
        <p:spPr>
          <a:xfrm rot="5400000">
            <a:off x="5869859" y="5725850"/>
            <a:ext cx="190758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E26D3E-6110-4C60-8F06-0E9C8BA9A1B8}"/>
              </a:ext>
            </a:extLst>
          </p:cNvPr>
          <p:cNvSpPr txBox="1"/>
          <p:nvPr/>
        </p:nvSpPr>
        <p:spPr>
          <a:xfrm>
            <a:off x="5916346" y="277865"/>
            <a:ext cx="9778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G</a:t>
            </a:r>
            <a:endParaRPr lang="ko-KR" altLang="en-US" sz="1200" b="1" dirty="0">
              <a:solidFill>
                <a:srgbClr val="FFC000"/>
              </a:solidFill>
            </a:endParaRPr>
          </a:p>
          <a:p>
            <a:endParaRPr lang="ko-KR" altLang="en-US" sz="1200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244D3A-ECE9-46A2-877D-D03685912E73}"/>
              </a:ext>
            </a:extLst>
          </p:cNvPr>
          <p:cNvSpPr txBox="1"/>
          <p:nvPr/>
        </p:nvSpPr>
        <p:spPr>
          <a:xfrm rot="5400000">
            <a:off x="5882683" y="1457432"/>
            <a:ext cx="165110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사각형: 둥근 위쪽 모서리 33">
            <a:hlinkClick r:id="rId2"/>
            <a:extLst>
              <a:ext uri="{FF2B5EF4-FFF2-40B4-BE49-F238E27FC236}">
                <a16:creationId xmlns:a16="http://schemas.microsoft.com/office/drawing/2014/main" id="{85FA971B-2798-477F-BEF9-09CE79990C80}"/>
              </a:ext>
            </a:extLst>
          </p:cNvPr>
          <p:cNvSpPr/>
          <p:nvPr/>
        </p:nvSpPr>
        <p:spPr>
          <a:xfrm rot="5400000">
            <a:off x="5807839" y="7431456"/>
            <a:ext cx="339461" cy="17654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28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7BD67-A403-44B8-A9F5-5C9DFB704DAB}"/>
              </a:ext>
            </a:extLst>
          </p:cNvPr>
          <p:cNvSpPr txBox="1"/>
          <p:nvPr/>
        </p:nvSpPr>
        <p:spPr>
          <a:xfrm rot="5400000">
            <a:off x="5947913" y="7454392"/>
            <a:ext cx="59312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</a:t>
            </a:r>
            <a:endParaRPr lang="ko-KR" altLang="en-US" sz="849" b="1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EF7631-E1E4-4F7C-BD78-BB736EFAE8AE}"/>
              </a:ext>
            </a:extLst>
          </p:cNvPr>
          <p:cNvSpPr txBox="1"/>
          <p:nvPr/>
        </p:nvSpPr>
        <p:spPr>
          <a:xfrm>
            <a:off x="5921957" y="681356"/>
            <a:ext cx="8656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900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≡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BDC573-0D77-42FF-93D7-328E9C5E37B5}"/>
              </a:ext>
            </a:extLst>
          </p:cNvPr>
          <p:cNvSpPr txBox="1"/>
          <p:nvPr/>
        </p:nvSpPr>
        <p:spPr>
          <a:xfrm rot="5400000">
            <a:off x="5811350" y="1069394"/>
            <a:ext cx="307777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849" b="1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Yearly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811A8A-2D93-4486-B424-68C753D68AAD}"/>
              </a:ext>
            </a:extLst>
          </p:cNvPr>
          <p:cNvSpPr txBox="1"/>
          <p:nvPr/>
        </p:nvSpPr>
        <p:spPr>
          <a:xfrm rot="5400000">
            <a:off x="5884286" y="6113888"/>
            <a:ext cx="161904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P.B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078345-347D-4559-9A03-2AAB34026D3B}"/>
              </a:ext>
            </a:extLst>
          </p:cNvPr>
          <p:cNvSpPr txBox="1"/>
          <p:nvPr/>
        </p:nvSpPr>
        <p:spPr>
          <a:xfrm rot="5400000">
            <a:off x="5806541" y="6501924"/>
            <a:ext cx="317395" cy="1306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rgbClr val="FFC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Temp.</a:t>
            </a:r>
            <a:endParaRPr lang="ko-KR" altLang="en-US" sz="849" b="1" dirty="0">
              <a:solidFill>
                <a:srgbClr val="FFC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061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52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768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683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07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74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957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464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935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29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680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879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26CE84-7B4F-4028-8458-61E178EF95F7}"/>
              </a:ext>
            </a:extLst>
          </p:cNvPr>
          <p:cNvSpPr txBox="1"/>
          <p:nvPr/>
        </p:nvSpPr>
        <p:spPr>
          <a:xfrm>
            <a:off x="653307" y="868928"/>
            <a:ext cx="36067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Annual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1BEFD-85EF-48EE-A5CD-C14A388E123A}"/>
              </a:ext>
            </a:extLst>
          </p:cNvPr>
          <p:cNvSpPr txBox="1"/>
          <p:nvPr/>
        </p:nvSpPr>
        <p:spPr>
          <a:xfrm>
            <a:off x="653308" y="1291003"/>
            <a:ext cx="419987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Monthly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81E80-F78D-4DAD-86DA-EA26F13F6EE2}"/>
              </a:ext>
            </a:extLst>
          </p:cNvPr>
          <p:cNvSpPr txBox="1"/>
          <p:nvPr/>
        </p:nvSpPr>
        <p:spPr>
          <a:xfrm>
            <a:off x="1235878" y="1291003"/>
            <a:ext cx="381515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January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B518A-5464-409E-8F2C-CE1594AC1B48}"/>
              </a:ext>
            </a:extLst>
          </p:cNvPr>
          <p:cNvSpPr txBox="1"/>
          <p:nvPr/>
        </p:nvSpPr>
        <p:spPr>
          <a:xfrm>
            <a:off x="1235879" y="1687772"/>
            <a:ext cx="436017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February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0A0D7-4BE0-4FF7-B666-163513C949A2}"/>
              </a:ext>
            </a:extLst>
          </p:cNvPr>
          <p:cNvSpPr txBox="1"/>
          <p:nvPr/>
        </p:nvSpPr>
        <p:spPr>
          <a:xfrm>
            <a:off x="1235879" y="2084541"/>
            <a:ext cx="323807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March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A537C-6647-4E36-8FA2-B7E2FDAC6F81}"/>
              </a:ext>
            </a:extLst>
          </p:cNvPr>
          <p:cNvSpPr txBox="1"/>
          <p:nvPr/>
        </p:nvSpPr>
        <p:spPr>
          <a:xfrm>
            <a:off x="1235878" y="2481310"/>
            <a:ext cx="235642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April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27884-9ABB-4699-80EF-12C868B8898D}"/>
              </a:ext>
            </a:extLst>
          </p:cNvPr>
          <p:cNvSpPr txBox="1"/>
          <p:nvPr/>
        </p:nvSpPr>
        <p:spPr>
          <a:xfrm>
            <a:off x="1235878" y="2878079"/>
            <a:ext cx="21640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9DA4F-20A1-491F-9AF1-DF1D0295F515}"/>
              </a:ext>
            </a:extLst>
          </p:cNvPr>
          <p:cNvSpPr txBox="1"/>
          <p:nvPr/>
        </p:nvSpPr>
        <p:spPr>
          <a:xfrm>
            <a:off x="1235878" y="3274847"/>
            <a:ext cx="230832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June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6E5B2-7B14-44E8-9395-BE78659D3BFB}"/>
              </a:ext>
            </a:extLst>
          </p:cNvPr>
          <p:cNvSpPr txBox="1"/>
          <p:nvPr/>
        </p:nvSpPr>
        <p:spPr>
          <a:xfrm>
            <a:off x="1235878" y="3671616"/>
            <a:ext cx="182742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July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DA70B-FAB2-4ECE-AF38-D847AB6BDA17}"/>
              </a:ext>
            </a:extLst>
          </p:cNvPr>
          <p:cNvSpPr txBox="1"/>
          <p:nvPr/>
        </p:nvSpPr>
        <p:spPr>
          <a:xfrm>
            <a:off x="1235879" y="4465154"/>
            <a:ext cx="548227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September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A5548-4DF3-4FE7-A1B1-03E681BF6A75}"/>
              </a:ext>
            </a:extLst>
          </p:cNvPr>
          <p:cNvSpPr txBox="1"/>
          <p:nvPr/>
        </p:nvSpPr>
        <p:spPr>
          <a:xfrm>
            <a:off x="1235878" y="4861923"/>
            <a:ext cx="40876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October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BB5FEB-2B22-4868-B0EF-342FE5CF06A4}"/>
              </a:ext>
            </a:extLst>
          </p:cNvPr>
          <p:cNvSpPr txBox="1"/>
          <p:nvPr/>
        </p:nvSpPr>
        <p:spPr>
          <a:xfrm>
            <a:off x="1235878" y="5258691"/>
            <a:ext cx="52097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November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36DCE4-0DFB-45C7-B3DE-2300B4410FA1}"/>
              </a:ext>
            </a:extLst>
          </p:cNvPr>
          <p:cNvSpPr txBox="1"/>
          <p:nvPr/>
        </p:nvSpPr>
        <p:spPr>
          <a:xfrm>
            <a:off x="1235878" y="5655460"/>
            <a:ext cx="514564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December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E2C395-8D1F-4AD2-9A5F-66B10D495925}"/>
              </a:ext>
            </a:extLst>
          </p:cNvPr>
          <p:cNvSpPr txBox="1"/>
          <p:nvPr/>
        </p:nvSpPr>
        <p:spPr>
          <a:xfrm>
            <a:off x="1235879" y="4068385"/>
            <a:ext cx="362279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August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1DC07-6535-4B62-B600-234A0DC66F2B}"/>
              </a:ext>
            </a:extLst>
          </p:cNvPr>
          <p:cNvSpPr txBox="1"/>
          <p:nvPr/>
        </p:nvSpPr>
        <p:spPr>
          <a:xfrm>
            <a:off x="1945032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6C73E4-DCDB-427D-A7B4-5DD46694A933}"/>
              </a:ext>
            </a:extLst>
          </p:cNvPr>
          <p:cNvSpPr txBox="1"/>
          <p:nvPr/>
        </p:nvSpPr>
        <p:spPr>
          <a:xfrm>
            <a:off x="2144600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FE612B-010A-4CFC-ABBF-934B333468F7}"/>
              </a:ext>
            </a:extLst>
          </p:cNvPr>
          <p:cNvSpPr txBox="1"/>
          <p:nvPr/>
        </p:nvSpPr>
        <p:spPr>
          <a:xfrm>
            <a:off x="2344168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0E99E-E269-4F27-B5B2-3FF62C1627E2}"/>
              </a:ext>
            </a:extLst>
          </p:cNvPr>
          <p:cNvSpPr txBox="1"/>
          <p:nvPr/>
        </p:nvSpPr>
        <p:spPr>
          <a:xfrm>
            <a:off x="2543736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D17D97-DAAA-419A-A066-F1AC5E94F5D9}"/>
              </a:ext>
            </a:extLst>
          </p:cNvPr>
          <p:cNvSpPr txBox="1"/>
          <p:nvPr/>
        </p:nvSpPr>
        <p:spPr>
          <a:xfrm>
            <a:off x="2743304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E1C212-C212-4D7F-BE78-459B1C1163CA}"/>
              </a:ext>
            </a:extLst>
          </p:cNvPr>
          <p:cNvSpPr txBox="1"/>
          <p:nvPr/>
        </p:nvSpPr>
        <p:spPr>
          <a:xfrm>
            <a:off x="2942872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22C86-3E9C-44B0-9748-ED57EECD8D6C}"/>
              </a:ext>
            </a:extLst>
          </p:cNvPr>
          <p:cNvSpPr txBox="1"/>
          <p:nvPr/>
        </p:nvSpPr>
        <p:spPr>
          <a:xfrm>
            <a:off x="3142440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49EC8E-0846-4C7E-AC8F-669960357783}"/>
              </a:ext>
            </a:extLst>
          </p:cNvPr>
          <p:cNvSpPr txBox="1"/>
          <p:nvPr/>
        </p:nvSpPr>
        <p:spPr>
          <a:xfrm>
            <a:off x="3342008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8F6BE5-1320-40CB-A4EF-7010D32FA858}"/>
              </a:ext>
            </a:extLst>
          </p:cNvPr>
          <p:cNvSpPr txBox="1"/>
          <p:nvPr/>
        </p:nvSpPr>
        <p:spPr>
          <a:xfrm>
            <a:off x="3541576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0A1A93-1B4C-47F8-8351-29242E5289C2}"/>
              </a:ext>
            </a:extLst>
          </p:cNvPr>
          <p:cNvSpPr txBox="1"/>
          <p:nvPr/>
        </p:nvSpPr>
        <p:spPr>
          <a:xfrm>
            <a:off x="3741144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9A17A1-8921-42C4-AABA-363EB5A16B0C}"/>
              </a:ext>
            </a:extLst>
          </p:cNvPr>
          <p:cNvSpPr txBox="1"/>
          <p:nvPr/>
        </p:nvSpPr>
        <p:spPr>
          <a:xfrm>
            <a:off x="3940713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B535A2-2F11-4642-9CB3-6551E5530CDE}"/>
              </a:ext>
            </a:extLst>
          </p:cNvPr>
          <p:cNvSpPr txBox="1"/>
          <p:nvPr/>
        </p:nvSpPr>
        <p:spPr>
          <a:xfrm>
            <a:off x="4140281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63F6A8-1B1F-4125-9C3A-0D269FB19327}"/>
              </a:ext>
            </a:extLst>
          </p:cNvPr>
          <p:cNvSpPr txBox="1"/>
          <p:nvPr/>
        </p:nvSpPr>
        <p:spPr>
          <a:xfrm>
            <a:off x="4339849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1EADF1-DF59-4D54-AEC3-C83465B0D032}"/>
              </a:ext>
            </a:extLst>
          </p:cNvPr>
          <p:cNvSpPr txBox="1"/>
          <p:nvPr/>
        </p:nvSpPr>
        <p:spPr>
          <a:xfrm>
            <a:off x="4539417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E510E8-D05A-432F-971D-D9212797ECDA}"/>
              </a:ext>
            </a:extLst>
          </p:cNvPr>
          <p:cNvSpPr txBox="1"/>
          <p:nvPr/>
        </p:nvSpPr>
        <p:spPr>
          <a:xfrm>
            <a:off x="4738991" y="129100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7455F5-B325-4C9B-AA8A-108AA4AEFCBE}"/>
              </a:ext>
            </a:extLst>
          </p:cNvPr>
          <p:cNvSpPr txBox="1"/>
          <p:nvPr/>
        </p:nvSpPr>
        <p:spPr>
          <a:xfrm>
            <a:off x="1945032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AABB5A-9CF3-46FD-95AF-E758BB19588D}"/>
              </a:ext>
            </a:extLst>
          </p:cNvPr>
          <p:cNvSpPr txBox="1"/>
          <p:nvPr/>
        </p:nvSpPr>
        <p:spPr>
          <a:xfrm>
            <a:off x="2144600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10573-2377-454F-B112-C0B180676123}"/>
              </a:ext>
            </a:extLst>
          </p:cNvPr>
          <p:cNvSpPr txBox="1"/>
          <p:nvPr/>
        </p:nvSpPr>
        <p:spPr>
          <a:xfrm>
            <a:off x="2344168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DB5AAF-5866-42F6-9815-161865EC4DA5}"/>
              </a:ext>
            </a:extLst>
          </p:cNvPr>
          <p:cNvSpPr txBox="1"/>
          <p:nvPr/>
        </p:nvSpPr>
        <p:spPr>
          <a:xfrm>
            <a:off x="2543736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5E0E50-8677-4881-AB5C-E8D22D83C187}"/>
              </a:ext>
            </a:extLst>
          </p:cNvPr>
          <p:cNvSpPr txBox="1"/>
          <p:nvPr/>
        </p:nvSpPr>
        <p:spPr>
          <a:xfrm>
            <a:off x="2743304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C7985B-DF95-4B26-80A5-45ADD24E2305}"/>
              </a:ext>
            </a:extLst>
          </p:cNvPr>
          <p:cNvSpPr txBox="1"/>
          <p:nvPr/>
        </p:nvSpPr>
        <p:spPr>
          <a:xfrm>
            <a:off x="2942872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25A1B9-7719-4332-B5D0-ECB8EF054DA5}"/>
              </a:ext>
            </a:extLst>
          </p:cNvPr>
          <p:cNvSpPr txBox="1"/>
          <p:nvPr/>
        </p:nvSpPr>
        <p:spPr>
          <a:xfrm>
            <a:off x="3142440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B1956D-9789-47AA-8310-37B1D7915E03}"/>
              </a:ext>
            </a:extLst>
          </p:cNvPr>
          <p:cNvSpPr txBox="1"/>
          <p:nvPr/>
        </p:nvSpPr>
        <p:spPr>
          <a:xfrm>
            <a:off x="3342008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77CC3F-A07A-4B0B-9295-5AE6D1BCDE8A}"/>
              </a:ext>
            </a:extLst>
          </p:cNvPr>
          <p:cNvSpPr txBox="1"/>
          <p:nvPr/>
        </p:nvSpPr>
        <p:spPr>
          <a:xfrm>
            <a:off x="3541576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741CE-012A-4230-8B07-032A44F45FE3}"/>
              </a:ext>
            </a:extLst>
          </p:cNvPr>
          <p:cNvSpPr txBox="1"/>
          <p:nvPr/>
        </p:nvSpPr>
        <p:spPr>
          <a:xfrm>
            <a:off x="3741144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C2F6A9-E29F-45E7-AEA6-754686C01137}"/>
              </a:ext>
            </a:extLst>
          </p:cNvPr>
          <p:cNvSpPr txBox="1"/>
          <p:nvPr/>
        </p:nvSpPr>
        <p:spPr>
          <a:xfrm>
            <a:off x="3940713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7999AA-E93B-4017-870A-AB5B00C53D22}"/>
              </a:ext>
            </a:extLst>
          </p:cNvPr>
          <p:cNvSpPr txBox="1"/>
          <p:nvPr/>
        </p:nvSpPr>
        <p:spPr>
          <a:xfrm>
            <a:off x="4140281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C919DC-6123-444C-BE54-57AF2967B326}"/>
              </a:ext>
            </a:extLst>
          </p:cNvPr>
          <p:cNvSpPr txBox="1"/>
          <p:nvPr/>
        </p:nvSpPr>
        <p:spPr>
          <a:xfrm>
            <a:off x="4339849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9B0691-C086-482C-AE2D-3C54FEA024C9}"/>
              </a:ext>
            </a:extLst>
          </p:cNvPr>
          <p:cNvSpPr txBox="1"/>
          <p:nvPr/>
        </p:nvSpPr>
        <p:spPr>
          <a:xfrm>
            <a:off x="4539417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7F9DD0-A7CC-45DC-9E96-19EA7AB06FFB}"/>
              </a:ext>
            </a:extLst>
          </p:cNvPr>
          <p:cNvSpPr txBox="1"/>
          <p:nvPr/>
        </p:nvSpPr>
        <p:spPr>
          <a:xfrm>
            <a:off x="4738991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D343E2-7C81-4FBA-ACDC-54B49FA420D0}"/>
              </a:ext>
            </a:extLst>
          </p:cNvPr>
          <p:cNvSpPr txBox="1"/>
          <p:nvPr/>
        </p:nvSpPr>
        <p:spPr>
          <a:xfrm>
            <a:off x="4938554" y="145783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34A053E-EB8D-48BE-A336-CC7FB3D483E6}"/>
              </a:ext>
            </a:extLst>
          </p:cNvPr>
          <p:cNvSpPr txBox="1"/>
          <p:nvPr/>
        </p:nvSpPr>
        <p:spPr>
          <a:xfrm>
            <a:off x="1945032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BC1A1BCE-D7B3-4EFE-ACF1-2D4F818F3A2E}"/>
              </a:ext>
            </a:extLst>
          </p:cNvPr>
          <p:cNvSpPr txBox="1"/>
          <p:nvPr/>
        </p:nvSpPr>
        <p:spPr>
          <a:xfrm>
            <a:off x="2144600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624363B7-8AD2-4772-AE99-58B4E3ECEE37}"/>
              </a:ext>
            </a:extLst>
          </p:cNvPr>
          <p:cNvSpPr txBox="1"/>
          <p:nvPr/>
        </p:nvSpPr>
        <p:spPr>
          <a:xfrm>
            <a:off x="2344168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F35064F1-2D05-4033-B9F2-0C18FC54A558}"/>
              </a:ext>
            </a:extLst>
          </p:cNvPr>
          <p:cNvSpPr txBox="1"/>
          <p:nvPr/>
        </p:nvSpPr>
        <p:spPr>
          <a:xfrm>
            <a:off x="2543736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88E284B-E617-4CA9-94CB-83946590A25A}"/>
              </a:ext>
            </a:extLst>
          </p:cNvPr>
          <p:cNvSpPr txBox="1"/>
          <p:nvPr/>
        </p:nvSpPr>
        <p:spPr>
          <a:xfrm>
            <a:off x="2743304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31DFCE2-F9EE-47F2-A1BA-0CA08338F3B8}"/>
              </a:ext>
            </a:extLst>
          </p:cNvPr>
          <p:cNvSpPr txBox="1"/>
          <p:nvPr/>
        </p:nvSpPr>
        <p:spPr>
          <a:xfrm>
            <a:off x="2942872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6487B719-817C-45EC-BFD0-1900A2A8DC22}"/>
              </a:ext>
            </a:extLst>
          </p:cNvPr>
          <p:cNvSpPr txBox="1"/>
          <p:nvPr/>
        </p:nvSpPr>
        <p:spPr>
          <a:xfrm>
            <a:off x="3142440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CF61B879-C941-4FBA-A03A-64E8877D7F29}"/>
              </a:ext>
            </a:extLst>
          </p:cNvPr>
          <p:cNvSpPr txBox="1"/>
          <p:nvPr/>
        </p:nvSpPr>
        <p:spPr>
          <a:xfrm>
            <a:off x="3342008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BBF2DCD1-2E08-4AC8-AC76-7F3B92FA226A}"/>
              </a:ext>
            </a:extLst>
          </p:cNvPr>
          <p:cNvSpPr txBox="1"/>
          <p:nvPr/>
        </p:nvSpPr>
        <p:spPr>
          <a:xfrm>
            <a:off x="3541576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159A5F9E-B666-475E-8584-A424AF242C39}"/>
              </a:ext>
            </a:extLst>
          </p:cNvPr>
          <p:cNvSpPr txBox="1"/>
          <p:nvPr/>
        </p:nvSpPr>
        <p:spPr>
          <a:xfrm>
            <a:off x="3741144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0C35D6C6-289C-404B-813E-CF4D647DBFEE}"/>
              </a:ext>
            </a:extLst>
          </p:cNvPr>
          <p:cNvSpPr txBox="1"/>
          <p:nvPr/>
        </p:nvSpPr>
        <p:spPr>
          <a:xfrm>
            <a:off x="3940713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F45B7549-FC2D-43BF-9177-1928B5D0C1AB}"/>
              </a:ext>
            </a:extLst>
          </p:cNvPr>
          <p:cNvSpPr txBox="1"/>
          <p:nvPr/>
        </p:nvSpPr>
        <p:spPr>
          <a:xfrm>
            <a:off x="4140281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AC96369-8B30-47AC-A954-40CC85B5E7FC}"/>
              </a:ext>
            </a:extLst>
          </p:cNvPr>
          <p:cNvSpPr txBox="1"/>
          <p:nvPr/>
        </p:nvSpPr>
        <p:spPr>
          <a:xfrm>
            <a:off x="4339849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30214827-3799-4466-BDA6-EA48D6AF3D00}"/>
              </a:ext>
            </a:extLst>
          </p:cNvPr>
          <p:cNvSpPr txBox="1"/>
          <p:nvPr/>
        </p:nvSpPr>
        <p:spPr>
          <a:xfrm>
            <a:off x="4539417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B712B004-3F7A-4E28-B018-A6597981B387}"/>
              </a:ext>
            </a:extLst>
          </p:cNvPr>
          <p:cNvSpPr txBox="1"/>
          <p:nvPr/>
        </p:nvSpPr>
        <p:spPr>
          <a:xfrm>
            <a:off x="4738991" y="168777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D183C0D2-0AEC-413D-B3DE-6C49BB98D959}"/>
              </a:ext>
            </a:extLst>
          </p:cNvPr>
          <p:cNvSpPr txBox="1"/>
          <p:nvPr/>
        </p:nvSpPr>
        <p:spPr>
          <a:xfrm>
            <a:off x="1945032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D559C78E-AA02-4A9F-8EAA-788685182025}"/>
              </a:ext>
            </a:extLst>
          </p:cNvPr>
          <p:cNvSpPr txBox="1"/>
          <p:nvPr/>
        </p:nvSpPr>
        <p:spPr>
          <a:xfrm>
            <a:off x="2144600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3FAD5DD2-AB94-467A-9C65-A5EB959E811C}"/>
              </a:ext>
            </a:extLst>
          </p:cNvPr>
          <p:cNvSpPr txBox="1"/>
          <p:nvPr/>
        </p:nvSpPr>
        <p:spPr>
          <a:xfrm>
            <a:off x="2344168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CBA1680-7A92-4617-9C65-84D40169CD53}"/>
              </a:ext>
            </a:extLst>
          </p:cNvPr>
          <p:cNvSpPr txBox="1"/>
          <p:nvPr/>
        </p:nvSpPr>
        <p:spPr>
          <a:xfrm>
            <a:off x="2543736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C87E0D14-5F70-447D-A4DC-D22134E2707E}"/>
              </a:ext>
            </a:extLst>
          </p:cNvPr>
          <p:cNvSpPr txBox="1"/>
          <p:nvPr/>
        </p:nvSpPr>
        <p:spPr>
          <a:xfrm>
            <a:off x="2743304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9D57E173-6991-47AD-83FC-5FAE83E531A4}"/>
              </a:ext>
            </a:extLst>
          </p:cNvPr>
          <p:cNvSpPr txBox="1"/>
          <p:nvPr/>
        </p:nvSpPr>
        <p:spPr>
          <a:xfrm>
            <a:off x="2942872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12889B57-4E81-42C8-ADF6-E01E4583550E}"/>
              </a:ext>
            </a:extLst>
          </p:cNvPr>
          <p:cNvSpPr txBox="1"/>
          <p:nvPr/>
        </p:nvSpPr>
        <p:spPr>
          <a:xfrm>
            <a:off x="3142440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A9D8D774-A0B1-4899-A543-5410F9E813DA}"/>
              </a:ext>
            </a:extLst>
          </p:cNvPr>
          <p:cNvSpPr txBox="1"/>
          <p:nvPr/>
        </p:nvSpPr>
        <p:spPr>
          <a:xfrm>
            <a:off x="3342008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97E1C156-1865-48AE-8F47-58EAE1B324A7}"/>
              </a:ext>
            </a:extLst>
          </p:cNvPr>
          <p:cNvSpPr txBox="1"/>
          <p:nvPr/>
        </p:nvSpPr>
        <p:spPr>
          <a:xfrm>
            <a:off x="3541576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1440219B-DD63-4966-BC46-A1BB20F9EBC2}"/>
              </a:ext>
            </a:extLst>
          </p:cNvPr>
          <p:cNvSpPr txBox="1"/>
          <p:nvPr/>
        </p:nvSpPr>
        <p:spPr>
          <a:xfrm>
            <a:off x="3741144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AEC133CA-BBF9-4C47-BA5A-4EECDEC039F8}"/>
              </a:ext>
            </a:extLst>
          </p:cNvPr>
          <p:cNvSpPr txBox="1"/>
          <p:nvPr/>
        </p:nvSpPr>
        <p:spPr>
          <a:xfrm>
            <a:off x="3940713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4BF87819-8872-41D4-88D5-1735A6AAC5EB}"/>
              </a:ext>
            </a:extLst>
          </p:cNvPr>
          <p:cNvSpPr txBox="1"/>
          <p:nvPr/>
        </p:nvSpPr>
        <p:spPr>
          <a:xfrm>
            <a:off x="4140281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F8690A7-A590-4C42-B239-3C71E9437C4D}"/>
              </a:ext>
            </a:extLst>
          </p:cNvPr>
          <p:cNvSpPr txBox="1"/>
          <p:nvPr/>
        </p:nvSpPr>
        <p:spPr>
          <a:xfrm>
            <a:off x="4339849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65FE88F-420C-44B0-8D96-45AE778CA17C}"/>
              </a:ext>
            </a:extLst>
          </p:cNvPr>
          <p:cNvSpPr txBox="1"/>
          <p:nvPr/>
        </p:nvSpPr>
        <p:spPr>
          <a:xfrm>
            <a:off x="4539417" y="185459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EDB61F31-40A4-4A25-B177-1C228E0E497D}"/>
              </a:ext>
            </a:extLst>
          </p:cNvPr>
          <p:cNvSpPr txBox="1"/>
          <p:nvPr/>
        </p:nvSpPr>
        <p:spPr>
          <a:xfrm>
            <a:off x="1945032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ED399D08-6AF5-4DAA-81C7-1CBC53B55B62}"/>
              </a:ext>
            </a:extLst>
          </p:cNvPr>
          <p:cNvSpPr txBox="1"/>
          <p:nvPr/>
        </p:nvSpPr>
        <p:spPr>
          <a:xfrm>
            <a:off x="2144600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70ADB690-F2D5-461F-BEED-6FE71EC9D4BC}"/>
              </a:ext>
            </a:extLst>
          </p:cNvPr>
          <p:cNvSpPr txBox="1"/>
          <p:nvPr/>
        </p:nvSpPr>
        <p:spPr>
          <a:xfrm>
            <a:off x="2344168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D55F7812-852B-4E97-9988-77D45348D2DF}"/>
              </a:ext>
            </a:extLst>
          </p:cNvPr>
          <p:cNvSpPr txBox="1"/>
          <p:nvPr/>
        </p:nvSpPr>
        <p:spPr>
          <a:xfrm>
            <a:off x="2543736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99C27D9A-E871-42E8-9BC2-90B1F68C170D}"/>
              </a:ext>
            </a:extLst>
          </p:cNvPr>
          <p:cNvSpPr txBox="1"/>
          <p:nvPr/>
        </p:nvSpPr>
        <p:spPr>
          <a:xfrm>
            <a:off x="2743304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A2D3DAE9-BF96-43A1-9298-6F3535C1645F}"/>
              </a:ext>
            </a:extLst>
          </p:cNvPr>
          <p:cNvSpPr txBox="1"/>
          <p:nvPr/>
        </p:nvSpPr>
        <p:spPr>
          <a:xfrm>
            <a:off x="2942872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750CDA3A-41C4-481A-A02C-2648CE4F1501}"/>
              </a:ext>
            </a:extLst>
          </p:cNvPr>
          <p:cNvSpPr txBox="1"/>
          <p:nvPr/>
        </p:nvSpPr>
        <p:spPr>
          <a:xfrm>
            <a:off x="3142440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CF5FC0B1-C09C-4E0A-B6AB-9BEDF4019D69}"/>
              </a:ext>
            </a:extLst>
          </p:cNvPr>
          <p:cNvSpPr txBox="1"/>
          <p:nvPr/>
        </p:nvSpPr>
        <p:spPr>
          <a:xfrm>
            <a:off x="3342008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3E7E7989-C182-4E11-BEBE-3E92BCF9CFAA}"/>
              </a:ext>
            </a:extLst>
          </p:cNvPr>
          <p:cNvSpPr txBox="1"/>
          <p:nvPr/>
        </p:nvSpPr>
        <p:spPr>
          <a:xfrm>
            <a:off x="3541576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856F966D-18E5-4A7D-9CB7-2DD5FE16B39D}"/>
              </a:ext>
            </a:extLst>
          </p:cNvPr>
          <p:cNvSpPr txBox="1"/>
          <p:nvPr/>
        </p:nvSpPr>
        <p:spPr>
          <a:xfrm>
            <a:off x="3741144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2985FEF-CB70-46CE-A558-0ADDC13BDEF4}"/>
              </a:ext>
            </a:extLst>
          </p:cNvPr>
          <p:cNvSpPr txBox="1"/>
          <p:nvPr/>
        </p:nvSpPr>
        <p:spPr>
          <a:xfrm>
            <a:off x="3940713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366EA343-100D-4DF8-8FA8-CC9F3DDD88AE}"/>
              </a:ext>
            </a:extLst>
          </p:cNvPr>
          <p:cNvSpPr txBox="1"/>
          <p:nvPr/>
        </p:nvSpPr>
        <p:spPr>
          <a:xfrm>
            <a:off x="4140281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B11A777-3BF2-4BE8-9866-1F689CB50C79}"/>
              </a:ext>
            </a:extLst>
          </p:cNvPr>
          <p:cNvSpPr txBox="1"/>
          <p:nvPr/>
        </p:nvSpPr>
        <p:spPr>
          <a:xfrm>
            <a:off x="4339849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F13DDB77-71B1-48FD-98F1-4D7ADC9BA596}"/>
              </a:ext>
            </a:extLst>
          </p:cNvPr>
          <p:cNvSpPr txBox="1"/>
          <p:nvPr/>
        </p:nvSpPr>
        <p:spPr>
          <a:xfrm>
            <a:off x="4539417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16666C9-F94E-4930-BC84-2D7D14EDCFCC}"/>
              </a:ext>
            </a:extLst>
          </p:cNvPr>
          <p:cNvSpPr txBox="1"/>
          <p:nvPr/>
        </p:nvSpPr>
        <p:spPr>
          <a:xfrm>
            <a:off x="4738991" y="208454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DE2F00C1-FCFF-46F7-9A86-6EFA84CCFBAB}"/>
              </a:ext>
            </a:extLst>
          </p:cNvPr>
          <p:cNvSpPr txBox="1"/>
          <p:nvPr/>
        </p:nvSpPr>
        <p:spPr>
          <a:xfrm>
            <a:off x="1945032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258645EB-FA1F-4538-BC1A-E31DC0B98DE1}"/>
              </a:ext>
            </a:extLst>
          </p:cNvPr>
          <p:cNvSpPr txBox="1"/>
          <p:nvPr/>
        </p:nvSpPr>
        <p:spPr>
          <a:xfrm>
            <a:off x="2144600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6CEFDEDD-F9A4-4800-BAEE-96C9106F4F63}"/>
              </a:ext>
            </a:extLst>
          </p:cNvPr>
          <p:cNvSpPr txBox="1"/>
          <p:nvPr/>
        </p:nvSpPr>
        <p:spPr>
          <a:xfrm>
            <a:off x="2344168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5CF26009-C7AE-4FCE-A554-841B71686516}"/>
              </a:ext>
            </a:extLst>
          </p:cNvPr>
          <p:cNvSpPr txBox="1"/>
          <p:nvPr/>
        </p:nvSpPr>
        <p:spPr>
          <a:xfrm>
            <a:off x="2543736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B2CF9CC0-9A21-407C-8988-04D76BD62EF2}"/>
              </a:ext>
            </a:extLst>
          </p:cNvPr>
          <p:cNvSpPr txBox="1"/>
          <p:nvPr/>
        </p:nvSpPr>
        <p:spPr>
          <a:xfrm>
            <a:off x="2743304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79D6869D-9CE5-46D6-BD62-EE147D8528AF}"/>
              </a:ext>
            </a:extLst>
          </p:cNvPr>
          <p:cNvSpPr txBox="1"/>
          <p:nvPr/>
        </p:nvSpPr>
        <p:spPr>
          <a:xfrm>
            <a:off x="2942872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CBDAC686-C9CE-444D-9816-E1E0F3E7E6B3}"/>
              </a:ext>
            </a:extLst>
          </p:cNvPr>
          <p:cNvSpPr txBox="1"/>
          <p:nvPr/>
        </p:nvSpPr>
        <p:spPr>
          <a:xfrm>
            <a:off x="3142440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5C41C9EB-8C94-4F3B-AE8B-D3B23F4BBE55}"/>
              </a:ext>
            </a:extLst>
          </p:cNvPr>
          <p:cNvSpPr txBox="1"/>
          <p:nvPr/>
        </p:nvSpPr>
        <p:spPr>
          <a:xfrm>
            <a:off x="3342008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3E48A8DF-1849-4E3C-B460-97F5DF7F1587}"/>
              </a:ext>
            </a:extLst>
          </p:cNvPr>
          <p:cNvSpPr txBox="1"/>
          <p:nvPr/>
        </p:nvSpPr>
        <p:spPr>
          <a:xfrm>
            <a:off x="3541576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1BA610F-7AFC-44DE-9978-1C8DEDE9B832}"/>
              </a:ext>
            </a:extLst>
          </p:cNvPr>
          <p:cNvSpPr txBox="1"/>
          <p:nvPr/>
        </p:nvSpPr>
        <p:spPr>
          <a:xfrm>
            <a:off x="3741144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575E9907-5EC5-4214-AA82-8679BC7684DE}"/>
              </a:ext>
            </a:extLst>
          </p:cNvPr>
          <p:cNvSpPr txBox="1"/>
          <p:nvPr/>
        </p:nvSpPr>
        <p:spPr>
          <a:xfrm>
            <a:off x="3940713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B43841CB-A56A-44C5-981F-F65AFFB92E05}"/>
              </a:ext>
            </a:extLst>
          </p:cNvPr>
          <p:cNvSpPr txBox="1"/>
          <p:nvPr/>
        </p:nvSpPr>
        <p:spPr>
          <a:xfrm>
            <a:off x="4140281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E2871707-4C87-4629-A22D-7BE788B58921}"/>
              </a:ext>
            </a:extLst>
          </p:cNvPr>
          <p:cNvSpPr txBox="1"/>
          <p:nvPr/>
        </p:nvSpPr>
        <p:spPr>
          <a:xfrm>
            <a:off x="4339849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DA0B842E-3694-4648-B333-6990C8FFC95D}"/>
              </a:ext>
            </a:extLst>
          </p:cNvPr>
          <p:cNvSpPr txBox="1"/>
          <p:nvPr/>
        </p:nvSpPr>
        <p:spPr>
          <a:xfrm>
            <a:off x="4539417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496FAE6F-4317-477F-8FFB-E9CE6F772017}"/>
              </a:ext>
            </a:extLst>
          </p:cNvPr>
          <p:cNvSpPr txBox="1"/>
          <p:nvPr/>
        </p:nvSpPr>
        <p:spPr>
          <a:xfrm>
            <a:off x="4738991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8370FB27-1D0F-4DA4-8015-312C434FC649}"/>
              </a:ext>
            </a:extLst>
          </p:cNvPr>
          <p:cNvSpPr txBox="1"/>
          <p:nvPr/>
        </p:nvSpPr>
        <p:spPr>
          <a:xfrm>
            <a:off x="4938554" y="2251368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6E8F5090-821F-460C-90F5-91F30C59C284}"/>
              </a:ext>
            </a:extLst>
          </p:cNvPr>
          <p:cNvSpPr txBox="1"/>
          <p:nvPr/>
        </p:nvSpPr>
        <p:spPr>
          <a:xfrm>
            <a:off x="1945032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271BA851-E70F-4BF6-94F0-FAAB6683E16D}"/>
              </a:ext>
            </a:extLst>
          </p:cNvPr>
          <p:cNvSpPr txBox="1"/>
          <p:nvPr/>
        </p:nvSpPr>
        <p:spPr>
          <a:xfrm>
            <a:off x="2144600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5E9F6095-F6F8-4A06-8B30-267DE9894E1A}"/>
              </a:ext>
            </a:extLst>
          </p:cNvPr>
          <p:cNvSpPr txBox="1"/>
          <p:nvPr/>
        </p:nvSpPr>
        <p:spPr>
          <a:xfrm>
            <a:off x="2344168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78F16D4E-CB70-4952-B371-3870C87C9324}"/>
              </a:ext>
            </a:extLst>
          </p:cNvPr>
          <p:cNvSpPr txBox="1"/>
          <p:nvPr/>
        </p:nvSpPr>
        <p:spPr>
          <a:xfrm>
            <a:off x="2543736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8D477DAE-6EC2-4DEC-A90B-3649ECF5749C}"/>
              </a:ext>
            </a:extLst>
          </p:cNvPr>
          <p:cNvSpPr txBox="1"/>
          <p:nvPr/>
        </p:nvSpPr>
        <p:spPr>
          <a:xfrm>
            <a:off x="2743304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450D824A-3C03-4002-9392-23EDFBDC5818}"/>
              </a:ext>
            </a:extLst>
          </p:cNvPr>
          <p:cNvSpPr txBox="1"/>
          <p:nvPr/>
        </p:nvSpPr>
        <p:spPr>
          <a:xfrm>
            <a:off x="2942872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EE85A482-E8E6-415C-AB34-61682AA36487}"/>
              </a:ext>
            </a:extLst>
          </p:cNvPr>
          <p:cNvSpPr txBox="1"/>
          <p:nvPr/>
        </p:nvSpPr>
        <p:spPr>
          <a:xfrm>
            <a:off x="3142440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2EEF0D74-07DD-4574-B5EA-7D6C7CE43164}"/>
              </a:ext>
            </a:extLst>
          </p:cNvPr>
          <p:cNvSpPr txBox="1"/>
          <p:nvPr/>
        </p:nvSpPr>
        <p:spPr>
          <a:xfrm>
            <a:off x="3342008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13F95C9A-3F21-478B-A77F-728C318FB546}"/>
              </a:ext>
            </a:extLst>
          </p:cNvPr>
          <p:cNvSpPr txBox="1"/>
          <p:nvPr/>
        </p:nvSpPr>
        <p:spPr>
          <a:xfrm>
            <a:off x="3541576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752E6E7D-1DC4-4F68-89B5-F05868A7C42C}"/>
              </a:ext>
            </a:extLst>
          </p:cNvPr>
          <p:cNvSpPr txBox="1"/>
          <p:nvPr/>
        </p:nvSpPr>
        <p:spPr>
          <a:xfrm>
            <a:off x="3741144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3B781D0B-B89F-4025-B78A-0166B0FF25FA}"/>
              </a:ext>
            </a:extLst>
          </p:cNvPr>
          <p:cNvSpPr txBox="1"/>
          <p:nvPr/>
        </p:nvSpPr>
        <p:spPr>
          <a:xfrm>
            <a:off x="3940713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99D09D82-469E-4DC7-A68E-1B07B3BF55B8}"/>
              </a:ext>
            </a:extLst>
          </p:cNvPr>
          <p:cNvSpPr txBox="1"/>
          <p:nvPr/>
        </p:nvSpPr>
        <p:spPr>
          <a:xfrm>
            <a:off x="4140281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66C8E0D-9A4E-42CA-B9A7-A3046FD55A81}"/>
              </a:ext>
            </a:extLst>
          </p:cNvPr>
          <p:cNvSpPr txBox="1"/>
          <p:nvPr/>
        </p:nvSpPr>
        <p:spPr>
          <a:xfrm>
            <a:off x="4339849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1CA7B866-725A-43E3-9E05-8CE52C000D0D}"/>
              </a:ext>
            </a:extLst>
          </p:cNvPr>
          <p:cNvSpPr txBox="1"/>
          <p:nvPr/>
        </p:nvSpPr>
        <p:spPr>
          <a:xfrm>
            <a:off x="4539417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85CD8C61-E231-4868-BA85-BC63C3D76217}"/>
              </a:ext>
            </a:extLst>
          </p:cNvPr>
          <p:cNvSpPr txBox="1"/>
          <p:nvPr/>
        </p:nvSpPr>
        <p:spPr>
          <a:xfrm>
            <a:off x="4738991" y="248131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8DA3CA9-AFD9-4520-8B42-5F1B4D7969B5}"/>
              </a:ext>
            </a:extLst>
          </p:cNvPr>
          <p:cNvSpPr txBox="1"/>
          <p:nvPr/>
        </p:nvSpPr>
        <p:spPr>
          <a:xfrm>
            <a:off x="1945032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29CDF2CE-FECF-4F50-BB52-011B3E1F8E0C}"/>
              </a:ext>
            </a:extLst>
          </p:cNvPr>
          <p:cNvSpPr txBox="1"/>
          <p:nvPr/>
        </p:nvSpPr>
        <p:spPr>
          <a:xfrm>
            <a:off x="2144600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B1B1418E-41EA-4000-87B9-690CB297507A}"/>
              </a:ext>
            </a:extLst>
          </p:cNvPr>
          <p:cNvSpPr txBox="1"/>
          <p:nvPr/>
        </p:nvSpPr>
        <p:spPr>
          <a:xfrm>
            <a:off x="2344168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FD7FC92B-75F3-4A3D-9EEF-30C3B3D07ACB}"/>
              </a:ext>
            </a:extLst>
          </p:cNvPr>
          <p:cNvSpPr txBox="1"/>
          <p:nvPr/>
        </p:nvSpPr>
        <p:spPr>
          <a:xfrm>
            <a:off x="2543736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1424F6B0-5160-440D-BFB6-C89FFBC76BE3}"/>
              </a:ext>
            </a:extLst>
          </p:cNvPr>
          <p:cNvSpPr txBox="1"/>
          <p:nvPr/>
        </p:nvSpPr>
        <p:spPr>
          <a:xfrm>
            <a:off x="2743304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AF8E0ADF-4D84-44D3-A90A-3E881BD8BEEB}"/>
              </a:ext>
            </a:extLst>
          </p:cNvPr>
          <p:cNvSpPr txBox="1"/>
          <p:nvPr/>
        </p:nvSpPr>
        <p:spPr>
          <a:xfrm>
            <a:off x="2942872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D5B2B1BE-915A-429A-A315-26B43CFC548F}"/>
              </a:ext>
            </a:extLst>
          </p:cNvPr>
          <p:cNvSpPr txBox="1"/>
          <p:nvPr/>
        </p:nvSpPr>
        <p:spPr>
          <a:xfrm>
            <a:off x="3142440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E6D06DA3-7993-4900-BE3D-4D9F2EFCF009}"/>
              </a:ext>
            </a:extLst>
          </p:cNvPr>
          <p:cNvSpPr txBox="1"/>
          <p:nvPr/>
        </p:nvSpPr>
        <p:spPr>
          <a:xfrm>
            <a:off x="3342008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3A3AAA46-7470-4044-9D55-9E0A71440782}"/>
              </a:ext>
            </a:extLst>
          </p:cNvPr>
          <p:cNvSpPr txBox="1"/>
          <p:nvPr/>
        </p:nvSpPr>
        <p:spPr>
          <a:xfrm>
            <a:off x="3541576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E60793C8-894E-4CB6-8FDB-CACF61E0D6D3}"/>
              </a:ext>
            </a:extLst>
          </p:cNvPr>
          <p:cNvSpPr txBox="1"/>
          <p:nvPr/>
        </p:nvSpPr>
        <p:spPr>
          <a:xfrm>
            <a:off x="3741144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07CB893F-6BFB-49EC-873E-884C76344F26}"/>
              </a:ext>
            </a:extLst>
          </p:cNvPr>
          <p:cNvSpPr txBox="1"/>
          <p:nvPr/>
        </p:nvSpPr>
        <p:spPr>
          <a:xfrm>
            <a:off x="3940713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BE386349-A3F3-4B2B-ACFB-C30917B03291}"/>
              </a:ext>
            </a:extLst>
          </p:cNvPr>
          <p:cNvSpPr txBox="1"/>
          <p:nvPr/>
        </p:nvSpPr>
        <p:spPr>
          <a:xfrm>
            <a:off x="4140281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2CB57E13-DE68-47A2-9150-9A692EDD6185}"/>
              </a:ext>
            </a:extLst>
          </p:cNvPr>
          <p:cNvSpPr txBox="1"/>
          <p:nvPr/>
        </p:nvSpPr>
        <p:spPr>
          <a:xfrm>
            <a:off x="4339849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1EB5883D-33A2-4387-85FF-EC601AA9CE40}"/>
              </a:ext>
            </a:extLst>
          </p:cNvPr>
          <p:cNvSpPr txBox="1"/>
          <p:nvPr/>
        </p:nvSpPr>
        <p:spPr>
          <a:xfrm>
            <a:off x="4539417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CEC91263-11B5-4597-94BC-CA5BD632092A}"/>
              </a:ext>
            </a:extLst>
          </p:cNvPr>
          <p:cNvSpPr txBox="1"/>
          <p:nvPr/>
        </p:nvSpPr>
        <p:spPr>
          <a:xfrm>
            <a:off x="4738991" y="264813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666C8DD8-840D-4AC6-984B-682B060845BB}"/>
              </a:ext>
            </a:extLst>
          </p:cNvPr>
          <p:cNvSpPr txBox="1"/>
          <p:nvPr/>
        </p:nvSpPr>
        <p:spPr>
          <a:xfrm>
            <a:off x="1945032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B1FF01FF-017A-4DF9-BF76-A14F494D7437}"/>
              </a:ext>
            </a:extLst>
          </p:cNvPr>
          <p:cNvSpPr txBox="1"/>
          <p:nvPr/>
        </p:nvSpPr>
        <p:spPr>
          <a:xfrm>
            <a:off x="2144600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AFBB927A-5D25-4CB6-B634-9F49E8E66583}"/>
              </a:ext>
            </a:extLst>
          </p:cNvPr>
          <p:cNvSpPr txBox="1"/>
          <p:nvPr/>
        </p:nvSpPr>
        <p:spPr>
          <a:xfrm>
            <a:off x="2344168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727227EC-51E7-46EE-8A15-99177696AC38}"/>
              </a:ext>
            </a:extLst>
          </p:cNvPr>
          <p:cNvSpPr txBox="1"/>
          <p:nvPr/>
        </p:nvSpPr>
        <p:spPr>
          <a:xfrm>
            <a:off x="2543736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08310F9D-4D28-4597-BC27-BAAE9BD3221C}"/>
              </a:ext>
            </a:extLst>
          </p:cNvPr>
          <p:cNvSpPr txBox="1"/>
          <p:nvPr/>
        </p:nvSpPr>
        <p:spPr>
          <a:xfrm>
            <a:off x="2743304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54738316-3570-442D-BBBE-48FF165B2A53}"/>
              </a:ext>
            </a:extLst>
          </p:cNvPr>
          <p:cNvSpPr txBox="1"/>
          <p:nvPr/>
        </p:nvSpPr>
        <p:spPr>
          <a:xfrm>
            <a:off x="2942872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1DFD1488-1DD5-406D-9DE8-73D888D640AE}"/>
              </a:ext>
            </a:extLst>
          </p:cNvPr>
          <p:cNvSpPr txBox="1"/>
          <p:nvPr/>
        </p:nvSpPr>
        <p:spPr>
          <a:xfrm>
            <a:off x="3142440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28E0BA53-3F1F-4657-8F5F-866475A6AFA4}"/>
              </a:ext>
            </a:extLst>
          </p:cNvPr>
          <p:cNvSpPr txBox="1"/>
          <p:nvPr/>
        </p:nvSpPr>
        <p:spPr>
          <a:xfrm>
            <a:off x="3342008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E17AA0D3-3C26-4F2A-A2D7-92CACBBEEA43}"/>
              </a:ext>
            </a:extLst>
          </p:cNvPr>
          <p:cNvSpPr txBox="1"/>
          <p:nvPr/>
        </p:nvSpPr>
        <p:spPr>
          <a:xfrm>
            <a:off x="3541576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3971886B-C747-4501-8845-98F614EB8DDD}"/>
              </a:ext>
            </a:extLst>
          </p:cNvPr>
          <p:cNvSpPr txBox="1"/>
          <p:nvPr/>
        </p:nvSpPr>
        <p:spPr>
          <a:xfrm>
            <a:off x="3741144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5F2A7DF4-9484-4392-A26E-FA54AD714571}"/>
              </a:ext>
            </a:extLst>
          </p:cNvPr>
          <p:cNvSpPr txBox="1"/>
          <p:nvPr/>
        </p:nvSpPr>
        <p:spPr>
          <a:xfrm>
            <a:off x="3940713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3" name="TextBox 512">
            <a:extLst>
              <a:ext uri="{FF2B5EF4-FFF2-40B4-BE49-F238E27FC236}">
                <a16:creationId xmlns:a16="http://schemas.microsoft.com/office/drawing/2014/main" id="{2CB1A2D4-4E4E-415A-8AD1-9ECB2BDFE4D9}"/>
              </a:ext>
            </a:extLst>
          </p:cNvPr>
          <p:cNvSpPr txBox="1"/>
          <p:nvPr/>
        </p:nvSpPr>
        <p:spPr>
          <a:xfrm>
            <a:off x="4140281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7A815643-A542-400F-88C0-9460945384CB}"/>
              </a:ext>
            </a:extLst>
          </p:cNvPr>
          <p:cNvSpPr txBox="1"/>
          <p:nvPr/>
        </p:nvSpPr>
        <p:spPr>
          <a:xfrm>
            <a:off x="4339849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5DED454B-7AF7-41B9-8A67-087FBF9A4130}"/>
              </a:ext>
            </a:extLst>
          </p:cNvPr>
          <p:cNvSpPr txBox="1"/>
          <p:nvPr/>
        </p:nvSpPr>
        <p:spPr>
          <a:xfrm>
            <a:off x="4539417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D5E34233-DE95-4404-B133-9152442EE9FF}"/>
              </a:ext>
            </a:extLst>
          </p:cNvPr>
          <p:cNvSpPr txBox="1"/>
          <p:nvPr/>
        </p:nvSpPr>
        <p:spPr>
          <a:xfrm>
            <a:off x="4738991" y="287807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2B6D4846-7737-4C59-847B-7931EBFBDC5C}"/>
              </a:ext>
            </a:extLst>
          </p:cNvPr>
          <p:cNvSpPr txBox="1"/>
          <p:nvPr/>
        </p:nvSpPr>
        <p:spPr>
          <a:xfrm>
            <a:off x="1945032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F003884E-2B7A-4D8A-9D82-0B6B3114E8B8}"/>
              </a:ext>
            </a:extLst>
          </p:cNvPr>
          <p:cNvSpPr txBox="1"/>
          <p:nvPr/>
        </p:nvSpPr>
        <p:spPr>
          <a:xfrm>
            <a:off x="2144600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5DB9B92D-4728-4CE3-8C53-422B120B0631}"/>
              </a:ext>
            </a:extLst>
          </p:cNvPr>
          <p:cNvSpPr txBox="1"/>
          <p:nvPr/>
        </p:nvSpPr>
        <p:spPr>
          <a:xfrm>
            <a:off x="2344168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B4B10C09-AFD0-42F1-BBDC-781C6F63671C}"/>
              </a:ext>
            </a:extLst>
          </p:cNvPr>
          <p:cNvSpPr txBox="1"/>
          <p:nvPr/>
        </p:nvSpPr>
        <p:spPr>
          <a:xfrm>
            <a:off x="2543736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0BD31DB8-863B-4FD4-87EA-219A200C8981}"/>
              </a:ext>
            </a:extLst>
          </p:cNvPr>
          <p:cNvSpPr txBox="1"/>
          <p:nvPr/>
        </p:nvSpPr>
        <p:spPr>
          <a:xfrm>
            <a:off x="2743304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3C058527-4180-4FC4-9738-CC97ECDEA5B8}"/>
              </a:ext>
            </a:extLst>
          </p:cNvPr>
          <p:cNvSpPr txBox="1"/>
          <p:nvPr/>
        </p:nvSpPr>
        <p:spPr>
          <a:xfrm>
            <a:off x="2942872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83C9A20D-99CD-4BB2-9120-C55ABB7ED9B9}"/>
              </a:ext>
            </a:extLst>
          </p:cNvPr>
          <p:cNvSpPr txBox="1"/>
          <p:nvPr/>
        </p:nvSpPr>
        <p:spPr>
          <a:xfrm>
            <a:off x="3142440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4D16560D-1382-442E-B337-5F538284C615}"/>
              </a:ext>
            </a:extLst>
          </p:cNvPr>
          <p:cNvSpPr txBox="1"/>
          <p:nvPr/>
        </p:nvSpPr>
        <p:spPr>
          <a:xfrm>
            <a:off x="3342008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5AC378DF-CA21-4978-9C9C-01E58B6AFC8B}"/>
              </a:ext>
            </a:extLst>
          </p:cNvPr>
          <p:cNvSpPr txBox="1"/>
          <p:nvPr/>
        </p:nvSpPr>
        <p:spPr>
          <a:xfrm>
            <a:off x="3541576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0790D21D-03E2-4FF2-98A8-72DA70A59126}"/>
              </a:ext>
            </a:extLst>
          </p:cNvPr>
          <p:cNvSpPr txBox="1"/>
          <p:nvPr/>
        </p:nvSpPr>
        <p:spPr>
          <a:xfrm>
            <a:off x="3741144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C9EDAEDF-030A-4EBF-8663-3F35B6F8A4E3}"/>
              </a:ext>
            </a:extLst>
          </p:cNvPr>
          <p:cNvSpPr txBox="1"/>
          <p:nvPr/>
        </p:nvSpPr>
        <p:spPr>
          <a:xfrm>
            <a:off x="3940713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6A7EB91B-0A50-4579-BC91-E5DB9C78AB19}"/>
              </a:ext>
            </a:extLst>
          </p:cNvPr>
          <p:cNvSpPr txBox="1"/>
          <p:nvPr/>
        </p:nvSpPr>
        <p:spPr>
          <a:xfrm>
            <a:off x="4140281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D7C50A69-D743-4764-99F9-A259CE21BD2E}"/>
              </a:ext>
            </a:extLst>
          </p:cNvPr>
          <p:cNvSpPr txBox="1"/>
          <p:nvPr/>
        </p:nvSpPr>
        <p:spPr>
          <a:xfrm>
            <a:off x="4339849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91B42392-1F57-40A5-B0B7-9F581366366A}"/>
              </a:ext>
            </a:extLst>
          </p:cNvPr>
          <p:cNvSpPr txBox="1"/>
          <p:nvPr/>
        </p:nvSpPr>
        <p:spPr>
          <a:xfrm>
            <a:off x="4539417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34263AF2-5351-4C59-868A-C6C96A7D1689}"/>
              </a:ext>
            </a:extLst>
          </p:cNvPr>
          <p:cNvSpPr txBox="1"/>
          <p:nvPr/>
        </p:nvSpPr>
        <p:spPr>
          <a:xfrm>
            <a:off x="4738991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2" name="TextBox 531">
            <a:extLst>
              <a:ext uri="{FF2B5EF4-FFF2-40B4-BE49-F238E27FC236}">
                <a16:creationId xmlns:a16="http://schemas.microsoft.com/office/drawing/2014/main" id="{CFBC6686-BC39-47D8-9521-E9777A98D371}"/>
              </a:ext>
            </a:extLst>
          </p:cNvPr>
          <p:cNvSpPr txBox="1"/>
          <p:nvPr/>
        </p:nvSpPr>
        <p:spPr>
          <a:xfrm>
            <a:off x="4938554" y="304490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38FF18C1-5C62-42C7-8CCF-2B60A05E281B}"/>
              </a:ext>
            </a:extLst>
          </p:cNvPr>
          <p:cNvSpPr txBox="1"/>
          <p:nvPr/>
        </p:nvSpPr>
        <p:spPr>
          <a:xfrm>
            <a:off x="1945032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98179265-2804-4AA1-A9E7-5B06FAAED8A3}"/>
              </a:ext>
            </a:extLst>
          </p:cNvPr>
          <p:cNvSpPr txBox="1"/>
          <p:nvPr/>
        </p:nvSpPr>
        <p:spPr>
          <a:xfrm>
            <a:off x="2144600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51640A30-90EE-4C53-8087-B54C35B35E82}"/>
              </a:ext>
            </a:extLst>
          </p:cNvPr>
          <p:cNvSpPr txBox="1"/>
          <p:nvPr/>
        </p:nvSpPr>
        <p:spPr>
          <a:xfrm>
            <a:off x="2344168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39BE6836-414B-4DCD-8B87-865BFDDB07F9}"/>
              </a:ext>
            </a:extLst>
          </p:cNvPr>
          <p:cNvSpPr txBox="1"/>
          <p:nvPr/>
        </p:nvSpPr>
        <p:spPr>
          <a:xfrm>
            <a:off x="2543736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691AED24-4CBE-400D-9297-8CE963FEF6C7}"/>
              </a:ext>
            </a:extLst>
          </p:cNvPr>
          <p:cNvSpPr txBox="1"/>
          <p:nvPr/>
        </p:nvSpPr>
        <p:spPr>
          <a:xfrm>
            <a:off x="2743304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44643F19-C052-4CD7-A0AA-A30EB463A89D}"/>
              </a:ext>
            </a:extLst>
          </p:cNvPr>
          <p:cNvSpPr txBox="1"/>
          <p:nvPr/>
        </p:nvSpPr>
        <p:spPr>
          <a:xfrm>
            <a:off x="2942872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5804888B-D989-4520-9D09-D6CEC6CB7EEF}"/>
              </a:ext>
            </a:extLst>
          </p:cNvPr>
          <p:cNvSpPr txBox="1"/>
          <p:nvPr/>
        </p:nvSpPr>
        <p:spPr>
          <a:xfrm>
            <a:off x="3142440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51E39533-E42A-438E-9405-D0FA134130D5}"/>
              </a:ext>
            </a:extLst>
          </p:cNvPr>
          <p:cNvSpPr txBox="1"/>
          <p:nvPr/>
        </p:nvSpPr>
        <p:spPr>
          <a:xfrm>
            <a:off x="3342008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43D98630-D851-42D0-ABE7-55FD9FE2D7BC}"/>
              </a:ext>
            </a:extLst>
          </p:cNvPr>
          <p:cNvSpPr txBox="1"/>
          <p:nvPr/>
        </p:nvSpPr>
        <p:spPr>
          <a:xfrm>
            <a:off x="3541576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0FE2C70E-ACF6-43CD-BD74-90E91AA39387}"/>
              </a:ext>
            </a:extLst>
          </p:cNvPr>
          <p:cNvSpPr txBox="1"/>
          <p:nvPr/>
        </p:nvSpPr>
        <p:spPr>
          <a:xfrm>
            <a:off x="3741144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24BC10C3-9040-40BE-9076-D465F038D383}"/>
              </a:ext>
            </a:extLst>
          </p:cNvPr>
          <p:cNvSpPr txBox="1"/>
          <p:nvPr/>
        </p:nvSpPr>
        <p:spPr>
          <a:xfrm>
            <a:off x="3940713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E39E4ADA-A34B-49AB-A30B-E25142637046}"/>
              </a:ext>
            </a:extLst>
          </p:cNvPr>
          <p:cNvSpPr txBox="1"/>
          <p:nvPr/>
        </p:nvSpPr>
        <p:spPr>
          <a:xfrm>
            <a:off x="4140281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29A6951A-6DFC-4840-AFBC-944DD2D35B1A}"/>
              </a:ext>
            </a:extLst>
          </p:cNvPr>
          <p:cNvSpPr txBox="1"/>
          <p:nvPr/>
        </p:nvSpPr>
        <p:spPr>
          <a:xfrm>
            <a:off x="4339849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92545CD9-527C-4594-8279-F444E2AE5C77}"/>
              </a:ext>
            </a:extLst>
          </p:cNvPr>
          <p:cNvSpPr txBox="1"/>
          <p:nvPr/>
        </p:nvSpPr>
        <p:spPr>
          <a:xfrm>
            <a:off x="4539417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E87350D9-6048-4F70-AD18-4FB1D09C5CB9}"/>
              </a:ext>
            </a:extLst>
          </p:cNvPr>
          <p:cNvSpPr txBox="1"/>
          <p:nvPr/>
        </p:nvSpPr>
        <p:spPr>
          <a:xfrm>
            <a:off x="4738991" y="327484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E36A7108-0B20-4E25-B279-175C0996BD63}"/>
              </a:ext>
            </a:extLst>
          </p:cNvPr>
          <p:cNvSpPr txBox="1"/>
          <p:nvPr/>
        </p:nvSpPr>
        <p:spPr>
          <a:xfrm>
            <a:off x="1945032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C74DCBE3-D715-4A0A-A552-175D15703E9E}"/>
              </a:ext>
            </a:extLst>
          </p:cNvPr>
          <p:cNvSpPr txBox="1"/>
          <p:nvPr/>
        </p:nvSpPr>
        <p:spPr>
          <a:xfrm>
            <a:off x="2144600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1" name="TextBox 550">
            <a:extLst>
              <a:ext uri="{FF2B5EF4-FFF2-40B4-BE49-F238E27FC236}">
                <a16:creationId xmlns:a16="http://schemas.microsoft.com/office/drawing/2014/main" id="{B683D6DD-566F-4A96-A76F-675DAF06BDF0}"/>
              </a:ext>
            </a:extLst>
          </p:cNvPr>
          <p:cNvSpPr txBox="1"/>
          <p:nvPr/>
        </p:nvSpPr>
        <p:spPr>
          <a:xfrm>
            <a:off x="2344168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200504A1-3EA8-4E22-8598-010FCA4D1711}"/>
              </a:ext>
            </a:extLst>
          </p:cNvPr>
          <p:cNvSpPr txBox="1"/>
          <p:nvPr/>
        </p:nvSpPr>
        <p:spPr>
          <a:xfrm>
            <a:off x="2543736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D946921C-8B47-4661-A7E1-22F7C7990BF8}"/>
              </a:ext>
            </a:extLst>
          </p:cNvPr>
          <p:cNvSpPr txBox="1"/>
          <p:nvPr/>
        </p:nvSpPr>
        <p:spPr>
          <a:xfrm>
            <a:off x="2743304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D54D9D3B-90C0-44CE-945B-5B63AD9CB7EF}"/>
              </a:ext>
            </a:extLst>
          </p:cNvPr>
          <p:cNvSpPr txBox="1"/>
          <p:nvPr/>
        </p:nvSpPr>
        <p:spPr>
          <a:xfrm>
            <a:off x="2942872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5610325C-3BA9-4372-972B-03ED6E3A4D78}"/>
              </a:ext>
            </a:extLst>
          </p:cNvPr>
          <p:cNvSpPr txBox="1"/>
          <p:nvPr/>
        </p:nvSpPr>
        <p:spPr>
          <a:xfrm>
            <a:off x="3142440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FF76D6B3-5AA6-4255-A4B4-E8476664E805}"/>
              </a:ext>
            </a:extLst>
          </p:cNvPr>
          <p:cNvSpPr txBox="1"/>
          <p:nvPr/>
        </p:nvSpPr>
        <p:spPr>
          <a:xfrm>
            <a:off x="3342008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DA028699-7499-4313-9B5E-D67FCDBC95EF}"/>
              </a:ext>
            </a:extLst>
          </p:cNvPr>
          <p:cNvSpPr txBox="1"/>
          <p:nvPr/>
        </p:nvSpPr>
        <p:spPr>
          <a:xfrm>
            <a:off x="3541576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68D14041-039B-4CC1-96EC-8E4F315D931B}"/>
              </a:ext>
            </a:extLst>
          </p:cNvPr>
          <p:cNvSpPr txBox="1"/>
          <p:nvPr/>
        </p:nvSpPr>
        <p:spPr>
          <a:xfrm>
            <a:off x="3741144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E9478A7E-101E-4D9C-B2EE-D5E40033633D}"/>
              </a:ext>
            </a:extLst>
          </p:cNvPr>
          <p:cNvSpPr txBox="1"/>
          <p:nvPr/>
        </p:nvSpPr>
        <p:spPr>
          <a:xfrm>
            <a:off x="3940713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643C5F66-F728-4244-A646-A6B9128DA075}"/>
              </a:ext>
            </a:extLst>
          </p:cNvPr>
          <p:cNvSpPr txBox="1"/>
          <p:nvPr/>
        </p:nvSpPr>
        <p:spPr>
          <a:xfrm>
            <a:off x="4140281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4F7AC503-025F-4197-AA1B-8A6594E09447}"/>
              </a:ext>
            </a:extLst>
          </p:cNvPr>
          <p:cNvSpPr txBox="1"/>
          <p:nvPr/>
        </p:nvSpPr>
        <p:spPr>
          <a:xfrm>
            <a:off x="4339849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E331FA67-63BF-4BC9-90F8-123283D3DB82}"/>
              </a:ext>
            </a:extLst>
          </p:cNvPr>
          <p:cNvSpPr txBox="1"/>
          <p:nvPr/>
        </p:nvSpPr>
        <p:spPr>
          <a:xfrm>
            <a:off x="4539417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A78ED5AD-20A5-43E6-93E5-55951FB466AC}"/>
              </a:ext>
            </a:extLst>
          </p:cNvPr>
          <p:cNvSpPr txBox="1"/>
          <p:nvPr/>
        </p:nvSpPr>
        <p:spPr>
          <a:xfrm>
            <a:off x="4738991" y="344167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87CCA09A-90FE-4613-BB5D-EBF71C4BC160}"/>
              </a:ext>
            </a:extLst>
          </p:cNvPr>
          <p:cNvSpPr txBox="1"/>
          <p:nvPr/>
        </p:nvSpPr>
        <p:spPr>
          <a:xfrm>
            <a:off x="1945032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BA60B1BF-3BEA-4C37-A28F-270ED2B1134B}"/>
              </a:ext>
            </a:extLst>
          </p:cNvPr>
          <p:cNvSpPr txBox="1"/>
          <p:nvPr/>
        </p:nvSpPr>
        <p:spPr>
          <a:xfrm>
            <a:off x="2144600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D2C7D3F2-56E1-4CFD-A885-CB9548135C94}"/>
              </a:ext>
            </a:extLst>
          </p:cNvPr>
          <p:cNvSpPr txBox="1"/>
          <p:nvPr/>
        </p:nvSpPr>
        <p:spPr>
          <a:xfrm>
            <a:off x="2344168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2836C635-3FA6-4647-A14A-A3BF1A99C0E4}"/>
              </a:ext>
            </a:extLst>
          </p:cNvPr>
          <p:cNvSpPr txBox="1"/>
          <p:nvPr/>
        </p:nvSpPr>
        <p:spPr>
          <a:xfrm>
            <a:off x="2543736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86A8E79B-63C7-43B9-A6BF-8788A48006D1}"/>
              </a:ext>
            </a:extLst>
          </p:cNvPr>
          <p:cNvSpPr txBox="1"/>
          <p:nvPr/>
        </p:nvSpPr>
        <p:spPr>
          <a:xfrm>
            <a:off x="2743304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C64A426E-6D5F-4789-88B4-B908D8AFA68C}"/>
              </a:ext>
            </a:extLst>
          </p:cNvPr>
          <p:cNvSpPr txBox="1"/>
          <p:nvPr/>
        </p:nvSpPr>
        <p:spPr>
          <a:xfrm>
            <a:off x="2942872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2D592F2A-C076-493A-8742-CA00B4FB1E58}"/>
              </a:ext>
            </a:extLst>
          </p:cNvPr>
          <p:cNvSpPr txBox="1"/>
          <p:nvPr/>
        </p:nvSpPr>
        <p:spPr>
          <a:xfrm>
            <a:off x="3142440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240B7D98-428D-4F4D-9739-28971ABE17A6}"/>
              </a:ext>
            </a:extLst>
          </p:cNvPr>
          <p:cNvSpPr txBox="1"/>
          <p:nvPr/>
        </p:nvSpPr>
        <p:spPr>
          <a:xfrm>
            <a:off x="3342008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3A2B693B-873D-4C74-8FE0-23A0B8173B9A}"/>
              </a:ext>
            </a:extLst>
          </p:cNvPr>
          <p:cNvSpPr txBox="1"/>
          <p:nvPr/>
        </p:nvSpPr>
        <p:spPr>
          <a:xfrm>
            <a:off x="3541576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9514C67-E318-4B4F-A0B8-9C6FA96906BB}"/>
              </a:ext>
            </a:extLst>
          </p:cNvPr>
          <p:cNvSpPr txBox="1"/>
          <p:nvPr/>
        </p:nvSpPr>
        <p:spPr>
          <a:xfrm>
            <a:off x="3741144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023C3055-BA7C-4814-8870-86412585FF82}"/>
              </a:ext>
            </a:extLst>
          </p:cNvPr>
          <p:cNvSpPr txBox="1"/>
          <p:nvPr/>
        </p:nvSpPr>
        <p:spPr>
          <a:xfrm>
            <a:off x="3940713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ED1EB318-3F91-4907-AEA7-7DD38B3DD262}"/>
              </a:ext>
            </a:extLst>
          </p:cNvPr>
          <p:cNvSpPr txBox="1"/>
          <p:nvPr/>
        </p:nvSpPr>
        <p:spPr>
          <a:xfrm>
            <a:off x="4140281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DDED5C4A-B6B6-4575-92AA-3B54FB371C45}"/>
              </a:ext>
            </a:extLst>
          </p:cNvPr>
          <p:cNvSpPr txBox="1"/>
          <p:nvPr/>
        </p:nvSpPr>
        <p:spPr>
          <a:xfrm>
            <a:off x="4339849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E50CE67-B859-443C-AAD3-97BE37301461}"/>
              </a:ext>
            </a:extLst>
          </p:cNvPr>
          <p:cNvSpPr txBox="1"/>
          <p:nvPr/>
        </p:nvSpPr>
        <p:spPr>
          <a:xfrm>
            <a:off x="4539417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909DD814-1EF4-44FC-A7FA-DC2D8BD5B833}"/>
              </a:ext>
            </a:extLst>
          </p:cNvPr>
          <p:cNvSpPr txBox="1"/>
          <p:nvPr/>
        </p:nvSpPr>
        <p:spPr>
          <a:xfrm>
            <a:off x="4738991" y="3671616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B23B91AB-6054-424B-BDC7-369FCDAAFC95}"/>
              </a:ext>
            </a:extLst>
          </p:cNvPr>
          <p:cNvSpPr txBox="1"/>
          <p:nvPr/>
        </p:nvSpPr>
        <p:spPr>
          <a:xfrm>
            <a:off x="1945032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5FC218E4-F406-4DF2-BB20-5CC27A704822}"/>
              </a:ext>
            </a:extLst>
          </p:cNvPr>
          <p:cNvSpPr txBox="1"/>
          <p:nvPr/>
        </p:nvSpPr>
        <p:spPr>
          <a:xfrm>
            <a:off x="2144600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CB9B757D-ED08-44B0-938F-9C43B93CA887}"/>
              </a:ext>
            </a:extLst>
          </p:cNvPr>
          <p:cNvSpPr txBox="1"/>
          <p:nvPr/>
        </p:nvSpPr>
        <p:spPr>
          <a:xfrm>
            <a:off x="2344168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7290EF31-BB1D-48C3-816F-69415F7725F4}"/>
              </a:ext>
            </a:extLst>
          </p:cNvPr>
          <p:cNvSpPr txBox="1"/>
          <p:nvPr/>
        </p:nvSpPr>
        <p:spPr>
          <a:xfrm>
            <a:off x="2543736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267D8D4-01E6-4975-B378-FBFE03EFE0B5}"/>
              </a:ext>
            </a:extLst>
          </p:cNvPr>
          <p:cNvSpPr txBox="1"/>
          <p:nvPr/>
        </p:nvSpPr>
        <p:spPr>
          <a:xfrm>
            <a:off x="2743304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B595098-E216-42EE-BB49-E1475E966CBA}"/>
              </a:ext>
            </a:extLst>
          </p:cNvPr>
          <p:cNvSpPr txBox="1"/>
          <p:nvPr/>
        </p:nvSpPr>
        <p:spPr>
          <a:xfrm>
            <a:off x="2942872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1341038E-B0D2-46D0-9ABA-74AF6AEC0905}"/>
              </a:ext>
            </a:extLst>
          </p:cNvPr>
          <p:cNvSpPr txBox="1"/>
          <p:nvPr/>
        </p:nvSpPr>
        <p:spPr>
          <a:xfrm>
            <a:off x="3142440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6EC1666B-DB1E-4321-A341-C2E357766B62}"/>
              </a:ext>
            </a:extLst>
          </p:cNvPr>
          <p:cNvSpPr txBox="1"/>
          <p:nvPr/>
        </p:nvSpPr>
        <p:spPr>
          <a:xfrm>
            <a:off x="3342008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1B914B03-1ED3-407D-BC65-AFBD9446AF53}"/>
              </a:ext>
            </a:extLst>
          </p:cNvPr>
          <p:cNvSpPr txBox="1"/>
          <p:nvPr/>
        </p:nvSpPr>
        <p:spPr>
          <a:xfrm>
            <a:off x="3541576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0CCBDCC5-FED3-41AD-8CAC-09CE0B09968C}"/>
              </a:ext>
            </a:extLst>
          </p:cNvPr>
          <p:cNvSpPr txBox="1"/>
          <p:nvPr/>
        </p:nvSpPr>
        <p:spPr>
          <a:xfrm>
            <a:off x="3741144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E4846392-215B-4972-937B-EE2ADFF7977B}"/>
              </a:ext>
            </a:extLst>
          </p:cNvPr>
          <p:cNvSpPr txBox="1"/>
          <p:nvPr/>
        </p:nvSpPr>
        <p:spPr>
          <a:xfrm>
            <a:off x="3940713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4DE22C19-E724-49FE-9742-68ECF9BCB6A2}"/>
              </a:ext>
            </a:extLst>
          </p:cNvPr>
          <p:cNvSpPr txBox="1"/>
          <p:nvPr/>
        </p:nvSpPr>
        <p:spPr>
          <a:xfrm>
            <a:off x="4140281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36E40B85-77B4-4F02-8A53-6BB9516913B9}"/>
              </a:ext>
            </a:extLst>
          </p:cNvPr>
          <p:cNvSpPr txBox="1"/>
          <p:nvPr/>
        </p:nvSpPr>
        <p:spPr>
          <a:xfrm>
            <a:off x="4339849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69EB8C24-7E4A-4968-A179-71BA1EBD6000}"/>
              </a:ext>
            </a:extLst>
          </p:cNvPr>
          <p:cNvSpPr txBox="1"/>
          <p:nvPr/>
        </p:nvSpPr>
        <p:spPr>
          <a:xfrm>
            <a:off x="4539417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3EDFAAB5-682C-4EAA-A2BB-A2CD061BC349}"/>
              </a:ext>
            </a:extLst>
          </p:cNvPr>
          <p:cNvSpPr txBox="1"/>
          <p:nvPr/>
        </p:nvSpPr>
        <p:spPr>
          <a:xfrm>
            <a:off x="4738991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838D69FF-9714-4DB7-B1DD-720F1E74B059}"/>
              </a:ext>
            </a:extLst>
          </p:cNvPr>
          <p:cNvSpPr txBox="1"/>
          <p:nvPr/>
        </p:nvSpPr>
        <p:spPr>
          <a:xfrm>
            <a:off x="4938554" y="383844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B5DFBEA9-E22D-40F4-A92D-9087A5DE7C53}"/>
              </a:ext>
            </a:extLst>
          </p:cNvPr>
          <p:cNvSpPr txBox="1"/>
          <p:nvPr/>
        </p:nvSpPr>
        <p:spPr>
          <a:xfrm>
            <a:off x="1945032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4F05238E-1511-4DAB-9BD9-179B9F9FF808}"/>
              </a:ext>
            </a:extLst>
          </p:cNvPr>
          <p:cNvSpPr txBox="1"/>
          <p:nvPr/>
        </p:nvSpPr>
        <p:spPr>
          <a:xfrm>
            <a:off x="2144600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8F934251-0831-4AB1-ADF0-529676170477}"/>
              </a:ext>
            </a:extLst>
          </p:cNvPr>
          <p:cNvSpPr txBox="1"/>
          <p:nvPr/>
        </p:nvSpPr>
        <p:spPr>
          <a:xfrm>
            <a:off x="2344168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51FD43D-BAF5-4B26-98E8-60ABF49161EB}"/>
              </a:ext>
            </a:extLst>
          </p:cNvPr>
          <p:cNvSpPr txBox="1"/>
          <p:nvPr/>
        </p:nvSpPr>
        <p:spPr>
          <a:xfrm>
            <a:off x="2543736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BA9391BB-73B9-4C17-BE23-BE8656206BB1}"/>
              </a:ext>
            </a:extLst>
          </p:cNvPr>
          <p:cNvSpPr txBox="1"/>
          <p:nvPr/>
        </p:nvSpPr>
        <p:spPr>
          <a:xfrm>
            <a:off x="2743304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AA192ED0-CF44-423B-9424-589512046CEA}"/>
              </a:ext>
            </a:extLst>
          </p:cNvPr>
          <p:cNvSpPr txBox="1"/>
          <p:nvPr/>
        </p:nvSpPr>
        <p:spPr>
          <a:xfrm>
            <a:off x="2942872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58D41DD-98E2-45AA-86F0-A8B9045EBFBE}"/>
              </a:ext>
            </a:extLst>
          </p:cNvPr>
          <p:cNvSpPr txBox="1"/>
          <p:nvPr/>
        </p:nvSpPr>
        <p:spPr>
          <a:xfrm>
            <a:off x="3142440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B12899E4-FDC8-4356-8E3A-9EC8666C942E}"/>
              </a:ext>
            </a:extLst>
          </p:cNvPr>
          <p:cNvSpPr txBox="1"/>
          <p:nvPr/>
        </p:nvSpPr>
        <p:spPr>
          <a:xfrm>
            <a:off x="3342008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BE97B8BE-CB80-41FB-8F45-7B82B8A5FD69}"/>
              </a:ext>
            </a:extLst>
          </p:cNvPr>
          <p:cNvSpPr txBox="1"/>
          <p:nvPr/>
        </p:nvSpPr>
        <p:spPr>
          <a:xfrm>
            <a:off x="3541576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0885AE35-7492-4F0F-92DC-9F8E4914FB54}"/>
              </a:ext>
            </a:extLst>
          </p:cNvPr>
          <p:cNvSpPr txBox="1"/>
          <p:nvPr/>
        </p:nvSpPr>
        <p:spPr>
          <a:xfrm>
            <a:off x="3741144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8" name="TextBox 607">
            <a:extLst>
              <a:ext uri="{FF2B5EF4-FFF2-40B4-BE49-F238E27FC236}">
                <a16:creationId xmlns:a16="http://schemas.microsoft.com/office/drawing/2014/main" id="{720139E5-7FB1-497E-8278-3990684E5460}"/>
              </a:ext>
            </a:extLst>
          </p:cNvPr>
          <p:cNvSpPr txBox="1"/>
          <p:nvPr/>
        </p:nvSpPr>
        <p:spPr>
          <a:xfrm>
            <a:off x="3940713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09" name="TextBox 608">
            <a:extLst>
              <a:ext uri="{FF2B5EF4-FFF2-40B4-BE49-F238E27FC236}">
                <a16:creationId xmlns:a16="http://schemas.microsoft.com/office/drawing/2014/main" id="{94FB080C-F391-4998-89A5-DC81B1BBB7B9}"/>
              </a:ext>
            </a:extLst>
          </p:cNvPr>
          <p:cNvSpPr txBox="1"/>
          <p:nvPr/>
        </p:nvSpPr>
        <p:spPr>
          <a:xfrm>
            <a:off x="4140281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D41B6613-2D85-442F-97FE-9C2078104066}"/>
              </a:ext>
            </a:extLst>
          </p:cNvPr>
          <p:cNvSpPr txBox="1"/>
          <p:nvPr/>
        </p:nvSpPr>
        <p:spPr>
          <a:xfrm>
            <a:off x="4339849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ED7138B-34AE-4068-B41C-E33276AC003C}"/>
              </a:ext>
            </a:extLst>
          </p:cNvPr>
          <p:cNvSpPr txBox="1"/>
          <p:nvPr/>
        </p:nvSpPr>
        <p:spPr>
          <a:xfrm>
            <a:off x="4539417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AD9A679C-06BE-4307-A86E-89D14F0593D6}"/>
              </a:ext>
            </a:extLst>
          </p:cNvPr>
          <p:cNvSpPr txBox="1"/>
          <p:nvPr/>
        </p:nvSpPr>
        <p:spPr>
          <a:xfrm>
            <a:off x="4738991" y="4068385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D046FF12-FDD4-484F-84E4-71AEE7B24787}"/>
              </a:ext>
            </a:extLst>
          </p:cNvPr>
          <p:cNvSpPr txBox="1"/>
          <p:nvPr/>
        </p:nvSpPr>
        <p:spPr>
          <a:xfrm>
            <a:off x="1945032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1B9E6C47-F600-439F-B7DE-00241DE15D73}"/>
              </a:ext>
            </a:extLst>
          </p:cNvPr>
          <p:cNvSpPr txBox="1"/>
          <p:nvPr/>
        </p:nvSpPr>
        <p:spPr>
          <a:xfrm>
            <a:off x="2144600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EC327663-180D-447F-B877-410144A8D110}"/>
              </a:ext>
            </a:extLst>
          </p:cNvPr>
          <p:cNvSpPr txBox="1"/>
          <p:nvPr/>
        </p:nvSpPr>
        <p:spPr>
          <a:xfrm>
            <a:off x="2344168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9A6524ED-D39C-47C9-8125-FF8916AE7924}"/>
              </a:ext>
            </a:extLst>
          </p:cNvPr>
          <p:cNvSpPr txBox="1"/>
          <p:nvPr/>
        </p:nvSpPr>
        <p:spPr>
          <a:xfrm>
            <a:off x="2543736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4FF21DA2-5853-40EF-A0D9-3299A82D5B49}"/>
              </a:ext>
            </a:extLst>
          </p:cNvPr>
          <p:cNvSpPr txBox="1"/>
          <p:nvPr/>
        </p:nvSpPr>
        <p:spPr>
          <a:xfrm>
            <a:off x="2743304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51F99D33-B9DF-4273-8DC3-C9FD6C7B7F10}"/>
              </a:ext>
            </a:extLst>
          </p:cNvPr>
          <p:cNvSpPr txBox="1"/>
          <p:nvPr/>
        </p:nvSpPr>
        <p:spPr>
          <a:xfrm>
            <a:off x="2942872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17767DB0-36B6-4ADF-8B82-3349241AF756}"/>
              </a:ext>
            </a:extLst>
          </p:cNvPr>
          <p:cNvSpPr txBox="1"/>
          <p:nvPr/>
        </p:nvSpPr>
        <p:spPr>
          <a:xfrm>
            <a:off x="3142440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8CA458D5-9EA5-4CC3-A819-7C402E9B3F66}"/>
              </a:ext>
            </a:extLst>
          </p:cNvPr>
          <p:cNvSpPr txBox="1"/>
          <p:nvPr/>
        </p:nvSpPr>
        <p:spPr>
          <a:xfrm>
            <a:off x="3342008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62F088FA-540A-4D85-97F9-572C2E33E39B}"/>
              </a:ext>
            </a:extLst>
          </p:cNvPr>
          <p:cNvSpPr txBox="1"/>
          <p:nvPr/>
        </p:nvSpPr>
        <p:spPr>
          <a:xfrm>
            <a:off x="3541576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8F82FF2D-C639-4392-9D9D-126100012AA8}"/>
              </a:ext>
            </a:extLst>
          </p:cNvPr>
          <p:cNvSpPr txBox="1"/>
          <p:nvPr/>
        </p:nvSpPr>
        <p:spPr>
          <a:xfrm>
            <a:off x="3741144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EDA78CDE-CB12-4232-80D3-AF81500AB008}"/>
              </a:ext>
            </a:extLst>
          </p:cNvPr>
          <p:cNvSpPr txBox="1"/>
          <p:nvPr/>
        </p:nvSpPr>
        <p:spPr>
          <a:xfrm>
            <a:off x="3940713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8197A6D6-B3AF-4805-B7DC-C1CFC33EBB1E}"/>
              </a:ext>
            </a:extLst>
          </p:cNvPr>
          <p:cNvSpPr txBox="1"/>
          <p:nvPr/>
        </p:nvSpPr>
        <p:spPr>
          <a:xfrm>
            <a:off x="4140281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2894CE8D-3410-4E00-884A-5D35CFC091C7}"/>
              </a:ext>
            </a:extLst>
          </p:cNvPr>
          <p:cNvSpPr txBox="1"/>
          <p:nvPr/>
        </p:nvSpPr>
        <p:spPr>
          <a:xfrm>
            <a:off x="4339849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1109FAA3-A828-4CC7-97D2-30A290AED5F9}"/>
              </a:ext>
            </a:extLst>
          </p:cNvPr>
          <p:cNvSpPr txBox="1"/>
          <p:nvPr/>
        </p:nvSpPr>
        <p:spPr>
          <a:xfrm>
            <a:off x="4539417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B23D9590-98B3-4F8D-B6C7-4F29E2966C7C}"/>
              </a:ext>
            </a:extLst>
          </p:cNvPr>
          <p:cNvSpPr txBox="1"/>
          <p:nvPr/>
        </p:nvSpPr>
        <p:spPr>
          <a:xfrm>
            <a:off x="4738991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3A1F906C-7979-470A-8C32-BD0533A261F3}"/>
              </a:ext>
            </a:extLst>
          </p:cNvPr>
          <p:cNvSpPr txBox="1"/>
          <p:nvPr/>
        </p:nvSpPr>
        <p:spPr>
          <a:xfrm>
            <a:off x="4938554" y="4235212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93914501-7124-484F-82DD-1E76B3FCC2B3}"/>
              </a:ext>
            </a:extLst>
          </p:cNvPr>
          <p:cNvSpPr txBox="1"/>
          <p:nvPr/>
        </p:nvSpPr>
        <p:spPr>
          <a:xfrm>
            <a:off x="1945032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4B6F5531-D615-4ABC-8222-3222BE7BB46D}"/>
              </a:ext>
            </a:extLst>
          </p:cNvPr>
          <p:cNvSpPr txBox="1"/>
          <p:nvPr/>
        </p:nvSpPr>
        <p:spPr>
          <a:xfrm>
            <a:off x="2144600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06396E4D-22E7-4292-972A-1AB042854CE7}"/>
              </a:ext>
            </a:extLst>
          </p:cNvPr>
          <p:cNvSpPr txBox="1"/>
          <p:nvPr/>
        </p:nvSpPr>
        <p:spPr>
          <a:xfrm>
            <a:off x="2344168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1FC599F6-E741-4DAD-8F7A-ADA3422C13C0}"/>
              </a:ext>
            </a:extLst>
          </p:cNvPr>
          <p:cNvSpPr txBox="1"/>
          <p:nvPr/>
        </p:nvSpPr>
        <p:spPr>
          <a:xfrm>
            <a:off x="2543736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4" name="TextBox 633">
            <a:extLst>
              <a:ext uri="{FF2B5EF4-FFF2-40B4-BE49-F238E27FC236}">
                <a16:creationId xmlns:a16="http://schemas.microsoft.com/office/drawing/2014/main" id="{359DD272-6461-4CA2-B471-174F8A5BD3CA}"/>
              </a:ext>
            </a:extLst>
          </p:cNvPr>
          <p:cNvSpPr txBox="1"/>
          <p:nvPr/>
        </p:nvSpPr>
        <p:spPr>
          <a:xfrm>
            <a:off x="2743304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004662F7-8977-4354-8FD1-EC03366FA2F4}"/>
              </a:ext>
            </a:extLst>
          </p:cNvPr>
          <p:cNvSpPr txBox="1"/>
          <p:nvPr/>
        </p:nvSpPr>
        <p:spPr>
          <a:xfrm>
            <a:off x="2942872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534694FE-A1A4-4F10-A461-D5A1E3A30045}"/>
              </a:ext>
            </a:extLst>
          </p:cNvPr>
          <p:cNvSpPr txBox="1"/>
          <p:nvPr/>
        </p:nvSpPr>
        <p:spPr>
          <a:xfrm>
            <a:off x="3142440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13D831A6-E33B-463B-90B4-D1AF5F21CB44}"/>
              </a:ext>
            </a:extLst>
          </p:cNvPr>
          <p:cNvSpPr txBox="1"/>
          <p:nvPr/>
        </p:nvSpPr>
        <p:spPr>
          <a:xfrm>
            <a:off x="3342008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D0380F09-0839-4B68-A970-D32D406EB24E}"/>
              </a:ext>
            </a:extLst>
          </p:cNvPr>
          <p:cNvSpPr txBox="1"/>
          <p:nvPr/>
        </p:nvSpPr>
        <p:spPr>
          <a:xfrm>
            <a:off x="3541576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B26701AA-4DD9-4CDA-B732-94E87A5CC0A4}"/>
              </a:ext>
            </a:extLst>
          </p:cNvPr>
          <p:cNvSpPr txBox="1"/>
          <p:nvPr/>
        </p:nvSpPr>
        <p:spPr>
          <a:xfrm>
            <a:off x="3741144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24ACF22A-FEDF-4AD6-9557-194EE39A43D8}"/>
              </a:ext>
            </a:extLst>
          </p:cNvPr>
          <p:cNvSpPr txBox="1"/>
          <p:nvPr/>
        </p:nvSpPr>
        <p:spPr>
          <a:xfrm>
            <a:off x="3940713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0E9574BE-920A-4AA5-815C-0A7CE5E9DFB1}"/>
              </a:ext>
            </a:extLst>
          </p:cNvPr>
          <p:cNvSpPr txBox="1"/>
          <p:nvPr/>
        </p:nvSpPr>
        <p:spPr>
          <a:xfrm>
            <a:off x="4140281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B81AFD17-F3BC-47C8-AA75-42951F5AB47D}"/>
              </a:ext>
            </a:extLst>
          </p:cNvPr>
          <p:cNvSpPr txBox="1"/>
          <p:nvPr/>
        </p:nvSpPr>
        <p:spPr>
          <a:xfrm>
            <a:off x="4339849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6BDA9651-68BF-475C-93B9-309CC76AFF2C}"/>
              </a:ext>
            </a:extLst>
          </p:cNvPr>
          <p:cNvSpPr txBox="1"/>
          <p:nvPr/>
        </p:nvSpPr>
        <p:spPr>
          <a:xfrm>
            <a:off x="4539417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D74FE382-6087-465B-B1F9-AAC4D2BEF693}"/>
              </a:ext>
            </a:extLst>
          </p:cNvPr>
          <p:cNvSpPr txBox="1"/>
          <p:nvPr/>
        </p:nvSpPr>
        <p:spPr>
          <a:xfrm>
            <a:off x="4738991" y="4465154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246A777D-2817-4E69-AB47-FBD0901B4319}"/>
              </a:ext>
            </a:extLst>
          </p:cNvPr>
          <p:cNvSpPr txBox="1"/>
          <p:nvPr/>
        </p:nvSpPr>
        <p:spPr>
          <a:xfrm>
            <a:off x="1945032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F6CA3129-B89E-44BC-9435-6EDDC7B7847F}"/>
              </a:ext>
            </a:extLst>
          </p:cNvPr>
          <p:cNvSpPr txBox="1"/>
          <p:nvPr/>
        </p:nvSpPr>
        <p:spPr>
          <a:xfrm>
            <a:off x="2144600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325462BC-3F6E-47D1-B6A0-1F3D7CF8C641}"/>
              </a:ext>
            </a:extLst>
          </p:cNvPr>
          <p:cNvSpPr txBox="1"/>
          <p:nvPr/>
        </p:nvSpPr>
        <p:spPr>
          <a:xfrm>
            <a:off x="2344168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7065291D-1C7E-4447-9BC9-B04E55D81617}"/>
              </a:ext>
            </a:extLst>
          </p:cNvPr>
          <p:cNvSpPr txBox="1"/>
          <p:nvPr/>
        </p:nvSpPr>
        <p:spPr>
          <a:xfrm>
            <a:off x="2543736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9" name="TextBox 648">
            <a:extLst>
              <a:ext uri="{FF2B5EF4-FFF2-40B4-BE49-F238E27FC236}">
                <a16:creationId xmlns:a16="http://schemas.microsoft.com/office/drawing/2014/main" id="{B5B64561-672D-421B-8675-1313019F5A84}"/>
              </a:ext>
            </a:extLst>
          </p:cNvPr>
          <p:cNvSpPr txBox="1"/>
          <p:nvPr/>
        </p:nvSpPr>
        <p:spPr>
          <a:xfrm>
            <a:off x="2743304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4C1E401B-6B7E-4CD0-B1B3-73851222A0DA}"/>
              </a:ext>
            </a:extLst>
          </p:cNvPr>
          <p:cNvSpPr txBox="1"/>
          <p:nvPr/>
        </p:nvSpPr>
        <p:spPr>
          <a:xfrm>
            <a:off x="2942872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1" name="TextBox 650">
            <a:extLst>
              <a:ext uri="{FF2B5EF4-FFF2-40B4-BE49-F238E27FC236}">
                <a16:creationId xmlns:a16="http://schemas.microsoft.com/office/drawing/2014/main" id="{EDDFF30A-CF74-4BD0-90A1-9D29267D17D9}"/>
              </a:ext>
            </a:extLst>
          </p:cNvPr>
          <p:cNvSpPr txBox="1"/>
          <p:nvPr/>
        </p:nvSpPr>
        <p:spPr>
          <a:xfrm>
            <a:off x="3142440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5A65DFC8-B1B7-4C0E-AFED-03D0F72D8735}"/>
              </a:ext>
            </a:extLst>
          </p:cNvPr>
          <p:cNvSpPr txBox="1"/>
          <p:nvPr/>
        </p:nvSpPr>
        <p:spPr>
          <a:xfrm>
            <a:off x="3342008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032346F5-A13D-4F93-A1C1-0EE94E9622DF}"/>
              </a:ext>
            </a:extLst>
          </p:cNvPr>
          <p:cNvSpPr txBox="1"/>
          <p:nvPr/>
        </p:nvSpPr>
        <p:spPr>
          <a:xfrm>
            <a:off x="3541576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2CDCB77B-C355-4058-99C1-F8CC0013B2CF}"/>
              </a:ext>
            </a:extLst>
          </p:cNvPr>
          <p:cNvSpPr txBox="1"/>
          <p:nvPr/>
        </p:nvSpPr>
        <p:spPr>
          <a:xfrm>
            <a:off x="3741144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B6D57F6-02F2-4AA7-A518-FC8435B7E1FB}"/>
              </a:ext>
            </a:extLst>
          </p:cNvPr>
          <p:cNvSpPr txBox="1"/>
          <p:nvPr/>
        </p:nvSpPr>
        <p:spPr>
          <a:xfrm>
            <a:off x="3940713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CB1A8B9B-8749-4F3F-A0DF-CC5F3B90AE6B}"/>
              </a:ext>
            </a:extLst>
          </p:cNvPr>
          <p:cNvSpPr txBox="1"/>
          <p:nvPr/>
        </p:nvSpPr>
        <p:spPr>
          <a:xfrm>
            <a:off x="4140281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4D885B1D-C468-4312-9E18-D20DF870BE16}"/>
              </a:ext>
            </a:extLst>
          </p:cNvPr>
          <p:cNvSpPr txBox="1"/>
          <p:nvPr/>
        </p:nvSpPr>
        <p:spPr>
          <a:xfrm>
            <a:off x="4339849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FEC76137-D5ED-4F66-9AA7-F025E8C7C319}"/>
              </a:ext>
            </a:extLst>
          </p:cNvPr>
          <p:cNvSpPr txBox="1"/>
          <p:nvPr/>
        </p:nvSpPr>
        <p:spPr>
          <a:xfrm>
            <a:off x="4539417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3D6BDFCA-41C7-4549-A94C-880831D89493}"/>
              </a:ext>
            </a:extLst>
          </p:cNvPr>
          <p:cNvSpPr txBox="1"/>
          <p:nvPr/>
        </p:nvSpPr>
        <p:spPr>
          <a:xfrm>
            <a:off x="4738991" y="463198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4469C3AE-CA5A-48B3-BB76-41B6743EB1AD}"/>
              </a:ext>
            </a:extLst>
          </p:cNvPr>
          <p:cNvSpPr txBox="1"/>
          <p:nvPr/>
        </p:nvSpPr>
        <p:spPr>
          <a:xfrm>
            <a:off x="1945032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6579AF9A-B39B-4CCA-9326-C1C566815B0C}"/>
              </a:ext>
            </a:extLst>
          </p:cNvPr>
          <p:cNvSpPr txBox="1"/>
          <p:nvPr/>
        </p:nvSpPr>
        <p:spPr>
          <a:xfrm>
            <a:off x="2144600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D8A6CC-91E4-4DF0-B003-0BD262A1F0DE}"/>
              </a:ext>
            </a:extLst>
          </p:cNvPr>
          <p:cNvSpPr txBox="1"/>
          <p:nvPr/>
        </p:nvSpPr>
        <p:spPr>
          <a:xfrm>
            <a:off x="2344168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21934981-E8CE-4DC1-A932-5136D3465B04}"/>
              </a:ext>
            </a:extLst>
          </p:cNvPr>
          <p:cNvSpPr txBox="1"/>
          <p:nvPr/>
        </p:nvSpPr>
        <p:spPr>
          <a:xfrm>
            <a:off x="2543736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0256783F-6C71-4D06-AC56-4C2B5C7A8753}"/>
              </a:ext>
            </a:extLst>
          </p:cNvPr>
          <p:cNvSpPr txBox="1"/>
          <p:nvPr/>
        </p:nvSpPr>
        <p:spPr>
          <a:xfrm>
            <a:off x="2743304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7" name="TextBox 666">
            <a:extLst>
              <a:ext uri="{FF2B5EF4-FFF2-40B4-BE49-F238E27FC236}">
                <a16:creationId xmlns:a16="http://schemas.microsoft.com/office/drawing/2014/main" id="{9A6E34DA-D134-40FC-A14C-58BC5CB8C53E}"/>
              </a:ext>
            </a:extLst>
          </p:cNvPr>
          <p:cNvSpPr txBox="1"/>
          <p:nvPr/>
        </p:nvSpPr>
        <p:spPr>
          <a:xfrm>
            <a:off x="2942872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8" name="TextBox 667">
            <a:extLst>
              <a:ext uri="{FF2B5EF4-FFF2-40B4-BE49-F238E27FC236}">
                <a16:creationId xmlns:a16="http://schemas.microsoft.com/office/drawing/2014/main" id="{E2E12DC3-95F7-4F1F-94C1-EF7A82E7135F}"/>
              </a:ext>
            </a:extLst>
          </p:cNvPr>
          <p:cNvSpPr txBox="1"/>
          <p:nvPr/>
        </p:nvSpPr>
        <p:spPr>
          <a:xfrm>
            <a:off x="3142440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9" name="TextBox 668">
            <a:extLst>
              <a:ext uri="{FF2B5EF4-FFF2-40B4-BE49-F238E27FC236}">
                <a16:creationId xmlns:a16="http://schemas.microsoft.com/office/drawing/2014/main" id="{660AFA0C-9803-441A-A8EE-CA544731A3CA}"/>
              </a:ext>
            </a:extLst>
          </p:cNvPr>
          <p:cNvSpPr txBox="1"/>
          <p:nvPr/>
        </p:nvSpPr>
        <p:spPr>
          <a:xfrm>
            <a:off x="3342008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FB6F1877-8804-4EBF-88A3-8B0776948E4A}"/>
              </a:ext>
            </a:extLst>
          </p:cNvPr>
          <p:cNvSpPr txBox="1"/>
          <p:nvPr/>
        </p:nvSpPr>
        <p:spPr>
          <a:xfrm>
            <a:off x="3541576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EE8FDA27-6490-4A22-8367-819F36A70A07}"/>
              </a:ext>
            </a:extLst>
          </p:cNvPr>
          <p:cNvSpPr txBox="1"/>
          <p:nvPr/>
        </p:nvSpPr>
        <p:spPr>
          <a:xfrm>
            <a:off x="3741144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DD82AA5F-EE77-4325-BF7A-55A156211780}"/>
              </a:ext>
            </a:extLst>
          </p:cNvPr>
          <p:cNvSpPr txBox="1"/>
          <p:nvPr/>
        </p:nvSpPr>
        <p:spPr>
          <a:xfrm>
            <a:off x="3940713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3" name="TextBox 672">
            <a:extLst>
              <a:ext uri="{FF2B5EF4-FFF2-40B4-BE49-F238E27FC236}">
                <a16:creationId xmlns:a16="http://schemas.microsoft.com/office/drawing/2014/main" id="{CB82A1F8-BD53-4DCB-B635-1BAD2006FD7D}"/>
              </a:ext>
            </a:extLst>
          </p:cNvPr>
          <p:cNvSpPr txBox="1"/>
          <p:nvPr/>
        </p:nvSpPr>
        <p:spPr>
          <a:xfrm>
            <a:off x="4140281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A8B861B5-A437-4780-8152-A566AC3072D8}"/>
              </a:ext>
            </a:extLst>
          </p:cNvPr>
          <p:cNvSpPr txBox="1"/>
          <p:nvPr/>
        </p:nvSpPr>
        <p:spPr>
          <a:xfrm>
            <a:off x="4339849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5" name="TextBox 674">
            <a:extLst>
              <a:ext uri="{FF2B5EF4-FFF2-40B4-BE49-F238E27FC236}">
                <a16:creationId xmlns:a16="http://schemas.microsoft.com/office/drawing/2014/main" id="{3D916084-4E1A-4E8D-BDC1-DC65ACD47AE4}"/>
              </a:ext>
            </a:extLst>
          </p:cNvPr>
          <p:cNvSpPr txBox="1"/>
          <p:nvPr/>
        </p:nvSpPr>
        <p:spPr>
          <a:xfrm>
            <a:off x="4539417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6" name="TextBox 675">
            <a:extLst>
              <a:ext uri="{FF2B5EF4-FFF2-40B4-BE49-F238E27FC236}">
                <a16:creationId xmlns:a16="http://schemas.microsoft.com/office/drawing/2014/main" id="{3C607FFC-A323-4AC0-B2BF-A07202206725}"/>
              </a:ext>
            </a:extLst>
          </p:cNvPr>
          <p:cNvSpPr txBox="1"/>
          <p:nvPr/>
        </p:nvSpPr>
        <p:spPr>
          <a:xfrm>
            <a:off x="4738991" y="4861923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7" name="TextBox 676">
            <a:extLst>
              <a:ext uri="{FF2B5EF4-FFF2-40B4-BE49-F238E27FC236}">
                <a16:creationId xmlns:a16="http://schemas.microsoft.com/office/drawing/2014/main" id="{4B9F9200-EFC0-4653-AA41-3689F3F42C7D}"/>
              </a:ext>
            </a:extLst>
          </p:cNvPr>
          <p:cNvSpPr txBox="1"/>
          <p:nvPr/>
        </p:nvSpPr>
        <p:spPr>
          <a:xfrm>
            <a:off x="1945032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27AF7A53-0865-419B-8CA0-2D2B8170E78D}"/>
              </a:ext>
            </a:extLst>
          </p:cNvPr>
          <p:cNvSpPr txBox="1"/>
          <p:nvPr/>
        </p:nvSpPr>
        <p:spPr>
          <a:xfrm>
            <a:off x="2144600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9" name="TextBox 678">
            <a:extLst>
              <a:ext uri="{FF2B5EF4-FFF2-40B4-BE49-F238E27FC236}">
                <a16:creationId xmlns:a16="http://schemas.microsoft.com/office/drawing/2014/main" id="{CF802BB0-8A07-468A-9158-D45B024772D0}"/>
              </a:ext>
            </a:extLst>
          </p:cNvPr>
          <p:cNvSpPr txBox="1"/>
          <p:nvPr/>
        </p:nvSpPr>
        <p:spPr>
          <a:xfrm>
            <a:off x="2344168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0" name="TextBox 679">
            <a:extLst>
              <a:ext uri="{FF2B5EF4-FFF2-40B4-BE49-F238E27FC236}">
                <a16:creationId xmlns:a16="http://schemas.microsoft.com/office/drawing/2014/main" id="{118C90C2-0B09-4CFA-BA5D-62B07D41A5BA}"/>
              </a:ext>
            </a:extLst>
          </p:cNvPr>
          <p:cNvSpPr txBox="1"/>
          <p:nvPr/>
        </p:nvSpPr>
        <p:spPr>
          <a:xfrm>
            <a:off x="2543736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FC46267D-9F5B-488F-945D-F9F6E395E239}"/>
              </a:ext>
            </a:extLst>
          </p:cNvPr>
          <p:cNvSpPr txBox="1"/>
          <p:nvPr/>
        </p:nvSpPr>
        <p:spPr>
          <a:xfrm>
            <a:off x="2743304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B6043755-F0F1-45EB-BF49-8B09FCB94401}"/>
              </a:ext>
            </a:extLst>
          </p:cNvPr>
          <p:cNvSpPr txBox="1"/>
          <p:nvPr/>
        </p:nvSpPr>
        <p:spPr>
          <a:xfrm>
            <a:off x="2942872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5745892C-94F9-4F8E-97B0-5904D2A37AFD}"/>
              </a:ext>
            </a:extLst>
          </p:cNvPr>
          <p:cNvSpPr txBox="1"/>
          <p:nvPr/>
        </p:nvSpPr>
        <p:spPr>
          <a:xfrm>
            <a:off x="3142440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2F583111-C738-443E-A3F5-6BEEB5348B27}"/>
              </a:ext>
            </a:extLst>
          </p:cNvPr>
          <p:cNvSpPr txBox="1"/>
          <p:nvPr/>
        </p:nvSpPr>
        <p:spPr>
          <a:xfrm>
            <a:off x="3342008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F08FE2FD-11C7-4AD7-8C4D-6B3322CAB5A7}"/>
              </a:ext>
            </a:extLst>
          </p:cNvPr>
          <p:cNvSpPr txBox="1"/>
          <p:nvPr/>
        </p:nvSpPr>
        <p:spPr>
          <a:xfrm>
            <a:off x="3541576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6" name="TextBox 685">
            <a:extLst>
              <a:ext uri="{FF2B5EF4-FFF2-40B4-BE49-F238E27FC236}">
                <a16:creationId xmlns:a16="http://schemas.microsoft.com/office/drawing/2014/main" id="{DDDE31F3-AD03-4647-AC95-2C6C49068A53}"/>
              </a:ext>
            </a:extLst>
          </p:cNvPr>
          <p:cNvSpPr txBox="1"/>
          <p:nvPr/>
        </p:nvSpPr>
        <p:spPr>
          <a:xfrm>
            <a:off x="3741144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7" name="TextBox 686">
            <a:extLst>
              <a:ext uri="{FF2B5EF4-FFF2-40B4-BE49-F238E27FC236}">
                <a16:creationId xmlns:a16="http://schemas.microsoft.com/office/drawing/2014/main" id="{AE4F19B4-8C7B-443C-A70E-E1425558D853}"/>
              </a:ext>
            </a:extLst>
          </p:cNvPr>
          <p:cNvSpPr txBox="1"/>
          <p:nvPr/>
        </p:nvSpPr>
        <p:spPr>
          <a:xfrm>
            <a:off x="3940713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8" name="TextBox 687">
            <a:extLst>
              <a:ext uri="{FF2B5EF4-FFF2-40B4-BE49-F238E27FC236}">
                <a16:creationId xmlns:a16="http://schemas.microsoft.com/office/drawing/2014/main" id="{475B851A-4850-4801-8DAA-05F4F5D8DEB5}"/>
              </a:ext>
            </a:extLst>
          </p:cNvPr>
          <p:cNvSpPr txBox="1"/>
          <p:nvPr/>
        </p:nvSpPr>
        <p:spPr>
          <a:xfrm>
            <a:off x="4140281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9" name="TextBox 688">
            <a:extLst>
              <a:ext uri="{FF2B5EF4-FFF2-40B4-BE49-F238E27FC236}">
                <a16:creationId xmlns:a16="http://schemas.microsoft.com/office/drawing/2014/main" id="{DDC7FFA0-7B6B-4BD4-AC8D-233E31C4357C}"/>
              </a:ext>
            </a:extLst>
          </p:cNvPr>
          <p:cNvSpPr txBox="1"/>
          <p:nvPr/>
        </p:nvSpPr>
        <p:spPr>
          <a:xfrm>
            <a:off x="4339849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0" name="TextBox 689">
            <a:extLst>
              <a:ext uri="{FF2B5EF4-FFF2-40B4-BE49-F238E27FC236}">
                <a16:creationId xmlns:a16="http://schemas.microsoft.com/office/drawing/2014/main" id="{D54C515B-48BD-49A8-BDD2-C9CD6C154D34}"/>
              </a:ext>
            </a:extLst>
          </p:cNvPr>
          <p:cNvSpPr txBox="1"/>
          <p:nvPr/>
        </p:nvSpPr>
        <p:spPr>
          <a:xfrm>
            <a:off x="4539417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1" name="TextBox 690">
            <a:extLst>
              <a:ext uri="{FF2B5EF4-FFF2-40B4-BE49-F238E27FC236}">
                <a16:creationId xmlns:a16="http://schemas.microsoft.com/office/drawing/2014/main" id="{0227BEFF-7D22-4BBE-8084-DD1000934EFC}"/>
              </a:ext>
            </a:extLst>
          </p:cNvPr>
          <p:cNvSpPr txBox="1"/>
          <p:nvPr/>
        </p:nvSpPr>
        <p:spPr>
          <a:xfrm>
            <a:off x="4738991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2" name="TextBox 691">
            <a:extLst>
              <a:ext uri="{FF2B5EF4-FFF2-40B4-BE49-F238E27FC236}">
                <a16:creationId xmlns:a16="http://schemas.microsoft.com/office/drawing/2014/main" id="{0203EA84-63E8-45D7-B481-95F894BD9469}"/>
              </a:ext>
            </a:extLst>
          </p:cNvPr>
          <p:cNvSpPr txBox="1"/>
          <p:nvPr/>
        </p:nvSpPr>
        <p:spPr>
          <a:xfrm>
            <a:off x="4938554" y="502875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F9269825-04C7-4C96-A6C4-56AE0F3745DF}"/>
              </a:ext>
            </a:extLst>
          </p:cNvPr>
          <p:cNvSpPr txBox="1"/>
          <p:nvPr/>
        </p:nvSpPr>
        <p:spPr>
          <a:xfrm>
            <a:off x="1945032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2E4213B0-79E1-4D46-8628-59D1D2B61639}"/>
              </a:ext>
            </a:extLst>
          </p:cNvPr>
          <p:cNvSpPr txBox="1"/>
          <p:nvPr/>
        </p:nvSpPr>
        <p:spPr>
          <a:xfrm>
            <a:off x="2144600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CFD0E19B-271B-4980-B6AE-46C9FF8CB5BD}"/>
              </a:ext>
            </a:extLst>
          </p:cNvPr>
          <p:cNvSpPr txBox="1"/>
          <p:nvPr/>
        </p:nvSpPr>
        <p:spPr>
          <a:xfrm>
            <a:off x="2344168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B79E6526-3DB3-4FA3-89E8-1B0B66415D80}"/>
              </a:ext>
            </a:extLst>
          </p:cNvPr>
          <p:cNvSpPr txBox="1"/>
          <p:nvPr/>
        </p:nvSpPr>
        <p:spPr>
          <a:xfrm>
            <a:off x="2543736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D46C7B71-D2D1-414F-B513-9907A1AE134A}"/>
              </a:ext>
            </a:extLst>
          </p:cNvPr>
          <p:cNvSpPr txBox="1"/>
          <p:nvPr/>
        </p:nvSpPr>
        <p:spPr>
          <a:xfrm>
            <a:off x="2743304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E81E42A9-3DCA-4C16-814C-91088C9A6F10}"/>
              </a:ext>
            </a:extLst>
          </p:cNvPr>
          <p:cNvSpPr txBox="1"/>
          <p:nvPr/>
        </p:nvSpPr>
        <p:spPr>
          <a:xfrm>
            <a:off x="2942872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1539C7EC-D875-4529-AF55-6A1F2D1719FD}"/>
              </a:ext>
            </a:extLst>
          </p:cNvPr>
          <p:cNvSpPr txBox="1"/>
          <p:nvPr/>
        </p:nvSpPr>
        <p:spPr>
          <a:xfrm>
            <a:off x="3142440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1" name="TextBox 700">
            <a:extLst>
              <a:ext uri="{FF2B5EF4-FFF2-40B4-BE49-F238E27FC236}">
                <a16:creationId xmlns:a16="http://schemas.microsoft.com/office/drawing/2014/main" id="{A75909A2-1AD9-489F-B002-B5659C1D646F}"/>
              </a:ext>
            </a:extLst>
          </p:cNvPr>
          <p:cNvSpPr txBox="1"/>
          <p:nvPr/>
        </p:nvSpPr>
        <p:spPr>
          <a:xfrm>
            <a:off x="3342008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4F85FD0A-08D5-4F7A-A12E-75E8DD00A631}"/>
              </a:ext>
            </a:extLst>
          </p:cNvPr>
          <p:cNvSpPr txBox="1"/>
          <p:nvPr/>
        </p:nvSpPr>
        <p:spPr>
          <a:xfrm>
            <a:off x="3541576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D6018D02-8FA5-4703-8E9E-AE5E05D3128F}"/>
              </a:ext>
            </a:extLst>
          </p:cNvPr>
          <p:cNvSpPr txBox="1"/>
          <p:nvPr/>
        </p:nvSpPr>
        <p:spPr>
          <a:xfrm>
            <a:off x="3741144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EBF6A54C-7C98-42B3-AB1F-30B5007A0D14}"/>
              </a:ext>
            </a:extLst>
          </p:cNvPr>
          <p:cNvSpPr txBox="1"/>
          <p:nvPr/>
        </p:nvSpPr>
        <p:spPr>
          <a:xfrm>
            <a:off x="3940713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EFF7AD10-E911-4F48-ABB2-7B022A92288D}"/>
              </a:ext>
            </a:extLst>
          </p:cNvPr>
          <p:cNvSpPr txBox="1"/>
          <p:nvPr/>
        </p:nvSpPr>
        <p:spPr>
          <a:xfrm>
            <a:off x="4140281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B06938B2-F9C3-44D9-9955-8EB1F55E94E6}"/>
              </a:ext>
            </a:extLst>
          </p:cNvPr>
          <p:cNvSpPr txBox="1"/>
          <p:nvPr/>
        </p:nvSpPr>
        <p:spPr>
          <a:xfrm>
            <a:off x="4339849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D3B83E00-9ABD-43F8-A7C8-82FF7198677C}"/>
              </a:ext>
            </a:extLst>
          </p:cNvPr>
          <p:cNvSpPr txBox="1"/>
          <p:nvPr/>
        </p:nvSpPr>
        <p:spPr>
          <a:xfrm>
            <a:off x="4539417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0490149C-A019-4469-A22D-82125C4072F3}"/>
              </a:ext>
            </a:extLst>
          </p:cNvPr>
          <p:cNvSpPr txBox="1"/>
          <p:nvPr/>
        </p:nvSpPr>
        <p:spPr>
          <a:xfrm>
            <a:off x="4738991" y="5258691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9" name="TextBox 708">
            <a:extLst>
              <a:ext uri="{FF2B5EF4-FFF2-40B4-BE49-F238E27FC236}">
                <a16:creationId xmlns:a16="http://schemas.microsoft.com/office/drawing/2014/main" id="{95A7AF35-26B5-47DC-AB0E-EF6F7DBF8C8E}"/>
              </a:ext>
            </a:extLst>
          </p:cNvPr>
          <p:cNvSpPr txBox="1"/>
          <p:nvPr/>
        </p:nvSpPr>
        <p:spPr>
          <a:xfrm>
            <a:off x="1945032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0" name="TextBox 709">
            <a:extLst>
              <a:ext uri="{FF2B5EF4-FFF2-40B4-BE49-F238E27FC236}">
                <a16:creationId xmlns:a16="http://schemas.microsoft.com/office/drawing/2014/main" id="{6B5B85ED-72B3-48EB-97F2-4A6845EBE18C}"/>
              </a:ext>
            </a:extLst>
          </p:cNvPr>
          <p:cNvSpPr txBox="1"/>
          <p:nvPr/>
        </p:nvSpPr>
        <p:spPr>
          <a:xfrm>
            <a:off x="2144600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D814BEA4-1C58-4B97-8C78-97BF7144450F}"/>
              </a:ext>
            </a:extLst>
          </p:cNvPr>
          <p:cNvSpPr txBox="1"/>
          <p:nvPr/>
        </p:nvSpPr>
        <p:spPr>
          <a:xfrm>
            <a:off x="2344168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DCD860C1-8BDA-42FF-B577-DC42042E2F18}"/>
              </a:ext>
            </a:extLst>
          </p:cNvPr>
          <p:cNvSpPr txBox="1"/>
          <p:nvPr/>
        </p:nvSpPr>
        <p:spPr>
          <a:xfrm>
            <a:off x="2543736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3" name="TextBox 712">
            <a:extLst>
              <a:ext uri="{FF2B5EF4-FFF2-40B4-BE49-F238E27FC236}">
                <a16:creationId xmlns:a16="http://schemas.microsoft.com/office/drawing/2014/main" id="{142D2317-147E-4BA8-A09D-C3FC69BF6E26}"/>
              </a:ext>
            </a:extLst>
          </p:cNvPr>
          <p:cNvSpPr txBox="1"/>
          <p:nvPr/>
        </p:nvSpPr>
        <p:spPr>
          <a:xfrm>
            <a:off x="2743304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4" name="TextBox 713">
            <a:extLst>
              <a:ext uri="{FF2B5EF4-FFF2-40B4-BE49-F238E27FC236}">
                <a16:creationId xmlns:a16="http://schemas.microsoft.com/office/drawing/2014/main" id="{A8D69288-E7F9-461E-BDC1-F5279EB3E4C0}"/>
              </a:ext>
            </a:extLst>
          </p:cNvPr>
          <p:cNvSpPr txBox="1"/>
          <p:nvPr/>
        </p:nvSpPr>
        <p:spPr>
          <a:xfrm>
            <a:off x="2942872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FBCEC664-EE1D-4F00-9A26-4FCD5B59F707}"/>
              </a:ext>
            </a:extLst>
          </p:cNvPr>
          <p:cNvSpPr txBox="1"/>
          <p:nvPr/>
        </p:nvSpPr>
        <p:spPr>
          <a:xfrm>
            <a:off x="3142440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4BFD6B98-E7B9-41E3-98D8-0E31CDAB8E61}"/>
              </a:ext>
            </a:extLst>
          </p:cNvPr>
          <p:cNvSpPr txBox="1"/>
          <p:nvPr/>
        </p:nvSpPr>
        <p:spPr>
          <a:xfrm>
            <a:off x="3342008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6CAF27B6-0280-4942-B1F9-2F367F2F96CD}"/>
              </a:ext>
            </a:extLst>
          </p:cNvPr>
          <p:cNvSpPr txBox="1"/>
          <p:nvPr/>
        </p:nvSpPr>
        <p:spPr>
          <a:xfrm>
            <a:off x="3541576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B452824F-CFAE-4B65-B80A-BE26230AB163}"/>
              </a:ext>
            </a:extLst>
          </p:cNvPr>
          <p:cNvSpPr txBox="1"/>
          <p:nvPr/>
        </p:nvSpPr>
        <p:spPr>
          <a:xfrm>
            <a:off x="3741144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19" name="TextBox 718">
            <a:extLst>
              <a:ext uri="{FF2B5EF4-FFF2-40B4-BE49-F238E27FC236}">
                <a16:creationId xmlns:a16="http://schemas.microsoft.com/office/drawing/2014/main" id="{E8612D3F-DE12-4DBD-855A-0D2C28E57696}"/>
              </a:ext>
            </a:extLst>
          </p:cNvPr>
          <p:cNvSpPr txBox="1"/>
          <p:nvPr/>
        </p:nvSpPr>
        <p:spPr>
          <a:xfrm>
            <a:off x="3940713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0" name="TextBox 719">
            <a:extLst>
              <a:ext uri="{FF2B5EF4-FFF2-40B4-BE49-F238E27FC236}">
                <a16:creationId xmlns:a16="http://schemas.microsoft.com/office/drawing/2014/main" id="{3593FAB4-AF05-43B5-98A5-9533D9FC5475}"/>
              </a:ext>
            </a:extLst>
          </p:cNvPr>
          <p:cNvSpPr txBox="1"/>
          <p:nvPr/>
        </p:nvSpPr>
        <p:spPr>
          <a:xfrm>
            <a:off x="4140281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5561C7DA-BA66-43AC-A971-FAC6D77FBA62}"/>
              </a:ext>
            </a:extLst>
          </p:cNvPr>
          <p:cNvSpPr txBox="1"/>
          <p:nvPr/>
        </p:nvSpPr>
        <p:spPr>
          <a:xfrm>
            <a:off x="4339849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723BB464-479E-4F88-8845-F427294E0FC6}"/>
              </a:ext>
            </a:extLst>
          </p:cNvPr>
          <p:cNvSpPr txBox="1"/>
          <p:nvPr/>
        </p:nvSpPr>
        <p:spPr>
          <a:xfrm>
            <a:off x="4539417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A4E10395-09DA-4C19-8C7E-B099897DD155}"/>
              </a:ext>
            </a:extLst>
          </p:cNvPr>
          <p:cNvSpPr txBox="1"/>
          <p:nvPr/>
        </p:nvSpPr>
        <p:spPr>
          <a:xfrm>
            <a:off x="4738991" y="5425519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6" name="TextBox 725">
            <a:extLst>
              <a:ext uri="{FF2B5EF4-FFF2-40B4-BE49-F238E27FC236}">
                <a16:creationId xmlns:a16="http://schemas.microsoft.com/office/drawing/2014/main" id="{D1F9D66E-6F05-4D86-B01A-313314947D37}"/>
              </a:ext>
            </a:extLst>
          </p:cNvPr>
          <p:cNvSpPr txBox="1"/>
          <p:nvPr/>
        </p:nvSpPr>
        <p:spPr>
          <a:xfrm>
            <a:off x="1945032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7" name="TextBox 726">
            <a:extLst>
              <a:ext uri="{FF2B5EF4-FFF2-40B4-BE49-F238E27FC236}">
                <a16:creationId xmlns:a16="http://schemas.microsoft.com/office/drawing/2014/main" id="{9E136816-CCD4-4D83-8C95-73141600B269}"/>
              </a:ext>
            </a:extLst>
          </p:cNvPr>
          <p:cNvSpPr txBox="1"/>
          <p:nvPr/>
        </p:nvSpPr>
        <p:spPr>
          <a:xfrm>
            <a:off x="2144600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D811F796-7F2A-4D2F-B727-0305F6A15AFB}"/>
              </a:ext>
            </a:extLst>
          </p:cNvPr>
          <p:cNvSpPr txBox="1"/>
          <p:nvPr/>
        </p:nvSpPr>
        <p:spPr>
          <a:xfrm>
            <a:off x="2344168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1AC31807-2B32-4C3A-91CD-09B064E79DB2}"/>
              </a:ext>
            </a:extLst>
          </p:cNvPr>
          <p:cNvSpPr txBox="1"/>
          <p:nvPr/>
        </p:nvSpPr>
        <p:spPr>
          <a:xfrm>
            <a:off x="2543736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0" name="TextBox 729">
            <a:extLst>
              <a:ext uri="{FF2B5EF4-FFF2-40B4-BE49-F238E27FC236}">
                <a16:creationId xmlns:a16="http://schemas.microsoft.com/office/drawing/2014/main" id="{01514278-A7EC-4F63-8665-6CBA8A63BEFC}"/>
              </a:ext>
            </a:extLst>
          </p:cNvPr>
          <p:cNvSpPr txBox="1"/>
          <p:nvPr/>
        </p:nvSpPr>
        <p:spPr>
          <a:xfrm>
            <a:off x="2743304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1FFD4DA6-BDCD-4333-8249-789B684E7454}"/>
              </a:ext>
            </a:extLst>
          </p:cNvPr>
          <p:cNvSpPr txBox="1"/>
          <p:nvPr/>
        </p:nvSpPr>
        <p:spPr>
          <a:xfrm>
            <a:off x="2942872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2" name="TextBox 731">
            <a:extLst>
              <a:ext uri="{FF2B5EF4-FFF2-40B4-BE49-F238E27FC236}">
                <a16:creationId xmlns:a16="http://schemas.microsoft.com/office/drawing/2014/main" id="{BFE505F9-BC7F-447D-9143-20A9E3A085EA}"/>
              </a:ext>
            </a:extLst>
          </p:cNvPr>
          <p:cNvSpPr txBox="1"/>
          <p:nvPr/>
        </p:nvSpPr>
        <p:spPr>
          <a:xfrm>
            <a:off x="3142440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3" name="TextBox 732">
            <a:extLst>
              <a:ext uri="{FF2B5EF4-FFF2-40B4-BE49-F238E27FC236}">
                <a16:creationId xmlns:a16="http://schemas.microsoft.com/office/drawing/2014/main" id="{083673D0-0B72-4CE4-B80E-B54DCC0D3D83}"/>
              </a:ext>
            </a:extLst>
          </p:cNvPr>
          <p:cNvSpPr txBox="1"/>
          <p:nvPr/>
        </p:nvSpPr>
        <p:spPr>
          <a:xfrm>
            <a:off x="3342008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4" name="TextBox 733">
            <a:extLst>
              <a:ext uri="{FF2B5EF4-FFF2-40B4-BE49-F238E27FC236}">
                <a16:creationId xmlns:a16="http://schemas.microsoft.com/office/drawing/2014/main" id="{23BC5362-EF46-42E8-97A8-772EE2B5A7D1}"/>
              </a:ext>
            </a:extLst>
          </p:cNvPr>
          <p:cNvSpPr txBox="1"/>
          <p:nvPr/>
        </p:nvSpPr>
        <p:spPr>
          <a:xfrm>
            <a:off x="3541576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5" name="TextBox 734">
            <a:extLst>
              <a:ext uri="{FF2B5EF4-FFF2-40B4-BE49-F238E27FC236}">
                <a16:creationId xmlns:a16="http://schemas.microsoft.com/office/drawing/2014/main" id="{973F67E8-10DA-46BD-8BCE-28A842665321}"/>
              </a:ext>
            </a:extLst>
          </p:cNvPr>
          <p:cNvSpPr txBox="1"/>
          <p:nvPr/>
        </p:nvSpPr>
        <p:spPr>
          <a:xfrm>
            <a:off x="3741144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6" name="TextBox 735">
            <a:extLst>
              <a:ext uri="{FF2B5EF4-FFF2-40B4-BE49-F238E27FC236}">
                <a16:creationId xmlns:a16="http://schemas.microsoft.com/office/drawing/2014/main" id="{723C2163-CC15-4E48-A74E-60F68E3FD15F}"/>
              </a:ext>
            </a:extLst>
          </p:cNvPr>
          <p:cNvSpPr txBox="1"/>
          <p:nvPr/>
        </p:nvSpPr>
        <p:spPr>
          <a:xfrm>
            <a:off x="3940713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7" name="TextBox 736">
            <a:extLst>
              <a:ext uri="{FF2B5EF4-FFF2-40B4-BE49-F238E27FC236}">
                <a16:creationId xmlns:a16="http://schemas.microsoft.com/office/drawing/2014/main" id="{517D1691-80AF-40A9-891C-5F6EE2F6B162}"/>
              </a:ext>
            </a:extLst>
          </p:cNvPr>
          <p:cNvSpPr txBox="1"/>
          <p:nvPr/>
        </p:nvSpPr>
        <p:spPr>
          <a:xfrm>
            <a:off x="4140281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8" name="TextBox 737">
            <a:extLst>
              <a:ext uri="{FF2B5EF4-FFF2-40B4-BE49-F238E27FC236}">
                <a16:creationId xmlns:a16="http://schemas.microsoft.com/office/drawing/2014/main" id="{87B84849-B304-4BC1-A18C-A165E35CA42C}"/>
              </a:ext>
            </a:extLst>
          </p:cNvPr>
          <p:cNvSpPr txBox="1"/>
          <p:nvPr/>
        </p:nvSpPr>
        <p:spPr>
          <a:xfrm>
            <a:off x="4339849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9" name="TextBox 738">
            <a:extLst>
              <a:ext uri="{FF2B5EF4-FFF2-40B4-BE49-F238E27FC236}">
                <a16:creationId xmlns:a16="http://schemas.microsoft.com/office/drawing/2014/main" id="{C2ADB53C-881B-49C3-AAAC-98A35D04F3C0}"/>
              </a:ext>
            </a:extLst>
          </p:cNvPr>
          <p:cNvSpPr txBox="1"/>
          <p:nvPr/>
        </p:nvSpPr>
        <p:spPr>
          <a:xfrm>
            <a:off x="4539417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0" name="TextBox 739">
            <a:extLst>
              <a:ext uri="{FF2B5EF4-FFF2-40B4-BE49-F238E27FC236}">
                <a16:creationId xmlns:a16="http://schemas.microsoft.com/office/drawing/2014/main" id="{AA607751-1D5C-4E5E-A257-B302705F3D9D}"/>
              </a:ext>
            </a:extLst>
          </p:cNvPr>
          <p:cNvSpPr txBox="1"/>
          <p:nvPr/>
        </p:nvSpPr>
        <p:spPr>
          <a:xfrm>
            <a:off x="4738991" y="5655460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1" name="TextBox 740">
            <a:extLst>
              <a:ext uri="{FF2B5EF4-FFF2-40B4-BE49-F238E27FC236}">
                <a16:creationId xmlns:a16="http://schemas.microsoft.com/office/drawing/2014/main" id="{46BBF074-761C-42DD-8B46-444F9299F270}"/>
              </a:ext>
            </a:extLst>
          </p:cNvPr>
          <p:cNvSpPr txBox="1"/>
          <p:nvPr/>
        </p:nvSpPr>
        <p:spPr>
          <a:xfrm>
            <a:off x="1945032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CA3B6AC1-7F6B-4D5D-B0DE-EA22516035C1}"/>
              </a:ext>
            </a:extLst>
          </p:cNvPr>
          <p:cNvSpPr txBox="1"/>
          <p:nvPr/>
        </p:nvSpPr>
        <p:spPr>
          <a:xfrm>
            <a:off x="2144600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CB33E42A-407C-4975-BC24-1A6D85846D9C}"/>
              </a:ext>
            </a:extLst>
          </p:cNvPr>
          <p:cNvSpPr txBox="1"/>
          <p:nvPr/>
        </p:nvSpPr>
        <p:spPr>
          <a:xfrm>
            <a:off x="2344168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4" name="TextBox 743">
            <a:extLst>
              <a:ext uri="{FF2B5EF4-FFF2-40B4-BE49-F238E27FC236}">
                <a16:creationId xmlns:a16="http://schemas.microsoft.com/office/drawing/2014/main" id="{66871A81-CD59-4CB0-BF63-73D79F3EFF44}"/>
              </a:ext>
            </a:extLst>
          </p:cNvPr>
          <p:cNvSpPr txBox="1"/>
          <p:nvPr/>
        </p:nvSpPr>
        <p:spPr>
          <a:xfrm>
            <a:off x="2543736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5" name="TextBox 744">
            <a:extLst>
              <a:ext uri="{FF2B5EF4-FFF2-40B4-BE49-F238E27FC236}">
                <a16:creationId xmlns:a16="http://schemas.microsoft.com/office/drawing/2014/main" id="{4B8BCEA8-7011-4409-9CED-2E4083B95F7D}"/>
              </a:ext>
            </a:extLst>
          </p:cNvPr>
          <p:cNvSpPr txBox="1"/>
          <p:nvPr/>
        </p:nvSpPr>
        <p:spPr>
          <a:xfrm>
            <a:off x="2743304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6" name="TextBox 745">
            <a:extLst>
              <a:ext uri="{FF2B5EF4-FFF2-40B4-BE49-F238E27FC236}">
                <a16:creationId xmlns:a16="http://schemas.microsoft.com/office/drawing/2014/main" id="{48D3F4F6-09CD-4162-B4AA-C1ED6C5513F6}"/>
              </a:ext>
            </a:extLst>
          </p:cNvPr>
          <p:cNvSpPr txBox="1"/>
          <p:nvPr/>
        </p:nvSpPr>
        <p:spPr>
          <a:xfrm>
            <a:off x="2942872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7" name="TextBox 746">
            <a:extLst>
              <a:ext uri="{FF2B5EF4-FFF2-40B4-BE49-F238E27FC236}">
                <a16:creationId xmlns:a16="http://schemas.microsoft.com/office/drawing/2014/main" id="{65A599E3-E539-4A10-A696-A200F9089706}"/>
              </a:ext>
            </a:extLst>
          </p:cNvPr>
          <p:cNvSpPr txBox="1"/>
          <p:nvPr/>
        </p:nvSpPr>
        <p:spPr>
          <a:xfrm>
            <a:off x="3142440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22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8" name="TextBox 747">
            <a:extLst>
              <a:ext uri="{FF2B5EF4-FFF2-40B4-BE49-F238E27FC236}">
                <a16:creationId xmlns:a16="http://schemas.microsoft.com/office/drawing/2014/main" id="{5C06E597-DA6D-41B3-BD02-9E61AC476411}"/>
              </a:ext>
            </a:extLst>
          </p:cNvPr>
          <p:cNvSpPr txBox="1"/>
          <p:nvPr/>
        </p:nvSpPr>
        <p:spPr>
          <a:xfrm>
            <a:off x="3342008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9" name="TextBox 748">
            <a:extLst>
              <a:ext uri="{FF2B5EF4-FFF2-40B4-BE49-F238E27FC236}">
                <a16:creationId xmlns:a16="http://schemas.microsoft.com/office/drawing/2014/main" id="{9BC942CC-76D3-4079-B627-BDD378EC4F23}"/>
              </a:ext>
            </a:extLst>
          </p:cNvPr>
          <p:cNvSpPr txBox="1"/>
          <p:nvPr/>
        </p:nvSpPr>
        <p:spPr>
          <a:xfrm>
            <a:off x="3541576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0" name="TextBox 749">
            <a:extLst>
              <a:ext uri="{FF2B5EF4-FFF2-40B4-BE49-F238E27FC236}">
                <a16:creationId xmlns:a16="http://schemas.microsoft.com/office/drawing/2014/main" id="{F9D91712-CF72-4248-AFCA-D1CDB289D058}"/>
              </a:ext>
            </a:extLst>
          </p:cNvPr>
          <p:cNvSpPr txBox="1"/>
          <p:nvPr/>
        </p:nvSpPr>
        <p:spPr>
          <a:xfrm>
            <a:off x="3741144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25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1" name="TextBox 750">
            <a:extLst>
              <a:ext uri="{FF2B5EF4-FFF2-40B4-BE49-F238E27FC236}">
                <a16:creationId xmlns:a16="http://schemas.microsoft.com/office/drawing/2014/main" id="{714B3DA8-26CC-46BB-9F53-2611253DD965}"/>
              </a:ext>
            </a:extLst>
          </p:cNvPr>
          <p:cNvSpPr txBox="1"/>
          <p:nvPr/>
        </p:nvSpPr>
        <p:spPr>
          <a:xfrm>
            <a:off x="3940713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1F2C56FD-131D-4B87-94C0-D951966EC9A0}"/>
              </a:ext>
            </a:extLst>
          </p:cNvPr>
          <p:cNvSpPr txBox="1"/>
          <p:nvPr/>
        </p:nvSpPr>
        <p:spPr>
          <a:xfrm>
            <a:off x="4140281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27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3" name="TextBox 752">
            <a:extLst>
              <a:ext uri="{FF2B5EF4-FFF2-40B4-BE49-F238E27FC236}">
                <a16:creationId xmlns:a16="http://schemas.microsoft.com/office/drawing/2014/main" id="{F7BB0E2B-1B3C-42B5-A42A-EA772A797535}"/>
              </a:ext>
            </a:extLst>
          </p:cNvPr>
          <p:cNvSpPr txBox="1"/>
          <p:nvPr/>
        </p:nvSpPr>
        <p:spPr>
          <a:xfrm>
            <a:off x="4339849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4DAF5E32-D61F-43EB-98A8-56786F3066BD}"/>
              </a:ext>
            </a:extLst>
          </p:cNvPr>
          <p:cNvSpPr txBox="1"/>
          <p:nvPr/>
        </p:nvSpPr>
        <p:spPr>
          <a:xfrm>
            <a:off x="4539417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0F55EDF4-34CA-4175-84FF-30F17DD98E8F}"/>
              </a:ext>
            </a:extLst>
          </p:cNvPr>
          <p:cNvSpPr txBox="1"/>
          <p:nvPr/>
        </p:nvSpPr>
        <p:spPr>
          <a:xfrm>
            <a:off x="4738991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30ED603C-97B4-44D6-ABF0-ADCC5DC95834}"/>
              </a:ext>
            </a:extLst>
          </p:cNvPr>
          <p:cNvSpPr txBox="1"/>
          <p:nvPr/>
        </p:nvSpPr>
        <p:spPr>
          <a:xfrm>
            <a:off x="4938554" y="5822287"/>
            <a:ext cx="131446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31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758" name="직선 연결선 757">
            <a:extLst>
              <a:ext uri="{FF2B5EF4-FFF2-40B4-BE49-F238E27FC236}">
                <a16:creationId xmlns:a16="http://schemas.microsoft.com/office/drawing/2014/main" id="{A3865CE0-DE87-4693-9121-61EC29B47DBD}"/>
              </a:ext>
            </a:extLst>
          </p:cNvPr>
          <p:cNvCxnSpPr>
            <a:cxnSpLocks/>
          </p:cNvCxnSpPr>
          <p:nvPr/>
        </p:nvCxnSpPr>
        <p:spPr>
          <a:xfrm>
            <a:off x="1207289" y="1638137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직선 연결선 761">
            <a:extLst>
              <a:ext uri="{FF2B5EF4-FFF2-40B4-BE49-F238E27FC236}">
                <a16:creationId xmlns:a16="http://schemas.microsoft.com/office/drawing/2014/main" id="{70D319C6-B4C3-4749-8B69-F5E6E5ED329C}"/>
              </a:ext>
            </a:extLst>
          </p:cNvPr>
          <p:cNvCxnSpPr>
            <a:cxnSpLocks/>
          </p:cNvCxnSpPr>
          <p:nvPr/>
        </p:nvCxnSpPr>
        <p:spPr>
          <a:xfrm>
            <a:off x="1207289" y="2034905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직선 연결선 762">
            <a:extLst>
              <a:ext uri="{FF2B5EF4-FFF2-40B4-BE49-F238E27FC236}">
                <a16:creationId xmlns:a16="http://schemas.microsoft.com/office/drawing/2014/main" id="{768FB217-25BC-4DE0-BB8B-535C0F42C0E2}"/>
              </a:ext>
            </a:extLst>
          </p:cNvPr>
          <p:cNvCxnSpPr>
            <a:cxnSpLocks/>
          </p:cNvCxnSpPr>
          <p:nvPr/>
        </p:nvCxnSpPr>
        <p:spPr>
          <a:xfrm>
            <a:off x="1207289" y="2431674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직선 연결선 764">
            <a:extLst>
              <a:ext uri="{FF2B5EF4-FFF2-40B4-BE49-F238E27FC236}">
                <a16:creationId xmlns:a16="http://schemas.microsoft.com/office/drawing/2014/main" id="{20259D95-6F57-44AF-B561-D31AB0A60457}"/>
              </a:ext>
            </a:extLst>
          </p:cNvPr>
          <p:cNvCxnSpPr>
            <a:cxnSpLocks/>
          </p:cNvCxnSpPr>
          <p:nvPr/>
        </p:nvCxnSpPr>
        <p:spPr>
          <a:xfrm>
            <a:off x="1207289" y="2828443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직선 연결선 765">
            <a:extLst>
              <a:ext uri="{FF2B5EF4-FFF2-40B4-BE49-F238E27FC236}">
                <a16:creationId xmlns:a16="http://schemas.microsoft.com/office/drawing/2014/main" id="{09464F6D-F9CD-40FC-ADD6-223A27302CF1}"/>
              </a:ext>
            </a:extLst>
          </p:cNvPr>
          <p:cNvCxnSpPr>
            <a:cxnSpLocks/>
          </p:cNvCxnSpPr>
          <p:nvPr/>
        </p:nvCxnSpPr>
        <p:spPr>
          <a:xfrm>
            <a:off x="1207289" y="3225212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직선 연결선 766">
            <a:extLst>
              <a:ext uri="{FF2B5EF4-FFF2-40B4-BE49-F238E27FC236}">
                <a16:creationId xmlns:a16="http://schemas.microsoft.com/office/drawing/2014/main" id="{88D15B2B-46C0-4CCB-AE9B-2C18DF608E6C}"/>
              </a:ext>
            </a:extLst>
          </p:cNvPr>
          <p:cNvCxnSpPr>
            <a:cxnSpLocks/>
          </p:cNvCxnSpPr>
          <p:nvPr/>
        </p:nvCxnSpPr>
        <p:spPr>
          <a:xfrm>
            <a:off x="1207289" y="3621981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직선 연결선 767">
            <a:extLst>
              <a:ext uri="{FF2B5EF4-FFF2-40B4-BE49-F238E27FC236}">
                <a16:creationId xmlns:a16="http://schemas.microsoft.com/office/drawing/2014/main" id="{358C1F3F-BB9C-4578-8C10-7EA287C53721}"/>
              </a:ext>
            </a:extLst>
          </p:cNvPr>
          <p:cNvCxnSpPr>
            <a:cxnSpLocks/>
          </p:cNvCxnSpPr>
          <p:nvPr/>
        </p:nvCxnSpPr>
        <p:spPr>
          <a:xfrm>
            <a:off x="1207289" y="4018749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직선 연결선 768">
            <a:extLst>
              <a:ext uri="{FF2B5EF4-FFF2-40B4-BE49-F238E27FC236}">
                <a16:creationId xmlns:a16="http://schemas.microsoft.com/office/drawing/2014/main" id="{981FD163-0AC4-4762-AD1F-89B580DB88CD}"/>
              </a:ext>
            </a:extLst>
          </p:cNvPr>
          <p:cNvCxnSpPr>
            <a:cxnSpLocks/>
          </p:cNvCxnSpPr>
          <p:nvPr/>
        </p:nvCxnSpPr>
        <p:spPr>
          <a:xfrm>
            <a:off x="1207289" y="4415518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직선 연결선 769">
            <a:extLst>
              <a:ext uri="{FF2B5EF4-FFF2-40B4-BE49-F238E27FC236}">
                <a16:creationId xmlns:a16="http://schemas.microsoft.com/office/drawing/2014/main" id="{7BFCDA68-4BA0-4D6A-ABD9-BA9AE74099EB}"/>
              </a:ext>
            </a:extLst>
          </p:cNvPr>
          <p:cNvCxnSpPr>
            <a:cxnSpLocks/>
          </p:cNvCxnSpPr>
          <p:nvPr/>
        </p:nvCxnSpPr>
        <p:spPr>
          <a:xfrm>
            <a:off x="1207289" y="4812287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직선 연결선 770">
            <a:extLst>
              <a:ext uri="{FF2B5EF4-FFF2-40B4-BE49-F238E27FC236}">
                <a16:creationId xmlns:a16="http://schemas.microsoft.com/office/drawing/2014/main" id="{322A8E8A-BE94-4286-9256-FBD12B3EBA97}"/>
              </a:ext>
            </a:extLst>
          </p:cNvPr>
          <p:cNvCxnSpPr>
            <a:cxnSpLocks/>
          </p:cNvCxnSpPr>
          <p:nvPr/>
        </p:nvCxnSpPr>
        <p:spPr>
          <a:xfrm>
            <a:off x="1207289" y="5209056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직선 연결선 771">
            <a:extLst>
              <a:ext uri="{FF2B5EF4-FFF2-40B4-BE49-F238E27FC236}">
                <a16:creationId xmlns:a16="http://schemas.microsoft.com/office/drawing/2014/main" id="{34F675D1-9A30-409F-BEDA-388E89AD5F55}"/>
              </a:ext>
            </a:extLst>
          </p:cNvPr>
          <p:cNvCxnSpPr>
            <a:cxnSpLocks/>
          </p:cNvCxnSpPr>
          <p:nvPr/>
        </p:nvCxnSpPr>
        <p:spPr>
          <a:xfrm>
            <a:off x="1207289" y="5605824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직선 연결선 772">
            <a:extLst>
              <a:ext uri="{FF2B5EF4-FFF2-40B4-BE49-F238E27FC236}">
                <a16:creationId xmlns:a16="http://schemas.microsoft.com/office/drawing/2014/main" id="{9CF4D3EB-D796-4726-9613-7210737C983B}"/>
              </a:ext>
            </a:extLst>
          </p:cNvPr>
          <p:cNvCxnSpPr>
            <a:cxnSpLocks/>
          </p:cNvCxnSpPr>
          <p:nvPr/>
        </p:nvCxnSpPr>
        <p:spPr>
          <a:xfrm>
            <a:off x="1207289" y="6002590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직선 연결선 774">
            <a:extLst>
              <a:ext uri="{FF2B5EF4-FFF2-40B4-BE49-F238E27FC236}">
                <a16:creationId xmlns:a16="http://schemas.microsoft.com/office/drawing/2014/main" id="{8371D0F9-A7A1-4701-A2A3-5B988893F172}"/>
              </a:ext>
            </a:extLst>
          </p:cNvPr>
          <p:cNvCxnSpPr>
            <a:cxnSpLocks/>
          </p:cNvCxnSpPr>
          <p:nvPr/>
        </p:nvCxnSpPr>
        <p:spPr>
          <a:xfrm>
            <a:off x="1207289" y="1207817"/>
            <a:ext cx="396173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6" name="TextBox 805">
            <a:extLst>
              <a:ext uri="{FF2B5EF4-FFF2-40B4-BE49-F238E27FC236}">
                <a16:creationId xmlns:a16="http://schemas.microsoft.com/office/drawing/2014/main" id="{49C9C9B0-BE19-410F-A5B9-AD568C12DADA}"/>
              </a:ext>
            </a:extLst>
          </p:cNvPr>
          <p:cNvSpPr txBox="1"/>
          <p:nvPr/>
        </p:nvSpPr>
        <p:spPr>
          <a:xfrm>
            <a:off x="653308" y="6211614"/>
            <a:ext cx="419987" cy="1306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Monthly</a:t>
            </a:r>
            <a:endParaRPr lang="ko-KR" altLang="en-US" sz="849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1429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1495</TotalTime>
  <Words>3452</Words>
  <Application>Microsoft Office PowerPoint</Application>
  <PresentationFormat>사용자 지정</PresentationFormat>
  <Paragraphs>2324</Paragraphs>
  <Slides>29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NanumMyeongjo</vt:lpstr>
      <vt:lpstr>NanumGothic</vt:lpstr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19</cp:revision>
  <dcterms:created xsi:type="dcterms:W3CDTF">2021-09-27T13:51:00Z</dcterms:created>
  <dcterms:modified xsi:type="dcterms:W3CDTF">2021-09-30T14:26:54Z</dcterms:modified>
</cp:coreProperties>
</file>
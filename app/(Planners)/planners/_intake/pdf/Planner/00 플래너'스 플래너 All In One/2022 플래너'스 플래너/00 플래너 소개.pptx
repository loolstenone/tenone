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66" r:id="rId6"/>
    <p:sldId id="262" r:id="rId7"/>
    <p:sldId id="263" r:id="rId8"/>
    <p:sldId id="258" r:id="rId9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75" d="100"/>
          <a:sy n="75" d="100"/>
        </p:scale>
        <p:origin x="774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28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8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5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12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07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05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51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70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80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52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197FF-C68B-4E48-9D36-DF685F0251FB}" type="datetimeFigureOut">
              <a:rPr lang="ko-KR" altLang="en-US" smtClean="0"/>
              <a:t>2021-11-28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B9D7-AB75-4E81-991C-C6FD0AAF7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01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1.PNG"/><Relationship Id="rId39" Type="http://schemas.openxmlformats.org/officeDocument/2006/relationships/image" Target="../media/image39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18" Type="http://schemas.openxmlformats.org/officeDocument/2006/relationships/image" Target="../media/image37.PNG"/><Relationship Id="rId3" Type="http://schemas.openxmlformats.org/officeDocument/2006/relationships/image" Target="../media/image43.PNG"/><Relationship Id="rId21" Type="http://schemas.openxmlformats.org/officeDocument/2006/relationships/image" Target="../media/image5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17" Type="http://schemas.openxmlformats.org/officeDocument/2006/relationships/image" Target="../media/image36.PNG"/><Relationship Id="rId2" Type="http://schemas.openxmlformats.org/officeDocument/2006/relationships/image" Target="../media/image42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31.PNG"/><Relationship Id="rId15" Type="http://schemas.openxmlformats.org/officeDocument/2006/relationships/image" Target="../media/image34.PNG"/><Relationship Id="rId10" Type="http://schemas.openxmlformats.org/officeDocument/2006/relationships/image" Target="../media/image32.PNG"/><Relationship Id="rId19" Type="http://schemas.openxmlformats.org/officeDocument/2006/relationships/image" Target="../media/image38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10F2FAF-04C9-46E3-A461-CF2E65C776A3}"/>
              </a:ext>
            </a:extLst>
          </p:cNvPr>
          <p:cNvSpPr/>
          <p:nvPr/>
        </p:nvSpPr>
        <p:spPr>
          <a:xfrm>
            <a:off x="1836022" y="9153197"/>
            <a:ext cx="7294124" cy="2124403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215909-BAE0-4C9E-96BA-017B347B30F4}"/>
              </a:ext>
            </a:extLst>
          </p:cNvPr>
          <p:cNvSpPr/>
          <p:nvPr/>
        </p:nvSpPr>
        <p:spPr>
          <a:xfrm>
            <a:off x="376466" y="1142999"/>
            <a:ext cx="8929007" cy="6696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6D6B9-AD7E-486C-ADC0-F2BBCA598754}"/>
              </a:ext>
            </a:extLst>
          </p:cNvPr>
          <p:cNvSpPr txBox="1"/>
          <p:nvPr/>
        </p:nvSpPr>
        <p:spPr>
          <a:xfrm>
            <a:off x="2075545" y="1957969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 All in one</a:t>
            </a:r>
            <a:endParaRPr lang="ko-KR" alt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8C6E3-0270-4B2E-8030-25DE29C9173B}"/>
              </a:ext>
            </a:extLst>
          </p:cNvPr>
          <p:cNvSpPr txBox="1"/>
          <p:nvPr/>
        </p:nvSpPr>
        <p:spPr>
          <a:xfrm>
            <a:off x="5170614" y="3811095"/>
            <a:ext cx="2404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983Pages + </a:t>
            </a:r>
            <a:r>
              <a:rPr lang="el-GR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α</a:t>
            </a:r>
            <a:endParaRPr lang="ko-KR" alt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D7FF8-286F-464B-83B2-A8B0C6925F15}"/>
              </a:ext>
            </a:extLst>
          </p:cNvPr>
          <p:cNvSpPr txBox="1"/>
          <p:nvPr/>
        </p:nvSpPr>
        <p:spPr>
          <a:xfrm>
            <a:off x="5170614" y="4469607"/>
            <a:ext cx="299152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캘린더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연간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주간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일간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노트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프로젝트 북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템플릿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퍼스널 아이덴티티</a:t>
            </a: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ko-KR" alt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6DF8AB2-B585-4889-A585-3DF09CA90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444" y="3811095"/>
            <a:ext cx="2482336" cy="3171008"/>
          </a:xfrm>
          <a:prstGeom prst="rect">
            <a:avLst/>
          </a:prstGeom>
        </p:spPr>
      </p:pic>
      <p:pic>
        <p:nvPicPr>
          <p:cNvPr id="14" name="Picture 2" descr="아이폰, 아이패드, 맥북 프로, 애플 워치 png(Frame, Mock-up, 틀) : 네이버 블로그">
            <a:extLst>
              <a:ext uri="{FF2B5EF4-FFF2-40B4-BE49-F238E27FC236}">
                <a16:creationId xmlns:a16="http://schemas.microsoft.com/office/drawing/2014/main" id="{A5BFD22E-F6A8-4822-8A60-FBB90BCB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26914" y="3976509"/>
            <a:ext cx="4275396" cy="284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B4BB65-3CF8-4A74-BCAB-417A6744C682}"/>
              </a:ext>
            </a:extLst>
          </p:cNvPr>
          <p:cNvGrpSpPr/>
          <p:nvPr/>
        </p:nvGrpSpPr>
        <p:grpSpPr>
          <a:xfrm>
            <a:off x="6238452" y="9440459"/>
            <a:ext cx="2212621" cy="253628"/>
            <a:chOff x="873535" y="725828"/>
            <a:chExt cx="9819322" cy="112556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64328D-0B13-4FBB-98B2-5F889B3F1447}"/>
                </a:ext>
              </a:extLst>
            </p:cNvPr>
            <p:cNvSpPr txBox="1"/>
            <p:nvPr/>
          </p:nvSpPr>
          <p:spPr>
            <a:xfrm>
              <a:off x="873535" y="789006"/>
              <a:ext cx="9819322" cy="1062390"/>
            </a:xfrm>
            <a:custGeom>
              <a:avLst/>
              <a:gdLst>
                <a:gd name="connsiteX0" fmla="*/ 6681126 w 9819322"/>
                <a:gd name="connsiteY0" fmla="*/ 701702 h 1062390"/>
                <a:gd name="connsiteX1" fmla="*/ 6588586 w 9819322"/>
                <a:gd name="connsiteY1" fmla="*/ 714089 h 1062390"/>
                <a:gd name="connsiteX2" fmla="*/ 6541223 w 9819322"/>
                <a:gd name="connsiteY2" fmla="*/ 730848 h 1062390"/>
                <a:gd name="connsiteX3" fmla="*/ 6496774 w 9819322"/>
                <a:gd name="connsiteY3" fmla="*/ 757809 h 1062390"/>
                <a:gd name="connsiteX4" fmla="*/ 6463984 w 9819322"/>
                <a:gd name="connsiteY4" fmla="*/ 796428 h 1062390"/>
                <a:gd name="connsiteX5" fmla="*/ 6451597 w 9819322"/>
                <a:gd name="connsiteY5" fmla="*/ 845248 h 1062390"/>
                <a:gd name="connsiteX6" fmla="*/ 6488759 w 9819322"/>
                <a:gd name="connsiteY6" fmla="*/ 925401 h 1062390"/>
                <a:gd name="connsiteX7" fmla="*/ 6574013 w 9819322"/>
                <a:gd name="connsiteY7" fmla="*/ 947261 h 1062390"/>
                <a:gd name="connsiteX8" fmla="*/ 6671653 w 9819322"/>
                <a:gd name="connsiteY8" fmla="*/ 918114 h 1062390"/>
                <a:gd name="connsiteX9" fmla="*/ 6750349 w 9819322"/>
                <a:gd name="connsiteY9" fmla="*/ 835047 h 1062390"/>
                <a:gd name="connsiteX10" fmla="*/ 6758364 w 9819322"/>
                <a:gd name="connsiteY10" fmla="*/ 800800 h 1062390"/>
                <a:gd name="connsiteX11" fmla="*/ 6762008 w 9819322"/>
                <a:gd name="connsiteY11" fmla="*/ 762181 h 1062390"/>
                <a:gd name="connsiteX12" fmla="*/ 6762008 w 9819322"/>
                <a:gd name="connsiteY12" fmla="*/ 702430 h 1062390"/>
                <a:gd name="connsiteX13" fmla="*/ 6681126 w 9819322"/>
                <a:gd name="connsiteY13" fmla="*/ 701702 h 1062390"/>
                <a:gd name="connsiteX14" fmla="*/ 8943079 w 9819322"/>
                <a:gd name="connsiteY14" fmla="*/ 409508 h 1062390"/>
                <a:gd name="connsiteX15" fmla="*/ 8796619 w 9819322"/>
                <a:gd name="connsiteY15" fmla="*/ 461972 h 1062390"/>
                <a:gd name="connsiteX16" fmla="*/ 8728853 w 9819322"/>
                <a:gd name="connsiteY16" fmla="*/ 603332 h 1062390"/>
                <a:gd name="connsiteX17" fmla="*/ 9113586 w 9819322"/>
                <a:gd name="connsiteY17" fmla="*/ 603332 h 1062390"/>
                <a:gd name="connsiteX18" fmla="*/ 9104114 w 9819322"/>
                <a:gd name="connsiteY18" fmla="*/ 537024 h 1062390"/>
                <a:gd name="connsiteX19" fmla="*/ 9074239 w 9819322"/>
                <a:gd name="connsiteY19" fmla="*/ 475088 h 1062390"/>
                <a:gd name="connsiteX20" fmla="*/ 9021046 w 9819322"/>
                <a:gd name="connsiteY20" fmla="*/ 427725 h 1062390"/>
                <a:gd name="connsiteX21" fmla="*/ 8943079 w 9819322"/>
                <a:gd name="connsiteY21" fmla="*/ 409508 h 1062390"/>
                <a:gd name="connsiteX22" fmla="*/ 2980430 w 9819322"/>
                <a:gd name="connsiteY22" fmla="*/ 409508 h 1062390"/>
                <a:gd name="connsiteX23" fmla="*/ 2833969 w 9819322"/>
                <a:gd name="connsiteY23" fmla="*/ 461972 h 1062390"/>
                <a:gd name="connsiteX24" fmla="*/ 2766204 w 9819322"/>
                <a:gd name="connsiteY24" fmla="*/ 603332 h 1062390"/>
                <a:gd name="connsiteX25" fmla="*/ 3150937 w 9819322"/>
                <a:gd name="connsiteY25" fmla="*/ 603332 h 1062390"/>
                <a:gd name="connsiteX26" fmla="*/ 3141464 w 9819322"/>
                <a:gd name="connsiteY26" fmla="*/ 537024 h 1062390"/>
                <a:gd name="connsiteX27" fmla="*/ 3111589 w 9819322"/>
                <a:gd name="connsiteY27" fmla="*/ 475088 h 1062390"/>
                <a:gd name="connsiteX28" fmla="*/ 3058397 w 9819322"/>
                <a:gd name="connsiteY28" fmla="*/ 427725 h 1062390"/>
                <a:gd name="connsiteX29" fmla="*/ 2980430 w 9819322"/>
                <a:gd name="connsiteY29" fmla="*/ 409508 h 1062390"/>
                <a:gd name="connsiteX30" fmla="*/ 9819322 w 9819322"/>
                <a:gd name="connsiteY30" fmla="*/ 303123 h 1062390"/>
                <a:gd name="connsiteX31" fmla="*/ 9819322 w 9819322"/>
                <a:gd name="connsiteY31" fmla="*/ 437197 h 1062390"/>
                <a:gd name="connsiteX32" fmla="*/ 9629870 w 9819322"/>
                <a:gd name="connsiteY32" fmla="*/ 480188 h 1062390"/>
                <a:gd name="connsiteX33" fmla="*/ 9520571 w 9819322"/>
                <a:gd name="connsiteY33" fmla="*/ 620820 h 1062390"/>
                <a:gd name="connsiteX34" fmla="*/ 9509641 w 9819322"/>
                <a:gd name="connsiteY34" fmla="*/ 682757 h 1062390"/>
                <a:gd name="connsiteX35" fmla="*/ 9505998 w 9819322"/>
                <a:gd name="connsiteY35" fmla="*/ 750522 h 1062390"/>
                <a:gd name="connsiteX36" fmla="*/ 9505998 w 9819322"/>
                <a:gd name="connsiteY36" fmla="*/ 1046359 h 1062390"/>
                <a:gd name="connsiteX37" fmla="*/ 9376296 w 9819322"/>
                <a:gd name="connsiteY37" fmla="*/ 1046359 h 1062390"/>
                <a:gd name="connsiteX38" fmla="*/ 9376296 w 9819322"/>
                <a:gd name="connsiteY38" fmla="*/ 319154 h 1062390"/>
                <a:gd name="connsiteX39" fmla="*/ 9505998 w 9819322"/>
                <a:gd name="connsiteY39" fmla="*/ 319154 h 1062390"/>
                <a:gd name="connsiteX40" fmla="*/ 9505998 w 9819322"/>
                <a:gd name="connsiteY40" fmla="*/ 470716 h 1062390"/>
                <a:gd name="connsiteX41" fmla="*/ 9513284 w 9819322"/>
                <a:gd name="connsiteY41" fmla="*/ 470716 h 1062390"/>
                <a:gd name="connsiteX42" fmla="*/ 9525672 w 9819322"/>
                <a:gd name="connsiteY42" fmla="*/ 448856 h 1062390"/>
                <a:gd name="connsiteX43" fmla="*/ 9543888 w 9819322"/>
                <a:gd name="connsiteY43" fmla="*/ 419709 h 1062390"/>
                <a:gd name="connsiteX44" fmla="*/ 9568662 w 9819322"/>
                <a:gd name="connsiteY44" fmla="*/ 389834 h 1062390"/>
                <a:gd name="connsiteX45" fmla="*/ 9599266 w 9819322"/>
                <a:gd name="connsiteY45" fmla="*/ 361416 h 1062390"/>
                <a:gd name="connsiteX46" fmla="*/ 9691078 w 9819322"/>
                <a:gd name="connsiteY46" fmla="*/ 316968 h 1062390"/>
                <a:gd name="connsiteX47" fmla="*/ 9819322 w 9819322"/>
                <a:gd name="connsiteY47" fmla="*/ 303123 h 1062390"/>
                <a:gd name="connsiteX48" fmla="*/ 3856673 w 9819322"/>
                <a:gd name="connsiteY48" fmla="*/ 303123 h 1062390"/>
                <a:gd name="connsiteX49" fmla="*/ 3856673 w 9819322"/>
                <a:gd name="connsiteY49" fmla="*/ 437197 h 1062390"/>
                <a:gd name="connsiteX50" fmla="*/ 3667220 w 9819322"/>
                <a:gd name="connsiteY50" fmla="*/ 480188 h 1062390"/>
                <a:gd name="connsiteX51" fmla="*/ 3557921 w 9819322"/>
                <a:gd name="connsiteY51" fmla="*/ 620820 h 1062390"/>
                <a:gd name="connsiteX52" fmla="*/ 3546991 w 9819322"/>
                <a:gd name="connsiteY52" fmla="*/ 682757 h 1062390"/>
                <a:gd name="connsiteX53" fmla="*/ 3543348 w 9819322"/>
                <a:gd name="connsiteY53" fmla="*/ 750522 h 1062390"/>
                <a:gd name="connsiteX54" fmla="*/ 3543348 w 9819322"/>
                <a:gd name="connsiteY54" fmla="*/ 1046359 h 1062390"/>
                <a:gd name="connsiteX55" fmla="*/ 3413646 w 9819322"/>
                <a:gd name="connsiteY55" fmla="*/ 1046359 h 1062390"/>
                <a:gd name="connsiteX56" fmla="*/ 3413646 w 9819322"/>
                <a:gd name="connsiteY56" fmla="*/ 319154 h 1062390"/>
                <a:gd name="connsiteX57" fmla="*/ 3543348 w 9819322"/>
                <a:gd name="connsiteY57" fmla="*/ 319154 h 1062390"/>
                <a:gd name="connsiteX58" fmla="*/ 3543348 w 9819322"/>
                <a:gd name="connsiteY58" fmla="*/ 470716 h 1062390"/>
                <a:gd name="connsiteX59" fmla="*/ 3550635 w 9819322"/>
                <a:gd name="connsiteY59" fmla="*/ 470716 h 1062390"/>
                <a:gd name="connsiteX60" fmla="*/ 3563022 w 9819322"/>
                <a:gd name="connsiteY60" fmla="*/ 448856 h 1062390"/>
                <a:gd name="connsiteX61" fmla="*/ 3581238 w 9819322"/>
                <a:gd name="connsiteY61" fmla="*/ 419709 h 1062390"/>
                <a:gd name="connsiteX62" fmla="*/ 3606013 w 9819322"/>
                <a:gd name="connsiteY62" fmla="*/ 389834 h 1062390"/>
                <a:gd name="connsiteX63" fmla="*/ 3636617 w 9819322"/>
                <a:gd name="connsiteY63" fmla="*/ 361416 h 1062390"/>
                <a:gd name="connsiteX64" fmla="*/ 3728428 w 9819322"/>
                <a:gd name="connsiteY64" fmla="*/ 316968 h 1062390"/>
                <a:gd name="connsiteX65" fmla="*/ 3856673 w 9819322"/>
                <a:gd name="connsiteY65" fmla="*/ 303123 h 1062390"/>
                <a:gd name="connsiteX66" fmla="*/ 8223913 w 9819322"/>
                <a:gd name="connsiteY66" fmla="*/ 300209 h 1062390"/>
                <a:gd name="connsiteX67" fmla="*/ 8392235 w 9819322"/>
                <a:gd name="connsiteY67" fmla="*/ 362145 h 1062390"/>
                <a:gd name="connsiteX68" fmla="*/ 8458543 w 9819322"/>
                <a:gd name="connsiteY68" fmla="*/ 533381 h 1062390"/>
                <a:gd name="connsiteX69" fmla="*/ 8458543 w 9819322"/>
                <a:gd name="connsiteY69" fmla="*/ 1043444 h 1062390"/>
                <a:gd name="connsiteX70" fmla="*/ 8331756 w 9819322"/>
                <a:gd name="connsiteY70" fmla="*/ 1043444 h 1062390"/>
                <a:gd name="connsiteX71" fmla="*/ 8331756 w 9819322"/>
                <a:gd name="connsiteY71" fmla="*/ 647052 h 1062390"/>
                <a:gd name="connsiteX72" fmla="*/ 8330298 w 9819322"/>
                <a:gd name="connsiteY72" fmla="*/ 573457 h 1062390"/>
                <a:gd name="connsiteX73" fmla="*/ 8317182 w 9819322"/>
                <a:gd name="connsiteY73" fmla="*/ 504234 h 1062390"/>
                <a:gd name="connsiteX74" fmla="*/ 8278563 w 9819322"/>
                <a:gd name="connsiteY74" fmla="*/ 452499 h 1062390"/>
                <a:gd name="connsiteX75" fmla="*/ 8200596 w 9819322"/>
                <a:gd name="connsiteY75" fmla="*/ 426996 h 1062390"/>
                <a:gd name="connsiteX76" fmla="*/ 8072351 w 9819322"/>
                <a:gd name="connsiteY76" fmla="*/ 485289 h 1062390"/>
                <a:gd name="connsiteX77" fmla="*/ 7989284 w 9819322"/>
                <a:gd name="connsiteY77" fmla="*/ 645595 h 1062390"/>
                <a:gd name="connsiteX78" fmla="*/ 7979083 w 9819322"/>
                <a:gd name="connsiteY78" fmla="*/ 700244 h 1062390"/>
                <a:gd name="connsiteX79" fmla="*/ 7976168 w 9819322"/>
                <a:gd name="connsiteY79" fmla="*/ 749065 h 1062390"/>
                <a:gd name="connsiteX80" fmla="*/ 7976168 w 9819322"/>
                <a:gd name="connsiteY80" fmla="*/ 1043444 h 1062390"/>
                <a:gd name="connsiteX81" fmla="*/ 7850839 w 9819322"/>
                <a:gd name="connsiteY81" fmla="*/ 1043444 h 1062390"/>
                <a:gd name="connsiteX82" fmla="*/ 7850839 w 9819322"/>
                <a:gd name="connsiteY82" fmla="*/ 316239 h 1062390"/>
                <a:gd name="connsiteX83" fmla="*/ 7976168 w 9819322"/>
                <a:gd name="connsiteY83" fmla="*/ 316239 h 1062390"/>
                <a:gd name="connsiteX84" fmla="*/ 7976168 w 9819322"/>
                <a:gd name="connsiteY84" fmla="*/ 482374 h 1062390"/>
                <a:gd name="connsiteX85" fmla="*/ 7980541 w 9819322"/>
                <a:gd name="connsiteY85" fmla="*/ 482374 h 1062390"/>
                <a:gd name="connsiteX86" fmla="*/ 8001671 w 9819322"/>
                <a:gd name="connsiteY86" fmla="*/ 435740 h 1062390"/>
                <a:gd name="connsiteX87" fmla="*/ 8046119 w 9819322"/>
                <a:gd name="connsiteY87" fmla="*/ 374532 h 1062390"/>
                <a:gd name="connsiteX88" fmla="*/ 8117529 w 9819322"/>
                <a:gd name="connsiteY88" fmla="*/ 322797 h 1062390"/>
                <a:gd name="connsiteX89" fmla="*/ 8223913 w 9819322"/>
                <a:gd name="connsiteY89" fmla="*/ 300209 h 1062390"/>
                <a:gd name="connsiteX90" fmla="*/ 7433339 w 9819322"/>
                <a:gd name="connsiteY90" fmla="*/ 300209 h 1062390"/>
                <a:gd name="connsiteX91" fmla="*/ 7601659 w 9819322"/>
                <a:gd name="connsiteY91" fmla="*/ 362145 h 1062390"/>
                <a:gd name="connsiteX92" fmla="*/ 7667967 w 9819322"/>
                <a:gd name="connsiteY92" fmla="*/ 533381 h 1062390"/>
                <a:gd name="connsiteX93" fmla="*/ 7667967 w 9819322"/>
                <a:gd name="connsiteY93" fmla="*/ 1043444 h 1062390"/>
                <a:gd name="connsiteX94" fmla="*/ 7541181 w 9819322"/>
                <a:gd name="connsiteY94" fmla="*/ 1043444 h 1062390"/>
                <a:gd name="connsiteX95" fmla="*/ 7541181 w 9819322"/>
                <a:gd name="connsiteY95" fmla="*/ 647052 h 1062390"/>
                <a:gd name="connsiteX96" fmla="*/ 7539723 w 9819322"/>
                <a:gd name="connsiteY96" fmla="*/ 573457 h 1062390"/>
                <a:gd name="connsiteX97" fmla="*/ 7526607 w 9819322"/>
                <a:gd name="connsiteY97" fmla="*/ 504234 h 1062390"/>
                <a:gd name="connsiteX98" fmla="*/ 7487989 w 9819322"/>
                <a:gd name="connsiteY98" fmla="*/ 452499 h 1062390"/>
                <a:gd name="connsiteX99" fmla="*/ 7410021 w 9819322"/>
                <a:gd name="connsiteY99" fmla="*/ 426996 h 1062390"/>
                <a:gd name="connsiteX100" fmla="*/ 7281777 w 9819322"/>
                <a:gd name="connsiteY100" fmla="*/ 485289 h 1062390"/>
                <a:gd name="connsiteX101" fmla="*/ 7198709 w 9819322"/>
                <a:gd name="connsiteY101" fmla="*/ 645595 h 1062390"/>
                <a:gd name="connsiteX102" fmla="*/ 7188508 w 9819322"/>
                <a:gd name="connsiteY102" fmla="*/ 700244 h 1062390"/>
                <a:gd name="connsiteX103" fmla="*/ 7185594 w 9819322"/>
                <a:gd name="connsiteY103" fmla="*/ 749065 h 1062390"/>
                <a:gd name="connsiteX104" fmla="*/ 7185594 w 9819322"/>
                <a:gd name="connsiteY104" fmla="*/ 1043444 h 1062390"/>
                <a:gd name="connsiteX105" fmla="*/ 7060264 w 9819322"/>
                <a:gd name="connsiteY105" fmla="*/ 1043444 h 1062390"/>
                <a:gd name="connsiteX106" fmla="*/ 7060264 w 9819322"/>
                <a:gd name="connsiteY106" fmla="*/ 316239 h 1062390"/>
                <a:gd name="connsiteX107" fmla="*/ 7185594 w 9819322"/>
                <a:gd name="connsiteY107" fmla="*/ 316239 h 1062390"/>
                <a:gd name="connsiteX108" fmla="*/ 7185594 w 9819322"/>
                <a:gd name="connsiteY108" fmla="*/ 482374 h 1062390"/>
                <a:gd name="connsiteX109" fmla="*/ 7189966 w 9819322"/>
                <a:gd name="connsiteY109" fmla="*/ 482374 h 1062390"/>
                <a:gd name="connsiteX110" fmla="*/ 7211097 w 9819322"/>
                <a:gd name="connsiteY110" fmla="*/ 435740 h 1062390"/>
                <a:gd name="connsiteX111" fmla="*/ 7255545 w 9819322"/>
                <a:gd name="connsiteY111" fmla="*/ 374532 h 1062390"/>
                <a:gd name="connsiteX112" fmla="*/ 7326954 w 9819322"/>
                <a:gd name="connsiteY112" fmla="*/ 322797 h 1062390"/>
                <a:gd name="connsiteX113" fmla="*/ 7433339 w 9819322"/>
                <a:gd name="connsiteY113" fmla="*/ 300209 h 1062390"/>
                <a:gd name="connsiteX114" fmla="*/ 4442651 w 9819322"/>
                <a:gd name="connsiteY114" fmla="*/ 300209 h 1062390"/>
                <a:gd name="connsiteX115" fmla="*/ 4556322 w 9819322"/>
                <a:gd name="connsiteY115" fmla="*/ 314053 h 1062390"/>
                <a:gd name="connsiteX116" fmla="*/ 4643762 w 9819322"/>
                <a:gd name="connsiteY116" fmla="*/ 336642 h 1062390"/>
                <a:gd name="connsiteX117" fmla="*/ 4643762 w 9819322"/>
                <a:gd name="connsiteY117" fmla="*/ 467801 h 1062390"/>
                <a:gd name="connsiteX118" fmla="*/ 4556322 w 9819322"/>
                <a:gd name="connsiteY118" fmla="*/ 432097 h 1062390"/>
                <a:gd name="connsiteX119" fmla="*/ 4428078 w 9819322"/>
                <a:gd name="connsiteY119" fmla="*/ 409508 h 1062390"/>
                <a:gd name="connsiteX120" fmla="*/ 4342096 w 9819322"/>
                <a:gd name="connsiteY120" fmla="*/ 425539 h 1062390"/>
                <a:gd name="connsiteX121" fmla="*/ 4299833 w 9819322"/>
                <a:gd name="connsiteY121" fmla="*/ 482374 h 1062390"/>
                <a:gd name="connsiteX122" fmla="*/ 4313678 w 9819322"/>
                <a:gd name="connsiteY122" fmla="*/ 532652 h 1062390"/>
                <a:gd name="connsiteX123" fmla="*/ 4356669 w 9819322"/>
                <a:gd name="connsiteY123" fmla="*/ 571271 h 1062390"/>
                <a:gd name="connsiteX124" fmla="*/ 4443380 w 9819322"/>
                <a:gd name="connsiteY124" fmla="*/ 609162 h 1062390"/>
                <a:gd name="connsiteX125" fmla="*/ 4554865 w 9819322"/>
                <a:gd name="connsiteY125" fmla="*/ 657253 h 1062390"/>
                <a:gd name="connsiteX126" fmla="*/ 4649591 w 9819322"/>
                <a:gd name="connsiteY126" fmla="*/ 730848 h 1062390"/>
                <a:gd name="connsiteX127" fmla="*/ 4690396 w 9819322"/>
                <a:gd name="connsiteY127" fmla="*/ 843791 h 1062390"/>
                <a:gd name="connsiteX128" fmla="*/ 4675823 w 9819322"/>
                <a:gd name="connsiteY128" fmla="*/ 933416 h 1062390"/>
                <a:gd name="connsiteX129" fmla="*/ 4626274 w 9819322"/>
                <a:gd name="connsiteY129" fmla="*/ 1002639 h 1062390"/>
                <a:gd name="connsiteX130" fmla="*/ 4532276 w 9819322"/>
                <a:gd name="connsiteY130" fmla="*/ 1047088 h 1062390"/>
                <a:gd name="connsiteX131" fmla="*/ 4384358 w 9819322"/>
                <a:gd name="connsiteY131" fmla="*/ 1062390 h 1062390"/>
                <a:gd name="connsiteX132" fmla="*/ 4255385 w 9819322"/>
                <a:gd name="connsiteY132" fmla="*/ 1048545 h 1062390"/>
                <a:gd name="connsiteX133" fmla="*/ 4162845 w 9819322"/>
                <a:gd name="connsiteY133" fmla="*/ 1018670 h 1062390"/>
                <a:gd name="connsiteX134" fmla="*/ 4162845 w 9819322"/>
                <a:gd name="connsiteY134" fmla="*/ 883139 h 1062390"/>
                <a:gd name="connsiteX135" fmla="*/ 4196363 w 9819322"/>
                <a:gd name="connsiteY135" fmla="*/ 901355 h 1062390"/>
                <a:gd name="connsiteX136" fmla="*/ 4244455 w 9819322"/>
                <a:gd name="connsiteY136" fmla="*/ 923944 h 1062390"/>
                <a:gd name="connsiteX137" fmla="*/ 4305662 w 9819322"/>
                <a:gd name="connsiteY137" fmla="*/ 943618 h 1062390"/>
                <a:gd name="connsiteX138" fmla="*/ 4379986 w 9819322"/>
                <a:gd name="connsiteY138" fmla="*/ 951633 h 1062390"/>
                <a:gd name="connsiteX139" fmla="*/ 4441922 w 9819322"/>
                <a:gd name="connsiteY139" fmla="*/ 947990 h 1062390"/>
                <a:gd name="connsiteX140" fmla="*/ 4498029 w 9819322"/>
                <a:gd name="connsiteY140" fmla="*/ 932688 h 1062390"/>
                <a:gd name="connsiteX141" fmla="*/ 4538835 w 9819322"/>
                <a:gd name="connsiteY141" fmla="*/ 904270 h 1062390"/>
                <a:gd name="connsiteX142" fmla="*/ 4554865 w 9819322"/>
                <a:gd name="connsiteY142" fmla="*/ 856907 h 1062390"/>
                <a:gd name="connsiteX143" fmla="*/ 4534462 w 9819322"/>
                <a:gd name="connsiteY143" fmla="*/ 800071 h 1062390"/>
                <a:gd name="connsiteX144" fmla="*/ 4479084 w 9819322"/>
                <a:gd name="connsiteY144" fmla="*/ 760723 h 1062390"/>
                <a:gd name="connsiteX145" fmla="*/ 4398931 w 9819322"/>
                <a:gd name="connsiteY145" fmla="*/ 727934 h 1062390"/>
                <a:gd name="connsiteX146" fmla="*/ 4299833 w 9819322"/>
                <a:gd name="connsiteY146" fmla="*/ 684942 h 1062390"/>
                <a:gd name="connsiteX147" fmla="*/ 4208750 w 9819322"/>
                <a:gd name="connsiteY147" fmla="*/ 622278 h 1062390"/>
                <a:gd name="connsiteX148" fmla="*/ 4165759 w 9819322"/>
                <a:gd name="connsiteY148" fmla="*/ 507149 h 1062390"/>
                <a:gd name="connsiteX149" fmla="*/ 4237168 w 9819322"/>
                <a:gd name="connsiteY149" fmla="*/ 355587 h 1062390"/>
                <a:gd name="connsiteX150" fmla="*/ 4442651 w 9819322"/>
                <a:gd name="connsiteY150" fmla="*/ 300209 h 1062390"/>
                <a:gd name="connsiteX151" fmla="*/ 2261264 w 9819322"/>
                <a:gd name="connsiteY151" fmla="*/ 300209 h 1062390"/>
                <a:gd name="connsiteX152" fmla="*/ 2429585 w 9819322"/>
                <a:gd name="connsiteY152" fmla="*/ 362145 h 1062390"/>
                <a:gd name="connsiteX153" fmla="*/ 2495894 w 9819322"/>
                <a:gd name="connsiteY153" fmla="*/ 533381 h 1062390"/>
                <a:gd name="connsiteX154" fmla="*/ 2495894 w 9819322"/>
                <a:gd name="connsiteY154" fmla="*/ 1043444 h 1062390"/>
                <a:gd name="connsiteX155" fmla="*/ 2369106 w 9819322"/>
                <a:gd name="connsiteY155" fmla="*/ 1043444 h 1062390"/>
                <a:gd name="connsiteX156" fmla="*/ 2369106 w 9819322"/>
                <a:gd name="connsiteY156" fmla="*/ 647052 h 1062390"/>
                <a:gd name="connsiteX157" fmla="*/ 2367649 w 9819322"/>
                <a:gd name="connsiteY157" fmla="*/ 573457 h 1062390"/>
                <a:gd name="connsiteX158" fmla="*/ 2354533 w 9819322"/>
                <a:gd name="connsiteY158" fmla="*/ 504234 h 1062390"/>
                <a:gd name="connsiteX159" fmla="*/ 2315914 w 9819322"/>
                <a:gd name="connsiteY159" fmla="*/ 452499 h 1062390"/>
                <a:gd name="connsiteX160" fmla="*/ 2237947 w 9819322"/>
                <a:gd name="connsiteY160" fmla="*/ 426996 h 1062390"/>
                <a:gd name="connsiteX161" fmla="*/ 2109702 w 9819322"/>
                <a:gd name="connsiteY161" fmla="*/ 485289 h 1062390"/>
                <a:gd name="connsiteX162" fmla="*/ 2026635 w 9819322"/>
                <a:gd name="connsiteY162" fmla="*/ 645595 h 1062390"/>
                <a:gd name="connsiteX163" fmla="*/ 2016433 w 9819322"/>
                <a:gd name="connsiteY163" fmla="*/ 700244 h 1062390"/>
                <a:gd name="connsiteX164" fmla="*/ 2013519 w 9819322"/>
                <a:gd name="connsiteY164" fmla="*/ 749065 h 1062390"/>
                <a:gd name="connsiteX165" fmla="*/ 2013519 w 9819322"/>
                <a:gd name="connsiteY165" fmla="*/ 1043444 h 1062390"/>
                <a:gd name="connsiteX166" fmla="*/ 1888189 w 9819322"/>
                <a:gd name="connsiteY166" fmla="*/ 1043444 h 1062390"/>
                <a:gd name="connsiteX167" fmla="*/ 1888189 w 9819322"/>
                <a:gd name="connsiteY167" fmla="*/ 316239 h 1062390"/>
                <a:gd name="connsiteX168" fmla="*/ 2013519 w 9819322"/>
                <a:gd name="connsiteY168" fmla="*/ 316239 h 1062390"/>
                <a:gd name="connsiteX169" fmla="*/ 2013519 w 9819322"/>
                <a:gd name="connsiteY169" fmla="*/ 482374 h 1062390"/>
                <a:gd name="connsiteX170" fmla="*/ 2017891 w 9819322"/>
                <a:gd name="connsiteY170" fmla="*/ 482374 h 1062390"/>
                <a:gd name="connsiteX171" fmla="*/ 2039022 w 9819322"/>
                <a:gd name="connsiteY171" fmla="*/ 435740 h 1062390"/>
                <a:gd name="connsiteX172" fmla="*/ 2083470 w 9819322"/>
                <a:gd name="connsiteY172" fmla="*/ 374532 h 1062390"/>
                <a:gd name="connsiteX173" fmla="*/ 2154879 w 9819322"/>
                <a:gd name="connsiteY173" fmla="*/ 322797 h 1062390"/>
                <a:gd name="connsiteX174" fmla="*/ 2261264 w 9819322"/>
                <a:gd name="connsiteY174" fmla="*/ 300209 h 1062390"/>
                <a:gd name="connsiteX175" fmla="*/ 1470690 w 9819322"/>
                <a:gd name="connsiteY175" fmla="*/ 300209 h 1062390"/>
                <a:gd name="connsiteX176" fmla="*/ 1639010 w 9819322"/>
                <a:gd name="connsiteY176" fmla="*/ 362145 h 1062390"/>
                <a:gd name="connsiteX177" fmla="*/ 1705318 w 9819322"/>
                <a:gd name="connsiteY177" fmla="*/ 533381 h 1062390"/>
                <a:gd name="connsiteX178" fmla="*/ 1705318 w 9819322"/>
                <a:gd name="connsiteY178" fmla="*/ 1043444 h 1062390"/>
                <a:gd name="connsiteX179" fmla="*/ 1578531 w 9819322"/>
                <a:gd name="connsiteY179" fmla="*/ 1043444 h 1062390"/>
                <a:gd name="connsiteX180" fmla="*/ 1578531 w 9819322"/>
                <a:gd name="connsiteY180" fmla="*/ 647052 h 1062390"/>
                <a:gd name="connsiteX181" fmla="*/ 1577074 w 9819322"/>
                <a:gd name="connsiteY181" fmla="*/ 573457 h 1062390"/>
                <a:gd name="connsiteX182" fmla="*/ 1563958 w 9819322"/>
                <a:gd name="connsiteY182" fmla="*/ 504234 h 1062390"/>
                <a:gd name="connsiteX183" fmla="*/ 1525339 w 9819322"/>
                <a:gd name="connsiteY183" fmla="*/ 452499 h 1062390"/>
                <a:gd name="connsiteX184" fmla="*/ 1447372 w 9819322"/>
                <a:gd name="connsiteY184" fmla="*/ 426996 h 1062390"/>
                <a:gd name="connsiteX185" fmla="*/ 1319128 w 9819322"/>
                <a:gd name="connsiteY185" fmla="*/ 485289 h 1062390"/>
                <a:gd name="connsiteX186" fmla="*/ 1236060 w 9819322"/>
                <a:gd name="connsiteY186" fmla="*/ 645595 h 1062390"/>
                <a:gd name="connsiteX187" fmla="*/ 1225858 w 9819322"/>
                <a:gd name="connsiteY187" fmla="*/ 700244 h 1062390"/>
                <a:gd name="connsiteX188" fmla="*/ 1222944 w 9819322"/>
                <a:gd name="connsiteY188" fmla="*/ 749065 h 1062390"/>
                <a:gd name="connsiteX189" fmla="*/ 1222944 w 9819322"/>
                <a:gd name="connsiteY189" fmla="*/ 1043444 h 1062390"/>
                <a:gd name="connsiteX190" fmla="*/ 1097614 w 9819322"/>
                <a:gd name="connsiteY190" fmla="*/ 1043444 h 1062390"/>
                <a:gd name="connsiteX191" fmla="*/ 1097614 w 9819322"/>
                <a:gd name="connsiteY191" fmla="*/ 316239 h 1062390"/>
                <a:gd name="connsiteX192" fmla="*/ 1222944 w 9819322"/>
                <a:gd name="connsiteY192" fmla="*/ 316239 h 1062390"/>
                <a:gd name="connsiteX193" fmla="*/ 1222944 w 9819322"/>
                <a:gd name="connsiteY193" fmla="*/ 482374 h 1062390"/>
                <a:gd name="connsiteX194" fmla="*/ 1227316 w 9819322"/>
                <a:gd name="connsiteY194" fmla="*/ 482374 h 1062390"/>
                <a:gd name="connsiteX195" fmla="*/ 1248447 w 9819322"/>
                <a:gd name="connsiteY195" fmla="*/ 435740 h 1062390"/>
                <a:gd name="connsiteX196" fmla="*/ 1292896 w 9819322"/>
                <a:gd name="connsiteY196" fmla="*/ 374532 h 1062390"/>
                <a:gd name="connsiteX197" fmla="*/ 1364304 w 9819322"/>
                <a:gd name="connsiteY197" fmla="*/ 322797 h 1062390"/>
                <a:gd name="connsiteX198" fmla="*/ 1470690 w 9819322"/>
                <a:gd name="connsiteY198" fmla="*/ 300209 h 1062390"/>
                <a:gd name="connsiteX199" fmla="*/ 8953281 w 9819322"/>
                <a:gd name="connsiteY199" fmla="*/ 298751 h 1062390"/>
                <a:gd name="connsiteX200" fmla="*/ 9158764 w 9819322"/>
                <a:gd name="connsiteY200" fmla="*/ 380362 h 1062390"/>
                <a:gd name="connsiteX201" fmla="*/ 9252033 w 9819322"/>
                <a:gd name="connsiteY201" fmla="*/ 601875 h 1062390"/>
                <a:gd name="connsiteX202" fmla="*/ 9252033 w 9819322"/>
                <a:gd name="connsiteY202" fmla="*/ 714089 h 1062390"/>
                <a:gd name="connsiteX203" fmla="*/ 8731767 w 9819322"/>
                <a:gd name="connsiteY203" fmla="*/ 714089 h 1062390"/>
                <a:gd name="connsiteX204" fmla="*/ 8755813 w 9819322"/>
                <a:gd name="connsiteY204" fmla="*/ 801528 h 1062390"/>
                <a:gd name="connsiteX205" fmla="*/ 8810463 w 9819322"/>
                <a:gd name="connsiteY205" fmla="*/ 880224 h 1062390"/>
                <a:gd name="connsiteX206" fmla="*/ 8902274 w 9819322"/>
                <a:gd name="connsiteY206" fmla="*/ 936331 h 1062390"/>
                <a:gd name="connsiteX207" fmla="*/ 9045092 w 9819322"/>
                <a:gd name="connsiteY207" fmla="*/ 953090 h 1062390"/>
                <a:gd name="connsiteX208" fmla="*/ 9081526 w 9819322"/>
                <a:gd name="connsiteY208" fmla="*/ 949447 h 1062390"/>
                <a:gd name="connsiteX209" fmla="*/ 9131074 w 9819322"/>
                <a:gd name="connsiteY209" fmla="*/ 939974 h 1062390"/>
                <a:gd name="connsiteX210" fmla="*/ 9183538 w 9819322"/>
                <a:gd name="connsiteY210" fmla="*/ 923944 h 1062390"/>
                <a:gd name="connsiteX211" fmla="*/ 9231630 w 9819322"/>
                <a:gd name="connsiteY211" fmla="*/ 902084 h 1062390"/>
                <a:gd name="connsiteX212" fmla="*/ 9231630 w 9819322"/>
                <a:gd name="connsiteY212" fmla="*/ 1007011 h 1062390"/>
                <a:gd name="connsiteX213" fmla="*/ 9092455 w 9819322"/>
                <a:gd name="connsiteY213" fmla="*/ 1052917 h 1062390"/>
                <a:gd name="connsiteX214" fmla="*/ 8954738 w 9819322"/>
                <a:gd name="connsiteY214" fmla="*/ 1060932 h 1062390"/>
                <a:gd name="connsiteX215" fmla="*/ 8829408 w 9819322"/>
                <a:gd name="connsiteY215" fmla="*/ 1035429 h 1062390"/>
                <a:gd name="connsiteX216" fmla="*/ 8730310 w 9819322"/>
                <a:gd name="connsiteY216" fmla="*/ 982237 h 1062390"/>
                <a:gd name="connsiteX217" fmla="*/ 8626840 w 9819322"/>
                <a:gd name="connsiteY217" fmla="*/ 853992 h 1062390"/>
                <a:gd name="connsiteX218" fmla="*/ 8587492 w 9819322"/>
                <a:gd name="connsiteY218" fmla="*/ 661625 h 1062390"/>
                <a:gd name="connsiteX219" fmla="*/ 8683675 w 9819322"/>
                <a:gd name="connsiteY219" fmla="*/ 398578 h 1062390"/>
                <a:gd name="connsiteX220" fmla="*/ 8953281 w 9819322"/>
                <a:gd name="connsiteY220" fmla="*/ 298751 h 1062390"/>
                <a:gd name="connsiteX221" fmla="*/ 2990631 w 9819322"/>
                <a:gd name="connsiteY221" fmla="*/ 298751 h 1062390"/>
                <a:gd name="connsiteX222" fmla="*/ 3196114 w 9819322"/>
                <a:gd name="connsiteY222" fmla="*/ 380362 h 1062390"/>
                <a:gd name="connsiteX223" fmla="*/ 3289383 w 9819322"/>
                <a:gd name="connsiteY223" fmla="*/ 601875 h 1062390"/>
                <a:gd name="connsiteX224" fmla="*/ 3289383 w 9819322"/>
                <a:gd name="connsiteY224" fmla="*/ 714089 h 1062390"/>
                <a:gd name="connsiteX225" fmla="*/ 2769118 w 9819322"/>
                <a:gd name="connsiteY225" fmla="*/ 714089 h 1062390"/>
                <a:gd name="connsiteX226" fmla="*/ 2793164 w 9819322"/>
                <a:gd name="connsiteY226" fmla="*/ 801528 h 1062390"/>
                <a:gd name="connsiteX227" fmla="*/ 2847814 w 9819322"/>
                <a:gd name="connsiteY227" fmla="*/ 880224 h 1062390"/>
                <a:gd name="connsiteX228" fmla="*/ 2939625 w 9819322"/>
                <a:gd name="connsiteY228" fmla="*/ 936331 h 1062390"/>
                <a:gd name="connsiteX229" fmla="*/ 3082443 w 9819322"/>
                <a:gd name="connsiteY229" fmla="*/ 953090 h 1062390"/>
                <a:gd name="connsiteX230" fmla="*/ 3118876 w 9819322"/>
                <a:gd name="connsiteY230" fmla="*/ 949447 h 1062390"/>
                <a:gd name="connsiteX231" fmla="*/ 3168425 w 9819322"/>
                <a:gd name="connsiteY231" fmla="*/ 939974 h 1062390"/>
                <a:gd name="connsiteX232" fmla="*/ 3220889 w 9819322"/>
                <a:gd name="connsiteY232" fmla="*/ 923944 h 1062390"/>
                <a:gd name="connsiteX233" fmla="*/ 3268981 w 9819322"/>
                <a:gd name="connsiteY233" fmla="*/ 902084 h 1062390"/>
                <a:gd name="connsiteX234" fmla="*/ 3268981 w 9819322"/>
                <a:gd name="connsiteY234" fmla="*/ 1007011 h 1062390"/>
                <a:gd name="connsiteX235" fmla="*/ 3129806 w 9819322"/>
                <a:gd name="connsiteY235" fmla="*/ 1052917 h 1062390"/>
                <a:gd name="connsiteX236" fmla="*/ 2992089 w 9819322"/>
                <a:gd name="connsiteY236" fmla="*/ 1060932 h 1062390"/>
                <a:gd name="connsiteX237" fmla="*/ 2866759 w 9819322"/>
                <a:gd name="connsiteY237" fmla="*/ 1035429 h 1062390"/>
                <a:gd name="connsiteX238" fmla="*/ 2767660 w 9819322"/>
                <a:gd name="connsiteY238" fmla="*/ 982237 h 1062390"/>
                <a:gd name="connsiteX239" fmla="*/ 2664191 w 9819322"/>
                <a:gd name="connsiteY239" fmla="*/ 853992 h 1062390"/>
                <a:gd name="connsiteX240" fmla="*/ 2624843 w 9819322"/>
                <a:gd name="connsiteY240" fmla="*/ 661625 h 1062390"/>
                <a:gd name="connsiteX241" fmla="*/ 2721026 w 9819322"/>
                <a:gd name="connsiteY241" fmla="*/ 398578 h 1062390"/>
                <a:gd name="connsiteX242" fmla="*/ 2990631 w 9819322"/>
                <a:gd name="connsiteY242" fmla="*/ 298751 h 1062390"/>
                <a:gd name="connsiteX243" fmla="*/ 6616275 w 9819322"/>
                <a:gd name="connsiteY243" fmla="*/ 297294 h 1062390"/>
                <a:gd name="connsiteX244" fmla="*/ 6829773 w 9819322"/>
                <a:gd name="connsiteY244" fmla="*/ 370889 h 1062390"/>
                <a:gd name="connsiteX245" fmla="*/ 6897539 w 9819322"/>
                <a:gd name="connsiteY245" fmla="*/ 547954 h 1062390"/>
                <a:gd name="connsiteX246" fmla="*/ 6897539 w 9819322"/>
                <a:gd name="connsiteY246" fmla="*/ 1040530 h 1062390"/>
                <a:gd name="connsiteX247" fmla="*/ 6762008 w 9819322"/>
                <a:gd name="connsiteY247" fmla="*/ 1040530 h 1062390"/>
                <a:gd name="connsiteX248" fmla="*/ 6762008 w 9819322"/>
                <a:gd name="connsiteY248" fmla="*/ 956005 h 1062390"/>
                <a:gd name="connsiteX249" fmla="*/ 6756178 w 9819322"/>
                <a:gd name="connsiteY249" fmla="*/ 956005 h 1062390"/>
                <a:gd name="connsiteX250" fmla="*/ 6732861 w 9819322"/>
                <a:gd name="connsiteY250" fmla="*/ 985151 h 1062390"/>
                <a:gd name="connsiteX251" fmla="*/ 6689141 w 9819322"/>
                <a:gd name="connsiteY251" fmla="*/ 1018670 h 1062390"/>
                <a:gd name="connsiteX252" fmla="*/ 6619918 w 9819322"/>
                <a:gd name="connsiteY252" fmla="*/ 1046359 h 1062390"/>
                <a:gd name="connsiteX253" fmla="*/ 6521548 w 9819322"/>
                <a:gd name="connsiteY253" fmla="*/ 1058018 h 1062390"/>
                <a:gd name="connsiteX254" fmla="*/ 6443582 w 9819322"/>
                <a:gd name="connsiteY254" fmla="*/ 1044902 h 1062390"/>
                <a:gd name="connsiteX255" fmla="*/ 6374359 w 9819322"/>
                <a:gd name="connsiteY255" fmla="*/ 1005554 h 1062390"/>
                <a:gd name="connsiteX256" fmla="*/ 6325539 w 9819322"/>
                <a:gd name="connsiteY256" fmla="*/ 944346 h 1062390"/>
                <a:gd name="connsiteX257" fmla="*/ 6307322 w 9819322"/>
                <a:gd name="connsiteY257" fmla="*/ 861279 h 1062390"/>
                <a:gd name="connsiteX258" fmla="*/ 6359057 w 9819322"/>
                <a:gd name="connsiteY258" fmla="*/ 716275 h 1062390"/>
                <a:gd name="connsiteX259" fmla="*/ 6485116 w 9819322"/>
                <a:gd name="connsiteY259" fmla="*/ 632479 h 1062390"/>
                <a:gd name="connsiteX260" fmla="*/ 6574741 w 9819322"/>
                <a:gd name="connsiteY260" fmla="*/ 613534 h 1062390"/>
                <a:gd name="connsiteX261" fmla="*/ 6651250 w 9819322"/>
                <a:gd name="connsiteY261" fmla="*/ 606247 h 1062390"/>
                <a:gd name="connsiteX262" fmla="*/ 6712458 w 9819322"/>
                <a:gd name="connsiteY262" fmla="*/ 606247 h 1062390"/>
                <a:gd name="connsiteX263" fmla="*/ 6762008 w 9819322"/>
                <a:gd name="connsiteY263" fmla="*/ 607704 h 1062390"/>
                <a:gd name="connsiteX264" fmla="*/ 6762008 w 9819322"/>
                <a:gd name="connsiteY264" fmla="*/ 555241 h 1062390"/>
                <a:gd name="connsiteX265" fmla="*/ 6759093 w 9819322"/>
                <a:gd name="connsiteY265" fmla="*/ 514435 h 1062390"/>
                <a:gd name="connsiteX266" fmla="*/ 6740147 w 9819322"/>
                <a:gd name="connsiteY266" fmla="*/ 463429 h 1062390"/>
                <a:gd name="connsiteX267" fmla="*/ 6693513 w 9819322"/>
                <a:gd name="connsiteY267" fmla="*/ 424810 h 1062390"/>
                <a:gd name="connsiteX268" fmla="*/ 6614818 w 9819322"/>
                <a:gd name="connsiteY268" fmla="*/ 408051 h 1062390"/>
                <a:gd name="connsiteX269" fmla="*/ 6512805 w 9819322"/>
                <a:gd name="connsiteY269" fmla="*/ 437926 h 1062390"/>
                <a:gd name="connsiteX270" fmla="*/ 6474914 w 9819322"/>
                <a:gd name="connsiteY270" fmla="*/ 524637 h 1062390"/>
                <a:gd name="connsiteX271" fmla="*/ 6327725 w 9819322"/>
                <a:gd name="connsiteY271" fmla="*/ 524637 h 1062390"/>
                <a:gd name="connsiteX272" fmla="*/ 6345213 w 9819322"/>
                <a:gd name="connsiteY272" fmla="*/ 441569 h 1062390"/>
                <a:gd name="connsiteX273" fmla="*/ 6399134 w 9819322"/>
                <a:gd name="connsiteY273" fmla="*/ 368703 h 1062390"/>
                <a:gd name="connsiteX274" fmla="*/ 6489488 w 9819322"/>
                <a:gd name="connsiteY274" fmla="*/ 316968 h 1062390"/>
                <a:gd name="connsiteX275" fmla="*/ 6616275 w 9819322"/>
                <a:gd name="connsiteY275" fmla="*/ 297294 h 1062390"/>
                <a:gd name="connsiteX276" fmla="*/ 5257801 w 9819322"/>
                <a:gd name="connsiteY276" fmla="*/ 1457 h 1062390"/>
                <a:gd name="connsiteX277" fmla="*/ 5531777 w 9819322"/>
                <a:gd name="connsiteY277" fmla="*/ 1457 h 1062390"/>
                <a:gd name="connsiteX278" fmla="*/ 5672410 w 9819322"/>
                <a:gd name="connsiteY278" fmla="*/ 16030 h 1062390"/>
                <a:gd name="connsiteX279" fmla="*/ 5799925 w 9819322"/>
                <a:gd name="connsiteY279" fmla="*/ 65579 h 1062390"/>
                <a:gd name="connsiteX280" fmla="*/ 5891008 w 9819322"/>
                <a:gd name="connsiteY280" fmla="*/ 159577 h 1062390"/>
                <a:gd name="connsiteX281" fmla="*/ 5926713 w 9819322"/>
                <a:gd name="connsiteY281" fmla="*/ 307495 h 1062390"/>
                <a:gd name="connsiteX282" fmla="*/ 5891008 w 9819322"/>
                <a:gd name="connsiteY282" fmla="*/ 459786 h 1062390"/>
                <a:gd name="connsiteX283" fmla="*/ 5798468 w 9819322"/>
                <a:gd name="connsiteY283" fmla="*/ 556698 h 1062390"/>
                <a:gd name="connsiteX284" fmla="*/ 5672410 w 9819322"/>
                <a:gd name="connsiteY284" fmla="*/ 607704 h 1062390"/>
                <a:gd name="connsiteX285" fmla="*/ 5531777 w 9819322"/>
                <a:gd name="connsiteY285" fmla="*/ 622278 h 1062390"/>
                <a:gd name="connsiteX286" fmla="*/ 5455997 w 9819322"/>
                <a:gd name="connsiteY286" fmla="*/ 622278 h 1062390"/>
                <a:gd name="connsiteX287" fmla="*/ 5455997 w 9819322"/>
                <a:gd name="connsiteY287" fmla="*/ 496948 h 1062390"/>
                <a:gd name="connsiteX288" fmla="*/ 5530320 w 9819322"/>
                <a:gd name="connsiteY288" fmla="*/ 496948 h 1062390"/>
                <a:gd name="connsiteX289" fmla="*/ 5619217 w 9819322"/>
                <a:gd name="connsiteY289" fmla="*/ 489661 h 1062390"/>
                <a:gd name="connsiteX290" fmla="*/ 5699370 w 9819322"/>
                <a:gd name="connsiteY290" fmla="*/ 460515 h 1062390"/>
                <a:gd name="connsiteX291" fmla="*/ 5758391 w 9819322"/>
                <a:gd name="connsiteY291" fmla="*/ 402950 h 1062390"/>
                <a:gd name="connsiteX292" fmla="*/ 5780980 w 9819322"/>
                <a:gd name="connsiteY292" fmla="*/ 307495 h 1062390"/>
                <a:gd name="connsiteX293" fmla="*/ 5758391 w 9819322"/>
                <a:gd name="connsiteY293" fmla="*/ 221513 h 1062390"/>
                <a:gd name="connsiteX294" fmla="*/ 5699370 w 9819322"/>
                <a:gd name="connsiteY294" fmla="*/ 164677 h 1062390"/>
                <a:gd name="connsiteX295" fmla="*/ 5619217 w 9819322"/>
                <a:gd name="connsiteY295" fmla="*/ 133345 h 1062390"/>
                <a:gd name="connsiteX296" fmla="*/ 5530320 w 9819322"/>
                <a:gd name="connsiteY296" fmla="*/ 123872 h 1062390"/>
                <a:gd name="connsiteX297" fmla="*/ 5396246 w 9819322"/>
                <a:gd name="connsiteY297" fmla="*/ 123872 h 1062390"/>
                <a:gd name="connsiteX298" fmla="*/ 5396246 w 9819322"/>
                <a:gd name="connsiteY298" fmla="*/ 1049274 h 1062390"/>
                <a:gd name="connsiteX299" fmla="*/ 5257801 w 9819322"/>
                <a:gd name="connsiteY299" fmla="*/ 1049274 h 1062390"/>
                <a:gd name="connsiteX300" fmla="*/ 0 w 9819322"/>
                <a:gd name="connsiteY300" fmla="*/ 1457 h 1062390"/>
                <a:gd name="connsiteX301" fmla="*/ 273978 w 9819322"/>
                <a:gd name="connsiteY301" fmla="*/ 1457 h 1062390"/>
                <a:gd name="connsiteX302" fmla="*/ 414609 w 9819322"/>
                <a:gd name="connsiteY302" fmla="*/ 16030 h 1062390"/>
                <a:gd name="connsiteX303" fmla="*/ 542125 w 9819322"/>
                <a:gd name="connsiteY303" fmla="*/ 65579 h 1062390"/>
                <a:gd name="connsiteX304" fmla="*/ 633208 w 9819322"/>
                <a:gd name="connsiteY304" fmla="*/ 159577 h 1062390"/>
                <a:gd name="connsiteX305" fmla="*/ 668913 w 9819322"/>
                <a:gd name="connsiteY305" fmla="*/ 307495 h 1062390"/>
                <a:gd name="connsiteX306" fmla="*/ 633208 w 9819322"/>
                <a:gd name="connsiteY306" fmla="*/ 459786 h 1062390"/>
                <a:gd name="connsiteX307" fmla="*/ 540668 w 9819322"/>
                <a:gd name="connsiteY307" fmla="*/ 556698 h 1062390"/>
                <a:gd name="connsiteX308" fmla="*/ 414609 w 9819322"/>
                <a:gd name="connsiteY308" fmla="*/ 607704 h 1062390"/>
                <a:gd name="connsiteX309" fmla="*/ 273978 w 9819322"/>
                <a:gd name="connsiteY309" fmla="*/ 622278 h 1062390"/>
                <a:gd name="connsiteX310" fmla="*/ 198197 w 9819322"/>
                <a:gd name="connsiteY310" fmla="*/ 622278 h 1062390"/>
                <a:gd name="connsiteX311" fmla="*/ 198197 w 9819322"/>
                <a:gd name="connsiteY311" fmla="*/ 496948 h 1062390"/>
                <a:gd name="connsiteX312" fmla="*/ 272520 w 9819322"/>
                <a:gd name="connsiteY312" fmla="*/ 496948 h 1062390"/>
                <a:gd name="connsiteX313" fmla="*/ 361417 w 9819322"/>
                <a:gd name="connsiteY313" fmla="*/ 489661 h 1062390"/>
                <a:gd name="connsiteX314" fmla="*/ 441570 w 9819322"/>
                <a:gd name="connsiteY314" fmla="*/ 460515 h 1062390"/>
                <a:gd name="connsiteX315" fmla="*/ 500592 w 9819322"/>
                <a:gd name="connsiteY315" fmla="*/ 402950 h 1062390"/>
                <a:gd name="connsiteX316" fmla="*/ 523180 w 9819322"/>
                <a:gd name="connsiteY316" fmla="*/ 307495 h 1062390"/>
                <a:gd name="connsiteX317" fmla="*/ 500592 w 9819322"/>
                <a:gd name="connsiteY317" fmla="*/ 221513 h 1062390"/>
                <a:gd name="connsiteX318" fmla="*/ 441570 w 9819322"/>
                <a:gd name="connsiteY318" fmla="*/ 164677 h 1062390"/>
                <a:gd name="connsiteX319" fmla="*/ 361417 w 9819322"/>
                <a:gd name="connsiteY319" fmla="*/ 133345 h 1062390"/>
                <a:gd name="connsiteX320" fmla="*/ 272520 w 9819322"/>
                <a:gd name="connsiteY320" fmla="*/ 123872 h 1062390"/>
                <a:gd name="connsiteX321" fmla="*/ 138446 w 9819322"/>
                <a:gd name="connsiteY321" fmla="*/ 123872 h 1062390"/>
                <a:gd name="connsiteX322" fmla="*/ 138446 w 9819322"/>
                <a:gd name="connsiteY322" fmla="*/ 1049274 h 1062390"/>
                <a:gd name="connsiteX323" fmla="*/ 0 w 9819322"/>
                <a:gd name="connsiteY323" fmla="*/ 1049274 h 1062390"/>
                <a:gd name="connsiteX324" fmla="*/ 6037393 w 9819322"/>
                <a:gd name="connsiteY324" fmla="*/ 0 h 1062390"/>
                <a:gd name="connsiteX325" fmla="*/ 6171467 w 9819322"/>
                <a:gd name="connsiteY325" fmla="*/ 0 h 1062390"/>
                <a:gd name="connsiteX326" fmla="*/ 6171467 w 9819322"/>
                <a:gd name="connsiteY326" fmla="*/ 1046359 h 1062390"/>
                <a:gd name="connsiteX327" fmla="*/ 6037393 w 9819322"/>
                <a:gd name="connsiteY327" fmla="*/ 1046359 h 1062390"/>
                <a:gd name="connsiteX328" fmla="*/ 779593 w 9819322"/>
                <a:gd name="connsiteY328" fmla="*/ 0 h 1062390"/>
                <a:gd name="connsiteX329" fmla="*/ 913667 w 9819322"/>
                <a:gd name="connsiteY329" fmla="*/ 0 h 1062390"/>
                <a:gd name="connsiteX330" fmla="*/ 913667 w 9819322"/>
                <a:gd name="connsiteY330" fmla="*/ 1046359 h 1062390"/>
                <a:gd name="connsiteX331" fmla="*/ 779593 w 9819322"/>
                <a:gd name="connsiteY331" fmla="*/ 1046359 h 106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</a:cxnLst>
              <a:rect l="l" t="t" r="r" b="b"/>
              <a:pathLst>
                <a:path w="9819322" h="1062390">
                  <a:moveTo>
                    <a:pt x="6681126" y="701702"/>
                  </a:moveTo>
                  <a:cubicBezTo>
                    <a:pt x="6651493" y="702188"/>
                    <a:pt x="6620647" y="706317"/>
                    <a:pt x="6588586" y="714089"/>
                  </a:cubicBezTo>
                  <a:cubicBezTo>
                    <a:pt x="6573041" y="717975"/>
                    <a:pt x="6557253" y="723562"/>
                    <a:pt x="6541223" y="730848"/>
                  </a:cubicBezTo>
                  <a:cubicBezTo>
                    <a:pt x="6525192" y="738135"/>
                    <a:pt x="6510376" y="747122"/>
                    <a:pt x="6496774" y="757809"/>
                  </a:cubicBezTo>
                  <a:cubicBezTo>
                    <a:pt x="6483172" y="768496"/>
                    <a:pt x="6472243" y="781369"/>
                    <a:pt x="6463984" y="796428"/>
                  </a:cubicBezTo>
                  <a:cubicBezTo>
                    <a:pt x="6455726" y="811487"/>
                    <a:pt x="6451597" y="827760"/>
                    <a:pt x="6451597" y="845248"/>
                  </a:cubicBezTo>
                  <a:cubicBezTo>
                    <a:pt x="6451597" y="884110"/>
                    <a:pt x="6463984" y="910828"/>
                    <a:pt x="6488759" y="925401"/>
                  </a:cubicBezTo>
                  <a:cubicBezTo>
                    <a:pt x="6513534" y="939974"/>
                    <a:pt x="6541951" y="947261"/>
                    <a:pt x="6574013" y="947261"/>
                  </a:cubicBezTo>
                  <a:cubicBezTo>
                    <a:pt x="6602188" y="947261"/>
                    <a:pt x="6634734" y="937546"/>
                    <a:pt x="6671653" y="918114"/>
                  </a:cubicBezTo>
                  <a:cubicBezTo>
                    <a:pt x="6708572" y="898684"/>
                    <a:pt x="6734804" y="870994"/>
                    <a:pt x="6750349" y="835047"/>
                  </a:cubicBezTo>
                  <a:cubicBezTo>
                    <a:pt x="6753263" y="824360"/>
                    <a:pt x="6755935" y="812944"/>
                    <a:pt x="6758364" y="800800"/>
                  </a:cubicBezTo>
                  <a:cubicBezTo>
                    <a:pt x="6760792" y="788655"/>
                    <a:pt x="6762008" y="775782"/>
                    <a:pt x="6762008" y="762181"/>
                  </a:cubicBezTo>
                  <a:lnTo>
                    <a:pt x="6762008" y="702430"/>
                  </a:lnTo>
                  <a:cubicBezTo>
                    <a:pt x="6737718" y="701459"/>
                    <a:pt x="6710758" y="701216"/>
                    <a:pt x="6681126" y="701702"/>
                  </a:cubicBezTo>
                  <a:close/>
                  <a:moveTo>
                    <a:pt x="8943079" y="409508"/>
                  </a:moveTo>
                  <a:cubicBezTo>
                    <a:pt x="8883815" y="409508"/>
                    <a:pt x="8834995" y="426996"/>
                    <a:pt x="8796619" y="461972"/>
                  </a:cubicBezTo>
                  <a:cubicBezTo>
                    <a:pt x="8758242" y="496948"/>
                    <a:pt x="8735654" y="544068"/>
                    <a:pt x="8728853" y="603332"/>
                  </a:cubicBezTo>
                  <a:lnTo>
                    <a:pt x="9113586" y="603332"/>
                  </a:lnTo>
                  <a:cubicBezTo>
                    <a:pt x="9113586" y="581958"/>
                    <a:pt x="9110429" y="559855"/>
                    <a:pt x="9104114" y="537024"/>
                  </a:cubicBezTo>
                  <a:cubicBezTo>
                    <a:pt x="9097799" y="514193"/>
                    <a:pt x="9087840" y="493547"/>
                    <a:pt x="9074239" y="475088"/>
                  </a:cubicBezTo>
                  <a:cubicBezTo>
                    <a:pt x="9060637" y="455657"/>
                    <a:pt x="9042906" y="439869"/>
                    <a:pt x="9021046" y="427725"/>
                  </a:cubicBezTo>
                  <a:cubicBezTo>
                    <a:pt x="8999186" y="415580"/>
                    <a:pt x="8973198" y="409508"/>
                    <a:pt x="8943079" y="409508"/>
                  </a:cubicBezTo>
                  <a:close/>
                  <a:moveTo>
                    <a:pt x="2980430" y="409508"/>
                  </a:moveTo>
                  <a:cubicBezTo>
                    <a:pt x="2921166" y="409508"/>
                    <a:pt x="2872345" y="426996"/>
                    <a:pt x="2833969" y="461972"/>
                  </a:cubicBezTo>
                  <a:cubicBezTo>
                    <a:pt x="2795593" y="496948"/>
                    <a:pt x="2773004" y="544068"/>
                    <a:pt x="2766204" y="603332"/>
                  </a:cubicBezTo>
                  <a:lnTo>
                    <a:pt x="3150937" y="603332"/>
                  </a:lnTo>
                  <a:cubicBezTo>
                    <a:pt x="3150937" y="581958"/>
                    <a:pt x="3147780" y="559855"/>
                    <a:pt x="3141464" y="537024"/>
                  </a:cubicBezTo>
                  <a:cubicBezTo>
                    <a:pt x="3135150" y="514193"/>
                    <a:pt x="3125191" y="493547"/>
                    <a:pt x="3111589" y="475088"/>
                  </a:cubicBezTo>
                  <a:cubicBezTo>
                    <a:pt x="3097988" y="455657"/>
                    <a:pt x="3080257" y="439869"/>
                    <a:pt x="3058397" y="427725"/>
                  </a:cubicBezTo>
                  <a:cubicBezTo>
                    <a:pt x="3036537" y="415580"/>
                    <a:pt x="3010548" y="409508"/>
                    <a:pt x="2980430" y="409508"/>
                  </a:cubicBezTo>
                  <a:close/>
                  <a:moveTo>
                    <a:pt x="9819322" y="303123"/>
                  </a:moveTo>
                  <a:lnTo>
                    <a:pt x="9819322" y="437197"/>
                  </a:lnTo>
                  <a:cubicBezTo>
                    <a:pt x="9749371" y="437197"/>
                    <a:pt x="9686220" y="451528"/>
                    <a:pt x="9629870" y="480188"/>
                  </a:cubicBezTo>
                  <a:cubicBezTo>
                    <a:pt x="9573520" y="508849"/>
                    <a:pt x="9537087" y="555726"/>
                    <a:pt x="9520571" y="620820"/>
                  </a:cubicBezTo>
                  <a:cubicBezTo>
                    <a:pt x="9515713" y="640251"/>
                    <a:pt x="9512070" y="660897"/>
                    <a:pt x="9509641" y="682757"/>
                  </a:cubicBezTo>
                  <a:cubicBezTo>
                    <a:pt x="9507212" y="704616"/>
                    <a:pt x="9505998" y="727205"/>
                    <a:pt x="9505998" y="750522"/>
                  </a:cubicBezTo>
                  <a:lnTo>
                    <a:pt x="9505998" y="1046359"/>
                  </a:lnTo>
                  <a:lnTo>
                    <a:pt x="9376296" y="1046359"/>
                  </a:lnTo>
                  <a:lnTo>
                    <a:pt x="9376296" y="319154"/>
                  </a:lnTo>
                  <a:lnTo>
                    <a:pt x="9505998" y="319154"/>
                  </a:lnTo>
                  <a:lnTo>
                    <a:pt x="9505998" y="470716"/>
                  </a:lnTo>
                  <a:lnTo>
                    <a:pt x="9513284" y="470716"/>
                  </a:lnTo>
                  <a:cubicBezTo>
                    <a:pt x="9516199" y="464886"/>
                    <a:pt x="9520328" y="457600"/>
                    <a:pt x="9525672" y="448856"/>
                  </a:cubicBezTo>
                  <a:cubicBezTo>
                    <a:pt x="9531015" y="440112"/>
                    <a:pt x="9537087" y="430396"/>
                    <a:pt x="9543888" y="419709"/>
                  </a:cubicBezTo>
                  <a:cubicBezTo>
                    <a:pt x="9551661" y="409994"/>
                    <a:pt x="9559918" y="400035"/>
                    <a:pt x="9568662" y="389834"/>
                  </a:cubicBezTo>
                  <a:cubicBezTo>
                    <a:pt x="9577407" y="379633"/>
                    <a:pt x="9587607" y="370160"/>
                    <a:pt x="9599266" y="361416"/>
                  </a:cubicBezTo>
                  <a:cubicBezTo>
                    <a:pt x="9628413" y="341014"/>
                    <a:pt x="9659017" y="326198"/>
                    <a:pt x="9691078" y="316968"/>
                  </a:cubicBezTo>
                  <a:cubicBezTo>
                    <a:pt x="9723139" y="307738"/>
                    <a:pt x="9765887" y="303123"/>
                    <a:pt x="9819322" y="303123"/>
                  </a:cubicBezTo>
                  <a:close/>
                  <a:moveTo>
                    <a:pt x="3856673" y="303123"/>
                  </a:moveTo>
                  <a:lnTo>
                    <a:pt x="3856673" y="437197"/>
                  </a:lnTo>
                  <a:cubicBezTo>
                    <a:pt x="3786721" y="437197"/>
                    <a:pt x="3723570" y="451528"/>
                    <a:pt x="3667220" y="480188"/>
                  </a:cubicBezTo>
                  <a:cubicBezTo>
                    <a:pt x="3610870" y="508849"/>
                    <a:pt x="3574437" y="555726"/>
                    <a:pt x="3557921" y="620820"/>
                  </a:cubicBezTo>
                  <a:cubicBezTo>
                    <a:pt x="3553063" y="640251"/>
                    <a:pt x="3549420" y="660897"/>
                    <a:pt x="3546991" y="682757"/>
                  </a:cubicBezTo>
                  <a:cubicBezTo>
                    <a:pt x="3544562" y="704616"/>
                    <a:pt x="3543348" y="727205"/>
                    <a:pt x="3543348" y="750522"/>
                  </a:cubicBezTo>
                  <a:lnTo>
                    <a:pt x="3543348" y="1046359"/>
                  </a:lnTo>
                  <a:lnTo>
                    <a:pt x="3413646" y="1046359"/>
                  </a:lnTo>
                  <a:lnTo>
                    <a:pt x="3413646" y="319154"/>
                  </a:lnTo>
                  <a:lnTo>
                    <a:pt x="3543348" y="319154"/>
                  </a:lnTo>
                  <a:lnTo>
                    <a:pt x="3543348" y="470716"/>
                  </a:lnTo>
                  <a:lnTo>
                    <a:pt x="3550635" y="470716"/>
                  </a:lnTo>
                  <a:cubicBezTo>
                    <a:pt x="3553549" y="464886"/>
                    <a:pt x="3557678" y="457600"/>
                    <a:pt x="3563022" y="448856"/>
                  </a:cubicBezTo>
                  <a:cubicBezTo>
                    <a:pt x="3568365" y="440112"/>
                    <a:pt x="3574437" y="430396"/>
                    <a:pt x="3581238" y="419709"/>
                  </a:cubicBezTo>
                  <a:cubicBezTo>
                    <a:pt x="3589011" y="409994"/>
                    <a:pt x="3597269" y="400035"/>
                    <a:pt x="3606013" y="389834"/>
                  </a:cubicBezTo>
                  <a:cubicBezTo>
                    <a:pt x="3614757" y="379633"/>
                    <a:pt x="3624958" y="370160"/>
                    <a:pt x="3636617" y="361416"/>
                  </a:cubicBezTo>
                  <a:cubicBezTo>
                    <a:pt x="3665763" y="341014"/>
                    <a:pt x="3696367" y="326198"/>
                    <a:pt x="3728428" y="316968"/>
                  </a:cubicBezTo>
                  <a:cubicBezTo>
                    <a:pt x="3760489" y="307738"/>
                    <a:pt x="3803237" y="303123"/>
                    <a:pt x="3856673" y="303123"/>
                  </a:cubicBezTo>
                  <a:close/>
                  <a:moveTo>
                    <a:pt x="8223913" y="300209"/>
                  </a:moveTo>
                  <a:cubicBezTo>
                    <a:pt x="8291922" y="300209"/>
                    <a:pt x="8348029" y="320854"/>
                    <a:pt x="8392235" y="362145"/>
                  </a:cubicBezTo>
                  <a:cubicBezTo>
                    <a:pt x="8436440" y="403436"/>
                    <a:pt x="8458543" y="460515"/>
                    <a:pt x="8458543" y="533381"/>
                  </a:cubicBezTo>
                  <a:lnTo>
                    <a:pt x="8458543" y="1043444"/>
                  </a:lnTo>
                  <a:lnTo>
                    <a:pt x="8331756" y="1043444"/>
                  </a:lnTo>
                  <a:lnTo>
                    <a:pt x="8331756" y="647052"/>
                  </a:lnTo>
                  <a:cubicBezTo>
                    <a:pt x="8331756" y="622763"/>
                    <a:pt x="8331270" y="598232"/>
                    <a:pt x="8330298" y="573457"/>
                  </a:cubicBezTo>
                  <a:cubicBezTo>
                    <a:pt x="8329327" y="548683"/>
                    <a:pt x="8324954" y="525608"/>
                    <a:pt x="8317182" y="504234"/>
                  </a:cubicBezTo>
                  <a:cubicBezTo>
                    <a:pt x="8309410" y="483832"/>
                    <a:pt x="8296537" y="466587"/>
                    <a:pt x="8278563" y="452499"/>
                  </a:cubicBezTo>
                  <a:cubicBezTo>
                    <a:pt x="8260590" y="438412"/>
                    <a:pt x="8234601" y="429911"/>
                    <a:pt x="8200596" y="426996"/>
                  </a:cubicBezTo>
                  <a:cubicBezTo>
                    <a:pt x="8153962" y="424081"/>
                    <a:pt x="8111214" y="443512"/>
                    <a:pt x="8072351" y="485289"/>
                  </a:cubicBezTo>
                  <a:cubicBezTo>
                    <a:pt x="8033489" y="527066"/>
                    <a:pt x="8005801" y="580501"/>
                    <a:pt x="7989284" y="645595"/>
                  </a:cubicBezTo>
                  <a:cubicBezTo>
                    <a:pt x="7984427" y="665026"/>
                    <a:pt x="7981026" y="683242"/>
                    <a:pt x="7979083" y="700244"/>
                  </a:cubicBezTo>
                  <a:cubicBezTo>
                    <a:pt x="7977139" y="717247"/>
                    <a:pt x="7976168" y="733520"/>
                    <a:pt x="7976168" y="749065"/>
                  </a:cubicBezTo>
                  <a:lnTo>
                    <a:pt x="7976168" y="1043444"/>
                  </a:lnTo>
                  <a:lnTo>
                    <a:pt x="7850839" y="1043444"/>
                  </a:lnTo>
                  <a:lnTo>
                    <a:pt x="7850839" y="316239"/>
                  </a:lnTo>
                  <a:lnTo>
                    <a:pt x="7976168" y="316239"/>
                  </a:lnTo>
                  <a:lnTo>
                    <a:pt x="7976168" y="482374"/>
                  </a:lnTo>
                  <a:lnTo>
                    <a:pt x="7980541" y="482374"/>
                  </a:lnTo>
                  <a:cubicBezTo>
                    <a:pt x="7984427" y="471687"/>
                    <a:pt x="7991470" y="456142"/>
                    <a:pt x="8001671" y="435740"/>
                  </a:cubicBezTo>
                  <a:cubicBezTo>
                    <a:pt x="8011873" y="415337"/>
                    <a:pt x="8026689" y="394935"/>
                    <a:pt x="8046119" y="374532"/>
                  </a:cubicBezTo>
                  <a:cubicBezTo>
                    <a:pt x="8064579" y="355101"/>
                    <a:pt x="8088382" y="337856"/>
                    <a:pt x="8117529" y="322797"/>
                  </a:cubicBezTo>
                  <a:cubicBezTo>
                    <a:pt x="8146675" y="307738"/>
                    <a:pt x="8182137" y="300209"/>
                    <a:pt x="8223913" y="300209"/>
                  </a:cubicBezTo>
                  <a:close/>
                  <a:moveTo>
                    <a:pt x="7433339" y="300209"/>
                  </a:moveTo>
                  <a:cubicBezTo>
                    <a:pt x="7501347" y="300209"/>
                    <a:pt x="7557454" y="320854"/>
                    <a:pt x="7601659" y="362145"/>
                  </a:cubicBezTo>
                  <a:cubicBezTo>
                    <a:pt x="7645865" y="403436"/>
                    <a:pt x="7667967" y="460515"/>
                    <a:pt x="7667967" y="533381"/>
                  </a:cubicBezTo>
                  <a:lnTo>
                    <a:pt x="7667967" y="1043444"/>
                  </a:lnTo>
                  <a:lnTo>
                    <a:pt x="7541181" y="1043444"/>
                  </a:lnTo>
                  <a:lnTo>
                    <a:pt x="7541181" y="647052"/>
                  </a:lnTo>
                  <a:cubicBezTo>
                    <a:pt x="7541181" y="622763"/>
                    <a:pt x="7540695" y="598232"/>
                    <a:pt x="7539723" y="573457"/>
                  </a:cubicBezTo>
                  <a:cubicBezTo>
                    <a:pt x="7538751" y="548683"/>
                    <a:pt x="7534380" y="525608"/>
                    <a:pt x="7526607" y="504234"/>
                  </a:cubicBezTo>
                  <a:cubicBezTo>
                    <a:pt x="7518835" y="483832"/>
                    <a:pt x="7505962" y="466587"/>
                    <a:pt x="7487989" y="452499"/>
                  </a:cubicBezTo>
                  <a:cubicBezTo>
                    <a:pt x="7470015" y="438412"/>
                    <a:pt x="7444026" y="429911"/>
                    <a:pt x="7410021" y="426996"/>
                  </a:cubicBezTo>
                  <a:cubicBezTo>
                    <a:pt x="7363387" y="424081"/>
                    <a:pt x="7320639" y="443512"/>
                    <a:pt x="7281777" y="485289"/>
                  </a:cubicBezTo>
                  <a:cubicBezTo>
                    <a:pt x="7242915" y="527066"/>
                    <a:pt x="7215226" y="580501"/>
                    <a:pt x="7198709" y="645595"/>
                  </a:cubicBezTo>
                  <a:cubicBezTo>
                    <a:pt x="7193852" y="665026"/>
                    <a:pt x="7190451" y="683242"/>
                    <a:pt x="7188508" y="700244"/>
                  </a:cubicBezTo>
                  <a:cubicBezTo>
                    <a:pt x="7186565" y="717247"/>
                    <a:pt x="7185594" y="733520"/>
                    <a:pt x="7185594" y="749065"/>
                  </a:cubicBezTo>
                  <a:lnTo>
                    <a:pt x="7185594" y="1043444"/>
                  </a:lnTo>
                  <a:lnTo>
                    <a:pt x="7060264" y="1043444"/>
                  </a:lnTo>
                  <a:lnTo>
                    <a:pt x="7060264" y="316239"/>
                  </a:lnTo>
                  <a:lnTo>
                    <a:pt x="7185594" y="316239"/>
                  </a:lnTo>
                  <a:lnTo>
                    <a:pt x="7185594" y="482374"/>
                  </a:lnTo>
                  <a:lnTo>
                    <a:pt x="7189966" y="482374"/>
                  </a:lnTo>
                  <a:cubicBezTo>
                    <a:pt x="7193852" y="471687"/>
                    <a:pt x="7200896" y="456142"/>
                    <a:pt x="7211097" y="435740"/>
                  </a:cubicBezTo>
                  <a:cubicBezTo>
                    <a:pt x="7221298" y="415337"/>
                    <a:pt x="7236114" y="394935"/>
                    <a:pt x="7255545" y="374532"/>
                  </a:cubicBezTo>
                  <a:cubicBezTo>
                    <a:pt x="7274005" y="355101"/>
                    <a:pt x="7297807" y="337856"/>
                    <a:pt x="7326954" y="322797"/>
                  </a:cubicBezTo>
                  <a:cubicBezTo>
                    <a:pt x="7356101" y="307738"/>
                    <a:pt x="7391562" y="300209"/>
                    <a:pt x="7433339" y="300209"/>
                  </a:cubicBezTo>
                  <a:close/>
                  <a:moveTo>
                    <a:pt x="4442651" y="300209"/>
                  </a:moveTo>
                  <a:cubicBezTo>
                    <a:pt x="4480541" y="300209"/>
                    <a:pt x="4518432" y="304824"/>
                    <a:pt x="4556322" y="314053"/>
                  </a:cubicBezTo>
                  <a:cubicBezTo>
                    <a:pt x="4594213" y="323283"/>
                    <a:pt x="4623359" y="330813"/>
                    <a:pt x="4643762" y="336642"/>
                  </a:cubicBezTo>
                  <a:lnTo>
                    <a:pt x="4643762" y="467801"/>
                  </a:lnTo>
                  <a:cubicBezTo>
                    <a:pt x="4624330" y="459057"/>
                    <a:pt x="4595184" y="447156"/>
                    <a:pt x="4556322" y="432097"/>
                  </a:cubicBezTo>
                  <a:cubicBezTo>
                    <a:pt x="4517460" y="417038"/>
                    <a:pt x="4474712" y="409508"/>
                    <a:pt x="4428078" y="409508"/>
                  </a:cubicBezTo>
                  <a:cubicBezTo>
                    <a:pt x="4398931" y="409508"/>
                    <a:pt x="4370270" y="414852"/>
                    <a:pt x="4342096" y="425539"/>
                  </a:cubicBezTo>
                  <a:cubicBezTo>
                    <a:pt x="4313920" y="436226"/>
                    <a:pt x="4299833" y="455171"/>
                    <a:pt x="4299833" y="482374"/>
                  </a:cubicBezTo>
                  <a:cubicBezTo>
                    <a:pt x="4299833" y="501805"/>
                    <a:pt x="4304448" y="518565"/>
                    <a:pt x="4313678" y="532652"/>
                  </a:cubicBezTo>
                  <a:cubicBezTo>
                    <a:pt x="4322907" y="546739"/>
                    <a:pt x="4337238" y="559613"/>
                    <a:pt x="4356669" y="571271"/>
                  </a:cubicBezTo>
                  <a:cubicBezTo>
                    <a:pt x="4377071" y="583901"/>
                    <a:pt x="4405975" y="596531"/>
                    <a:pt x="4443380" y="609162"/>
                  </a:cubicBezTo>
                  <a:cubicBezTo>
                    <a:pt x="4480784" y="621792"/>
                    <a:pt x="4517946" y="637822"/>
                    <a:pt x="4554865" y="657253"/>
                  </a:cubicBezTo>
                  <a:cubicBezTo>
                    <a:pt x="4590812" y="676684"/>
                    <a:pt x="4622388" y="701216"/>
                    <a:pt x="4649591" y="730848"/>
                  </a:cubicBezTo>
                  <a:cubicBezTo>
                    <a:pt x="4676794" y="760480"/>
                    <a:pt x="4690396" y="798128"/>
                    <a:pt x="4690396" y="843791"/>
                  </a:cubicBezTo>
                  <a:cubicBezTo>
                    <a:pt x="4690396" y="876824"/>
                    <a:pt x="4685538" y="906699"/>
                    <a:pt x="4675823" y="933416"/>
                  </a:cubicBezTo>
                  <a:cubicBezTo>
                    <a:pt x="4666107" y="960134"/>
                    <a:pt x="4649591" y="983208"/>
                    <a:pt x="4626274" y="1002639"/>
                  </a:cubicBezTo>
                  <a:cubicBezTo>
                    <a:pt x="4602957" y="1022070"/>
                    <a:pt x="4571624" y="1036886"/>
                    <a:pt x="4532276" y="1047088"/>
                  </a:cubicBezTo>
                  <a:cubicBezTo>
                    <a:pt x="4492929" y="1057289"/>
                    <a:pt x="4443622" y="1062390"/>
                    <a:pt x="4384358" y="1062390"/>
                  </a:cubicBezTo>
                  <a:cubicBezTo>
                    <a:pt x="4337724" y="1062390"/>
                    <a:pt x="4294733" y="1057775"/>
                    <a:pt x="4255385" y="1048545"/>
                  </a:cubicBezTo>
                  <a:cubicBezTo>
                    <a:pt x="4216037" y="1039315"/>
                    <a:pt x="4185190" y="1029357"/>
                    <a:pt x="4162845" y="1018670"/>
                  </a:cubicBezTo>
                  <a:lnTo>
                    <a:pt x="4162845" y="883139"/>
                  </a:lnTo>
                  <a:cubicBezTo>
                    <a:pt x="4171589" y="887996"/>
                    <a:pt x="4182761" y="894069"/>
                    <a:pt x="4196363" y="901355"/>
                  </a:cubicBezTo>
                  <a:cubicBezTo>
                    <a:pt x="4209964" y="908642"/>
                    <a:pt x="4225995" y="916171"/>
                    <a:pt x="4244455" y="923944"/>
                  </a:cubicBezTo>
                  <a:cubicBezTo>
                    <a:pt x="4262914" y="931716"/>
                    <a:pt x="4283316" y="938274"/>
                    <a:pt x="4305662" y="943618"/>
                  </a:cubicBezTo>
                  <a:cubicBezTo>
                    <a:pt x="4328008" y="948961"/>
                    <a:pt x="4352782" y="951633"/>
                    <a:pt x="4379986" y="951633"/>
                  </a:cubicBezTo>
                  <a:cubicBezTo>
                    <a:pt x="4400389" y="951633"/>
                    <a:pt x="4421034" y="950418"/>
                    <a:pt x="4441922" y="947990"/>
                  </a:cubicBezTo>
                  <a:cubicBezTo>
                    <a:pt x="4462810" y="945561"/>
                    <a:pt x="4481513" y="940460"/>
                    <a:pt x="4498029" y="932688"/>
                  </a:cubicBezTo>
                  <a:cubicBezTo>
                    <a:pt x="4514546" y="925887"/>
                    <a:pt x="4528147" y="916414"/>
                    <a:pt x="4538835" y="904270"/>
                  </a:cubicBezTo>
                  <a:cubicBezTo>
                    <a:pt x="4549521" y="892125"/>
                    <a:pt x="4554865" y="876338"/>
                    <a:pt x="4554865" y="856907"/>
                  </a:cubicBezTo>
                  <a:cubicBezTo>
                    <a:pt x="4554865" y="833590"/>
                    <a:pt x="4548064" y="814644"/>
                    <a:pt x="4534462" y="800071"/>
                  </a:cubicBezTo>
                  <a:cubicBezTo>
                    <a:pt x="4520861" y="785498"/>
                    <a:pt x="4502401" y="772382"/>
                    <a:pt x="4479084" y="760723"/>
                  </a:cubicBezTo>
                  <a:cubicBezTo>
                    <a:pt x="4456738" y="750036"/>
                    <a:pt x="4430021" y="739106"/>
                    <a:pt x="4398931" y="727934"/>
                  </a:cubicBezTo>
                  <a:cubicBezTo>
                    <a:pt x="4367841" y="716761"/>
                    <a:pt x="4334809" y="702430"/>
                    <a:pt x="4299833" y="684942"/>
                  </a:cubicBezTo>
                  <a:cubicBezTo>
                    <a:pt x="4267772" y="670369"/>
                    <a:pt x="4237411" y="649481"/>
                    <a:pt x="4208750" y="622278"/>
                  </a:cubicBezTo>
                  <a:cubicBezTo>
                    <a:pt x="4180090" y="595074"/>
                    <a:pt x="4165759" y="556698"/>
                    <a:pt x="4165759" y="507149"/>
                  </a:cubicBezTo>
                  <a:cubicBezTo>
                    <a:pt x="4165759" y="443027"/>
                    <a:pt x="4189562" y="392506"/>
                    <a:pt x="4237168" y="355587"/>
                  </a:cubicBezTo>
                  <a:cubicBezTo>
                    <a:pt x="4284774" y="318668"/>
                    <a:pt x="4353268" y="300209"/>
                    <a:pt x="4442651" y="300209"/>
                  </a:cubicBezTo>
                  <a:close/>
                  <a:moveTo>
                    <a:pt x="2261264" y="300209"/>
                  </a:moveTo>
                  <a:cubicBezTo>
                    <a:pt x="2329272" y="300209"/>
                    <a:pt x="2385379" y="320854"/>
                    <a:pt x="2429585" y="362145"/>
                  </a:cubicBezTo>
                  <a:cubicBezTo>
                    <a:pt x="2473791" y="403436"/>
                    <a:pt x="2495894" y="460515"/>
                    <a:pt x="2495894" y="533381"/>
                  </a:cubicBezTo>
                  <a:lnTo>
                    <a:pt x="2495894" y="1043444"/>
                  </a:lnTo>
                  <a:lnTo>
                    <a:pt x="2369106" y="1043444"/>
                  </a:lnTo>
                  <a:lnTo>
                    <a:pt x="2369106" y="647052"/>
                  </a:lnTo>
                  <a:cubicBezTo>
                    <a:pt x="2369106" y="622763"/>
                    <a:pt x="2368620" y="598232"/>
                    <a:pt x="2367649" y="573457"/>
                  </a:cubicBezTo>
                  <a:cubicBezTo>
                    <a:pt x="2366677" y="548683"/>
                    <a:pt x="2362306" y="525608"/>
                    <a:pt x="2354533" y="504234"/>
                  </a:cubicBezTo>
                  <a:cubicBezTo>
                    <a:pt x="2346760" y="483832"/>
                    <a:pt x="2333887" y="466587"/>
                    <a:pt x="2315914" y="452499"/>
                  </a:cubicBezTo>
                  <a:cubicBezTo>
                    <a:pt x="2297940" y="438412"/>
                    <a:pt x="2271951" y="429911"/>
                    <a:pt x="2237947" y="426996"/>
                  </a:cubicBezTo>
                  <a:cubicBezTo>
                    <a:pt x="2191312" y="424081"/>
                    <a:pt x="2148564" y="443512"/>
                    <a:pt x="2109702" y="485289"/>
                  </a:cubicBezTo>
                  <a:cubicBezTo>
                    <a:pt x="2070840" y="527066"/>
                    <a:pt x="2043151" y="580501"/>
                    <a:pt x="2026635" y="645595"/>
                  </a:cubicBezTo>
                  <a:cubicBezTo>
                    <a:pt x="2021777" y="665026"/>
                    <a:pt x="2018377" y="683242"/>
                    <a:pt x="2016433" y="700244"/>
                  </a:cubicBezTo>
                  <a:cubicBezTo>
                    <a:pt x="2014491" y="717247"/>
                    <a:pt x="2013519" y="733520"/>
                    <a:pt x="2013519" y="749065"/>
                  </a:cubicBezTo>
                  <a:lnTo>
                    <a:pt x="2013519" y="1043444"/>
                  </a:lnTo>
                  <a:lnTo>
                    <a:pt x="1888189" y="1043444"/>
                  </a:lnTo>
                  <a:lnTo>
                    <a:pt x="1888189" y="316239"/>
                  </a:lnTo>
                  <a:lnTo>
                    <a:pt x="2013519" y="316239"/>
                  </a:lnTo>
                  <a:lnTo>
                    <a:pt x="2013519" y="482374"/>
                  </a:lnTo>
                  <a:lnTo>
                    <a:pt x="2017891" y="482374"/>
                  </a:lnTo>
                  <a:cubicBezTo>
                    <a:pt x="2021777" y="471687"/>
                    <a:pt x="2028821" y="456143"/>
                    <a:pt x="2039022" y="435740"/>
                  </a:cubicBezTo>
                  <a:cubicBezTo>
                    <a:pt x="2049223" y="415337"/>
                    <a:pt x="2064039" y="394935"/>
                    <a:pt x="2083470" y="374532"/>
                  </a:cubicBezTo>
                  <a:cubicBezTo>
                    <a:pt x="2101930" y="355101"/>
                    <a:pt x="2125733" y="337856"/>
                    <a:pt x="2154879" y="322797"/>
                  </a:cubicBezTo>
                  <a:cubicBezTo>
                    <a:pt x="2184026" y="307738"/>
                    <a:pt x="2219488" y="300209"/>
                    <a:pt x="2261264" y="300209"/>
                  </a:cubicBezTo>
                  <a:close/>
                  <a:moveTo>
                    <a:pt x="1470690" y="300209"/>
                  </a:moveTo>
                  <a:cubicBezTo>
                    <a:pt x="1538697" y="300209"/>
                    <a:pt x="1594805" y="320854"/>
                    <a:pt x="1639010" y="362145"/>
                  </a:cubicBezTo>
                  <a:cubicBezTo>
                    <a:pt x="1683216" y="403436"/>
                    <a:pt x="1705318" y="460515"/>
                    <a:pt x="1705318" y="533381"/>
                  </a:cubicBezTo>
                  <a:lnTo>
                    <a:pt x="1705318" y="1043444"/>
                  </a:lnTo>
                  <a:lnTo>
                    <a:pt x="1578531" y="1043444"/>
                  </a:lnTo>
                  <a:lnTo>
                    <a:pt x="1578531" y="647052"/>
                  </a:lnTo>
                  <a:cubicBezTo>
                    <a:pt x="1578531" y="622763"/>
                    <a:pt x="1578045" y="598232"/>
                    <a:pt x="1577074" y="573457"/>
                  </a:cubicBezTo>
                  <a:cubicBezTo>
                    <a:pt x="1576103" y="548683"/>
                    <a:pt x="1571730" y="525608"/>
                    <a:pt x="1563958" y="504234"/>
                  </a:cubicBezTo>
                  <a:cubicBezTo>
                    <a:pt x="1556186" y="483832"/>
                    <a:pt x="1543313" y="466587"/>
                    <a:pt x="1525339" y="452499"/>
                  </a:cubicBezTo>
                  <a:cubicBezTo>
                    <a:pt x="1507365" y="438412"/>
                    <a:pt x="1481376" y="429911"/>
                    <a:pt x="1447372" y="426996"/>
                  </a:cubicBezTo>
                  <a:cubicBezTo>
                    <a:pt x="1400738" y="424081"/>
                    <a:pt x="1357989" y="443512"/>
                    <a:pt x="1319128" y="485289"/>
                  </a:cubicBezTo>
                  <a:cubicBezTo>
                    <a:pt x="1280266" y="527066"/>
                    <a:pt x="1252576" y="580501"/>
                    <a:pt x="1236060" y="645595"/>
                  </a:cubicBezTo>
                  <a:cubicBezTo>
                    <a:pt x="1231202" y="665026"/>
                    <a:pt x="1227801" y="683242"/>
                    <a:pt x="1225858" y="700244"/>
                  </a:cubicBezTo>
                  <a:cubicBezTo>
                    <a:pt x="1223915" y="717247"/>
                    <a:pt x="1222944" y="733520"/>
                    <a:pt x="1222944" y="749065"/>
                  </a:cubicBezTo>
                  <a:lnTo>
                    <a:pt x="1222944" y="1043444"/>
                  </a:lnTo>
                  <a:lnTo>
                    <a:pt x="1097614" y="1043444"/>
                  </a:lnTo>
                  <a:lnTo>
                    <a:pt x="1097614" y="316239"/>
                  </a:lnTo>
                  <a:lnTo>
                    <a:pt x="1222944" y="316239"/>
                  </a:lnTo>
                  <a:lnTo>
                    <a:pt x="1222944" y="482374"/>
                  </a:lnTo>
                  <a:lnTo>
                    <a:pt x="1227316" y="482374"/>
                  </a:lnTo>
                  <a:cubicBezTo>
                    <a:pt x="1231202" y="471687"/>
                    <a:pt x="1238246" y="456143"/>
                    <a:pt x="1248447" y="435740"/>
                  </a:cubicBezTo>
                  <a:cubicBezTo>
                    <a:pt x="1258648" y="415337"/>
                    <a:pt x="1273464" y="394935"/>
                    <a:pt x="1292896" y="374532"/>
                  </a:cubicBezTo>
                  <a:cubicBezTo>
                    <a:pt x="1311355" y="355101"/>
                    <a:pt x="1335158" y="337856"/>
                    <a:pt x="1364304" y="322797"/>
                  </a:cubicBezTo>
                  <a:cubicBezTo>
                    <a:pt x="1393451" y="307738"/>
                    <a:pt x="1428912" y="300209"/>
                    <a:pt x="1470690" y="300209"/>
                  </a:cubicBezTo>
                  <a:close/>
                  <a:moveTo>
                    <a:pt x="8953281" y="298751"/>
                  </a:moveTo>
                  <a:cubicBezTo>
                    <a:pt x="9034891" y="298751"/>
                    <a:pt x="9103385" y="325955"/>
                    <a:pt x="9158764" y="380362"/>
                  </a:cubicBezTo>
                  <a:cubicBezTo>
                    <a:pt x="9214142" y="434768"/>
                    <a:pt x="9245231" y="508606"/>
                    <a:pt x="9252033" y="601875"/>
                  </a:cubicBezTo>
                  <a:lnTo>
                    <a:pt x="9252033" y="714089"/>
                  </a:lnTo>
                  <a:lnTo>
                    <a:pt x="8731767" y="714089"/>
                  </a:lnTo>
                  <a:cubicBezTo>
                    <a:pt x="8735654" y="743235"/>
                    <a:pt x="8743669" y="772382"/>
                    <a:pt x="8755813" y="801528"/>
                  </a:cubicBezTo>
                  <a:cubicBezTo>
                    <a:pt x="8767958" y="830675"/>
                    <a:pt x="8786174" y="856907"/>
                    <a:pt x="8810463" y="880224"/>
                  </a:cubicBezTo>
                  <a:cubicBezTo>
                    <a:pt x="8833780" y="903541"/>
                    <a:pt x="8864384" y="922244"/>
                    <a:pt x="8902274" y="936331"/>
                  </a:cubicBezTo>
                  <a:cubicBezTo>
                    <a:pt x="8940165" y="950418"/>
                    <a:pt x="8987771" y="956005"/>
                    <a:pt x="9045092" y="953090"/>
                  </a:cubicBezTo>
                  <a:cubicBezTo>
                    <a:pt x="9053836" y="953090"/>
                    <a:pt x="9065981" y="951876"/>
                    <a:pt x="9081526" y="949447"/>
                  </a:cubicBezTo>
                  <a:cubicBezTo>
                    <a:pt x="9097071" y="947018"/>
                    <a:pt x="9113586" y="943861"/>
                    <a:pt x="9131074" y="939974"/>
                  </a:cubicBezTo>
                  <a:cubicBezTo>
                    <a:pt x="9148562" y="935117"/>
                    <a:pt x="9166050" y="929773"/>
                    <a:pt x="9183538" y="923944"/>
                  </a:cubicBezTo>
                  <a:cubicBezTo>
                    <a:pt x="9201026" y="918114"/>
                    <a:pt x="9217057" y="910828"/>
                    <a:pt x="9231630" y="902084"/>
                  </a:cubicBezTo>
                  <a:lnTo>
                    <a:pt x="9231630" y="1007011"/>
                  </a:lnTo>
                  <a:cubicBezTo>
                    <a:pt x="9185967" y="1029357"/>
                    <a:pt x="9139576" y="1044659"/>
                    <a:pt x="9092455" y="1052917"/>
                  </a:cubicBezTo>
                  <a:cubicBezTo>
                    <a:pt x="9045335" y="1061175"/>
                    <a:pt x="8999429" y="1063847"/>
                    <a:pt x="8954738" y="1060932"/>
                  </a:cubicBezTo>
                  <a:cubicBezTo>
                    <a:pt x="8910047" y="1057046"/>
                    <a:pt x="8868271" y="1048545"/>
                    <a:pt x="8829408" y="1035429"/>
                  </a:cubicBezTo>
                  <a:cubicBezTo>
                    <a:pt x="8790546" y="1022313"/>
                    <a:pt x="8757513" y="1004582"/>
                    <a:pt x="8730310" y="982237"/>
                  </a:cubicBezTo>
                  <a:cubicBezTo>
                    <a:pt x="8687562" y="950176"/>
                    <a:pt x="8653072" y="907427"/>
                    <a:pt x="8626840" y="853992"/>
                  </a:cubicBezTo>
                  <a:cubicBezTo>
                    <a:pt x="8600608" y="800557"/>
                    <a:pt x="8587492" y="736435"/>
                    <a:pt x="8587492" y="661625"/>
                  </a:cubicBezTo>
                  <a:cubicBezTo>
                    <a:pt x="8587492" y="552812"/>
                    <a:pt x="8619553" y="465129"/>
                    <a:pt x="8683675" y="398578"/>
                  </a:cubicBezTo>
                  <a:cubicBezTo>
                    <a:pt x="8747798" y="332027"/>
                    <a:pt x="8837667" y="298751"/>
                    <a:pt x="8953281" y="298751"/>
                  </a:cubicBezTo>
                  <a:close/>
                  <a:moveTo>
                    <a:pt x="2990631" y="298751"/>
                  </a:moveTo>
                  <a:cubicBezTo>
                    <a:pt x="3072242" y="298751"/>
                    <a:pt x="3140736" y="325955"/>
                    <a:pt x="3196114" y="380362"/>
                  </a:cubicBezTo>
                  <a:cubicBezTo>
                    <a:pt x="3251492" y="434768"/>
                    <a:pt x="3282582" y="508606"/>
                    <a:pt x="3289383" y="601875"/>
                  </a:cubicBezTo>
                  <a:lnTo>
                    <a:pt x="3289383" y="714089"/>
                  </a:lnTo>
                  <a:lnTo>
                    <a:pt x="2769118" y="714089"/>
                  </a:lnTo>
                  <a:cubicBezTo>
                    <a:pt x="2773004" y="743235"/>
                    <a:pt x="2781019" y="772382"/>
                    <a:pt x="2793164" y="801528"/>
                  </a:cubicBezTo>
                  <a:cubicBezTo>
                    <a:pt x="2805308" y="830675"/>
                    <a:pt x="2823525" y="856907"/>
                    <a:pt x="2847814" y="880224"/>
                  </a:cubicBezTo>
                  <a:cubicBezTo>
                    <a:pt x="2871131" y="903541"/>
                    <a:pt x="2901734" y="922244"/>
                    <a:pt x="2939625" y="936331"/>
                  </a:cubicBezTo>
                  <a:cubicBezTo>
                    <a:pt x="2977516" y="950418"/>
                    <a:pt x="3025122" y="956005"/>
                    <a:pt x="3082443" y="953090"/>
                  </a:cubicBezTo>
                  <a:cubicBezTo>
                    <a:pt x="3091187" y="953090"/>
                    <a:pt x="3103331" y="951876"/>
                    <a:pt x="3118876" y="949447"/>
                  </a:cubicBezTo>
                  <a:cubicBezTo>
                    <a:pt x="3134421" y="947018"/>
                    <a:pt x="3150937" y="943861"/>
                    <a:pt x="3168425" y="939974"/>
                  </a:cubicBezTo>
                  <a:cubicBezTo>
                    <a:pt x="3185913" y="935117"/>
                    <a:pt x="3203401" y="929773"/>
                    <a:pt x="3220889" y="923944"/>
                  </a:cubicBezTo>
                  <a:cubicBezTo>
                    <a:pt x="3238377" y="918114"/>
                    <a:pt x="3254407" y="910828"/>
                    <a:pt x="3268981" y="902084"/>
                  </a:cubicBezTo>
                  <a:lnTo>
                    <a:pt x="3268981" y="1007011"/>
                  </a:lnTo>
                  <a:cubicBezTo>
                    <a:pt x="3223318" y="1029357"/>
                    <a:pt x="3176926" y="1044659"/>
                    <a:pt x="3129806" y="1052917"/>
                  </a:cubicBezTo>
                  <a:cubicBezTo>
                    <a:pt x="3082686" y="1061175"/>
                    <a:pt x="3036780" y="1063847"/>
                    <a:pt x="2992089" y="1060932"/>
                  </a:cubicBezTo>
                  <a:cubicBezTo>
                    <a:pt x="2947397" y="1057046"/>
                    <a:pt x="2905621" y="1048545"/>
                    <a:pt x="2866759" y="1035429"/>
                  </a:cubicBezTo>
                  <a:cubicBezTo>
                    <a:pt x="2827897" y="1022313"/>
                    <a:pt x="2794864" y="1004582"/>
                    <a:pt x="2767660" y="982237"/>
                  </a:cubicBezTo>
                  <a:cubicBezTo>
                    <a:pt x="2724913" y="950176"/>
                    <a:pt x="2690422" y="907427"/>
                    <a:pt x="2664191" y="853992"/>
                  </a:cubicBezTo>
                  <a:cubicBezTo>
                    <a:pt x="2637959" y="800557"/>
                    <a:pt x="2624843" y="736435"/>
                    <a:pt x="2624843" y="661625"/>
                  </a:cubicBezTo>
                  <a:cubicBezTo>
                    <a:pt x="2624843" y="552812"/>
                    <a:pt x="2656904" y="465129"/>
                    <a:pt x="2721026" y="398578"/>
                  </a:cubicBezTo>
                  <a:cubicBezTo>
                    <a:pt x="2785149" y="332027"/>
                    <a:pt x="2875017" y="298751"/>
                    <a:pt x="2990631" y="298751"/>
                  </a:cubicBezTo>
                  <a:close/>
                  <a:moveTo>
                    <a:pt x="6616275" y="297294"/>
                  </a:moveTo>
                  <a:cubicBezTo>
                    <a:pt x="6713430" y="297294"/>
                    <a:pt x="6784596" y="321826"/>
                    <a:pt x="6829773" y="370889"/>
                  </a:cubicBezTo>
                  <a:cubicBezTo>
                    <a:pt x="6874950" y="419952"/>
                    <a:pt x="6897539" y="478974"/>
                    <a:pt x="6897539" y="547954"/>
                  </a:cubicBezTo>
                  <a:lnTo>
                    <a:pt x="6897539" y="1040530"/>
                  </a:lnTo>
                  <a:lnTo>
                    <a:pt x="6762008" y="1040530"/>
                  </a:lnTo>
                  <a:lnTo>
                    <a:pt x="6762008" y="956005"/>
                  </a:lnTo>
                  <a:lnTo>
                    <a:pt x="6756178" y="956005"/>
                  </a:lnTo>
                  <a:cubicBezTo>
                    <a:pt x="6751320" y="963777"/>
                    <a:pt x="6743548" y="973493"/>
                    <a:pt x="6732861" y="985151"/>
                  </a:cubicBezTo>
                  <a:cubicBezTo>
                    <a:pt x="6722174" y="996810"/>
                    <a:pt x="6707600" y="1007983"/>
                    <a:pt x="6689141" y="1018670"/>
                  </a:cubicBezTo>
                  <a:cubicBezTo>
                    <a:pt x="6670682" y="1029357"/>
                    <a:pt x="6647608" y="1038587"/>
                    <a:pt x="6619918" y="1046359"/>
                  </a:cubicBezTo>
                  <a:cubicBezTo>
                    <a:pt x="6592229" y="1054131"/>
                    <a:pt x="6559439" y="1058018"/>
                    <a:pt x="6521548" y="1058018"/>
                  </a:cubicBezTo>
                  <a:cubicBezTo>
                    <a:pt x="6495317" y="1058018"/>
                    <a:pt x="6469328" y="1053646"/>
                    <a:pt x="6443582" y="1044902"/>
                  </a:cubicBezTo>
                  <a:cubicBezTo>
                    <a:pt x="6417836" y="1036158"/>
                    <a:pt x="6394761" y="1023042"/>
                    <a:pt x="6374359" y="1005554"/>
                  </a:cubicBezTo>
                  <a:cubicBezTo>
                    <a:pt x="6353956" y="989038"/>
                    <a:pt x="6337683" y="968635"/>
                    <a:pt x="6325539" y="944346"/>
                  </a:cubicBezTo>
                  <a:cubicBezTo>
                    <a:pt x="6313394" y="920057"/>
                    <a:pt x="6307322" y="892368"/>
                    <a:pt x="6307322" y="861279"/>
                  </a:cubicBezTo>
                  <a:cubicBezTo>
                    <a:pt x="6307322" y="805900"/>
                    <a:pt x="6324567" y="757566"/>
                    <a:pt x="6359057" y="716275"/>
                  </a:cubicBezTo>
                  <a:cubicBezTo>
                    <a:pt x="6393547" y="674984"/>
                    <a:pt x="6435566" y="647052"/>
                    <a:pt x="6485116" y="632479"/>
                  </a:cubicBezTo>
                  <a:cubicBezTo>
                    <a:pt x="6517177" y="623735"/>
                    <a:pt x="6547052" y="617420"/>
                    <a:pt x="6574741" y="613534"/>
                  </a:cubicBezTo>
                  <a:cubicBezTo>
                    <a:pt x="6602430" y="609647"/>
                    <a:pt x="6627933" y="607218"/>
                    <a:pt x="6651250" y="606247"/>
                  </a:cubicBezTo>
                  <a:cubicBezTo>
                    <a:pt x="6673596" y="605275"/>
                    <a:pt x="6693999" y="605275"/>
                    <a:pt x="6712458" y="606247"/>
                  </a:cubicBezTo>
                  <a:cubicBezTo>
                    <a:pt x="6730918" y="607218"/>
                    <a:pt x="6747434" y="607704"/>
                    <a:pt x="6762008" y="607704"/>
                  </a:cubicBezTo>
                  <a:lnTo>
                    <a:pt x="6762008" y="555241"/>
                  </a:lnTo>
                  <a:cubicBezTo>
                    <a:pt x="6762008" y="543582"/>
                    <a:pt x="6761035" y="529980"/>
                    <a:pt x="6759093" y="514435"/>
                  </a:cubicBezTo>
                  <a:cubicBezTo>
                    <a:pt x="6757150" y="498891"/>
                    <a:pt x="6750834" y="481889"/>
                    <a:pt x="6740147" y="463429"/>
                  </a:cubicBezTo>
                  <a:cubicBezTo>
                    <a:pt x="6731404" y="448856"/>
                    <a:pt x="6715859" y="435983"/>
                    <a:pt x="6693513" y="424810"/>
                  </a:cubicBezTo>
                  <a:cubicBezTo>
                    <a:pt x="6671167" y="413637"/>
                    <a:pt x="6644936" y="408051"/>
                    <a:pt x="6614818" y="408051"/>
                  </a:cubicBezTo>
                  <a:cubicBezTo>
                    <a:pt x="6572070" y="408051"/>
                    <a:pt x="6538065" y="418009"/>
                    <a:pt x="6512805" y="437926"/>
                  </a:cubicBezTo>
                  <a:cubicBezTo>
                    <a:pt x="6487545" y="457843"/>
                    <a:pt x="6474914" y="486746"/>
                    <a:pt x="6474914" y="524637"/>
                  </a:cubicBezTo>
                  <a:lnTo>
                    <a:pt x="6327725" y="524637"/>
                  </a:lnTo>
                  <a:cubicBezTo>
                    <a:pt x="6327725" y="496462"/>
                    <a:pt x="6333554" y="468773"/>
                    <a:pt x="6345213" y="441569"/>
                  </a:cubicBezTo>
                  <a:cubicBezTo>
                    <a:pt x="6356871" y="414366"/>
                    <a:pt x="6374845" y="390077"/>
                    <a:pt x="6399134" y="368703"/>
                  </a:cubicBezTo>
                  <a:cubicBezTo>
                    <a:pt x="6423422" y="347329"/>
                    <a:pt x="6453540" y="330084"/>
                    <a:pt x="6489488" y="316968"/>
                  </a:cubicBezTo>
                  <a:cubicBezTo>
                    <a:pt x="6525435" y="303852"/>
                    <a:pt x="6567697" y="297294"/>
                    <a:pt x="6616275" y="297294"/>
                  </a:cubicBezTo>
                  <a:close/>
                  <a:moveTo>
                    <a:pt x="5257801" y="1457"/>
                  </a:moveTo>
                  <a:lnTo>
                    <a:pt x="5531777" y="1457"/>
                  </a:lnTo>
                  <a:cubicBezTo>
                    <a:pt x="5578412" y="1457"/>
                    <a:pt x="5625289" y="6315"/>
                    <a:pt x="5672410" y="16030"/>
                  </a:cubicBezTo>
                  <a:cubicBezTo>
                    <a:pt x="5719529" y="25746"/>
                    <a:pt x="5762035" y="42262"/>
                    <a:pt x="5799925" y="65579"/>
                  </a:cubicBezTo>
                  <a:cubicBezTo>
                    <a:pt x="5836844" y="88896"/>
                    <a:pt x="5867205" y="120229"/>
                    <a:pt x="5891008" y="159577"/>
                  </a:cubicBezTo>
                  <a:cubicBezTo>
                    <a:pt x="5914811" y="198925"/>
                    <a:pt x="5926713" y="248231"/>
                    <a:pt x="5926713" y="307495"/>
                  </a:cubicBezTo>
                  <a:cubicBezTo>
                    <a:pt x="5926713" y="368703"/>
                    <a:pt x="5914811" y="419467"/>
                    <a:pt x="5891008" y="459786"/>
                  </a:cubicBezTo>
                  <a:cubicBezTo>
                    <a:pt x="5867205" y="500105"/>
                    <a:pt x="5836358" y="532409"/>
                    <a:pt x="5798468" y="556698"/>
                  </a:cubicBezTo>
                  <a:cubicBezTo>
                    <a:pt x="5761549" y="580987"/>
                    <a:pt x="5719529" y="597989"/>
                    <a:pt x="5672410" y="607704"/>
                  </a:cubicBezTo>
                  <a:cubicBezTo>
                    <a:pt x="5625289" y="617420"/>
                    <a:pt x="5578412" y="622278"/>
                    <a:pt x="5531777" y="622278"/>
                  </a:cubicBezTo>
                  <a:lnTo>
                    <a:pt x="5455997" y="622278"/>
                  </a:lnTo>
                  <a:lnTo>
                    <a:pt x="5455997" y="496948"/>
                  </a:lnTo>
                  <a:lnTo>
                    <a:pt x="5530320" y="496948"/>
                  </a:lnTo>
                  <a:cubicBezTo>
                    <a:pt x="5559466" y="496948"/>
                    <a:pt x="5589099" y="494519"/>
                    <a:pt x="5619217" y="489661"/>
                  </a:cubicBezTo>
                  <a:cubicBezTo>
                    <a:pt x="5649335" y="484803"/>
                    <a:pt x="5676053" y="475088"/>
                    <a:pt x="5699370" y="460515"/>
                  </a:cubicBezTo>
                  <a:cubicBezTo>
                    <a:pt x="5723659" y="446913"/>
                    <a:pt x="5743332" y="427725"/>
                    <a:pt x="5758391" y="402950"/>
                  </a:cubicBezTo>
                  <a:cubicBezTo>
                    <a:pt x="5773450" y="378176"/>
                    <a:pt x="5780980" y="346357"/>
                    <a:pt x="5780980" y="307495"/>
                  </a:cubicBezTo>
                  <a:cubicBezTo>
                    <a:pt x="5780980" y="273491"/>
                    <a:pt x="5773450" y="244830"/>
                    <a:pt x="5758391" y="221513"/>
                  </a:cubicBezTo>
                  <a:cubicBezTo>
                    <a:pt x="5743332" y="198196"/>
                    <a:pt x="5723659" y="179251"/>
                    <a:pt x="5699370" y="164677"/>
                  </a:cubicBezTo>
                  <a:cubicBezTo>
                    <a:pt x="5676053" y="150104"/>
                    <a:pt x="5649335" y="139660"/>
                    <a:pt x="5619217" y="133345"/>
                  </a:cubicBezTo>
                  <a:cubicBezTo>
                    <a:pt x="5589099" y="127030"/>
                    <a:pt x="5559466" y="123872"/>
                    <a:pt x="5530320" y="123872"/>
                  </a:cubicBezTo>
                  <a:lnTo>
                    <a:pt x="5396246" y="123872"/>
                  </a:lnTo>
                  <a:lnTo>
                    <a:pt x="5396246" y="1049274"/>
                  </a:lnTo>
                  <a:lnTo>
                    <a:pt x="5257801" y="1049274"/>
                  </a:lnTo>
                  <a:close/>
                  <a:moveTo>
                    <a:pt x="0" y="1457"/>
                  </a:moveTo>
                  <a:lnTo>
                    <a:pt x="273978" y="1457"/>
                  </a:lnTo>
                  <a:cubicBezTo>
                    <a:pt x="320612" y="1457"/>
                    <a:pt x="367489" y="6315"/>
                    <a:pt x="414609" y="16030"/>
                  </a:cubicBezTo>
                  <a:cubicBezTo>
                    <a:pt x="461730" y="25746"/>
                    <a:pt x="504235" y="42262"/>
                    <a:pt x="542125" y="65579"/>
                  </a:cubicBezTo>
                  <a:cubicBezTo>
                    <a:pt x="579044" y="88896"/>
                    <a:pt x="609405" y="120229"/>
                    <a:pt x="633208" y="159577"/>
                  </a:cubicBezTo>
                  <a:cubicBezTo>
                    <a:pt x="657011" y="198925"/>
                    <a:pt x="668913" y="248231"/>
                    <a:pt x="668913" y="307495"/>
                  </a:cubicBezTo>
                  <a:cubicBezTo>
                    <a:pt x="668913" y="368703"/>
                    <a:pt x="657011" y="419467"/>
                    <a:pt x="633208" y="459786"/>
                  </a:cubicBezTo>
                  <a:cubicBezTo>
                    <a:pt x="609405" y="500105"/>
                    <a:pt x="578558" y="532409"/>
                    <a:pt x="540668" y="556698"/>
                  </a:cubicBezTo>
                  <a:cubicBezTo>
                    <a:pt x="503749" y="580987"/>
                    <a:pt x="461730" y="597989"/>
                    <a:pt x="414609" y="607704"/>
                  </a:cubicBezTo>
                  <a:cubicBezTo>
                    <a:pt x="367489" y="617420"/>
                    <a:pt x="320612" y="622278"/>
                    <a:pt x="273978" y="622278"/>
                  </a:cubicBezTo>
                  <a:lnTo>
                    <a:pt x="198197" y="622278"/>
                  </a:lnTo>
                  <a:lnTo>
                    <a:pt x="198197" y="496948"/>
                  </a:lnTo>
                  <a:lnTo>
                    <a:pt x="272520" y="496948"/>
                  </a:lnTo>
                  <a:cubicBezTo>
                    <a:pt x="301667" y="496948"/>
                    <a:pt x="331299" y="494519"/>
                    <a:pt x="361417" y="489661"/>
                  </a:cubicBezTo>
                  <a:cubicBezTo>
                    <a:pt x="391535" y="484803"/>
                    <a:pt x="418253" y="475088"/>
                    <a:pt x="441570" y="460515"/>
                  </a:cubicBezTo>
                  <a:cubicBezTo>
                    <a:pt x="465859" y="446913"/>
                    <a:pt x="485533" y="427725"/>
                    <a:pt x="500592" y="402950"/>
                  </a:cubicBezTo>
                  <a:cubicBezTo>
                    <a:pt x="515651" y="378176"/>
                    <a:pt x="523180" y="346357"/>
                    <a:pt x="523180" y="307495"/>
                  </a:cubicBezTo>
                  <a:cubicBezTo>
                    <a:pt x="523180" y="273491"/>
                    <a:pt x="515651" y="244830"/>
                    <a:pt x="500592" y="221513"/>
                  </a:cubicBezTo>
                  <a:cubicBezTo>
                    <a:pt x="485533" y="198196"/>
                    <a:pt x="465859" y="179251"/>
                    <a:pt x="441570" y="164677"/>
                  </a:cubicBezTo>
                  <a:cubicBezTo>
                    <a:pt x="418253" y="150104"/>
                    <a:pt x="391535" y="139660"/>
                    <a:pt x="361417" y="133345"/>
                  </a:cubicBezTo>
                  <a:cubicBezTo>
                    <a:pt x="331299" y="127030"/>
                    <a:pt x="301667" y="123872"/>
                    <a:pt x="272520" y="123872"/>
                  </a:cubicBezTo>
                  <a:lnTo>
                    <a:pt x="138446" y="123872"/>
                  </a:lnTo>
                  <a:lnTo>
                    <a:pt x="138446" y="1049274"/>
                  </a:lnTo>
                  <a:lnTo>
                    <a:pt x="0" y="1049274"/>
                  </a:lnTo>
                  <a:close/>
                  <a:moveTo>
                    <a:pt x="6037393" y="0"/>
                  </a:moveTo>
                  <a:lnTo>
                    <a:pt x="6171467" y="0"/>
                  </a:lnTo>
                  <a:lnTo>
                    <a:pt x="6171467" y="1046359"/>
                  </a:lnTo>
                  <a:lnTo>
                    <a:pt x="6037393" y="1046359"/>
                  </a:lnTo>
                  <a:close/>
                  <a:moveTo>
                    <a:pt x="779593" y="0"/>
                  </a:moveTo>
                  <a:lnTo>
                    <a:pt x="913667" y="0"/>
                  </a:lnTo>
                  <a:lnTo>
                    <a:pt x="913667" y="1046359"/>
                  </a:lnTo>
                  <a:lnTo>
                    <a:pt x="779593" y="104635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1500" spc="-300" dirty="0">
                <a:latin typeface="08SeoulNamsan B" panose="02020603020101020101" pitchFamily="18" charset="-127"/>
                <a:ea typeface="08SeoulNamsan B" panose="02020603020101020101" pitchFamily="18" charset="-127"/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EE4B4779-4B8A-4C24-BDF8-454715B03EAE}"/>
                </a:ext>
              </a:extLst>
            </p:cNvPr>
            <p:cNvSpPr/>
            <p:nvPr/>
          </p:nvSpPr>
          <p:spPr>
            <a:xfrm rot="11993896">
              <a:off x="4890133" y="725828"/>
              <a:ext cx="215779" cy="375768"/>
            </a:xfrm>
            <a:custGeom>
              <a:avLst/>
              <a:gdLst>
                <a:gd name="connsiteX0" fmla="*/ 1217084 w 1504398"/>
                <a:gd name="connsiteY0" fmla="*/ 2619827 h 2619827"/>
                <a:gd name="connsiteX1" fmla="*/ 287314 w 1504398"/>
                <a:gd name="connsiteY1" fmla="*/ 2619827 h 2619827"/>
                <a:gd name="connsiteX2" fmla="*/ 0 w 1504398"/>
                <a:gd name="connsiteY2" fmla="*/ 981669 h 2619827"/>
                <a:gd name="connsiteX3" fmla="*/ 729340 w 1504398"/>
                <a:gd name="connsiteY3" fmla="*/ 0 h 2619827"/>
                <a:gd name="connsiteX4" fmla="*/ 729340 w 1504398"/>
                <a:gd name="connsiteY4" fmla="*/ 1268222 h 2619827"/>
                <a:gd name="connsiteX5" fmla="*/ 723810 w 1504398"/>
                <a:gd name="connsiteY5" fmla="*/ 1268328 h 2619827"/>
                <a:gd name="connsiteX6" fmla="*/ 638526 w 1504398"/>
                <a:gd name="connsiteY6" fmla="*/ 1327172 h 2619827"/>
                <a:gd name="connsiteX7" fmla="*/ 678675 w 1504398"/>
                <a:gd name="connsiteY7" fmla="*/ 1514371 h 2619827"/>
                <a:gd name="connsiteX8" fmla="*/ 728700 w 1504398"/>
                <a:gd name="connsiteY8" fmla="*/ 1534057 h 2619827"/>
                <a:gd name="connsiteX9" fmla="*/ 865874 w 1504398"/>
                <a:gd name="connsiteY9" fmla="*/ 1474222 h 2619827"/>
                <a:gd name="connsiteX10" fmla="*/ 825725 w 1504398"/>
                <a:gd name="connsiteY10" fmla="*/ 1287024 h 2619827"/>
                <a:gd name="connsiteX11" fmla="*/ 775700 w 1504398"/>
                <a:gd name="connsiteY11" fmla="*/ 1267338 h 2619827"/>
                <a:gd name="connsiteX12" fmla="*/ 775059 w 1504398"/>
                <a:gd name="connsiteY12" fmla="*/ 1267350 h 2619827"/>
                <a:gd name="connsiteX13" fmla="*/ 775059 w 1504398"/>
                <a:gd name="connsiteY13" fmla="*/ 1 h 2619827"/>
                <a:gd name="connsiteX14" fmla="*/ 1504398 w 1504398"/>
                <a:gd name="connsiteY14" fmla="*/ 981669 h 261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4398" h="2619827">
                  <a:moveTo>
                    <a:pt x="1217084" y="2619827"/>
                  </a:moveTo>
                  <a:lnTo>
                    <a:pt x="287314" y="2619827"/>
                  </a:lnTo>
                  <a:lnTo>
                    <a:pt x="0" y="981669"/>
                  </a:lnTo>
                  <a:lnTo>
                    <a:pt x="729340" y="0"/>
                  </a:lnTo>
                  <a:lnTo>
                    <a:pt x="729340" y="1268222"/>
                  </a:lnTo>
                  <a:lnTo>
                    <a:pt x="723810" y="1268328"/>
                  </a:lnTo>
                  <a:cubicBezTo>
                    <a:pt x="689934" y="1275593"/>
                    <a:pt x="658829" y="1295782"/>
                    <a:pt x="638526" y="1327172"/>
                  </a:cubicBezTo>
                  <a:cubicBezTo>
                    <a:pt x="597919" y="1389952"/>
                    <a:pt x="615895" y="1473764"/>
                    <a:pt x="678675" y="1514371"/>
                  </a:cubicBezTo>
                  <a:cubicBezTo>
                    <a:pt x="694370" y="1524522"/>
                    <a:pt x="711380" y="1531013"/>
                    <a:pt x="728700" y="1534057"/>
                  </a:cubicBezTo>
                  <a:cubicBezTo>
                    <a:pt x="780661" y="1543190"/>
                    <a:pt x="835419" y="1521308"/>
                    <a:pt x="865874" y="1474222"/>
                  </a:cubicBezTo>
                  <a:cubicBezTo>
                    <a:pt x="906481" y="1411442"/>
                    <a:pt x="888505" y="1327631"/>
                    <a:pt x="825725" y="1287024"/>
                  </a:cubicBezTo>
                  <a:cubicBezTo>
                    <a:pt x="810030" y="1276872"/>
                    <a:pt x="793020" y="1270382"/>
                    <a:pt x="775700" y="1267338"/>
                  </a:cubicBezTo>
                  <a:lnTo>
                    <a:pt x="775059" y="1267350"/>
                  </a:lnTo>
                  <a:lnTo>
                    <a:pt x="775059" y="1"/>
                  </a:lnTo>
                  <a:lnTo>
                    <a:pt x="1504398" y="9816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F3AC058-F13C-4338-99B2-BC6AAD2D2262}"/>
              </a:ext>
            </a:extLst>
          </p:cNvPr>
          <p:cNvSpPr txBox="1"/>
          <p:nvPr/>
        </p:nvSpPr>
        <p:spPr>
          <a:xfrm>
            <a:off x="4595053" y="9464333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 All in one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3E0437-BCF3-48E5-A816-0FA709D9DF5B}"/>
              </a:ext>
            </a:extLst>
          </p:cNvPr>
          <p:cNvSpPr txBox="1"/>
          <p:nvPr/>
        </p:nvSpPr>
        <p:spPr>
          <a:xfrm>
            <a:off x="4596884" y="10815004"/>
            <a:ext cx="3018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r>
              <a:rPr lang="ko-KR" altLang="en-US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 </a:t>
            </a:r>
            <a:r>
              <a:rPr lang="en-US" altLang="ko-KR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r>
              <a:rPr lang="ko-KR" altLang="en-US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 무료 배포 시작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2875637-62D6-4173-A0D6-A9BE1085BB2A}"/>
              </a:ext>
            </a:extLst>
          </p:cNvPr>
          <p:cNvGrpSpPr/>
          <p:nvPr/>
        </p:nvGrpSpPr>
        <p:grpSpPr>
          <a:xfrm>
            <a:off x="2144521" y="9637951"/>
            <a:ext cx="2235163" cy="1638151"/>
            <a:chOff x="2144520" y="9659186"/>
            <a:chExt cx="2211737" cy="162098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7D80113-5902-401B-B330-5844602D0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597"/>
            <a:stretch/>
          </p:blipFill>
          <p:spPr>
            <a:xfrm>
              <a:off x="2283854" y="9910768"/>
              <a:ext cx="1933072" cy="1368116"/>
            </a:xfrm>
            <a:prstGeom prst="rect">
              <a:avLst/>
            </a:prstGeom>
          </p:spPr>
        </p:pic>
        <p:pic>
          <p:nvPicPr>
            <p:cNvPr id="25" name="Picture 2" descr="아이폰, 아이패드, 맥북 프로, 애플 워치 png(Frame, Mock-up, 틀) : 네이버 블로그">
              <a:extLst>
                <a:ext uri="{FF2B5EF4-FFF2-40B4-BE49-F238E27FC236}">
                  <a16:creationId xmlns:a16="http://schemas.microsoft.com/office/drawing/2014/main" id="{EE25E3F6-D1E1-4FE0-AF28-0D34EC7B4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313"/>
            <a:stretch/>
          </p:blipFill>
          <p:spPr bwMode="auto">
            <a:xfrm rot="5400000">
              <a:off x="2439898" y="9363808"/>
              <a:ext cx="1620982" cy="2211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B18F2DC-C36E-4FA4-B2ED-219039D73117}"/>
              </a:ext>
            </a:extLst>
          </p:cNvPr>
          <p:cNvSpPr txBox="1"/>
          <p:nvPr/>
        </p:nvSpPr>
        <p:spPr>
          <a:xfrm>
            <a:off x="4595564" y="10054352"/>
            <a:ext cx="3818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983 pages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el-GR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α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100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여종의 템플릿과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퍼스널 아이덴티티 수립까지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E55A4D-C40A-4528-BE35-D2C3955092D4}"/>
              </a:ext>
            </a:extLst>
          </p:cNvPr>
          <p:cNvCxnSpPr/>
          <p:nvPr/>
        </p:nvCxnSpPr>
        <p:spPr>
          <a:xfrm>
            <a:off x="4595053" y="9802887"/>
            <a:ext cx="421874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8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그림 8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E6067C53-6637-44CA-9140-F63F8CDB0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13523349"/>
            <a:ext cx="1690896" cy="2160000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45834C89-92F1-4FDD-ABD8-1B6F31468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576" y="13523349"/>
            <a:ext cx="1690896" cy="216000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06766E8E-8C4D-4D89-944C-2A5AA8572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128" y="13523349"/>
            <a:ext cx="1690896" cy="2160000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60B2AE7B-CF1F-4C4E-AE9E-C0280C239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79" y="13523349"/>
            <a:ext cx="1690896" cy="21600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B9F6FD95-4E35-4FD6-AF16-303D837A8C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10985142"/>
            <a:ext cx="1690896" cy="216000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3AEF8-9490-453E-A596-076EA94F51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606" y="11036972"/>
            <a:ext cx="1690896" cy="21600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2DDE8357-5D9B-4229-9279-ADD33B4898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770" y="11036972"/>
            <a:ext cx="1690896" cy="2160000"/>
          </a:xfrm>
          <a:prstGeom prst="rect">
            <a:avLst/>
          </a:prstGeom>
        </p:spPr>
      </p:pic>
      <p:pic>
        <p:nvPicPr>
          <p:cNvPr id="112" name="그림 111" descr="테이블이(가) 표시된 사진&#10;&#10;자동 생성된 설명">
            <a:extLst>
              <a:ext uri="{FF2B5EF4-FFF2-40B4-BE49-F238E27FC236}">
                <a16:creationId xmlns:a16="http://schemas.microsoft.com/office/drawing/2014/main" id="{4476902E-EBC8-4C50-A2DC-0E7E5C73A0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88" y="11095210"/>
            <a:ext cx="1690896" cy="2160000"/>
          </a:xfrm>
          <a:prstGeom prst="rect">
            <a:avLst/>
          </a:prstGeom>
        </p:spPr>
      </p:pic>
      <p:pic>
        <p:nvPicPr>
          <p:cNvPr id="113" name="그림 112" descr="테이블이(가) 표시된 사진&#10;&#10;자동 생성된 설명">
            <a:extLst>
              <a:ext uri="{FF2B5EF4-FFF2-40B4-BE49-F238E27FC236}">
                <a16:creationId xmlns:a16="http://schemas.microsoft.com/office/drawing/2014/main" id="{348F79A6-006C-4E0F-B798-34B10A4C18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352" y="11095210"/>
            <a:ext cx="1690896" cy="21600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EC2D9E87-9D70-411B-8822-9A0DF7C918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934" y="11095210"/>
            <a:ext cx="1690896" cy="216000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3DCF2B76-6D38-4076-A43C-3EFF7915AF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516" y="11095210"/>
            <a:ext cx="1690896" cy="2160000"/>
          </a:xfrm>
          <a:prstGeom prst="rect">
            <a:avLst/>
          </a:prstGeom>
        </p:spPr>
      </p:pic>
      <p:pic>
        <p:nvPicPr>
          <p:cNvPr id="111" name="그림 110" descr="테이블이(가) 표시된 사진&#10;&#10;자동 생성된 설명">
            <a:extLst>
              <a:ext uri="{FF2B5EF4-FFF2-40B4-BE49-F238E27FC236}">
                <a16:creationId xmlns:a16="http://schemas.microsoft.com/office/drawing/2014/main" id="{8A72D620-083C-4103-BD1D-CF72FC08C0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98" y="11095210"/>
            <a:ext cx="1690896" cy="2160000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E9CC4597-82AB-4B4A-B9E4-FA70A06A25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79" y="11095210"/>
            <a:ext cx="1690896" cy="216000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20A3E3C1-C8D2-477D-BFBC-FC2D151B767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8476571"/>
            <a:ext cx="1690896" cy="2160000"/>
          </a:xfrm>
          <a:prstGeom prst="rect">
            <a:avLst/>
          </a:prstGeom>
        </p:spPr>
      </p:pic>
      <p:pic>
        <p:nvPicPr>
          <p:cNvPr id="63" name="그림 62" descr="테이블이(가) 표시된 사진&#10;&#10;자동 생성된 설명">
            <a:extLst>
              <a:ext uri="{FF2B5EF4-FFF2-40B4-BE49-F238E27FC236}">
                <a16:creationId xmlns:a16="http://schemas.microsoft.com/office/drawing/2014/main" id="{CFC01E92-FAD3-4562-9C8E-12EA3568BA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975" y="8476571"/>
            <a:ext cx="1690896" cy="2160000"/>
          </a:xfrm>
          <a:prstGeom prst="rect">
            <a:avLst/>
          </a:prstGeom>
        </p:spPr>
      </p:pic>
      <p:pic>
        <p:nvPicPr>
          <p:cNvPr id="64" name="그림 63" descr="쇼지, 건물, 창문이(가) 표시된 사진&#10;&#10;자동 생성된 설명">
            <a:extLst>
              <a:ext uri="{FF2B5EF4-FFF2-40B4-BE49-F238E27FC236}">
                <a16:creationId xmlns:a16="http://schemas.microsoft.com/office/drawing/2014/main" id="{128F4872-74A2-4586-A781-3CB78F8EC6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926" y="8476571"/>
            <a:ext cx="1690896" cy="21600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CF05D090-C243-4651-93B0-6BDEFFEBD7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877" y="8476571"/>
            <a:ext cx="1690896" cy="21600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C8044625-A040-46D8-B02A-28044B1405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828" y="8476571"/>
            <a:ext cx="1690896" cy="21600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7109DBAB-2C27-402F-BD88-0F941C2D58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779" y="8476571"/>
            <a:ext cx="1690896" cy="216000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887FCA4D-CFEA-4C2C-A3C3-05AA7D53A93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730" y="8476571"/>
            <a:ext cx="1690896" cy="2160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8C5A0B06-DE7A-41E8-83A0-0C0D986C405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79" y="8476571"/>
            <a:ext cx="1690896" cy="216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A76A50-0F8A-4B83-88C5-D8075E49BF3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950858"/>
            <a:ext cx="1690896" cy="2160000"/>
          </a:xfrm>
          <a:prstGeom prst="rect">
            <a:avLst/>
          </a:prstGeom>
        </p:spPr>
      </p:pic>
      <p:pic>
        <p:nvPicPr>
          <p:cNvPr id="11" name="그림 10" descr="테이블이(가) 표시된 사진&#10;&#10;자동 생성된 설명">
            <a:extLst>
              <a:ext uri="{FF2B5EF4-FFF2-40B4-BE49-F238E27FC236}">
                <a16:creationId xmlns:a16="http://schemas.microsoft.com/office/drawing/2014/main" id="{E54C1C57-5121-4EAF-841A-88654A33BCB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70" y="950858"/>
            <a:ext cx="1690896" cy="216000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6A3DF202-531D-48E0-91B2-599DF197863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30" y="950858"/>
            <a:ext cx="1690896" cy="216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7321BB-39F5-4BEA-B1CA-8C853732607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3459429"/>
            <a:ext cx="1690896" cy="2160000"/>
          </a:xfrm>
          <a:prstGeom prst="rect">
            <a:avLst/>
          </a:prstGeom>
        </p:spPr>
      </p:pic>
      <p:pic>
        <p:nvPicPr>
          <p:cNvPr id="15" name="그림 14" descr="테이블이(가) 표시된 사진&#10;&#10;자동 생성된 설명">
            <a:extLst>
              <a:ext uri="{FF2B5EF4-FFF2-40B4-BE49-F238E27FC236}">
                <a16:creationId xmlns:a16="http://schemas.microsoft.com/office/drawing/2014/main" id="{86996A9A-3217-4F02-84AF-F28DA941014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145" y="3459429"/>
            <a:ext cx="1690896" cy="2160000"/>
          </a:xfrm>
          <a:prstGeom prst="rect">
            <a:avLst/>
          </a:prstGeom>
        </p:spPr>
      </p:pic>
      <p:pic>
        <p:nvPicPr>
          <p:cNvPr id="17" name="그림 16" descr="테이블이(가) 표시된 사진&#10;&#10;자동 생성된 설명">
            <a:extLst>
              <a:ext uri="{FF2B5EF4-FFF2-40B4-BE49-F238E27FC236}">
                <a16:creationId xmlns:a16="http://schemas.microsoft.com/office/drawing/2014/main" id="{16EB9BAE-A0B3-4B38-AC05-1B1EEA8757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087" y="3459429"/>
            <a:ext cx="1690896" cy="2160000"/>
          </a:xfrm>
          <a:prstGeom prst="rect">
            <a:avLst/>
          </a:prstGeom>
        </p:spPr>
      </p:pic>
      <p:pic>
        <p:nvPicPr>
          <p:cNvPr id="19" name="그림 18" descr="테이블이(가) 표시된 사진&#10;&#10;자동 생성된 설명">
            <a:extLst>
              <a:ext uri="{FF2B5EF4-FFF2-40B4-BE49-F238E27FC236}">
                <a16:creationId xmlns:a16="http://schemas.microsoft.com/office/drawing/2014/main" id="{BED0378F-119D-4AD6-B9C6-8AD2664F84D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694" y="3459429"/>
            <a:ext cx="1690896" cy="21600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6B28AC6-3F34-4C13-BA29-FAE0C94DF2F6}"/>
              </a:ext>
            </a:extLst>
          </p:cNvPr>
          <p:cNvSpPr txBox="1"/>
          <p:nvPr/>
        </p:nvSpPr>
        <p:spPr>
          <a:xfrm>
            <a:off x="2455593" y="963486"/>
            <a:ext cx="2688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Calendar &amp; Yearly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CDA69F-1684-4C22-BC00-703EF1ABD4E2}"/>
              </a:ext>
            </a:extLst>
          </p:cNvPr>
          <p:cNvSpPr txBox="1"/>
          <p:nvPr/>
        </p:nvSpPr>
        <p:spPr>
          <a:xfrm>
            <a:off x="2455593" y="3459429"/>
            <a:ext cx="20201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Monthly</a:t>
            </a:r>
          </a:p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Weekly</a:t>
            </a:r>
          </a:p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Daily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↔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Note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8383E6-4F74-4C50-BF76-843A280BF819}"/>
              </a:ext>
            </a:extLst>
          </p:cNvPr>
          <p:cNvSpPr txBox="1"/>
          <p:nvPr/>
        </p:nvSpPr>
        <p:spPr>
          <a:xfrm>
            <a:off x="2455593" y="8421980"/>
            <a:ext cx="21707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Template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- Note &amp; Schedule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42C2A6-4410-4D15-B45C-501F4FDFA297}"/>
              </a:ext>
            </a:extLst>
          </p:cNvPr>
          <p:cNvSpPr txBox="1"/>
          <p:nvPr/>
        </p:nvSpPr>
        <p:spPr>
          <a:xfrm>
            <a:off x="2455593" y="11036972"/>
            <a:ext cx="23594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Template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- Frame Work Book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C9D50E-683F-43B8-9A84-30B16E112071}"/>
              </a:ext>
            </a:extLst>
          </p:cNvPr>
          <p:cNvSpPr txBox="1"/>
          <p:nvPr/>
        </p:nvSpPr>
        <p:spPr>
          <a:xfrm>
            <a:off x="2455593" y="13493711"/>
            <a:ext cx="2515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Personal Identity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5B48E0-5206-4C88-B2DF-2013BFEFC750}"/>
              </a:ext>
            </a:extLst>
          </p:cNvPr>
          <p:cNvSpPr txBox="1"/>
          <p:nvPr/>
        </p:nvSpPr>
        <p:spPr>
          <a:xfrm>
            <a:off x="2455593" y="5968000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Project Book</a:t>
            </a:r>
          </a:p>
        </p:txBody>
      </p:sp>
      <p:pic>
        <p:nvPicPr>
          <p:cNvPr id="89" name="그림 88" descr="텍스트이(가) 표시된 사진&#10;&#10;자동 생성된 설명">
            <a:extLst>
              <a:ext uri="{FF2B5EF4-FFF2-40B4-BE49-F238E27FC236}">
                <a16:creationId xmlns:a16="http://schemas.microsoft.com/office/drawing/2014/main" id="{2E59C4A4-43D7-4AC9-8C67-54B24AAA8E9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24" y="5968000"/>
            <a:ext cx="1690896" cy="216000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F2E69A94-613B-4E77-BF7E-5FF48F1E22D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544" y="5968000"/>
            <a:ext cx="1690896" cy="2160000"/>
          </a:xfrm>
          <a:prstGeom prst="rect">
            <a:avLst/>
          </a:prstGeom>
        </p:spPr>
      </p:pic>
      <p:pic>
        <p:nvPicPr>
          <p:cNvPr id="94" name="그림 93" descr="텍스트이(가) 표시된 사진&#10;&#10;자동 생성된 설명">
            <a:extLst>
              <a:ext uri="{FF2B5EF4-FFF2-40B4-BE49-F238E27FC236}">
                <a16:creationId xmlns:a16="http://schemas.microsoft.com/office/drawing/2014/main" id="{7C3EEA58-2954-45D8-821E-33719FCAB6C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311" y="5968000"/>
            <a:ext cx="1690896" cy="2160000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BF097A8F-2418-436D-80FB-A868C5A6360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078" y="5968000"/>
            <a:ext cx="1690896" cy="216000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0FCEE4D9-09C4-4412-B5FD-C8AD5FD16D6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845" y="5968000"/>
            <a:ext cx="1690896" cy="21600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560955A0-89DF-475F-AD09-168D25D2647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612" y="5968000"/>
            <a:ext cx="1690896" cy="216000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8C9A1D5D-F556-44B1-A331-625096EA2FA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379" y="5968000"/>
            <a:ext cx="1690896" cy="21600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E6744FD3-77D3-4184-9637-53411A5275C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146" y="5968000"/>
            <a:ext cx="1690896" cy="2160000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15ED4550-CBAB-493E-8AAE-242ACA1FF17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913" y="5968000"/>
            <a:ext cx="1690896" cy="2160000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1508F2AE-7CB4-49A2-82B8-22A46E65536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79" y="5968000"/>
            <a:ext cx="1690896" cy="2160000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F3A187DA-AE3F-41C5-9CBF-DA9B5EC0E166}"/>
              </a:ext>
            </a:extLst>
          </p:cNvPr>
          <p:cNvSpPr txBox="1"/>
          <p:nvPr/>
        </p:nvSpPr>
        <p:spPr>
          <a:xfrm>
            <a:off x="2487485" y="1622274"/>
            <a:ext cx="11657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B986701-5B0D-4B6A-963C-FC7E111C79C0}"/>
              </a:ext>
            </a:extLst>
          </p:cNvPr>
          <p:cNvSpPr txBox="1"/>
          <p:nvPr/>
        </p:nvSpPr>
        <p:spPr>
          <a:xfrm>
            <a:off x="2487485" y="4878577"/>
            <a:ext cx="1293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811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A7711F0-47E6-4F04-A70F-3D5314EE1357}"/>
              </a:ext>
            </a:extLst>
          </p:cNvPr>
          <p:cNvSpPr txBox="1"/>
          <p:nvPr/>
        </p:nvSpPr>
        <p:spPr>
          <a:xfrm>
            <a:off x="2487485" y="6479234"/>
            <a:ext cx="186942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20EA, 42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5256B4F-3ADA-4570-86BA-BFD2C79B475E}"/>
              </a:ext>
            </a:extLst>
          </p:cNvPr>
          <p:cNvSpPr txBox="1"/>
          <p:nvPr/>
        </p:nvSpPr>
        <p:spPr>
          <a:xfrm>
            <a:off x="2487485" y="9329884"/>
            <a:ext cx="11657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80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D427536-D67A-406A-B46D-0BBC776D4010}"/>
              </a:ext>
            </a:extLst>
          </p:cNvPr>
          <p:cNvSpPr txBox="1"/>
          <p:nvPr/>
        </p:nvSpPr>
        <p:spPr>
          <a:xfrm>
            <a:off x="2487485" y="12153398"/>
            <a:ext cx="11657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E90AAAB-9D35-45EF-88BA-DF764FBA063C}"/>
              </a:ext>
            </a:extLst>
          </p:cNvPr>
          <p:cNvSpPr txBox="1"/>
          <p:nvPr/>
        </p:nvSpPr>
        <p:spPr>
          <a:xfrm>
            <a:off x="2487485" y="14636911"/>
            <a:ext cx="11657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 pages</a:t>
            </a:r>
          </a:p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표지 목차 포함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A650C319-2FDC-4065-91DB-3CE3F46D369A}"/>
              </a:ext>
            </a:extLst>
          </p:cNvPr>
          <p:cNvGrpSpPr/>
          <p:nvPr/>
        </p:nvGrpSpPr>
        <p:grpSpPr>
          <a:xfrm>
            <a:off x="2205039" y="855608"/>
            <a:ext cx="3325360" cy="15057453"/>
            <a:chOff x="166336" y="561628"/>
            <a:chExt cx="11835164" cy="15057453"/>
          </a:xfrm>
        </p:grpSpPr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94CA6D96-88BA-4A9F-9898-762D371945AB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6162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733CB84-C2AB-4282-B8EF-BF72A56400B1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3071204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1A57FB55-E02D-4303-BD09-9872832D7E32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580780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C40477AB-D20B-4E3F-9159-390C33B25E68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8090356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543FF9A-1111-4CAE-B33A-05BD356E4B91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0599932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421A4598-F584-43C0-8F16-A659D07DC2C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310950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709D4F73-2D60-4128-B3EE-3DF175DB2EE5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5619081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110C51A1-37DD-4F14-82B9-10ED4E146ADA}"/>
              </a:ext>
            </a:extLst>
          </p:cNvPr>
          <p:cNvGrpSpPr/>
          <p:nvPr/>
        </p:nvGrpSpPr>
        <p:grpSpPr>
          <a:xfrm>
            <a:off x="5730712" y="855608"/>
            <a:ext cx="5979863" cy="15057453"/>
            <a:chOff x="166336" y="561628"/>
            <a:chExt cx="11835164" cy="15057453"/>
          </a:xfrm>
        </p:grpSpPr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E3B174F7-96A2-4D42-A8AF-861EECEB0CBD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6162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1BF93A6B-FA1E-447E-9B37-4451FABCF1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3071204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7A8C73EE-71E6-4257-AADE-3A0D33BF21D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580780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5DE9DD99-94E3-4208-8BF9-73FB086F594A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8090356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90073614-8C42-40BE-A7A7-6FB1AAA5B514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0599932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47675995-5CAE-43AB-99AE-651B5A1103A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310950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C2A3AF35-E97C-42A6-BA4A-6564FD0C2B47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5619081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366961F5-4973-4D8C-AB55-DA30C320B537}"/>
              </a:ext>
            </a:extLst>
          </p:cNvPr>
          <p:cNvGrpSpPr/>
          <p:nvPr/>
        </p:nvGrpSpPr>
        <p:grpSpPr>
          <a:xfrm>
            <a:off x="534452" y="855608"/>
            <a:ext cx="1470274" cy="15057453"/>
            <a:chOff x="166336" y="561628"/>
            <a:chExt cx="11835164" cy="15057453"/>
          </a:xfrm>
        </p:grpSpPr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858F7958-5D83-4A8D-8E6D-3E9FAF9DED9F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6162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7B39FF12-62D0-4702-B6D3-684EC6BF4C5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5580780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8E79228-44F8-4BA3-8B8B-B986DB68145B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3109508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F5321BDC-9042-48E5-A829-A7871C734921}"/>
                </a:ext>
              </a:extLst>
            </p:cNvPr>
            <p:cNvCxnSpPr>
              <a:cxnSpLocks/>
            </p:cNvCxnSpPr>
            <p:nvPr/>
          </p:nvCxnSpPr>
          <p:spPr>
            <a:xfrm>
              <a:off x="166336" y="15619081"/>
              <a:ext cx="1183516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04CA4083-44AB-4E35-874E-7FE1C58BC75D}"/>
              </a:ext>
            </a:extLst>
          </p:cNvPr>
          <p:cNvSpPr txBox="1"/>
          <p:nvPr/>
        </p:nvSpPr>
        <p:spPr>
          <a:xfrm>
            <a:off x="534452" y="1520258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Schedule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428EDD2-7599-47FD-82D5-CE084A0AB7B1}"/>
              </a:ext>
            </a:extLst>
          </p:cNvPr>
          <p:cNvSpPr txBox="1"/>
          <p:nvPr/>
        </p:nvSpPr>
        <p:spPr>
          <a:xfrm>
            <a:off x="534452" y="14050483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Goal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76DF041-1B24-4B6B-8422-7ABCC126F287}"/>
              </a:ext>
            </a:extLst>
          </p:cNvPr>
          <p:cNvSpPr txBox="1"/>
          <p:nvPr/>
        </p:nvSpPr>
        <p:spPr>
          <a:xfrm>
            <a:off x="534452" y="6524772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Project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932BF408-427A-4DA5-B616-EFF91D2CA397}"/>
              </a:ext>
            </a:extLst>
          </p:cNvPr>
          <p:cNvGrpSpPr/>
          <p:nvPr/>
        </p:nvGrpSpPr>
        <p:grpSpPr>
          <a:xfrm>
            <a:off x="556325" y="144127"/>
            <a:ext cx="4587953" cy="525907"/>
            <a:chOff x="873535" y="725828"/>
            <a:chExt cx="9819322" cy="112556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D9D551C-8F33-45A6-9F0E-0968FF79CD98}"/>
                </a:ext>
              </a:extLst>
            </p:cNvPr>
            <p:cNvSpPr txBox="1"/>
            <p:nvPr/>
          </p:nvSpPr>
          <p:spPr>
            <a:xfrm>
              <a:off x="873535" y="789006"/>
              <a:ext cx="9819322" cy="1062390"/>
            </a:xfrm>
            <a:custGeom>
              <a:avLst/>
              <a:gdLst>
                <a:gd name="connsiteX0" fmla="*/ 6681126 w 9819322"/>
                <a:gd name="connsiteY0" fmla="*/ 701702 h 1062390"/>
                <a:gd name="connsiteX1" fmla="*/ 6588586 w 9819322"/>
                <a:gd name="connsiteY1" fmla="*/ 714089 h 1062390"/>
                <a:gd name="connsiteX2" fmla="*/ 6541223 w 9819322"/>
                <a:gd name="connsiteY2" fmla="*/ 730848 h 1062390"/>
                <a:gd name="connsiteX3" fmla="*/ 6496774 w 9819322"/>
                <a:gd name="connsiteY3" fmla="*/ 757809 h 1062390"/>
                <a:gd name="connsiteX4" fmla="*/ 6463984 w 9819322"/>
                <a:gd name="connsiteY4" fmla="*/ 796428 h 1062390"/>
                <a:gd name="connsiteX5" fmla="*/ 6451597 w 9819322"/>
                <a:gd name="connsiteY5" fmla="*/ 845248 h 1062390"/>
                <a:gd name="connsiteX6" fmla="*/ 6488759 w 9819322"/>
                <a:gd name="connsiteY6" fmla="*/ 925401 h 1062390"/>
                <a:gd name="connsiteX7" fmla="*/ 6574013 w 9819322"/>
                <a:gd name="connsiteY7" fmla="*/ 947261 h 1062390"/>
                <a:gd name="connsiteX8" fmla="*/ 6671653 w 9819322"/>
                <a:gd name="connsiteY8" fmla="*/ 918114 h 1062390"/>
                <a:gd name="connsiteX9" fmla="*/ 6750349 w 9819322"/>
                <a:gd name="connsiteY9" fmla="*/ 835047 h 1062390"/>
                <a:gd name="connsiteX10" fmla="*/ 6758364 w 9819322"/>
                <a:gd name="connsiteY10" fmla="*/ 800800 h 1062390"/>
                <a:gd name="connsiteX11" fmla="*/ 6762008 w 9819322"/>
                <a:gd name="connsiteY11" fmla="*/ 762181 h 1062390"/>
                <a:gd name="connsiteX12" fmla="*/ 6762008 w 9819322"/>
                <a:gd name="connsiteY12" fmla="*/ 702430 h 1062390"/>
                <a:gd name="connsiteX13" fmla="*/ 6681126 w 9819322"/>
                <a:gd name="connsiteY13" fmla="*/ 701702 h 1062390"/>
                <a:gd name="connsiteX14" fmla="*/ 8943079 w 9819322"/>
                <a:gd name="connsiteY14" fmla="*/ 409508 h 1062390"/>
                <a:gd name="connsiteX15" fmla="*/ 8796619 w 9819322"/>
                <a:gd name="connsiteY15" fmla="*/ 461972 h 1062390"/>
                <a:gd name="connsiteX16" fmla="*/ 8728853 w 9819322"/>
                <a:gd name="connsiteY16" fmla="*/ 603332 h 1062390"/>
                <a:gd name="connsiteX17" fmla="*/ 9113586 w 9819322"/>
                <a:gd name="connsiteY17" fmla="*/ 603332 h 1062390"/>
                <a:gd name="connsiteX18" fmla="*/ 9104114 w 9819322"/>
                <a:gd name="connsiteY18" fmla="*/ 537024 h 1062390"/>
                <a:gd name="connsiteX19" fmla="*/ 9074239 w 9819322"/>
                <a:gd name="connsiteY19" fmla="*/ 475088 h 1062390"/>
                <a:gd name="connsiteX20" fmla="*/ 9021046 w 9819322"/>
                <a:gd name="connsiteY20" fmla="*/ 427725 h 1062390"/>
                <a:gd name="connsiteX21" fmla="*/ 8943079 w 9819322"/>
                <a:gd name="connsiteY21" fmla="*/ 409508 h 1062390"/>
                <a:gd name="connsiteX22" fmla="*/ 2980430 w 9819322"/>
                <a:gd name="connsiteY22" fmla="*/ 409508 h 1062390"/>
                <a:gd name="connsiteX23" fmla="*/ 2833969 w 9819322"/>
                <a:gd name="connsiteY23" fmla="*/ 461972 h 1062390"/>
                <a:gd name="connsiteX24" fmla="*/ 2766204 w 9819322"/>
                <a:gd name="connsiteY24" fmla="*/ 603332 h 1062390"/>
                <a:gd name="connsiteX25" fmla="*/ 3150937 w 9819322"/>
                <a:gd name="connsiteY25" fmla="*/ 603332 h 1062390"/>
                <a:gd name="connsiteX26" fmla="*/ 3141464 w 9819322"/>
                <a:gd name="connsiteY26" fmla="*/ 537024 h 1062390"/>
                <a:gd name="connsiteX27" fmla="*/ 3111589 w 9819322"/>
                <a:gd name="connsiteY27" fmla="*/ 475088 h 1062390"/>
                <a:gd name="connsiteX28" fmla="*/ 3058397 w 9819322"/>
                <a:gd name="connsiteY28" fmla="*/ 427725 h 1062390"/>
                <a:gd name="connsiteX29" fmla="*/ 2980430 w 9819322"/>
                <a:gd name="connsiteY29" fmla="*/ 409508 h 1062390"/>
                <a:gd name="connsiteX30" fmla="*/ 9819322 w 9819322"/>
                <a:gd name="connsiteY30" fmla="*/ 303123 h 1062390"/>
                <a:gd name="connsiteX31" fmla="*/ 9819322 w 9819322"/>
                <a:gd name="connsiteY31" fmla="*/ 437197 h 1062390"/>
                <a:gd name="connsiteX32" fmla="*/ 9629870 w 9819322"/>
                <a:gd name="connsiteY32" fmla="*/ 480188 h 1062390"/>
                <a:gd name="connsiteX33" fmla="*/ 9520571 w 9819322"/>
                <a:gd name="connsiteY33" fmla="*/ 620820 h 1062390"/>
                <a:gd name="connsiteX34" fmla="*/ 9509641 w 9819322"/>
                <a:gd name="connsiteY34" fmla="*/ 682757 h 1062390"/>
                <a:gd name="connsiteX35" fmla="*/ 9505998 w 9819322"/>
                <a:gd name="connsiteY35" fmla="*/ 750522 h 1062390"/>
                <a:gd name="connsiteX36" fmla="*/ 9505998 w 9819322"/>
                <a:gd name="connsiteY36" fmla="*/ 1046359 h 1062390"/>
                <a:gd name="connsiteX37" fmla="*/ 9376296 w 9819322"/>
                <a:gd name="connsiteY37" fmla="*/ 1046359 h 1062390"/>
                <a:gd name="connsiteX38" fmla="*/ 9376296 w 9819322"/>
                <a:gd name="connsiteY38" fmla="*/ 319154 h 1062390"/>
                <a:gd name="connsiteX39" fmla="*/ 9505998 w 9819322"/>
                <a:gd name="connsiteY39" fmla="*/ 319154 h 1062390"/>
                <a:gd name="connsiteX40" fmla="*/ 9505998 w 9819322"/>
                <a:gd name="connsiteY40" fmla="*/ 470716 h 1062390"/>
                <a:gd name="connsiteX41" fmla="*/ 9513284 w 9819322"/>
                <a:gd name="connsiteY41" fmla="*/ 470716 h 1062390"/>
                <a:gd name="connsiteX42" fmla="*/ 9525672 w 9819322"/>
                <a:gd name="connsiteY42" fmla="*/ 448856 h 1062390"/>
                <a:gd name="connsiteX43" fmla="*/ 9543888 w 9819322"/>
                <a:gd name="connsiteY43" fmla="*/ 419709 h 1062390"/>
                <a:gd name="connsiteX44" fmla="*/ 9568662 w 9819322"/>
                <a:gd name="connsiteY44" fmla="*/ 389834 h 1062390"/>
                <a:gd name="connsiteX45" fmla="*/ 9599266 w 9819322"/>
                <a:gd name="connsiteY45" fmla="*/ 361416 h 1062390"/>
                <a:gd name="connsiteX46" fmla="*/ 9691078 w 9819322"/>
                <a:gd name="connsiteY46" fmla="*/ 316968 h 1062390"/>
                <a:gd name="connsiteX47" fmla="*/ 9819322 w 9819322"/>
                <a:gd name="connsiteY47" fmla="*/ 303123 h 1062390"/>
                <a:gd name="connsiteX48" fmla="*/ 3856673 w 9819322"/>
                <a:gd name="connsiteY48" fmla="*/ 303123 h 1062390"/>
                <a:gd name="connsiteX49" fmla="*/ 3856673 w 9819322"/>
                <a:gd name="connsiteY49" fmla="*/ 437197 h 1062390"/>
                <a:gd name="connsiteX50" fmla="*/ 3667220 w 9819322"/>
                <a:gd name="connsiteY50" fmla="*/ 480188 h 1062390"/>
                <a:gd name="connsiteX51" fmla="*/ 3557921 w 9819322"/>
                <a:gd name="connsiteY51" fmla="*/ 620820 h 1062390"/>
                <a:gd name="connsiteX52" fmla="*/ 3546991 w 9819322"/>
                <a:gd name="connsiteY52" fmla="*/ 682757 h 1062390"/>
                <a:gd name="connsiteX53" fmla="*/ 3543348 w 9819322"/>
                <a:gd name="connsiteY53" fmla="*/ 750522 h 1062390"/>
                <a:gd name="connsiteX54" fmla="*/ 3543348 w 9819322"/>
                <a:gd name="connsiteY54" fmla="*/ 1046359 h 1062390"/>
                <a:gd name="connsiteX55" fmla="*/ 3413646 w 9819322"/>
                <a:gd name="connsiteY55" fmla="*/ 1046359 h 1062390"/>
                <a:gd name="connsiteX56" fmla="*/ 3413646 w 9819322"/>
                <a:gd name="connsiteY56" fmla="*/ 319154 h 1062390"/>
                <a:gd name="connsiteX57" fmla="*/ 3543348 w 9819322"/>
                <a:gd name="connsiteY57" fmla="*/ 319154 h 1062390"/>
                <a:gd name="connsiteX58" fmla="*/ 3543348 w 9819322"/>
                <a:gd name="connsiteY58" fmla="*/ 470716 h 1062390"/>
                <a:gd name="connsiteX59" fmla="*/ 3550635 w 9819322"/>
                <a:gd name="connsiteY59" fmla="*/ 470716 h 1062390"/>
                <a:gd name="connsiteX60" fmla="*/ 3563022 w 9819322"/>
                <a:gd name="connsiteY60" fmla="*/ 448856 h 1062390"/>
                <a:gd name="connsiteX61" fmla="*/ 3581238 w 9819322"/>
                <a:gd name="connsiteY61" fmla="*/ 419709 h 1062390"/>
                <a:gd name="connsiteX62" fmla="*/ 3606013 w 9819322"/>
                <a:gd name="connsiteY62" fmla="*/ 389834 h 1062390"/>
                <a:gd name="connsiteX63" fmla="*/ 3636617 w 9819322"/>
                <a:gd name="connsiteY63" fmla="*/ 361416 h 1062390"/>
                <a:gd name="connsiteX64" fmla="*/ 3728428 w 9819322"/>
                <a:gd name="connsiteY64" fmla="*/ 316968 h 1062390"/>
                <a:gd name="connsiteX65" fmla="*/ 3856673 w 9819322"/>
                <a:gd name="connsiteY65" fmla="*/ 303123 h 1062390"/>
                <a:gd name="connsiteX66" fmla="*/ 8223913 w 9819322"/>
                <a:gd name="connsiteY66" fmla="*/ 300209 h 1062390"/>
                <a:gd name="connsiteX67" fmla="*/ 8392235 w 9819322"/>
                <a:gd name="connsiteY67" fmla="*/ 362145 h 1062390"/>
                <a:gd name="connsiteX68" fmla="*/ 8458543 w 9819322"/>
                <a:gd name="connsiteY68" fmla="*/ 533381 h 1062390"/>
                <a:gd name="connsiteX69" fmla="*/ 8458543 w 9819322"/>
                <a:gd name="connsiteY69" fmla="*/ 1043444 h 1062390"/>
                <a:gd name="connsiteX70" fmla="*/ 8331756 w 9819322"/>
                <a:gd name="connsiteY70" fmla="*/ 1043444 h 1062390"/>
                <a:gd name="connsiteX71" fmla="*/ 8331756 w 9819322"/>
                <a:gd name="connsiteY71" fmla="*/ 647052 h 1062390"/>
                <a:gd name="connsiteX72" fmla="*/ 8330298 w 9819322"/>
                <a:gd name="connsiteY72" fmla="*/ 573457 h 1062390"/>
                <a:gd name="connsiteX73" fmla="*/ 8317182 w 9819322"/>
                <a:gd name="connsiteY73" fmla="*/ 504234 h 1062390"/>
                <a:gd name="connsiteX74" fmla="*/ 8278563 w 9819322"/>
                <a:gd name="connsiteY74" fmla="*/ 452499 h 1062390"/>
                <a:gd name="connsiteX75" fmla="*/ 8200596 w 9819322"/>
                <a:gd name="connsiteY75" fmla="*/ 426996 h 1062390"/>
                <a:gd name="connsiteX76" fmla="*/ 8072351 w 9819322"/>
                <a:gd name="connsiteY76" fmla="*/ 485289 h 1062390"/>
                <a:gd name="connsiteX77" fmla="*/ 7989284 w 9819322"/>
                <a:gd name="connsiteY77" fmla="*/ 645595 h 1062390"/>
                <a:gd name="connsiteX78" fmla="*/ 7979083 w 9819322"/>
                <a:gd name="connsiteY78" fmla="*/ 700244 h 1062390"/>
                <a:gd name="connsiteX79" fmla="*/ 7976168 w 9819322"/>
                <a:gd name="connsiteY79" fmla="*/ 749065 h 1062390"/>
                <a:gd name="connsiteX80" fmla="*/ 7976168 w 9819322"/>
                <a:gd name="connsiteY80" fmla="*/ 1043444 h 1062390"/>
                <a:gd name="connsiteX81" fmla="*/ 7850839 w 9819322"/>
                <a:gd name="connsiteY81" fmla="*/ 1043444 h 1062390"/>
                <a:gd name="connsiteX82" fmla="*/ 7850839 w 9819322"/>
                <a:gd name="connsiteY82" fmla="*/ 316239 h 1062390"/>
                <a:gd name="connsiteX83" fmla="*/ 7976168 w 9819322"/>
                <a:gd name="connsiteY83" fmla="*/ 316239 h 1062390"/>
                <a:gd name="connsiteX84" fmla="*/ 7976168 w 9819322"/>
                <a:gd name="connsiteY84" fmla="*/ 482374 h 1062390"/>
                <a:gd name="connsiteX85" fmla="*/ 7980541 w 9819322"/>
                <a:gd name="connsiteY85" fmla="*/ 482374 h 1062390"/>
                <a:gd name="connsiteX86" fmla="*/ 8001671 w 9819322"/>
                <a:gd name="connsiteY86" fmla="*/ 435740 h 1062390"/>
                <a:gd name="connsiteX87" fmla="*/ 8046119 w 9819322"/>
                <a:gd name="connsiteY87" fmla="*/ 374532 h 1062390"/>
                <a:gd name="connsiteX88" fmla="*/ 8117529 w 9819322"/>
                <a:gd name="connsiteY88" fmla="*/ 322797 h 1062390"/>
                <a:gd name="connsiteX89" fmla="*/ 8223913 w 9819322"/>
                <a:gd name="connsiteY89" fmla="*/ 300209 h 1062390"/>
                <a:gd name="connsiteX90" fmla="*/ 7433339 w 9819322"/>
                <a:gd name="connsiteY90" fmla="*/ 300209 h 1062390"/>
                <a:gd name="connsiteX91" fmla="*/ 7601659 w 9819322"/>
                <a:gd name="connsiteY91" fmla="*/ 362145 h 1062390"/>
                <a:gd name="connsiteX92" fmla="*/ 7667967 w 9819322"/>
                <a:gd name="connsiteY92" fmla="*/ 533381 h 1062390"/>
                <a:gd name="connsiteX93" fmla="*/ 7667967 w 9819322"/>
                <a:gd name="connsiteY93" fmla="*/ 1043444 h 1062390"/>
                <a:gd name="connsiteX94" fmla="*/ 7541181 w 9819322"/>
                <a:gd name="connsiteY94" fmla="*/ 1043444 h 1062390"/>
                <a:gd name="connsiteX95" fmla="*/ 7541181 w 9819322"/>
                <a:gd name="connsiteY95" fmla="*/ 647052 h 1062390"/>
                <a:gd name="connsiteX96" fmla="*/ 7539723 w 9819322"/>
                <a:gd name="connsiteY96" fmla="*/ 573457 h 1062390"/>
                <a:gd name="connsiteX97" fmla="*/ 7526607 w 9819322"/>
                <a:gd name="connsiteY97" fmla="*/ 504234 h 1062390"/>
                <a:gd name="connsiteX98" fmla="*/ 7487989 w 9819322"/>
                <a:gd name="connsiteY98" fmla="*/ 452499 h 1062390"/>
                <a:gd name="connsiteX99" fmla="*/ 7410021 w 9819322"/>
                <a:gd name="connsiteY99" fmla="*/ 426996 h 1062390"/>
                <a:gd name="connsiteX100" fmla="*/ 7281777 w 9819322"/>
                <a:gd name="connsiteY100" fmla="*/ 485289 h 1062390"/>
                <a:gd name="connsiteX101" fmla="*/ 7198709 w 9819322"/>
                <a:gd name="connsiteY101" fmla="*/ 645595 h 1062390"/>
                <a:gd name="connsiteX102" fmla="*/ 7188508 w 9819322"/>
                <a:gd name="connsiteY102" fmla="*/ 700244 h 1062390"/>
                <a:gd name="connsiteX103" fmla="*/ 7185594 w 9819322"/>
                <a:gd name="connsiteY103" fmla="*/ 749065 h 1062390"/>
                <a:gd name="connsiteX104" fmla="*/ 7185594 w 9819322"/>
                <a:gd name="connsiteY104" fmla="*/ 1043444 h 1062390"/>
                <a:gd name="connsiteX105" fmla="*/ 7060264 w 9819322"/>
                <a:gd name="connsiteY105" fmla="*/ 1043444 h 1062390"/>
                <a:gd name="connsiteX106" fmla="*/ 7060264 w 9819322"/>
                <a:gd name="connsiteY106" fmla="*/ 316239 h 1062390"/>
                <a:gd name="connsiteX107" fmla="*/ 7185594 w 9819322"/>
                <a:gd name="connsiteY107" fmla="*/ 316239 h 1062390"/>
                <a:gd name="connsiteX108" fmla="*/ 7185594 w 9819322"/>
                <a:gd name="connsiteY108" fmla="*/ 482374 h 1062390"/>
                <a:gd name="connsiteX109" fmla="*/ 7189966 w 9819322"/>
                <a:gd name="connsiteY109" fmla="*/ 482374 h 1062390"/>
                <a:gd name="connsiteX110" fmla="*/ 7211097 w 9819322"/>
                <a:gd name="connsiteY110" fmla="*/ 435740 h 1062390"/>
                <a:gd name="connsiteX111" fmla="*/ 7255545 w 9819322"/>
                <a:gd name="connsiteY111" fmla="*/ 374532 h 1062390"/>
                <a:gd name="connsiteX112" fmla="*/ 7326954 w 9819322"/>
                <a:gd name="connsiteY112" fmla="*/ 322797 h 1062390"/>
                <a:gd name="connsiteX113" fmla="*/ 7433339 w 9819322"/>
                <a:gd name="connsiteY113" fmla="*/ 300209 h 1062390"/>
                <a:gd name="connsiteX114" fmla="*/ 4442651 w 9819322"/>
                <a:gd name="connsiteY114" fmla="*/ 300209 h 1062390"/>
                <a:gd name="connsiteX115" fmla="*/ 4556322 w 9819322"/>
                <a:gd name="connsiteY115" fmla="*/ 314053 h 1062390"/>
                <a:gd name="connsiteX116" fmla="*/ 4643762 w 9819322"/>
                <a:gd name="connsiteY116" fmla="*/ 336642 h 1062390"/>
                <a:gd name="connsiteX117" fmla="*/ 4643762 w 9819322"/>
                <a:gd name="connsiteY117" fmla="*/ 467801 h 1062390"/>
                <a:gd name="connsiteX118" fmla="*/ 4556322 w 9819322"/>
                <a:gd name="connsiteY118" fmla="*/ 432097 h 1062390"/>
                <a:gd name="connsiteX119" fmla="*/ 4428078 w 9819322"/>
                <a:gd name="connsiteY119" fmla="*/ 409508 h 1062390"/>
                <a:gd name="connsiteX120" fmla="*/ 4342096 w 9819322"/>
                <a:gd name="connsiteY120" fmla="*/ 425539 h 1062390"/>
                <a:gd name="connsiteX121" fmla="*/ 4299833 w 9819322"/>
                <a:gd name="connsiteY121" fmla="*/ 482374 h 1062390"/>
                <a:gd name="connsiteX122" fmla="*/ 4313678 w 9819322"/>
                <a:gd name="connsiteY122" fmla="*/ 532652 h 1062390"/>
                <a:gd name="connsiteX123" fmla="*/ 4356669 w 9819322"/>
                <a:gd name="connsiteY123" fmla="*/ 571271 h 1062390"/>
                <a:gd name="connsiteX124" fmla="*/ 4443380 w 9819322"/>
                <a:gd name="connsiteY124" fmla="*/ 609162 h 1062390"/>
                <a:gd name="connsiteX125" fmla="*/ 4554865 w 9819322"/>
                <a:gd name="connsiteY125" fmla="*/ 657253 h 1062390"/>
                <a:gd name="connsiteX126" fmla="*/ 4649591 w 9819322"/>
                <a:gd name="connsiteY126" fmla="*/ 730848 h 1062390"/>
                <a:gd name="connsiteX127" fmla="*/ 4690396 w 9819322"/>
                <a:gd name="connsiteY127" fmla="*/ 843791 h 1062390"/>
                <a:gd name="connsiteX128" fmla="*/ 4675823 w 9819322"/>
                <a:gd name="connsiteY128" fmla="*/ 933416 h 1062390"/>
                <a:gd name="connsiteX129" fmla="*/ 4626274 w 9819322"/>
                <a:gd name="connsiteY129" fmla="*/ 1002639 h 1062390"/>
                <a:gd name="connsiteX130" fmla="*/ 4532276 w 9819322"/>
                <a:gd name="connsiteY130" fmla="*/ 1047088 h 1062390"/>
                <a:gd name="connsiteX131" fmla="*/ 4384358 w 9819322"/>
                <a:gd name="connsiteY131" fmla="*/ 1062390 h 1062390"/>
                <a:gd name="connsiteX132" fmla="*/ 4255385 w 9819322"/>
                <a:gd name="connsiteY132" fmla="*/ 1048545 h 1062390"/>
                <a:gd name="connsiteX133" fmla="*/ 4162845 w 9819322"/>
                <a:gd name="connsiteY133" fmla="*/ 1018670 h 1062390"/>
                <a:gd name="connsiteX134" fmla="*/ 4162845 w 9819322"/>
                <a:gd name="connsiteY134" fmla="*/ 883139 h 1062390"/>
                <a:gd name="connsiteX135" fmla="*/ 4196363 w 9819322"/>
                <a:gd name="connsiteY135" fmla="*/ 901355 h 1062390"/>
                <a:gd name="connsiteX136" fmla="*/ 4244455 w 9819322"/>
                <a:gd name="connsiteY136" fmla="*/ 923944 h 1062390"/>
                <a:gd name="connsiteX137" fmla="*/ 4305662 w 9819322"/>
                <a:gd name="connsiteY137" fmla="*/ 943618 h 1062390"/>
                <a:gd name="connsiteX138" fmla="*/ 4379986 w 9819322"/>
                <a:gd name="connsiteY138" fmla="*/ 951633 h 1062390"/>
                <a:gd name="connsiteX139" fmla="*/ 4441922 w 9819322"/>
                <a:gd name="connsiteY139" fmla="*/ 947990 h 1062390"/>
                <a:gd name="connsiteX140" fmla="*/ 4498029 w 9819322"/>
                <a:gd name="connsiteY140" fmla="*/ 932688 h 1062390"/>
                <a:gd name="connsiteX141" fmla="*/ 4538835 w 9819322"/>
                <a:gd name="connsiteY141" fmla="*/ 904270 h 1062390"/>
                <a:gd name="connsiteX142" fmla="*/ 4554865 w 9819322"/>
                <a:gd name="connsiteY142" fmla="*/ 856907 h 1062390"/>
                <a:gd name="connsiteX143" fmla="*/ 4534462 w 9819322"/>
                <a:gd name="connsiteY143" fmla="*/ 800071 h 1062390"/>
                <a:gd name="connsiteX144" fmla="*/ 4479084 w 9819322"/>
                <a:gd name="connsiteY144" fmla="*/ 760723 h 1062390"/>
                <a:gd name="connsiteX145" fmla="*/ 4398931 w 9819322"/>
                <a:gd name="connsiteY145" fmla="*/ 727934 h 1062390"/>
                <a:gd name="connsiteX146" fmla="*/ 4299833 w 9819322"/>
                <a:gd name="connsiteY146" fmla="*/ 684942 h 1062390"/>
                <a:gd name="connsiteX147" fmla="*/ 4208750 w 9819322"/>
                <a:gd name="connsiteY147" fmla="*/ 622278 h 1062390"/>
                <a:gd name="connsiteX148" fmla="*/ 4165759 w 9819322"/>
                <a:gd name="connsiteY148" fmla="*/ 507149 h 1062390"/>
                <a:gd name="connsiteX149" fmla="*/ 4237168 w 9819322"/>
                <a:gd name="connsiteY149" fmla="*/ 355587 h 1062390"/>
                <a:gd name="connsiteX150" fmla="*/ 4442651 w 9819322"/>
                <a:gd name="connsiteY150" fmla="*/ 300209 h 1062390"/>
                <a:gd name="connsiteX151" fmla="*/ 2261264 w 9819322"/>
                <a:gd name="connsiteY151" fmla="*/ 300209 h 1062390"/>
                <a:gd name="connsiteX152" fmla="*/ 2429585 w 9819322"/>
                <a:gd name="connsiteY152" fmla="*/ 362145 h 1062390"/>
                <a:gd name="connsiteX153" fmla="*/ 2495894 w 9819322"/>
                <a:gd name="connsiteY153" fmla="*/ 533381 h 1062390"/>
                <a:gd name="connsiteX154" fmla="*/ 2495894 w 9819322"/>
                <a:gd name="connsiteY154" fmla="*/ 1043444 h 1062390"/>
                <a:gd name="connsiteX155" fmla="*/ 2369106 w 9819322"/>
                <a:gd name="connsiteY155" fmla="*/ 1043444 h 1062390"/>
                <a:gd name="connsiteX156" fmla="*/ 2369106 w 9819322"/>
                <a:gd name="connsiteY156" fmla="*/ 647052 h 1062390"/>
                <a:gd name="connsiteX157" fmla="*/ 2367649 w 9819322"/>
                <a:gd name="connsiteY157" fmla="*/ 573457 h 1062390"/>
                <a:gd name="connsiteX158" fmla="*/ 2354533 w 9819322"/>
                <a:gd name="connsiteY158" fmla="*/ 504234 h 1062390"/>
                <a:gd name="connsiteX159" fmla="*/ 2315914 w 9819322"/>
                <a:gd name="connsiteY159" fmla="*/ 452499 h 1062390"/>
                <a:gd name="connsiteX160" fmla="*/ 2237947 w 9819322"/>
                <a:gd name="connsiteY160" fmla="*/ 426996 h 1062390"/>
                <a:gd name="connsiteX161" fmla="*/ 2109702 w 9819322"/>
                <a:gd name="connsiteY161" fmla="*/ 485289 h 1062390"/>
                <a:gd name="connsiteX162" fmla="*/ 2026635 w 9819322"/>
                <a:gd name="connsiteY162" fmla="*/ 645595 h 1062390"/>
                <a:gd name="connsiteX163" fmla="*/ 2016433 w 9819322"/>
                <a:gd name="connsiteY163" fmla="*/ 700244 h 1062390"/>
                <a:gd name="connsiteX164" fmla="*/ 2013519 w 9819322"/>
                <a:gd name="connsiteY164" fmla="*/ 749065 h 1062390"/>
                <a:gd name="connsiteX165" fmla="*/ 2013519 w 9819322"/>
                <a:gd name="connsiteY165" fmla="*/ 1043444 h 1062390"/>
                <a:gd name="connsiteX166" fmla="*/ 1888189 w 9819322"/>
                <a:gd name="connsiteY166" fmla="*/ 1043444 h 1062390"/>
                <a:gd name="connsiteX167" fmla="*/ 1888189 w 9819322"/>
                <a:gd name="connsiteY167" fmla="*/ 316239 h 1062390"/>
                <a:gd name="connsiteX168" fmla="*/ 2013519 w 9819322"/>
                <a:gd name="connsiteY168" fmla="*/ 316239 h 1062390"/>
                <a:gd name="connsiteX169" fmla="*/ 2013519 w 9819322"/>
                <a:gd name="connsiteY169" fmla="*/ 482374 h 1062390"/>
                <a:gd name="connsiteX170" fmla="*/ 2017891 w 9819322"/>
                <a:gd name="connsiteY170" fmla="*/ 482374 h 1062390"/>
                <a:gd name="connsiteX171" fmla="*/ 2039022 w 9819322"/>
                <a:gd name="connsiteY171" fmla="*/ 435740 h 1062390"/>
                <a:gd name="connsiteX172" fmla="*/ 2083470 w 9819322"/>
                <a:gd name="connsiteY172" fmla="*/ 374532 h 1062390"/>
                <a:gd name="connsiteX173" fmla="*/ 2154879 w 9819322"/>
                <a:gd name="connsiteY173" fmla="*/ 322797 h 1062390"/>
                <a:gd name="connsiteX174" fmla="*/ 2261264 w 9819322"/>
                <a:gd name="connsiteY174" fmla="*/ 300209 h 1062390"/>
                <a:gd name="connsiteX175" fmla="*/ 1470690 w 9819322"/>
                <a:gd name="connsiteY175" fmla="*/ 300209 h 1062390"/>
                <a:gd name="connsiteX176" fmla="*/ 1639010 w 9819322"/>
                <a:gd name="connsiteY176" fmla="*/ 362145 h 1062390"/>
                <a:gd name="connsiteX177" fmla="*/ 1705318 w 9819322"/>
                <a:gd name="connsiteY177" fmla="*/ 533381 h 1062390"/>
                <a:gd name="connsiteX178" fmla="*/ 1705318 w 9819322"/>
                <a:gd name="connsiteY178" fmla="*/ 1043444 h 1062390"/>
                <a:gd name="connsiteX179" fmla="*/ 1578531 w 9819322"/>
                <a:gd name="connsiteY179" fmla="*/ 1043444 h 1062390"/>
                <a:gd name="connsiteX180" fmla="*/ 1578531 w 9819322"/>
                <a:gd name="connsiteY180" fmla="*/ 647052 h 1062390"/>
                <a:gd name="connsiteX181" fmla="*/ 1577074 w 9819322"/>
                <a:gd name="connsiteY181" fmla="*/ 573457 h 1062390"/>
                <a:gd name="connsiteX182" fmla="*/ 1563958 w 9819322"/>
                <a:gd name="connsiteY182" fmla="*/ 504234 h 1062390"/>
                <a:gd name="connsiteX183" fmla="*/ 1525339 w 9819322"/>
                <a:gd name="connsiteY183" fmla="*/ 452499 h 1062390"/>
                <a:gd name="connsiteX184" fmla="*/ 1447372 w 9819322"/>
                <a:gd name="connsiteY184" fmla="*/ 426996 h 1062390"/>
                <a:gd name="connsiteX185" fmla="*/ 1319128 w 9819322"/>
                <a:gd name="connsiteY185" fmla="*/ 485289 h 1062390"/>
                <a:gd name="connsiteX186" fmla="*/ 1236060 w 9819322"/>
                <a:gd name="connsiteY186" fmla="*/ 645595 h 1062390"/>
                <a:gd name="connsiteX187" fmla="*/ 1225858 w 9819322"/>
                <a:gd name="connsiteY187" fmla="*/ 700244 h 1062390"/>
                <a:gd name="connsiteX188" fmla="*/ 1222944 w 9819322"/>
                <a:gd name="connsiteY188" fmla="*/ 749065 h 1062390"/>
                <a:gd name="connsiteX189" fmla="*/ 1222944 w 9819322"/>
                <a:gd name="connsiteY189" fmla="*/ 1043444 h 1062390"/>
                <a:gd name="connsiteX190" fmla="*/ 1097614 w 9819322"/>
                <a:gd name="connsiteY190" fmla="*/ 1043444 h 1062390"/>
                <a:gd name="connsiteX191" fmla="*/ 1097614 w 9819322"/>
                <a:gd name="connsiteY191" fmla="*/ 316239 h 1062390"/>
                <a:gd name="connsiteX192" fmla="*/ 1222944 w 9819322"/>
                <a:gd name="connsiteY192" fmla="*/ 316239 h 1062390"/>
                <a:gd name="connsiteX193" fmla="*/ 1222944 w 9819322"/>
                <a:gd name="connsiteY193" fmla="*/ 482374 h 1062390"/>
                <a:gd name="connsiteX194" fmla="*/ 1227316 w 9819322"/>
                <a:gd name="connsiteY194" fmla="*/ 482374 h 1062390"/>
                <a:gd name="connsiteX195" fmla="*/ 1248447 w 9819322"/>
                <a:gd name="connsiteY195" fmla="*/ 435740 h 1062390"/>
                <a:gd name="connsiteX196" fmla="*/ 1292896 w 9819322"/>
                <a:gd name="connsiteY196" fmla="*/ 374532 h 1062390"/>
                <a:gd name="connsiteX197" fmla="*/ 1364304 w 9819322"/>
                <a:gd name="connsiteY197" fmla="*/ 322797 h 1062390"/>
                <a:gd name="connsiteX198" fmla="*/ 1470690 w 9819322"/>
                <a:gd name="connsiteY198" fmla="*/ 300209 h 1062390"/>
                <a:gd name="connsiteX199" fmla="*/ 8953281 w 9819322"/>
                <a:gd name="connsiteY199" fmla="*/ 298751 h 1062390"/>
                <a:gd name="connsiteX200" fmla="*/ 9158764 w 9819322"/>
                <a:gd name="connsiteY200" fmla="*/ 380362 h 1062390"/>
                <a:gd name="connsiteX201" fmla="*/ 9252033 w 9819322"/>
                <a:gd name="connsiteY201" fmla="*/ 601875 h 1062390"/>
                <a:gd name="connsiteX202" fmla="*/ 9252033 w 9819322"/>
                <a:gd name="connsiteY202" fmla="*/ 714089 h 1062390"/>
                <a:gd name="connsiteX203" fmla="*/ 8731767 w 9819322"/>
                <a:gd name="connsiteY203" fmla="*/ 714089 h 1062390"/>
                <a:gd name="connsiteX204" fmla="*/ 8755813 w 9819322"/>
                <a:gd name="connsiteY204" fmla="*/ 801528 h 1062390"/>
                <a:gd name="connsiteX205" fmla="*/ 8810463 w 9819322"/>
                <a:gd name="connsiteY205" fmla="*/ 880224 h 1062390"/>
                <a:gd name="connsiteX206" fmla="*/ 8902274 w 9819322"/>
                <a:gd name="connsiteY206" fmla="*/ 936331 h 1062390"/>
                <a:gd name="connsiteX207" fmla="*/ 9045092 w 9819322"/>
                <a:gd name="connsiteY207" fmla="*/ 953090 h 1062390"/>
                <a:gd name="connsiteX208" fmla="*/ 9081526 w 9819322"/>
                <a:gd name="connsiteY208" fmla="*/ 949447 h 1062390"/>
                <a:gd name="connsiteX209" fmla="*/ 9131074 w 9819322"/>
                <a:gd name="connsiteY209" fmla="*/ 939974 h 1062390"/>
                <a:gd name="connsiteX210" fmla="*/ 9183538 w 9819322"/>
                <a:gd name="connsiteY210" fmla="*/ 923944 h 1062390"/>
                <a:gd name="connsiteX211" fmla="*/ 9231630 w 9819322"/>
                <a:gd name="connsiteY211" fmla="*/ 902084 h 1062390"/>
                <a:gd name="connsiteX212" fmla="*/ 9231630 w 9819322"/>
                <a:gd name="connsiteY212" fmla="*/ 1007011 h 1062390"/>
                <a:gd name="connsiteX213" fmla="*/ 9092455 w 9819322"/>
                <a:gd name="connsiteY213" fmla="*/ 1052917 h 1062390"/>
                <a:gd name="connsiteX214" fmla="*/ 8954738 w 9819322"/>
                <a:gd name="connsiteY214" fmla="*/ 1060932 h 1062390"/>
                <a:gd name="connsiteX215" fmla="*/ 8829408 w 9819322"/>
                <a:gd name="connsiteY215" fmla="*/ 1035429 h 1062390"/>
                <a:gd name="connsiteX216" fmla="*/ 8730310 w 9819322"/>
                <a:gd name="connsiteY216" fmla="*/ 982237 h 1062390"/>
                <a:gd name="connsiteX217" fmla="*/ 8626840 w 9819322"/>
                <a:gd name="connsiteY217" fmla="*/ 853992 h 1062390"/>
                <a:gd name="connsiteX218" fmla="*/ 8587492 w 9819322"/>
                <a:gd name="connsiteY218" fmla="*/ 661625 h 1062390"/>
                <a:gd name="connsiteX219" fmla="*/ 8683675 w 9819322"/>
                <a:gd name="connsiteY219" fmla="*/ 398578 h 1062390"/>
                <a:gd name="connsiteX220" fmla="*/ 8953281 w 9819322"/>
                <a:gd name="connsiteY220" fmla="*/ 298751 h 1062390"/>
                <a:gd name="connsiteX221" fmla="*/ 2990631 w 9819322"/>
                <a:gd name="connsiteY221" fmla="*/ 298751 h 1062390"/>
                <a:gd name="connsiteX222" fmla="*/ 3196114 w 9819322"/>
                <a:gd name="connsiteY222" fmla="*/ 380362 h 1062390"/>
                <a:gd name="connsiteX223" fmla="*/ 3289383 w 9819322"/>
                <a:gd name="connsiteY223" fmla="*/ 601875 h 1062390"/>
                <a:gd name="connsiteX224" fmla="*/ 3289383 w 9819322"/>
                <a:gd name="connsiteY224" fmla="*/ 714089 h 1062390"/>
                <a:gd name="connsiteX225" fmla="*/ 2769118 w 9819322"/>
                <a:gd name="connsiteY225" fmla="*/ 714089 h 1062390"/>
                <a:gd name="connsiteX226" fmla="*/ 2793164 w 9819322"/>
                <a:gd name="connsiteY226" fmla="*/ 801528 h 1062390"/>
                <a:gd name="connsiteX227" fmla="*/ 2847814 w 9819322"/>
                <a:gd name="connsiteY227" fmla="*/ 880224 h 1062390"/>
                <a:gd name="connsiteX228" fmla="*/ 2939625 w 9819322"/>
                <a:gd name="connsiteY228" fmla="*/ 936331 h 1062390"/>
                <a:gd name="connsiteX229" fmla="*/ 3082443 w 9819322"/>
                <a:gd name="connsiteY229" fmla="*/ 953090 h 1062390"/>
                <a:gd name="connsiteX230" fmla="*/ 3118876 w 9819322"/>
                <a:gd name="connsiteY230" fmla="*/ 949447 h 1062390"/>
                <a:gd name="connsiteX231" fmla="*/ 3168425 w 9819322"/>
                <a:gd name="connsiteY231" fmla="*/ 939974 h 1062390"/>
                <a:gd name="connsiteX232" fmla="*/ 3220889 w 9819322"/>
                <a:gd name="connsiteY232" fmla="*/ 923944 h 1062390"/>
                <a:gd name="connsiteX233" fmla="*/ 3268981 w 9819322"/>
                <a:gd name="connsiteY233" fmla="*/ 902084 h 1062390"/>
                <a:gd name="connsiteX234" fmla="*/ 3268981 w 9819322"/>
                <a:gd name="connsiteY234" fmla="*/ 1007011 h 1062390"/>
                <a:gd name="connsiteX235" fmla="*/ 3129806 w 9819322"/>
                <a:gd name="connsiteY235" fmla="*/ 1052917 h 1062390"/>
                <a:gd name="connsiteX236" fmla="*/ 2992089 w 9819322"/>
                <a:gd name="connsiteY236" fmla="*/ 1060932 h 1062390"/>
                <a:gd name="connsiteX237" fmla="*/ 2866759 w 9819322"/>
                <a:gd name="connsiteY237" fmla="*/ 1035429 h 1062390"/>
                <a:gd name="connsiteX238" fmla="*/ 2767660 w 9819322"/>
                <a:gd name="connsiteY238" fmla="*/ 982237 h 1062390"/>
                <a:gd name="connsiteX239" fmla="*/ 2664191 w 9819322"/>
                <a:gd name="connsiteY239" fmla="*/ 853992 h 1062390"/>
                <a:gd name="connsiteX240" fmla="*/ 2624843 w 9819322"/>
                <a:gd name="connsiteY240" fmla="*/ 661625 h 1062390"/>
                <a:gd name="connsiteX241" fmla="*/ 2721026 w 9819322"/>
                <a:gd name="connsiteY241" fmla="*/ 398578 h 1062390"/>
                <a:gd name="connsiteX242" fmla="*/ 2990631 w 9819322"/>
                <a:gd name="connsiteY242" fmla="*/ 298751 h 1062390"/>
                <a:gd name="connsiteX243" fmla="*/ 6616275 w 9819322"/>
                <a:gd name="connsiteY243" fmla="*/ 297294 h 1062390"/>
                <a:gd name="connsiteX244" fmla="*/ 6829773 w 9819322"/>
                <a:gd name="connsiteY244" fmla="*/ 370889 h 1062390"/>
                <a:gd name="connsiteX245" fmla="*/ 6897539 w 9819322"/>
                <a:gd name="connsiteY245" fmla="*/ 547954 h 1062390"/>
                <a:gd name="connsiteX246" fmla="*/ 6897539 w 9819322"/>
                <a:gd name="connsiteY246" fmla="*/ 1040530 h 1062390"/>
                <a:gd name="connsiteX247" fmla="*/ 6762008 w 9819322"/>
                <a:gd name="connsiteY247" fmla="*/ 1040530 h 1062390"/>
                <a:gd name="connsiteX248" fmla="*/ 6762008 w 9819322"/>
                <a:gd name="connsiteY248" fmla="*/ 956005 h 1062390"/>
                <a:gd name="connsiteX249" fmla="*/ 6756178 w 9819322"/>
                <a:gd name="connsiteY249" fmla="*/ 956005 h 1062390"/>
                <a:gd name="connsiteX250" fmla="*/ 6732861 w 9819322"/>
                <a:gd name="connsiteY250" fmla="*/ 985151 h 1062390"/>
                <a:gd name="connsiteX251" fmla="*/ 6689141 w 9819322"/>
                <a:gd name="connsiteY251" fmla="*/ 1018670 h 1062390"/>
                <a:gd name="connsiteX252" fmla="*/ 6619918 w 9819322"/>
                <a:gd name="connsiteY252" fmla="*/ 1046359 h 1062390"/>
                <a:gd name="connsiteX253" fmla="*/ 6521548 w 9819322"/>
                <a:gd name="connsiteY253" fmla="*/ 1058018 h 1062390"/>
                <a:gd name="connsiteX254" fmla="*/ 6443582 w 9819322"/>
                <a:gd name="connsiteY254" fmla="*/ 1044902 h 1062390"/>
                <a:gd name="connsiteX255" fmla="*/ 6374359 w 9819322"/>
                <a:gd name="connsiteY255" fmla="*/ 1005554 h 1062390"/>
                <a:gd name="connsiteX256" fmla="*/ 6325539 w 9819322"/>
                <a:gd name="connsiteY256" fmla="*/ 944346 h 1062390"/>
                <a:gd name="connsiteX257" fmla="*/ 6307322 w 9819322"/>
                <a:gd name="connsiteY257" fmla="*/ 861279 h 1062390"/>
                <a:gd name="connsiteX258" fmla="*/ 6359057 w 9819322"/>
                <a:gd name="connsiteY258" fmla="*/ 716275 h 1062390"/>
                <a:gd name="connsiteX259" fmla="*/ 6485116 w 9819322"/>
                <a:gd name="connsiteY259" fmla="*/ 632479 h 1062390"/>
                <a:gd name="connsiteX260" fmla="*/ 6574741 w 9819322"/>
                <a:gd name="connsiteY260" fmla="*/ 613534 h 1062390"/>
                <a:gd name="connsiteX261" fmla="*/ 6651250 w 9819322"/>
                <a:gd name="connsiteY261" fmla="*/ 606247 h 1062390"/>
                <a:gd name="connsiteX262" fmla="*/ 6712458 w 9819322"/>
                <a:gd name="connsiteY262" fmla="*/ 606247 h 1062390"/>
                <a:gd name="connsiteX263" fmla="*/ 6762008 w 9819322"/>
                <a:gd name="connsiteY263" fmla="*/ 607704 h 1062390"/>
                <a:gd name="connsiteX264" fmla="*/ 6762008 w 9819322"/>
                <a:gd name="connsiteY264" fmla="*/ 555241 h 1062390"/>
                <a:gd name="connsiteX265" fmla="*/ 6759093 w 9819322"/>
                <a:gd name="connsiteY265" fmla="*/ 514435 h 1062390"/>
                <a:gd name="connsiteX266" fmla="*/ 6740147 w 9819322"/>
                <a:gd name="connsiteY266" fmla="*/ 463429 h 1062390"/>
                <a:gd name="connsiteX267" fmla="*/ 6693513 w 9819322"/>
                <a:gd name="connsiteY267" fmla="*/ 424810 h 1062390"/>
                <a:gd name="connsiteX268" fmla="*/ 6614818 w 9819322"/>
                <a:gd name="connsiteY268" fmla="*/ 408051 h 1062390"/>
                <a:gd name="connsiteX269" fmla="*/ 6512805 w 9819322"/>
                <a:gd name="connsiteY269" fmla="*/ 437926 h 1062390"/>
                <a:gd name="connsiteX270" fmla="*/ 6474914 w 9819322"/>
                <a:gd name="connsiteY270" fmla="*/ 524637 h 1062390"/>
                <a:gd name="connsiteX271" fmla="*/ 6327725 w 9819322"/>
                <a:gd name="connsiteY271" fmla="*/ 524637 h 1062390"/>
                <a:gd name="connsiteX272" fmla="*/ 6345213 w 9819322"/>
                <a:gd name="connsiteY272" fmla="*/ 441569 h 1062390"/>
                <a:gd name="connsiteX273" fmla="*/ 6399134 w 9819322"/>
                <a:gd name="connsiteY273" fmla="*/ 368703 h 1062390"/>
                <a:gd name="connsiteX274" fmla="*/ 6489488 w 9819322"/>
                <a:gd name="connsiteY274" fmla="*/ 316968 h 1062390"/>
                <a:gd name="connsiteX275" fmla="*/ 6616275 w 9819322"/>
                <a:gd name="connsiteY275" fmla="*/ 297294 h 1062390"/>
                <a:gd name="connsiteX276" fmla="*/ 5257801 w 9819322"/>
                <a:gd name="connsiteY276" fmla="*/ 1457 h 1062390"/>
                <a:gd name="connsiteX277" fmla="*/ 5531777 w 9819322"/>
                <a:gd name="connsiteY277" fmla="*/ 1457 h 1062390"/>
                <a:gd name="connsiteX278" fmla="*/ 5672410 w 9819322"/>
                <a:gd name="connsiteY278" fmla="*/ 16030 h 1062390"/>
                <a:gd name="connsiteX279" fmla="*/ 5799925 w 9819322"/>
                <a:gd name="connsiteY279" fmla="*/ 65579 h 1062390"/>
                <a:gd name="connsiteX280" fmla="*/ 5891008 w 9819322"/>
                <a:gd name="connsiteY280" fmla="*/ 159577 h 1062390"/>
                <a:gd name="connsiteX281" fmla="*/ 5926713 w 9819322"/>
                <a:gd name="connsiteY281" fmla="*/ 307495 h 1062390"/>
                <a:gd name="connsiteX282" fmla="*/ 5891008 w 9819322"/>
                <a:gd name="connsiteY282" fmla="*/ 459786 h 1062390"/>
                <a:gd name="connsiteX283" fmla="*/ 5798468 w 9819322"/>
                <a:gd name="connsiteY283" fmla="*/ 556698 h 1062390"/>
                <a:gd name="connsiteX284" fmla="*/ 5672410 w 9819322"/>
                <a:gd name="connsiteY284" fmla="*/ 607704 h 1062390"/>
                <a:gd name="connsiteX285" fmla="*/ 5531777 w 9819322"/>
                <a:gd name="connsiteY285" fmla="*/ 622278 h 1062390"/>
                <a:gd name="connsiteX286" fmla="*/ 5455997 w 9819322"/>
                <a:gd name="connsiteY286" fmla="*/ 622278 h 1062390"/>
                <a:gd name="connsiteX287" fmla="*/ 5455997 w 9819322"/>
                <a:gd name="connsiteY287" fmla="*/ 496948 h 1062390"/>
                <a:gd name="connsiteX288" fmla="*/ 5530320 w 9819322"/>
                <a:gd name="connsiteY288" fmla="*/ 496948 h 1062390"/>
                <a:gd name="connsiteX289" fmla="*/ 5619217 w 9819322"/>
                <a:gd name="connsiteY289" fmla="*/ 489661 h 1062390"/>
                <a:gd name="connsiteX290" fmla="*/ 5699370 w 9819322"/>
                <a:gd name="connsiteY290" fmla="*/ 460515 h 1062390"/>
                <a:gd name="connsiteX291" fmla="*/ 5758391 w 9819322"/>
                <a:gd name="connsiteY291" fmla="*/ 402950 h 1062390"/>
                <a:gd name="connsiteX292" fmla="*/ 5780980 w 9819322"/>
                <a:gd name="connsiteY292" fmla="*/ 307495 h 1062390"/>
                <a:gd name="connsiteX293" fmla="*/ 5758391 w 9819322"/>
                <a:gd name="connsiteY293" fmla="*/ 221513 h 1062390"/>
                <a:gd name="connsiteX294" fmla="*/ 5699370 w 9819322"/>
                <a:gd name="connsiteY294" fmla="*/ 164677 h 1062390"/>
                <a:gd name="connsiteX295" fmla="*/ 5619217 w 9819322"/>
                <a:gd name="connsiteY295" fmla="*/ 133345 h 1062390"/>
                <a:gd name="connsiteX296" fmla="*/ 5530320 w 9819322"/>
                <a:gd name="connsiteY296" fmla="*/ 123872 h 1062390"/>
                <a:gd name="connsiteX297" fmla="*/ 5396246 w 9819322"/>
                <a:gd name="connsiteY297" fmla="*/ 123872 h 1062390"/>
                <a:gd name="connsiteX298" fmla="*/ 5396246 w 9819322"/>
                <a:gd name="connsiteY298" fmla="*/ 1049274 h 1062390"/>
                <a:gd name="connsiteX299" fmla="*/ 5257801 w 9819322"/>
                <a:gd name="connsiteY299" fmla="*/ 1049274 h 1062390"/>
                <a:gd name="connsiteX300" fmla="*/ 0 w 9819322"/>
                <a:gd name="connsiteY300" fmla="*/ 1457 h 1062390"/>
                <a:gd name="connsiteX301" fmla="*/ 273978 w 9819322"/>
                <a:gd name="connsiteY301" fmla="*/ 1457 h 1062390"/>
                <a:gd name="connsiteX302" fmla="*/ 414609 w 9819322"/>
                <a:gd name="connsiteY302" fmla="*/ 16030 h 1062390"/>
                <a:gd name="connsiteX303" fmla="*/ 542125 w 9819322"/>
                <a:gd name="connsiteY303" fmla="*/ 65579 h 1062390"/>
                <a:gd name="connsiteX304" fmla="*/ 633208 w 9819322"/>
                <a:gd name="connsiteY304" fmla="*/ 159577 h 1062390"/>
                <a:gd name="connsiteX305" fmla="*/ 668913 w 9819322"/>
                <a:gd name="connsiteY305" fmla="*/ 307495 h 1062390"/>
                <a:gd name="connsiteX306" fmla="*/ 633208 w 9819322"/>
                <a:gd name="connsiteY306" fmla="*/ 459786 h 1062390"/>
                <a:gd name="connsiteX307" fmla="*/ 540668 w 9819322"/>
                <a:gd name="connsiteY307" fmla="*/ 556698 h 1062390"/>
                <a:gd name="connsiteX308" fmla="*/ 414609 w 9819322"/>
                <a:gd name="connsiteY308" fmla="*/ 607704 h 1062390"/>
                <a:gd name="connsiteX309" fmla="*/ 273978 w 9819322"/>
                <a:gd name="connsiteY309" fmla="*/ 622278 h 1062390"/>
                <a:gd name="connsiteX310" fmla="*/ 198197 w 9819322"/>
                <a:gd name="connsiteY310" fmla="*/ 622278 h 1062390"/>
                <a:gd name="connsiteX311" fmla="*/ 198197 w 9819322"/>
                <a:gd name="connsiteY311" fmla="*/ 496948 h 1062390"/>
                <a:gd name="connsiteX312" fmla="*/ 272520 w 9819322"/>
                <a:gd name="connsiteY312" fmla="*/ 496948 h 1062390"/>
                <a:gd name="connsiteX313" fmla="*/ 361417 w 9819322"/>
                <a:gd name="connsiteY313" fmla="*/ 489661 h 1062390"/>
                <a:gd name="connsiteX314" fmla="*/ 441570 w 9819322"/>
                <a:gd name="connsiteY314" fmla="*/ 460515 h 1062390"/>
                <a:gd name="connsiteX315" fmla="*/ 500592 w 9819322"/>
                <a:gd name="connsiteY315" fmla="*/ 402950 h 1062390"/>
                <a:gd name="connsiteX316" fmla="*/ 523180 w 9819322"/>
                <a:gd name="connsiteY316" fmla="*/ 307495 h 1062390"/>
                <a:gd name="connsiteX317" fmla="*/ 500592 w 9819322"/>
                <a:gd name="connsiteY317" fmla="*/ 221513 h 1062390"/>
                <a:gd name="connsiteX318" fmla="*/ 441570 w 9819322"/>
                <a:gd name="connsiteY318" fmla="*/ 164677 h 1062390"/>
                <a:gd name="connsiteX319" fmla="*/ 361417 w 9819322"/>
                <a:gd name="connsiteY319" fmla="*/ 133345 h 1062390"/>
                <a:gd name="connsiteX320" fmla="*/ 272520 w 9819322"/>
                <a:gd name="connsiteY320" fmla="*/ 123872 h 1062390"/>
                <a:gd name="connsiteX321" fmla="*/ 138446 w 9819322"/>
                <a:gd name="connsiteY321" fmla="*/ 123872 h 1062390"/>
                <a:gd name="connsiteX322" fmla="*/ 138446 w 9819322"/>
                <a:gd name="connsiteY322" fmla="*/ 1049274 h 1062390"/>
                <a:gd name="connsiteX323" fmla="*/ 0 w 9819322"/>
                <a:gd name="connsiteY323" fmla="*/ 1049274 h 1062390"/>
                <a:gd name="connsiteX324" fmla="*/ 6037393 w 9819322"/>
                <a:gd name="connsiteY324" fmla="*/ 0 h 1062390"/>
                <a:gd name="connsiteX325" fmla="*/ 6171467 w 9819322"/>
                <a:gd name="connsiteY325" fmla="*/ 0 h 1062390"/>
                <a:gd name="connsiteX326" fmla="*/ 6171467 w 9819322"/>
                <a:gd name="connsiteY326" fmla="*/ 1046359 h 1062390"/>
                <a:gd name="connsiteX327" fmla="*/ 6037393 w 9819322"/>
                <a:gd name="connsiteY327" fmla="*/ 1046359 h 1062390"/>
                <a:gd name="connsiteX328" fmla="*/ 779593 w 9819322"/>
                <a:gd name="connsiteY328" fmla="*/ 0 h 1062390"/>
                <a:gd name="connsiteX329" fmla="*/ 913667 w 9819322"/>
                <a:gd name="connsiteY329" fmla="*/ 0 h 1062390"/>
                <a:gd name="connsiteX330" fmla="*/ 913667 w 9819322"/>
                <a:gd name="connsiteY330" fmla="*/ 1046359 h 1062390"/>
                <a:gd name="connsiteX331" fmla="*/ 779593 w 9819322"/>
                <a:gd name="connsiteY331" fmla="*/ 1046359 h 106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</a:cxnLst>
              <a:rect l="l" t="t" r="r" b="b"/>
              <a:pathLst>
                <a:path w="9819322" h="1062390">
                  <a:moveTo>
                    <a:pt x="6681126" y="701702"/>
                  </a:moveTo>
                  <a:cubicBezTo>
                    <a:pt x="6651493" y="702188"/>
                    <a:pt x="6620647" y="706317"/>
                    <a:pt x="6588586" y="714089"/>
                  </a:cubicBezTo>
                  <a:cubicBezTo>
                    <a:pt x="6573041" y="717975"/>
                    <a:pt x="6557253" y="723562"/>
                    <a:pt x="6541223" y="730848"/>
                  </a:cubicBezTo>
                  <a:cubicBezTo>
                    <a:pt x="6525192" y="738135"/>
                    <a:pt x="6510376" y="747122"/>
                    <a:pt x="6496774" y="757809"/>
                  </a:cubicBezTo>
                  <a:cubicBezTo>
                    <a:pt x="6483172" y="768496"/>
                    <a:pt x="6472243" y="781369"/>
                    <a:pt x="6463984" y="796428"/>
                  </a:cubicBezTo>
                  <a:cubicBezTo>
                    <a:pt x="6455726" y="811487"/>
                    <a:pt x="6451597" y="827760"/>
                    <a:pt x="6451597" y="845248"/>
                  </a:cubicBezTo>
                  <a:cubicBezTo>
                    <a:pt x="6451597" y="884110"/>
                    <a:pt x="6463984" y="910828"/>
                    <a:pt x="6488759" y="925401"/>
                  </a:cubicBezTo>
                  <a:cubicBezTo>
                    <a:pt x="6513534" y="939974"/>
                    <a:pt x="6541951" y="947261"/>
                    <a:pt x="6574013" y="947261"/>
                  </a:cubicBezTo>
                  <a:cubicBezTo>
                    <a:pt x="6602188" y="947261"/>
                    <a:pt x="6634734" y="937546"/>
                    <a:pt x="6671653" y="918114"/>
                  </a:cubicBezTo>
                  <a:cubicBezTo>
                    <a:pt x="6708572" y="898684"/>
                    <a:pt x="6734804" y="870994"/>
                    <a:pt x="6750349" y="835047"/>
                  </a:cubicBezTo>
                  <a:cubicBezTo>
                    <a:pt x="6753263" y="824360"/>
                    <a:pt x="6755935" y="812944"/>
                    <a:pt x="6758364" y="800800"/>
                  </a:cubicBezTo>
                  <a:cubicBezTo>
                    <a:pt x="6760792" y="788655"/>
                    <a:pt x="6762008" y="775782"/>
                    <a:pt x="6762008" y="762181"/>
                  </a:cubicBezTo>
                  <a:lnTo>
                    <a:pt x="6762008" y="702430"/>
                  </a:lnTo>
                  <a:cubicBezTo>
                    <a:pt x="6737718" y="701459"/>
                    <a:pt x="6710758" y="701216"/>
                    <a:pt x="6681126" y="701702"/>
                  </a:cubicBezTo>
                  <a:close/>
                  <a:moveTo>
                    <a:pt x="8943079" y="409508"/>
                  </a:moveTo>
                  <a:cubicBezTo>
                    <a:pt x="8883815" y="409508"/>
                    <a:pt x="8834995" y="426996"/>
                    <a:pt x="8796619" y="461972"/>
                  </a:cubicBezTo>
                  <a:cubicBezTo>
                    <a:pt x="8758242" y="496948"/>
                    <a:pt x="8735654" y="544068"/>
                    <a:pt x="8728853" y="603332"/>
                  </a:cubicBezTo>
                  <a:lnTo>
                    <a:pt x="9113586" y="603332"/>
                  </a:lnTo>
                  <a:cubicBezTo>
                    <a:pt x="9113586" y="581958"/>
                    <a:pt x="9110429" y="559855"/>
                    <a:pt x="9104114" y="537024"/>
                  </a:cubicBezTo>
                  <a:cubicBezTo>
                    <a:pt x="9097799" y="514193"/>
                    <a:pt x="9087840" y="493547"/>
                    <a:pt x="9074239" y="475088"/>
                  </a:cubicBezTo>
                  <a:cubicBezTo>
                    <a:pt x="9060637" y="455657"/>
                    <a:pt x="9042906" y="439869"/>
                    <a:pt x="9021046" y="427725"/>
                  </a:cubicBezTo>
                  <a:cubicBezTo>
                    <a:pt x="8999186" y="415580"/>
                    <a:pt x="8973198" y="409508"/>
                    <a:pt x="8943079" y="409508"/>
                  </a:cubicBezTo>
                  <a:close/>
                  <a:moveTo>
                    <a:pt x="2980430" y="409508"/>
                  </a:moveTo>
                  <a:cubicBezTo>
                    <a:pt x="2921166" y="409508"/>
                    <a:pt x="2872345" y="426996"/>
                    <a:pt x="2833969" y="461972"/>
                  </a:cubicBezTo>
                  <a:cubicBezTo>
                    <a:pt x="2795593" y="496948"/>
                    <a:pt x="2773004" y="544068"/>
                    <a:pt x="2766204" y="603332"/>
                  </a:cubicBezTo>
                  <a:lnTo>
                    <a:pt x="3150937" y="603332"/>
                  </a:lnTo>
                  <a:cubicBezTo>
                    <a:pt x="3150937" y="581958"/>
                    <a:pt x="3147780" y="559855"/>
                    <a:pt x="3141464" y="537024"/>
                  </a:cubicBezTo>
                  <a:cubicBezTo>
                    <a:pt x="3135150" y="514193"/>
                    <a:pt x="3125191" y="493547"/>
                    <a:pt x="3111589" y="475088"/>
                  </a:cubicBezTo>
                  <a:cubicBezTo>
                    <a:pt x="3097988" y="455657"/>
                    <a:pt x="3080257" y="439869"/>
                    <a:pt x="3058397" y="427725"/>
                  </a:cubicBezTo>
                  <a:cubicBezTo>
                    <a:pt x="3036537" y="415580"/>
                    <a:pt x="3010548" y="409508"/>
                    <a:pt x="2980430" y="409508"/>
                  </a:cubicBezTo>
                  <a:close/>
                  <a:moveTo>
                    <a:pt x="9819322" y="303123"/>
                  </a:moveTo>
                  <a:lnTo>
                    <a:pt x="9819322" y="437197"/>
                  </a:lnTo>
                  <a:cubicBezTo>
                    <a:pt x="9749371" y="437197"/>
                    <a:pt x="9686220" y="451528"/>
                    <a:pt x="9629870" y="480188"/>
                  </a:cubicBezTo>
                  <a:cubicBezTo>
                    <a:pt x="9573520" y="508849"/>
                    <a:pt x="9537087" y="555726"/>
                    <a:pt x="9520571" y="620820"/>
                  </a:cubicBezTo>
                  <a:cubicBezTo>
                    <a:pt x="9515713" y="640251"/>
                    <a:pt x="9512070" y="660897"/>
                    <a:pt x="9509641" y="682757"/>
                  </a:cubicBezTo>
                  <a:cubicBezTo>
                    <a:pt x="9507212" y="704616"/>
                    <a:pt x="9505998" y="727205"/>
                    <a:pt x="9505998" y="750522"/>
                  </a:cubicBezTo>
                  <a:lnTo>
                    <a:pt x="9505998" y="1046359"/>
                  </a:lnTo>
                  <a:lnTo>
                    <a:pt x="9376296" y="1046359"/>
                  </a:lnTo>
                  <a:lnTo>
                    <a:pt x="9376296" y="319154"/>
                  </a:lnTo>
                  <a:lnTo>
                    <a:pt x="9505998" y="319154"/>
                  </a:lnTo>
                  <a:lnTo>
                    <a:pt x="9505998" y="470716"/>
                  </a:lnTo>
                  <a:lnTo>
                    <a:pt x="9513284" y="470716"/>
                  </a:lnTo>
                  <a:cubicBezTo>
                    <a:pt x="9516199" y="464886"/>
                    <a:pt x="9520328" y="457600"/>
                    <a:pt x="9525672" y="448856"/>
                  </a:cubicBezTo>
                  <a:cubicBezTo>
                    <a:pt x="9531015" y="440112"/>
                    <a:pt x="9537087" y="430396"/>
                    <a:pt x="9543888" y="419709"/>
                  </a:cubicBezTo>
                  <a:cubicBezTo>
                    <a:pt x="9551661" y="409994"/>
                    <a:pt x="9559918" y="400035"/>
                    <a:pt x="9568662" y="389834"/>
                  </a:cubicBezTo>
                  <a:cubicBezTo>
                    <a:pt x="9577407" y="379633"/>
                    <a:pt x="9587607" y="370160"/>
                    <a:pt x="9599266" y="361416"/>
                  </a:cubicBezTo>
                  <a:cubicBezTo>
                    <a:pt x="9628413" y="341014"/>
                    <a:pt x="9659017" y="326198"/>
                    <a:pt x="9691078" y="316968"/>
                  </a:cubicBezTo>
                  <a:cubicBezTo>
                    <a:pt x="9723139" y="307738"/>
                    <a:pt x="9765887" y="303123"/>
                    <a:pt x="9819322" y="303123"/>
                  </a:cubicBezTo>
                  <a:close/>
                  <a:moveTo>
                    <a:pt x="3856673" y="303123"/>
                  </a:moveTo>
                  <a:lnTo>
                    <a:pt x="3856673" y="437197"/>
                  </a:lnTo>
                  <a:cubicBezTo>
                    <a:pt x="3786721" y="437197"/>
                    <a:pt x="3723570" y="451528"/>
                    <a:pt x="3667220" y="480188"/>
                  </a:cubicBezTo>
                  <a:cubicBezTo>
                    <a:pt x="3610870" y="508849"/>
                    <a:pt x="3574437" y="555726"/>
                    <a:pt x="3557921" y="620820"/>
                  </a:cubicBezTo>
                  <a:cubicBezTo>
                    <a:pt x="3553063" y="640251"/>
                    <a:pt x="3549420" y="660897"/>
                    <a:pt x="3546991" y="682757"/>
                  </a:cubicBezTo>
                  <a:cubicBezTo>
                    <a:pt x="3544562" y="704616"/>
                    <a:pt x="3543348" y="727205"/>
                    <a:pt x="3543348" y="750522"/>
                  </a:cubicBezTo>
                  <a:lnTo>
                    <a:pt x="3543348" y="1046359"/>
                  </a:lnTo>
                  <a:lnTo>
                    <a:pt x="3413646" y="1046359"/>
                  </a:lnTo>
                  <a:lnTo>
                    <a:pt x="3413646" y="319154"/>
                  </a:lnTo>
                  <a:lnTo>
                    <a:pt x="3543348" y="319154"/>
                  </a:lnTo>
                  <a:lnTo>
                    <a:pt x="3543348" y="470716"/>
                  </a:lnTo>
                  <a:lnTo>
                    <a:pt x="3550635" y="470716"/>
                  </a:lnTo>
                  <a:cubicBezTo>
                    <a:pt x="3553549" y="464886"/>
                    <a:pt x="3557678" y="457600"/>
                    <a:pt x="3563022" y="448856"/>
                  </a:cubicBezTo>
                  <a:cubicBezTo>
                    <a:pt x="3568365" y="440112"/>
                    <a:pt x="3574437" y="430396"/>
                    <a:pt x="3581238" y="419709"/>
                  </a:cubicBezTo>
                  <a:cubicBezTo>
                    <a:pt x="3589011" y="409994"/>
                    <a:pt x="3597269" y="400035"/>
                    <a:pt x="3606013" y="389834"/>
                  </a:cubicBezTo>
                  <a:cubicBezTo>
                    <a:pt x="3614757" y="379633"/>
                    <a:pt x="3624958" y="370160"/>
                    <a:pt x="3636617" y="361416"/>
                  </a:cubicBezTo>
                  <a:cubicBezTo>
                    <a:pt x="3665763" y="341014"/>
                    <a:pt x="3696367" y="326198"/>
                    <a:pt x="3728428" y="316968"/>
                  </a:cubicBezTo>
                  <a:cubicBezTo>
                    <a:pt x="3760489" y="307738"/>
                    <a:pt x="3803237" y="303123"/>
                    <a:pt x="3856673" y="303123"/>
                  </a:cubicBezTo>
                  <a:close/>
                  <a:moveTo>
                    <a:pt x="8223913" y="300209"/>
                  </a:moveTo>
                  <a:cubicBezTo>
                    <a:pt x="8291922" y="300209"/>
                    <a:pt x="8348029" y="320854"/>
                    <a:pt x="8392235" y="362145"/>
                  </a:cubicBezTo>
                  <a:cubicBezTo>
                    <a:pt x="8436440" y="403436"/>
                    <a:pt x="8458543" y="460515"/>
                    <a:pt x="8458543" y="533381"/>
                  </a:cubicBezTo>
                  <a:lnTo>
                    <a:pt x="8458543" y="1043444"/>
                  </a:lnTo>
                  <a:lnTo>
                    <a:pt x="8331756" y="1043444"/>
                  </a:lnTo>
                  <a:lnTo>
                    <a:pt x="8331756" y="647052"/>
                  </a:lnTo>
                  <a:cubicBezTo>
                    <a:pt x="8331756" y="622763"/>
                    <a:pt x="8331270" y="598232"/>
                    <a:pt x="8330298" y="573457"/>
                  </a:cubicBezTo>
                  <a:cubicBezTo>
                    <a:pt x="8329327" y="548683"/>
                    <a:pt x="8324954" y="525608"/>
                    <a:pt x="8317182" y="504234"/>
                  </a:cubicBezTo>
                  <a:cubicBezTo>
                    <a:pt x="8309410" y="483832"/>
                    <a:pt x="8296537" y="466587"/>
                    <a:pt x="8278563" y="452499"/>
                  </a:cubicBezTo>
                  <a:cubicBezTo>
                    <a:pt x="8260590" y="438412"/>
                    <a:pt x="8234601" y="429911"/>
                    <a:pt x="8200596" y="426996"/>
                  </a:cubicBezTo>
                  <a:cubicBezTo>
                    <a:pt x="8153962" y="424081"/>
                    <a:pt x="8111214" y="443512"/>
                    <a:pt x="8072351" y="485289"/>
                  </a:cubicBezTo>
                  <a:cubicBezTo>
                    <a:pt x="8033489" y="527066"/>
                    <a:pt x="8005801" y="580501"/>
                    <a:pt x="7989284" y="645595"/>
                  </a:cubicBezTo>
                  <a:cubicBezTo>
                    <a:pt x="7984427" y="665026"/>
                    <a:pt x="7981026" y="683242"/>
                    <a:pt x="7979083" y="700244"/>
                  </a:cubicBezTo>
                  <a:cubicBezTo>
                    <a:pt x="7977139" y="717247"/>
                    <a:pt x="7976168" y="733520"/>
                    <a:pt x="7976168" y="749065"/>
                  </a:cubicBezTo>
                  <a:lnTo>
                    <a:pt x="7976168" y="1043444"/>
                  </a:lnTo>
                  <a:lnTo>
                    <a:pt x="7850839" y="1043444"/>
                  </a:lnTo>
                  <a:lnTo>
                    <a:pt x="7850839" y="316239"/>
                  </a:lnTo>
                  <a:lnTo>
                    <a:pt x="7976168" y="316239"/>
                  </a:lnTo>
                  <a:lnTo>
                    <a:pt x="7976168" y="482374"/>
                  </a:lnTo>
                  <a:lnTo>
                    <a:pt x="7980541" y="482374"/>
                  </a:lnTo>
                  <a:cubicBezTo>
                    <a:pt x="7984427" y="471687"/>
                    <a:pt x="7991470" y="456142"/>
                    <a:pt x="8001671" y="435740"/>
                  </a:cubicBezTo>
                  <a:cubicBezTo>
                    <a:pt x="8011873" y="415337"/>
                    <a:pt x="8026689" y="394935"/>
                    <a:pt x="8046119" y="374532"/>
                  </a:cubicBezTo>
                  <a:cubicBezTo>
                    <a:pt x="8064579" y="355101"/>
                    <a:pt x="8088382" y="337856"/>
                    <a:pt x="8117529" y="322797"/>
                  </a:cubicBezTo>
                  <a:cubicBezTo>
                    <a:pt x="8146675" y="307738"/>
                    <a:pt x="8182137" y="300209"/>
                    <a:pt x="8223913" y="300209"/>
                  </a:cubicBezTo>
                  <a:close/>
                  <a:moveTo>
                    <a:pt x="7433339" y="300209"/>
                  </a:moveTo>
                  <a:cubicBezTo>
                    <a:pt x="7501347" y="300209"/>
                    <a:pt x="7557454" y="320854"/>
                    <a:pt x="7601659" y="362145"/>
                  </a:cubicBezTo>
                  <a:cubicBezTo>
                    <a:pt x="7645865" y="403436"/>
                    <a:pt x="7667967" y="460515"/>
                    <a:pt x="7667967" y="533381"/>
                  </a:cubicBezTo>
                  <a:lnTo>
                    <a:pt x="7667967" y="1043444"/>
                  </a:lnTo>
                  <a:lnTo>
                    <a:pt x="7541181" y="1043444"/>
                  </a:lnTo>
                  <a:lnTo>
                    <a:pt x="7541181" y="647052"/>
                  </a:lnTo>
                  <a:cubicBezTo>
                    <a:pt x="7541181" y="622763"/>
                    <a:pt x="7540695" y="598232"/>
                    <a:pt x="7539723" y="573457"/>
                  </a:cubicBezTo>
                  <a:cubicBezTo>
                    <a:pt x="7538751" y="548683"/>
                    <a:pt x="7534380" y="525608"/>
                    <a:pt x="7526607" y="504234"/>
                  </a:cubicBezTo>
                  <a:cubicBezTo>
                    <a:pt x="7518835" y="483832"/>
                    <a:pt x="7505962" y="466587"/>
                    <a:pt x="7487989" y="452499"/>
                  </a:cubicBezTo>
                  <a:cubicBezTo>
                    <a:pt x="7470015" y="438412"/>
                    <a:pt x="7444026" y="429911"/>
                    <a:pt x="7410021" y="426996"/>
                  </a:cubicBezTo>
                  <a:cubicBezTo>
                    <a:pt x="7363387" y="424081"/>
                    <a:pt x="7320639" y="443512"/>
                    <a:pt x="7281777" y="485289"/>
                  </a:cubicBezTo>
                  <a:cubicBezTo>
                    <a:pt x="7242915" y="527066"/>
                    <a:pt x="7215226" y="580501"/>
                    <a:pt x="7198709" y="645595"/>
                  </a:cubicBezTo>
                  <a:cubicBezTo>
                    <a:pt x="7193852" y="665026"/>
                    <a:pt x="7190451" y="683242"/>
                    <a:pt x="7188508" y="700244"/>
                  </a:cubicBezTo>
                  <a:cubicBezTo>
                    <a:pt x="7186565" y="717247"/>
                    <a:pt x="7185594" y="733520"/>
                    <a:pt x="7185594" y="749065"/>
                  </a:cubicBezTo>
                  <a:lnTo>
                    <a:pt x="7185594" y="1043444"/>
                  </a:lnTo>
                  <a:lnTo>
                    <a:pt x="7060264" y="1043444"/>
                  </a:lnTo>
                  <a:lnTo>
                    <a:pt x="7060264" y="316239"/>
                  </a:lnTo>
                  <a:lnTo>
                    <a:pt x="7185594" y="316239"/>
                  </a:lnTo>
                  <a:lnTo>
                    <a:pt x="7185594" y="482374"/>
                  </a:lnTo>
                  <a:lnTo>
                    <a:pt x="7189966" y="482374"/>
                  </a:lnTo>
                  <a:cubicBezTo>
                    <a:pt x="7193852" y="471687"/>
                    <a:pt x="7200896" y="456142"/>
                    <a:pt x="7211097" y="435740"/>
                  </a:cubicBezTo>
                  <a:cubicBezTo>
                    <a:pt x="7221298" y="415337"/>
                    <a:pt x="7236114" y="394935"/>
                    <a:pt x="7255545" y="374532"/>
                  </a:cubicBezTo>
                  <a:cubicBezTo>
                    <a:pt x="7274005" y="355101"/>
                    <a:pt x="7297807" y="337856"/>
                    <a:pt x="7326954" y="322797"/>
                  </a:cubicBezTo>
                  <a:cubicBezTo>
                    <a:pt x="7356101" y="307738"/>
                    <a:pt x="7391562" y="300209"/>
                    <a:pt x="7433339" y="300209"/>
                  </a:cubicBezTo>
                  <a:close/>
                  <a:moveTo>
                    <a:pt x="4442651" y="300209"/>
                  </a:moveTo>
                  <a:cubicBezTo>
                    <a:pt x="4480541" y="300209"/>
                    <a:pt x="4518432" y="304824"/>
                    <a:pt x="4556322" y="314053"/>
                  </a:cubicBezTo>
                  <a:cubicBezTo>
                    <a:pt x="4594213" y="323283"/>
                    <a:pt x="4623359" y="330813"/>
                    <a:pt x="4643762" y="336642"/>
                  </a:cubicBezTo>
                  <a:lnTo>
                    <a:pt x="4643762" y="467801"/>
                  </a:lnTo>
                  <a:cubicBezTo>
                    <a:pt x="4624330" y="459057"/>
                    <a:pt x="4595184" y="447156"/>
                    <a:pt x="4556322" y="432097"/>
                  </a:cubicBezTo>
                  <a:cubicBezTo>
                    <a:pt x="4517460" y="417038"/>
                    <a:pt x="4474712" y="409508"/>
                    <a:pt x="4428078" y="409508"/>
                  </a:cubicBezTo>
                  <a:cubicBezTo>
                    <a:pt x="4398931" y="409508"/>
                    <a:pt x="4370270" y="414852"/>
                    <a:pt x="4342096" y="425539"/>
                  </a:cubicBezTo>
                  <a:cubicBezTo>
                    <a:pt x="4313920" y="436226"/>
                    <a:pt x="4299833" y="455171"/>
                    <a:pt x="4299833" y="482374"/>
                  </a:cubicBezTo>
                  <a:cubicBezTo>
                    <a:pt x="4299833" y="501805"/>
                    <a:pt x="4304448" y="518565"/>
                    <a:pt x="4313678" y="532652"/>
                  </a:cubicBezTo>
                  <a:cubicBezTo>
                    <a:pt x="4322907" y="546739"/>
                    <a:pt x="4337238" y="559613"/>
                    <a:pt x="4356669" y="571271"/>
                  </a:cubicBezTo>
                  <a:cubicBezTo>
                    <a:pt x="4377071" y="583901"/>
                    <a:pt x="4405975" y="596531"/>
                    <a:pt x="4443380" y="609162"/>
                  </a:cubicBezTo>
                  <a:cubicBezTo>
                    <a:pt x="4480784" y="621792"/>
                    <a:pt x="4517946" y="637822"/>
                    <a:pt x="4554865" y="657253"/>
                  </a:cubicBezTo>
                  <a:cubicBezTo>
                    <a:pt x="4590812" y="676684"/>
                    <a:pt x="4622388" y="701216"/>
                    <a:pt x="4649591" y="730848"/>
                  </a:cubicBezTo>
                  <a:cubicBezTo>
                    <a:pt x="4676794" y="760480"/>
                    <a:pt x="4690396" y="798128"/>
                    <a:pt x="4690396" y="843791"/>
                  </a:cubicBezTo>
                  <a:cubicBezTo>
                    <a:pt x="4690396" y="876824"/>
                    <a:pt x="4685538" y="906699"/>
                    <a:pt x="4675823" y="933416"/>
                  </a:cubicBezTo>
                  <a:cubicBezTo>
                    <a:pt x="4666107" y="960134"/>
                    <a:pt x="4649591" y="983208"/>
                    <a:pt x="4626274" y="1002639"/>
                  </a:cubicBezTo>
                  <a:cubicBezTo>
                    <a:pt x="4602957" y="1022070"/>
                    <a:pt x="4571624" y="1036886"/>
                    <a:pt x="4532276" y="1047088"/>
                  </a:cubicBezTo>
                  <a:cubicBezTo>
                    <a:pt x="4492929" y="1057289"/>
                    <a:pt x="4443622" y="1062390"/>
                    <a:pt x="4384358" y="1062390"/>
                  </a:cubicBezTo>
                  <a:cubicBezTo>
                    <a:pt x="4337724" y="1062390"/>
                    <a:pt x="4294733" y="1057775"/>
                    <a:pt x="4255385" y="1048545"/>
                  </a:cubicBezTo>
                  <a:cubicBezTo>
                    <a:pt x="4216037" y="1039315"/>
                    <a:pt x="4185190" y="1029357"/>
                    <a:pt x="4162845" y="1018670"/>
                  </a:cubicBezTo>
                  <a:lnTo>
                    <a:pt x="4162845" y="883139"/>
                  </a:lnTo>
                  <a:cubicBezTo>
                    <a:pt x="4171589" y="887996"/>
                    <a:pt x="4182761" y="894069"/>
                    <a:pt x="4196363" y="901355"/>
                  </a:cubicBezTo>
                  <a:cubicBezTo>
                    <a:pt x="4209964" y="908642"/>
                    <a:pt x="4225995" y="916171"/>
                    <a:pt x="4244455" y="923944"/>
                  </a:cubicBezTo>
                  <a:cubicBezTo>
                    <a:pt x="4262914" y="931716"/>
                    <a:pt x="4283316" y="938274"/>
                    <a:pt x="4305662" y="943618"/>
                  </a:cubicBezTo>
                  <a:cubicBezTo>
                    <a:pt x="4328008" y="948961"/>
                    <a:pt x="4352782" y="951633"/>
                    <a:pt x="4379986" y="951633"/>
                  </a:cubicBezTo>
                  <a:cubicBezTo>
                    <a:pt x="4400389" y="951633"/>
                    <a:pt x="4421034" y="950418"/>
                    <a:pt x="4441922" y="947990"/>
                  </a:cubicBezTo>
                  <a:cubicBezTo>
                    <a:pt x="4462810" y="945561"/>
                    <a:pt x="4481513" y="940460"/>
                    <a:pt x="4498029" y="932688"/>
                  </a:cubicBezTo>
                  <a:cubicBezTo>
                    <a:pt x="4514546" y="925887"/>
                    <a:pt x="4528147" y="916414"/>
                    <a:pt x="4538835" y="904270"/>
                  </a:cubicBezTo>
                  <a:cubicBezTo>
                    <a:pt x="4549521" y="892125"/>
                    <a:pt x="4554865" y="876338"/>
                    <a:pt x="4554865" y="856907"/>
                  </a:cubicBezTo>
                  <a:cubicBezTo>
                    <a:pt x="4554865" y="833590"/>
                    <a:pt x="4548064" y="814644"/>
                    <a:pt x="4534462" y="800071"/>
                  </a:cubicBezTo>
                  <a:cubicBezTo>
                    <a:pt x="4520861" y="785498"/>
                    <a:pt x="4502401" y="772382"/>
                    <a:pt x="4479084" y="760723"/>
                  </a:cubicBezTo>
                  <a:cubicBezTo>
                    <a:pt x="4456738" y="750036"/>
                    <a:pt x="4430021" y="739106"/>
                    <a:pt x="4398931" y="727934"/>
                  </a:cubicBezTo>
                  <a:cubicBezTo>
                    <a:pt x="4367841" y="716761"/>
                    <a:pt x="4334809" y="702430"/>
                    <a:pt x="4299833" y="684942"/>
                  </a:cubicBezTo>
                  <a:cubicBezTo>
                    <a:pt x="4267772" y="670369"/>
                    <a:pt x="4237411" y="649481"/>
                    <a:pt x="4208750" y="622278"/>
                  </a:cubicBezTo>
                  <a:cubicBezTo>
                    <a:pt x="4180090" y="595074"/>
                    <a:pt x="4165759" y="556698"/>
                    <a:pt x="4165759" y="507149"/>
                  </a:cubicBezTo>
                  <a:cubicBezTo>
                    <a:pt x="4165759" y="443027"/>
                    <a:pt x="4189562" y="392506"/>
                    <a:pt x="4237168" y="355587"/>
                  </a:cubicBezTo>
                  <a:cubicBezTo>
                    <a:pt x="4284774" y="318668"/>
                    <a:pt x="4353268" y="300209"/>
                    <a:pt x="4442651" y="300209"/>
                  </a:cubicBezTo>
                  <a:close/>
                  <a:moveTo>
                    <a:pt x="2261264" y="300209"/>
                  </a:moveTo>
                  <a:cubicBezTo>
                    <a:pt x="2329272" y="300209"/>
                    <a:pt x="2385379" y="320854"/>
                    <a:pt x="2429585" y="362145"/>
                  </a:cubicBezTo>
                  <a:cubicBezTo>
                    <a:pt x="2473791" y="403436"/>
                    <a:pt x="2495894" y="460515"/>
                    <a:pt x="2495894" y="533381"/>
                  </a:cubicBezTo>
                  <a:lnTo>
                    <a:pt x="2495894" y="1043444"/>
                  </a:lnTo>
                  <a:lnTo>
                    <a:pt x="2369106" y="1043444"/>
                  </a:lnTo>
                  <a:lnTo>
                    <a:pt x="2369106" y="647052"/>
                  </a:lnTo>
                  <a:cubicBezTo>
                    <a:pt x="2369106" y="622763"/>
                    <a:pt x="2368620" y="598232"/>
                    <a:pt x="2367649" y="573457"/>
                  </a:cubicBezTo>
                  <a:cubicBezTo>
                    <a:pt x="2366677" y="548683"/>
                    <a:pt x="2362306" y="525608"/>
                    <a:pt x="2354533" y="504234"/>
                  </a:cubicBezTo>
                  <a:cubicBezTo>
                    <a:pt x="2346760" y="483832"/>
                    <a:pt x="2333887" y="466587"/>
                    <a:pt x="2315914" y="452499"/>
                  </a:cubicBezTo>
                  <a:cubicBezTo>
                    <a:pt x="2297940" y="438412"/>
                    <a:pt x="2271951" y="429911"/>
                    <a:pt x="2237947" y="426996"/>
                  </a:cubicBezTo>
                  <a:cubicBezTo>
                    <a:pt x="2191312" y="424081"/>
                    <a:pt x="2148564" y="443512"/>
                    <a:pt x="2109702" y="485289"/>
                  </a:cubicBezTo>
                  <a:cubicBezTo>
                    <a:pt x="2070840" y="527066"/>
                    <a:pt x="2043151" y="580501"/>
                    <a:pt x="2026635" y="645595"/>
                  </a:cubicBezTo>
                  <a:cubicBezTo>
                    <a:pt x="2021777" y="665026"/>
                    <a:pt x="2018377" y="683242"/>
                    <a:pt x="2016433" y="700244"/>
                  </a:cubicBezTo>
                  <a:cubicBezTo>
                    <a:pt x="2014491" y="717247"/>
                    <a:pt x="2013519" y="733520"/>
                    <a:pt x="2013519" y="749065"/>
                  </a:cubicBezTo>
                  <a:lnTo>
                    <a:pt x="2013519" y="1043444"/>
                  </a:lnTo>
                  <a:lnTo>
                    <a:pt x="1888189" y="1043444"/>
                  </a:lnTo>
                  <a:lnTo>
                    <a:pt x="1888189" y="316239"/>
                  </a:lnTo>
                  <a:lnTo>
                    <a:pt x="2013519" y="316239"/>
                  </a:lnTo>
                  <a:lnTo>
                    <a:pt x="2013519" y="482374"/>
                  </a:lnTo>
                  <a:lnTo>
                    <a:pt x="2017891" y="482374"/>
                  </a:lnTo>
                  <a:cubicBezTo>
                    <a:pt x="2021777" y="471687"/>
                    <a:pt x="2028821" y="456143"/>
                    <a:pt x="2039022" y="435740"/>
                  </a:cubicBezTo>
                  <a:cubicBezTo>
                    <a:pt x="2049223" y="415337"/>
                    <a:pt x="2064039" y="394935"/>
                    <a:pt x="2083470" y="374532"/>
                  </a:cubicBezTo>
                  <a:cubicBezTo>
                    <a:pt x="2101930" y="355101"/>
                    <a:pt x="2125733" y="337856"/>
                    <a:pt x="2154879" y="322797"/>
                  </a:cubicBezTo>
                  <a:cubicBezTo>
                    <a:pt x="2184026" y="307738"/>
                    <a:pt x="2219488" y="300209"/>
                    <a:pt x="2261264" y="300209"/>
                  </a:cubicBezTo>
                  <a:close/>
                  <a:moveTo>
                    <a:pt x="1470690" y="300209"/>
                  </a:moveTo>
                  <a:cubicBezTo>
                    <a:pt x="1538697" y="300209"/>
                    <a:pt x="1594805" y="320854"/>
                    <a:pt x="1639010" y="362145"/>
                  </a:cubicBezTo>
                  <a:cubicBezTo>
                    <a:pt x="1683216" y="403436"/>
                    <a:pt x="1705318" y="460515"/>
                    <a:pt x="1705318" y="533381"/>
                  </a:cubicBezTo>
                  <a:lnTo>
                    <a:pt x="1705318" y="1043444"/>
                  </a:lnTo>
                  <a:lnTo>
                    <a:pt x="1578531" y="1043444"/>
                  </a:lnTo>
                  <a:lnTo>
                    <a:pt x="1578531" y="647052"/>
                  </a:lnTo>
                  <a:cubicBezTo>
                    <a:pt x="1578531" y="622763"/>
                    <a:pt x="1578045" y="598232"/>
                    <a:pt x="1577074" y="573457"/>
                  </a:cubicBezTo>
                  <a:cubicBezTo>
                    <a:pt x="1576103" y="548683"/>
                    <a:pt x="1571730" y="525608"/>
                    <a:pt x="1563958" y="504234"/>
                  </a:cubicBezTo>
                  <a:cubicBezTo>
                    <a:pt x="1556186" y="483832"/>
                    <a:pt x="1543313" y="466587"/>
                    <a:pt x="1525339" y="452499"/>
                  </a:cubicBezTo>
                  <a:cubicBezTo>
                    <a:pt x="1507365" y="438412"/>
                    <a:pt x="1481376" y="429911"/>
                    <a:pt x="1447372" y="426996"/>
                  </a:cubicBezTo>
                  <a:cubicBezTo>
                    <a:pt x="1400738" y="424081"/>
                    <a:pt x="1357989" y="443512"/>
                    <a:pt x="1319128" y="485289"/>
                  </a:cubicBezTo>
                  <a:cubicBezTo>
                    <a:pt x="1280266" y="527066"/>
                    <a:pt x="1252576" y="580501"/>
                    <a:pt x="1236060" y="645595"/>
                  </a:cubicBezTo>
                  <a:cubicBezTo>
                    <a:pt x="1231202" y="665026"/>
                    <a:pt x="1227801" y="683242"/>
                    <a:pt x="1225858" y="700244"/>
                  </a:cubicBezTo>
                  <a:cubicBezTo>
                    <a:pt x="1223915" y="717247"/>
                    <a:pt x="1222944" y="733520"/>
                    <a:pt x="1222944" y="749065"/>
                  </a:cubicBezTo>
                  <a:lnTo>
                    <a:pt x="1222944" y="1043444"/>
                  </a:lnTo>
                  <a:lnTo>
                    <a:pt x="1097614" y="1043444"/>
                  </a:lnTo>
                  <a:lnTo>
                    <a:pt x="1097614" y="316239"/>
                  </a:lnTo>
                  <a:lnTo>
                    <a:pt x="1222944" y="316239"/>
                  </a:lnTo>
                  <a:lnTo>
                    <a:pt x="1222944" y="482374"/>
                  </a:lnTo>
                  <a:lnTo>
                    <a:pt x="1227316" y="482374"/>
                  </a:lnTo>
                  <a:cubicBezTo>
                    <a:pt x="1231202" y="471687"/>
                    <a:pt x="1238246" y="456143"/>
                    <a:pt x="1248447" y="435740"/>
                  </a:cubicBezTo>
                  <a:cubicBezTo>
                    <a:pt x="1258648" y="415337"/>
                    <a:pt x="1273464" y="394935"/>
                    <a:pt x="1292896" y="374532"/>
                  </a:cubicBezTo>
                  <a:cubicBezTo>
                    <a:pt x="1311355" y="355101"/>
                    <a:pt x="1335158" y="337856"/>
                    <a:pt x="1364304" y="322797"/>
                  </a:cubicBezTo>
                  <a:cubicBezTo>
                    <a:pt x="1393451" y="307738"/>
                    <a:pt x="1428912" y="300209"/>
                    <a:pt x="1470690" y="300209"/>
                  </a:cubicBezTo>
                  <a:close/>
                  <a:moveTo>
                    <a:pt x="8953281" y="298751"/>
                  </a:moveTo>
                  <a:cubicBezTo>
                    <a:pt x="9034891" y="298751"/>
                    <a:pt x="9103385" y="325955"/>
                    <a:pt x="9158764" y="380362"/>
                  </a:cubicBezTo>
                  <a:cubicBezTo>
                    <a:pt x="9214142" y="434768"/>
                    <a:pt x="9245231" y="508606"/>
                    <a:pt x="9252033" y="601875"/>
                  </a:cubicBezTo>
                  <a:lnTo>
                    <a:pt x="9252033" y="714089"/>
                  </a:lnTo>
                  <a:lnTo>
                    <a:pt x="8731767" y="714089"/>
                  </a:lnTo>
                  <a:cubicBezTo>
                    <a:pt x="8735654" y="743235"/>
                    <a:pt x="8743669" y="772382"/>
                    <a:pt x="8755813" y="801528"/>
                  </a:cubicBezTo>
                  <a:cubicBezTo>
                    <a:pt x="8767958" y="830675"/>
                    <a:pt x="8786174" y="856907"/>
                    <a:pt x="8810463" y="880224"/>
                  </a:cubicBezTo>
                  <a:cubicBezTo>
                    <a:pt x="8833780" y="903541"/>
                    <a:pt x="8864384" y="922244"/>
                    <a:pt x="8902274" y="936331"/>
                  </a:cubicBezTo>
                  <a:cubicBezTo>
                    <a:pt x="8940165" y="950418"/>
                    <a:pt x="8987771" y="956005"/>
                    <a:pt x="9045092" y="953090"/>
                  </a:cubicBezTo>
                  <a:cubicBezTo>
                    <a:pt x="9053836" y="953090"/>
                    <a:pt x="9065981" y="951876"/>
                    <a:pt x="9081526" y="949447"/>
                  </a:cubicBezTo>
                  <a:cubicBezTo>
                    <a:pt x="9097071" y="947018"/>
                    <a:pt x="9113586" y="943861"/>
                    <a:pt x="9131074" y="939974"/>
                  </a:cubicBezTo>
                  <a:cubicBezTo>
                    <a:pt x="9148562" y="935117"/>
                    <a:pt x="9166050" y="929773"/>
                    <a:pt x="9183538" y="923944"/>
                  </a:cubicBezTo>
                  <a:cubicBezTo>
                    <a:pt x="9201026" y="918114"/>
                    <a:pt x="9217057" y="910828"/>
                    <a:pt x="9231630" y="902084"/>
                  </a:cubicBezTo>
                  <a:lnTo>
                    <a:pt x="9231630" y="1007011"/>
                  </a:lnTo>
                  <a:cubicBezTo>
                    <a:pt x="9185967" y="1029357"/>
                    <a:pt x="9139576" y="1044659"/>
                    <a:pt x="9092455" y="1052917"/>
                  </a:cubicBezTo>
                  <a:cubicBezTo>
                    <a:pt x="9045335" y="1061175"/>
                    <a:pt x="8999429" y="1063847"/>
                    <a:pt x="8954738" y="1060932"/>
                  </a:cubicBezTo>
                  <a:cubicBezTo>
                    <a:pt x="8910047" y="1057046"/>
                    <a:pt x="8868271" y="1048545"/>
                    <a:pt x="8829408" y="1035429"/>
                  </a:cubicBezTo>
                  <a:cubicBezTo>
                    <a:pt x="8790546" y="1022313"/>
                    <a:pt x="8757513" y="1004582"/>
                    <a:pt x="8730310" y="982237"/>
                  </a:cubicBezTo>
                  <a:cubicBezTo>
                    <a:pt x="8687562" y="950176"/>
                    <a:pt x="8653072" y="907427"/>
                    <a:pt x="8626840" y="853992"/>
                  </a:cubicBezTo>
                  <a:cubicBezTo>
                    <a:pt x="8600608" y="800557"/>
                    <a:pt x="8587492" y="736435"/>
                    <a:pt x="8587492" y="661625"/>
                  </a:cubicBezTo>
                  <a:cubicBezTo>
                    <a:pt x="8587492" y="552812"/>
                    <a:pt x="8619553" y="465129"/>
                    <a:pt x="8683675" y="398578"/>
                  </a:cubicBezTo>
                  <a:cubicBezTo>
                    <a:pt x="8747798" y="332027"/>
                    <a:pt x="8837667" y="298751"/>
                    <a:pt x="8953281" y="298751"/>
                  </a:cubicBezTo>
                  <a:close/>
                  <a:moveTo>
                    <a:pt x="2990631" y="298751"/>
                  </a:moveTo>
                  <a:cubicBezTo>
                    <a:pt x="3072242" y="298751"/>
                    <a:pt x="3140736" y="325955"/>
                    <a:pt x="3196114" y="380362"/>
                  </a:cubicBezTo>
                  <a:cubicBezTo>
                    <a:pt x="3251492" y="434768"/>
                    <a:pt x="3282582" y="508606"/>
                    <a:pt x="3289383" y="601875"/>
                  </a:cubicBezTo>
                  <a:lnTo>
                    <a:pt x="3289383" y="714089"/>
                  </a:lnTo>
                  <a:lnTo>
                    <a:pt x="2769118" y="714089"/>
                  </a:lnTo>
                  <a:cubicBezTo>
                    <a:pt x="2773004" y="743235"/>
                    <a:pt x="2781019" y="772382"/>
                    <a:pt x="2793164" y="801528"/>
                  </a:cubicBezTo>
                  <a:cubicBezTo>
                    <a:pt x="2805308" y="830675"/>
                    <a:pt x="2823525" y="856907"/>
                    <a:pt x="2847814" y="880224"/>
                  </a:cubicBezTo>
                  <a:cubicBezTo>
                    <a:pt x="2871131" y="903541"/>
                    <a:pt x="2901734" y="922244"/>
                    <a:pt x="2939625" y="936331"/>
                  </a:cubicBezTo>
                  <a:cubicBezTo>
                    <a:pt x="2977516" y="950418"/>
                    <a:pt x="3025122" y="956005"/>
                    <a:pt x="3082443" y="953090"/>
                  </a:cubicBezTo>
                  <a:cubicBezTo>
                    <a:pt x="3091187" y="953090"/>
                    <a:pt x="3103331" y="951876"/>
                    <a:pt x="3118876" y="949447"/>
                  </a:cubicBezTo>
                  <a:cubicBezTo>
                    <a:pt x="3134421" y="947018"/>
                    <a:pt x="3150937" y="943861"/>
                    <a:pt x="3168425" y="939974"/>
                  </a:cubicBezTo>
                  <a:cubicBezTo>
                    <a:pt x="3185913" y="935117"/>
                    <a:pt x="3203401" y="929773"/>
                    <a:pt x="3220889" y="923944"/>
                  </a:cubicBezTo>
                  <a:cubicBezTo>
                    <a:pt x="3238377" y="918114"/>
                    <a:pt x="3254407" y="910828"/>
                    <a:pt x="3268981" y="902084"/>
                  </a:cubicBezTo>
                  <a:lnTo>
                    <a:pt x="3268981" y="1007011"/>
                  </a:lnTo>
                  <a:cubicBezTo>
                    <a:pt x="3223318" y="1029357"/>
                    <a:pt x="3176926" y="1044659"/>
                    <a:pt x="3129806" y="1052917"/>
                  </a:cubicBezTo>
                  <a:cubicBezTo>
                    <a:pt x="3082686" y="1061175"/>
                    <a:pt x="3036780" y="1063847"/>
                    <a:pt x="2992089" y="1060932"/>
                  </a:cubicBezTo>
                  <a:cubicBezTo>
                    <a:pt x="2947397" y="1057046"/>
                    <a:pt x="2905621" y="1048545"/>
                    <a:pt x="2866759" y="1035429"/>
                  </a:cubicBezTo>
                  <a:cubicBezTo>
                    <a:pt x="2827897" y="1022313"/>
                    <a:pt x="2794864" y="1004582"/>
                    <a:pt x="2767660" y="982237"/>
                  </a:cubicBezTo>
                  <a:cubicBezTo>
                    <a:pt x="2724913" y="950176"/>
                    <a:pt x="2690422" y="907427"/>
                    <a:pt x="2664191" y="853992"/>
                  </a:cubicBezTo>
                  <a:cubicBezTo>
                    <a:pt x="2637959" y="800557"/>
                    <a:pt x="2624843" y="736435"/>
                    <a:pt x="2624843" y="661625"/>
                  </a:cubicBezTo>
                  <a:cubicBezTo>
                    <a:pt x="2624843" y="552812"/>
                    <a:pt x="2656904" y="465129"/>
                    <a:pt x="2721026" y="398578"/>
                  </a:cubicBezTo>
                  <a:cubicBezTo>
                    <a:pt x="2785149" y="332027"/>
                    <a:pt x="2875017" y="298751"/>
                    <a:pt x="2990631" y="298751"/>
                  </a:cubicBezTo>
                  <a:close/>
                  <a:moveTo>
                    <a:pt x="6616275" y="297294"/>
                  </a:moveTo>
                  <a:cubicBezTo>
                    <a:pt x="6713430" y="297294"/>
                    <a:pt x="6784596" y="321826"/>
                    <a:pt x="6829773" y="370889"/>
                  </a:cubicBezTo>
                  <a:cubicBezTo>
                    <a:pt x="6874950" y="419952"/>
                    <a:pt x="6897539" y="478974"/>
                    <a:pt x="6897539" y="547954"/>
                  </a:cubicBezTo>
                  <a:lnTo>
                    <a:pt x="6897539" y="1040530"/>
                  </a:lnTo>
                  <a:lnTo>
                    <a:pt x="6762008" y="1040530"/>
                  </a:lnTo>
                  <a:lnTo>
                    <a:pt x="6762008" y="956005"/>
                  </a:lnTo>
                  <a:lnTo>
                    <a:pt x="6756178" y="956005"/>
                  </a:lnTo>
                  <a:cubicBezTo>
                    <a:pt x="6751320" y="963777"/>
                    <a:pt x="6743548" y="973493"/>
                    <a:pt x="6732861" y="985151"/>
                  </a:cubicBezTo>
                  <a:cubicBezTo>
                    <a:pt x="6722174" y="996810"/>
                    <a:pt x="6707600" y="1007983"/>
                    <a:pt x="6689141" y="1018670"/>
                  </a:cubicBezTo>
                  <a:cubicBezTo>
                    <a:pt x="6670682" y="1029357"/>
                    <a:pt x="6647608" y="1038587"/>
                    <a:pt x="6619918" y="1046359"/>
                  </a:cubicBezTo>
                  <a:cubicBezTo>
                    <a:pt x="6592229" y="1054131"/>
                    <a:pt x="6559439" y="1058018"/>
                    <a:pt x="6521548" y="1058018"/>
                  </a:cubicBezTo>
                  <a:cubicBezTo>
                    <a:pt x="6495317" y="1058018"/>
                    <a:pt x="6469328" y="1053646"/>
                    <a:pt x="6443582" y="1044902"/>
                  </a:cubicBezTo>
                  <a:cubicBezTo>
                    <a:pt x="6417836" y="1036158"/>
                    <a:pt x="6394761" y="1023042"/>
                    <a:pt x="6374359" y="1005554"/>
                  </a:cubicBezTo>
                  <a:cubicBezTo>
                    <a:pt x="6353956" y="989038"/>
                    <a:pt x="6337683" y="968635"/>
                    <a:pt x="6325539" y="944346"/>
                  </a:cubicBezTo>
                  <a:cubicBezTo>
                    <a:pt x="6313394" y="920057"/>
                    <a:pt x="6307322" y="892368"/>
                    <a:pt x="6307322" y="861279"/>
                  </a:cubicBezTo>
                  <a:cubicBezTo>
                    <a:pt x="6307322" y="805900"/>
                    <a:pt x="6324567" y="757566"/>
                    <a:pt x="6359057" y="716275"/>
                  </a:cubicBezTo>
                  <a:cubicBezTo>
                    <a:pt x="6393547" y="674984"/>
                    <a:pt x="6435566" y="647052"/>
                    <a:pt x="6485116" y="632479"/>
                  </a:cubicBezTo>
                  <a:cubicBezTo>
                    <a:pt x="6517177" y="623735"/>
                    <a:pt x="6547052" y="617420"/>
                    <a:pt x="6574741" y="613534"/>
                  </a:cubicBezTo>
                  <a:cubicBezTo>
                    <a:pt x="6602430" y="609647"/>
                    <a:pt x="6627933" y="607218"/>
                    <a:pt x="6651250" y="606247"/>
                  </a:cubicBezTo>
                  <a:cubicBezTo>
                    <a:pt x="6673596" y="605275"/>
                    <a:pt x="6693999" y="605275"/>
                    <a:pt x="6712458" y="606247"/>
                  </a:cubicBezTo>
                  <a:cubicBezTo>
                    <a:pt x="6730918" y="607218"/>
                    <a:pt x="6747434" y="607704"/>
                    <a:pt x="6762008" y="607704"/>
                  </a:cubicBezTo>
                  <a:lnTo>
                    <a:pt x="6762008" y="555241"/>
                  </a:lnTo>
                  <a:cubicBezTo>
                    <a:pt x="6762008" y="543582"/>
                    <a:pt x="6761035" y="529980"/>
                    <a:pt x="6759093" y="514435"/>
                  </a:cubicBezTo>
                  <a:cubicBezTo>
                    <a:pt x="6757150" y="498891"/>
                    <a:pt x="6750834" y="481889"/>
                    <a:pt x="6740147" y="463429"/>
                  </a:cubicBezTo>
                  <a:cubicBezTo>
                    <a:pt x="6731404" y="448856"/>
                    <a:pt x="6715859" y="435983"/>
                    <a:pt x="6693513" y="424810"/>
                  </a:cubicBezTo>
                  <a:cubicBezTo>
                    <a:pt x="6671167" y="413637"/>
                    <a:pt x="6644936" y="408051"/>
                    <a:pt x="6614818" y="408051"/>
                  </a:cubicBezTo>
                  <a:cubicBezTo>
                    <a:pt x="6572070" y="408051"/>
                    <a:pt x="6538065" y="418009"/>
                    <a:pt x="6512805" y="437926"/>
                  </a:cubicBezTo>
                  <a:cubicBezTo>
                    <a:pt x="6487545" y="457843"/>
                    <a:pt x="6474914" y="486746"/>
                    <a:pt x="6474914" y="524637"/>
                  </a:cubicBezTo>
                  <a:lnTo>
                    <a:pt x="6327725" y="524637"/>
                  </a:lnTo>
                  <a:cubicBezTo>
                    <a:pt x="6327725" y="496462"/>
                    <a:pt x="6333554" y="468773"/>
                    <a:pt x="6345213" y="441569"/>
                  </a:cubicBezTo>
                  <a:cubicBezTo>
                    <a:pt x="6356871" y="414366"/>
                    <a:pt x="6374845" y="390077"/>
                    <a:pt x="6399134" y="368703"/>
                  </a:cubicBezTo>
                  <a:cubicBezTo>
                    <a:pt x="6423422" y="347329"/>
                    <a:pt x="6453540" y="330084"/>
                    <a:pt x="6489488" y="316968"/>
                  </a:cubicBezTo>
                  <a:cubicBezTo>
                    <a:pt x="6525435" y="303852"/>
                    <a:pt x="6567697" y="297294"/>
                    <a:pt x="6616275" y="297294"/>
                  </a:cubicBezTo>
                  <a:close/>
                  <a:moveTo>
                    <a:pt x="5257801" y="1457"/>
                  </a:moveTo>
                  <a:lnTo>
                    <a:pt x="5531777" y="1457"/>
                  </a:lnTo>
                  <a:cubicBezTo>
                    <a:pt x="5578412" y="1457"/>
                    <a:pt x="5625289" y="6315"/>
                    <a:pt x="5672410" y="16030"/>
                  </a:cubicBezTo>
                  <a:cubicBezTo>
                    <a:pt x="5719529" y="25746"/>
                    <a:pt x="5762035" y="42262"/>
                    <a:pt x="5799925" y="65579"/>
                  </a:cubicBezTo>
                  <a:cubicBezTo>
                    <a:pt x="5836844" y="88896"/>
                    <a:pt x="5867205" y="120229"/>
                    <a:pt x="5891008" y="159577"/>
                  </a:cubicBezTo>
                  <a:cubicBezTo>
                    <a:pt x="5914811" y="198925"/>
                    <a:pt x="5926713" y="248231"/>
                    <a:pt x="5926713" y="307495"/>
                  </a:cubicBezTo>
                  <a:cubicBezTo>
                    <a:pt x="5926713" y="368703"/>
                    <a:pt x="5914811" y="419467"/>
                    <a:pt x="5891008" y="459786"/>
                  </a:cubicBezTo>
                  <a:cubicBezTo>
                    <a:pt x="5867205" y="500105"/>
                    <a:pt x="5836358" y="532409"/>
                    <a:pt x="5798468" y="556698"/>
                  </a:cubicBezTo>
                  <a:cubicBezTo>
                    <a:pt x="5761549" y="580987"/>
                    <a:pt x="5719529" y="597989"/>
                    <a:pt x="5672410" y="607704"/>
                  </a:cubicBezTo>
                  <a:cubicBezTo>
                    <a:pt x="5625289" y="617420"/>
                    <a:pt x="5578412" y="622278"/>
                    <a:pt x="5531777" y="622278"/>
                  </a:cubicBezTo>
                  <a:lnTo>
                    <a:pt x="5455997" y="622278"/>
                  </a:lnTo>
                  <a:lnTo>
                    <a:pt x="5455997" y="496948"/>
                  </a:lnTo>
                  <a:lnTo>
                    <a:pt x="5530320" y="496948"/>
                  </a:lnTo>
                  <a:cubicBezTo>
                    <a:pt x="5559466" y="496948"/>
                    <a:pt x="5589099" y="494519"/>
                    <a:pt x="5619217" y="489661"/>
                  </a:cubicBezTo>
                  <a:cubicBezTo>
                    <a:pt x="5649335" y="484803"/>
                    <a:pt x="5676053" y="475088"/>
                    <a:pt x="5699370" y="460515"/>
                  </a:cubicBezTo>
                  <a:cubicBezTo>
                    <a:pt x="5723659" y="446913"/>
                    <a:pt x="5743332" y="427725"/>
                    <a:pt x="5758391" y="402950"/>
                  </a:cubicBezTo>
                  <a:cubicBezTo>
                    <a:pt x="5773450" y="378176"/>
                    <a:pt x="5780980" y="346357"/>
                    <a:pt x="5780980" y="307495"/>
                  </a:cubicBezTo>
                  <a:cubicBezTo>
                    <a:pt x="5780980" y="273491"/>
                    <a:pt x="5773450" y="244830"/>
                    <a:pt x="5758391" y="221513"/>
                  </a:cubicBezTo>
                  <a:cubicBezTo>
                    <a:pt x="5743332" y="198196"/>
                    <a:pt x="5723659" y="179251"/>
                    <a:pt x="5699370" y="164677"/>
                  </a:cubicBezTo>
                  <a:cubicBezTo>
                    <a:pt x="5676053" y="150104"/>
                    <a:pt x="5649335" y="139660"/>
                    <a:pt x="5619217" y="133345"/>
                  </a:cubicBezTo>
                  <a:cubicBezTo>
                    <a:pt x="5589099" y="127030"/>
                    <a:pt x="5559466" y="123872"/>
                    <a:pt x="5530320" y="123872"/>
                  </a:cubicBezTo>
                  <a:lnTo>
                    <a:pt x="5396246" y="123872"/>
                  </a:lnTo>
                  <a:lnTo>
                    <a:pt x="5396246" y="1049274"/>
                  </a:lnTo>
                  <a:lnTo>
                    <a:pt x="5257801" y="1049274"/>
                  </a:lnTo>
                  <a:close/>
                  <a:moveTo>
                    <a:pt x="0" y="1457"/>
                  </a:moveTo>
                  <a:lnTo>
                    <a:pt x="273978" y="1457"/>
                  </a:lnTo>
                  <a:cubicBezTo>
                    <a:pt x="320612" y="1457"/>
                    <a:pt x="367489" y="6315"/>
                    <a:pt x="414609" y="16030"/>
                  </a:cubicBezTo>
                  <a:cubicBezTo>
                    <a:pt x="461730" y="25746"/>
                    <a:pt x="504235" y="42262"/>
                    <a:pt x="542125" y="65579"/>
                  </a:cubicBezTo>
                  <a:cubicBezTo>
                    <a:pt x="579044" y="88896"/>
                    <a:pt x="609405" y="120229"/>
                    <a:pt x="633208" y="159577"/>
                  </a:cubicBezTo>
                  <a:cubicBezTo>
                    <a:pt x="657011" y="198925"/>
                    <a:pt x="668913" y="248231"/>
                    <a:pt x="668913" y="307495"/>
                  </a:cubicBezTo>
                  <a:cubicBezTo>
                    <a:pt x="668913" y="368703"/>
                    <a:pt x="657011" y="419467"/>
                    <a:pt x="633208" y="459786"/>
                  </a:cubicBezTo>
                  <a:cubicBezTo>
                    <a:pt x="609405" y="500105"/>
                    <a:pt x="578558" y="532409"/>
                    <a:pt x="540668" y="556698"/>
                  </a:cubicBezTo>
                  <a:cubicBezTo>
                    <a:pt x="503749" y="580987"/>
                    <a:pt x="461730" y="597989"/>
                    <a:pt x="414609" y="607704"/>
                  </a:cubicBezTo>
                  <a:cubicBezTo>
                    <a:pt x="367489" y="617420"/>
                    <a:pt x="320612" y="622278"/>
                    <a:pt x="273978" y="622278"/>
                  </a:cubicBezTo>
                  <a:lnTo>
                    <a:pt x="198197" y="622278"/>
                  </a:lnTo>
                  <a:lnTo>
                    <a:pt x="198197" y="496948"/>
                  </a:lnTo>
                  <a:lnTo>
                    <a:pt x="272520" y="496948"/>
                  </a:lnTo>
                  <a:cubicBezTo>
                    <a:pt x="301667" y="496948"/>
                    <a:pt x="331299" y="494519"/>
                    <a:pt x="361417" y="489661"/>
                  </a:cubicBezTo>
                  <a:cubicBezTo>
                    <a:pt x="391535" y="484803"/>
                    <a:pt x="418253" y="475088"/>
                    <a:pt x="441570" y="460515"/>
                  </a:cubicBezTo>
                  <a:cubicBezTo>
                    <a:pt x="465859" y="446913"/>
                    <a:pt x="485533" y="427725"/>
                    <a:pt x="500592" y="402950"/>
                  </a:cubicBezTo>
                  <a:cubicBezTo>
                    <a:pt x="515651" y="378176"/>
                    <a:pt x="523180" y="346357"/>
                    <a:pt x="523180" y="307495"/>
                  </a:cubicBezTo>
                  <a:cubicBezTo>
                    <a:pt x="523180" y="273491"/>
                    <a:pt x="515651" y="244830"/>
                    <a:pt x="500592" y="221513"/>
                  </a:cubicBezTo>
                  <a:cubicBezTo>
                    <a:pt x="485533" y="198196"/>
                    <a:pt x="465859" y="179251"/>
                    <a:pt x="441570" y="164677"/>
                  </a:cubicBezTo>
                  <a:cubicBezTo>
                    <a:pt x="418253" y="150104"/>
                    <a:pt x="391535" y="139660"/>
                    <a:pt x="361417" y="133345"/>
                  </a:cubicBezTo>
                  <a:cubicBezTo>
                    <a:pt x="331299" y="127030"/>
                    <a:pt x="301667" y="123872"/>
                    <a:pt x="272520" y="123872"/>
                  </a:cubicBezTo>
                  <a:lnTo>
                    <a:pt x="138446" y="123872"/>
                  </a:lnTo>
                  <a:lnTo>
                    <a:pt x="138446" y="1049274"/>
                  </a:lnTo>
                  <a:lnTo>
                    <a:pt x="0" y="1049274"/>
                  </a:lnTo>
                  <a:close/>
                  <a:moveTo>
                    <a:pt x="6037393" y="0"/>
                  </a:moveTo>
                  <a:lnTo>
                    <a:pt x="6171467" y="0"/>
                  </a:lnTo>
                  <a:lnTo>
                    <a:pt x="6171467" y="1046359"/>
                  </a:lnTo>
                  <a:lnTo>
                    <a:pt x="6037393" y="1046359"/>
                  </a:lnTo>
                  <a:close/>
                  <a:moveTo>
                    <a:pt x="779593" y="0"/>
                  </a:moveTo>
                  <a:lnTo>
                    <a:pt x="913667" y="0"/>
                  </a:lnTo>
                  <a:lnTo>
                    <a:pt x="913667" y="1046359"/>
                  </a:lnTo>
                  <a:lnTo>
                    <a:pt x="779593" y="104635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1500" spc="-300" dirty="0">
                <a:latin typeface="08SeoulNamsan B" panose="02020603020101020101" pitchFamily="18" charset="-127"/>
                <a:ea typeface="08SeoulNamsan B" panose="02020603020101020101" pitchFamily="18" charset="-127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EAB38626-8B74-4F59-9088-F83B668B9C6E}"/>
                </a:ext>
              </a:extLst>
            </p:cNvPr>
            <p:cNvSpPr/>
            <p:nvPr/>
          </p:nvSpPr>
          <p:spPr>
            <a:xfrm rot="11993896">
              <a:off x="4890133" y="725828"/>
              <a:ext cx="215779" cy="375768"/>
            </a:xfrm>
            <a:custGeom>
              <a:avLst/>
              <a:gdLst>
                <a:gd name="connsiteX0" fmla="*/ 1217084 w 1504398"/>
                <a:gd name="connsiteY0" fmla="*/ 2619827 h 2619827"/>
                <a:gd name="connsiteX1" fmla="*/ 287314 w 1504398"/>
                <a:gd name="connsiteY1" fmla="*/ 2619827 h 2619827"/>
                <a:gd name="connsiteX2" fmla="*/ 0 w 1504398"/>
                <a:gd name="connsiteY2" fmla="*/ 981669 h 2619827"/>
                <a:gd name="connsiteX3" fmla="*/ 729340 w 1504398"/>
                <a:gd name="connsiteY3" fmla="*/ 0 h 2619827"/>
                <a:gd name="connsiteX4" fmla="*/ 729340 w 1504398"/>
                <a:gd name="connsiteY4" fmla="*/ 1268222 h 2619827"/>
                <a:gd name="connsiteX5" fmla="*/ 723810 w 1504398"/>
                <a:gd name="connsiteY5" fmla="*/ 1268328 h 2619827"/>
                <a:gd name="connsiteX6" fmla="*/ 638526 w 1504398"/>
                <a:gd name="connsiteY6" fmla="*/ 1327172 h 2619827"/>
                <a:gd name="connsiteX7" fmla="*/ 678675 w 1504398"/>
                <a:gd name="connsiteY7" fmla="*/ 1514371 h 2619827"/>
                <a:gd name="connsiteX8" fmla="*/ 728700 w 1504398"/>
                <a:gd name="connsiteY8" fmla="*/ 1534057 h 2619827"/>
                <a:gd name="connsiteX9" fmla="*/ 865874 w 1504398"/>
                <a:gd name="connsiteY9" fmla="*/ 1474222 h 2619827"/>
                <a:gd name="connsiteX10" fmla="*/ 825725 w 1504398"/>
                <a:gd name="connsiteY10" fmla="*/ 1287024 h 2619827"/>
                <a:gd name="connsiteX11" fmla="*/ 775700 w 1504398"/>
                <a:gd name="connsiteY11" fmla="*/ 1267338 h 2619827"/>
                <a:gd name="connsiteX12" fmla="*/ 775059 w 1504398"/>
                <a:gd name="connsiteY12" fmla="*/ 1267350 h 2619827"/>
                <a:gd name="connsiteX13" fmla="*/ 775059 w 1504398"/>
                <a:gd name="connsiteY13" fmla="*/ 1 h 2619827"/>
                <a:gd name="connsiteX14" fmla="*/ 1504398 w 1504398"/>
                <a:gd name="connsiteY14" fmla="*/ 981669 h 261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4398" h="2619827">
                  <a:moveTo>
                    <a:pt x="1217084" y="2619827"/>
                  </a:moveTo>
                  <a:lnTo>
                    <a:pt x="287314" y="2619827"/>
                  </a:lnTo>
                  <a:lnTo>
                    <a:pt x="0" y="981669"/>
                  </a:lnTo>
                  <a:lnTo>
                    <a:pt x="729340" y="0"/>
                  </a:lnTo>
                  <a:lnTo>
                    <a:pt x="729340" y="1268222"/>
                  </a:lnTo>
                  <a:lnTo>
                    <a:pt x="723810" y="1268328"/>
                  </a:lnTo>
                  <a:cubicBezTo>
                    <a:pt x="689934" y="1275593"/>
                    <a:pt x="658829" y="1295782"/>
                    <a:pt x="638526" y="1327172"/>
                  </a:cubicBezTo>
                  <a:cubicBezTo>
                    <a:pt x="597919" y="1389952"/>
                    <a:pt x="615895" y="1473764"/>
                    <a:pt x="678675" y="1514371"/>
                  </a:cubicBezTo>
                  <a:cubicBezTo>
                    <a:pt x="694370" y="1524522"/>
                    <a:pt x="711380" y="1531013"/>
                    <a:pt x="728700" y="1534057"/>
                  </a:cubicBezTo>
                  <a:cubicBezTo>
                    <a:pt x="780661" y="1543190"/>
                    <a:pt x="835419" y="1521308"/>
                    <a:pt x="865874" y="1474222"/>
                  </a:cubicBezTo>
                  <a:cubicBezTo>
                    <a:pt x="906481" y="1411442"/>
                    <a:pt x="888505" y="1327631"/>
                    <a:pt x="825725" y="1287024"/>
                  </a:cubicBezTo>
                  <a:cubicBezTo>
                    <a:pt x="810030" y="1276872"/>
                    <a:pt x="793020" y="1270382"/>
                    <a:pt x="775700" y="1267338"/>
                  </a:cubicBezTo>
                  <a:lnTo>
                    <a:pt x="775059" y="1267350"/>
                  </a:lnTo>
                  <a:lnTo>
                    <a:pt x="775059" y="1"/>
                  </a:lnTo>
                  <a:lnTo>
                    <a:pt x="1504398" y="9816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322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7F167AAD-C759-4313-AC49-D7CE80C0F7B6}"/>
              </a:ext>
            </a:extLst>
          </p:cNvPr>
          <p:cNvSpPr/>
          <p:nvPr/>
        </p:nvSpPr>
        <p:spPr>
          <a:xfrm>
            <a:off x="201188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 descr="테이블이(가) 표시된 사진&#10;&#10;자동 생성된 설명">
            <a:extLst>
              <a:ext uri="{FF2B5EF4-FFF2-40B4-BE49-F238E27FC236}">
                <a16:creationId xmlns:a16="http://schemas.microsoft.com/office/drawing/2014/main" id="{EBE023DF-C32F-4FA4-911F-C61A02790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337" y="6307272"/>
            <a:ext cx="6077798" cy="77639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4E0F973-9BB4-46B2-AB6C-4EE86AE4624A}"/>
              </a:ext>
            </a:extLst>
          </p:cNvPr>
          <p:cNvSpPr txBox="1"/>
          <p:nvPr/>
        </p:nvSpPr>
        <p:spPr>
          <a:xfrm>
            <a:off x="8117645" y="6479856"/>
            <a:ext cx="1781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퍼스널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아이딘테티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A81361-00B3-4A7F-A233-F5120B2DFAC0}"/>
              </a:ext>
            </a:extLst>
          </p:cNvPr>
          <p:cNvSpPr txBox="1"/>
          <p:nvPr/>
        </p:nvSpPr>
        <p:spPr>
          <a:xfrm>
            <a:off x="8117645" y="6869386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목차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06B2AE-0CC4-4359-A1A5-82CA8E91D94D}"/>
              </a:ext>
            </a:extLst>
          </p:cNvPr>
          <p:cNvSpPr txBox="1"/>
          <p:nvPr/>
        </p:nvSpPr>
        <p:spPr>
          <a:xfrm>
            <a:off x="8117645" y="7258916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연간 캘린더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스케쥴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94FE31-E159-40FD-A343-0530F12DB904}"/>
              </a:ext>
            </a:extLst>
          </p:cNvPr>
          <p:cNvSpPr txBox="1"/>
          <p:nvPr/>
        </p:nvSpPr>
        <p:spPr>
          <a:xfrm>
            <a:off x="8117645" y="7637764"/>
            <a:ext cx="1204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월별 스케쥴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091F1-D5AA-45E7-8B50-CD5CBB23AA52}"/>
              </a:ext>
            </a:extLst>
          </p:cNvPr>
          <p:cNvSpPr txBox="1"/>
          <p:nvPr/>
        </p:nvSpPr>
        <p:spPr>
          <a:xfrm>
            <a:off x="8117645" y="1210628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일별 노트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7007C0-FBA0-4A2D-AC07-F9332D762B55}"/>
              </a:ext>
            </a:extLst>
          </p:cNvPr>
          <p:cNvSpPr txBox="1"/>
          <p:nvPr/>
        </p:nvSpPr>
        <p:spPr>
          <a:xfrm>
            <a:off x="8117645" y="12492460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프로젝트 노트 섹션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88A2C4-913D-4451-96FC-18336133DBFD}"/>
              </a:ext>
            </a:extLst>
          </p:cNvPr>
          <p:cNvSpPr txBox="1"/>
          <p:nvPr/>
        </p:nvSpPr>
        <p:spPr>
          <a:xfrm>
            <a:off x="8117645" y="12877821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템플릿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노트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프레임 워크북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B93FB41-3902-4441-9DA6-2325945DF5E1}"/>
              </a:ext>
            </a:extLst>
          </p:cNvPr>
          <p:cNvCxnSpPr>
            <a:cxnSpLocks/>
          </p:cNvCxnSpPr>
          <p:nvPr/>
        </p:nvCxnSpPr>
        <p:spPr>
          <a:xfrm>
            <a:off x="7912023" y="6649133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6065239-A315-4B55-B93E-B3E48A20C24E}"/>
              </a:ext>
            </a:extLst>
          </p:cNvPr>
          <p:cNvCxnSpPr>
            <a:cxnSpLocks/>
          </p:cNvCxnSpPr>
          <p:nvPr/>
        </p:nvCxnSpPr>
        <p:spPr>
          <a:xfrm>
            <a:off x="7912023" y="7038663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855F46-0C8A-4E27-B375-A717EAF017D6}"/>
              </a:ext>
            </a:extLst>
          </p:cNvPr>
          <p:cNvCxnSpPr>
            <a:cxnSpLocks/>
          </p:cNvCxnSpPr>
          <p:nvPr/>
        </p:nvCxnSpPr>
        <p:spPr>
          <a:xfrm>
            <a:off x="7912023" y="7428193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오른쪽 중괄호 42">
            <a:extLst>
              <a:ext uri="{FF2B5EF4-FFF2-40B4-BE49-F238E27FC236}">
                <a16:creationId xmlns:a16="http://schemas.microsoft.com/office/drawing/2014/main" id="{E003477B-A1D6-46EC-9C20-EAA86A1BBF43}"/>
              </a:ext>
            </a:extLst>
          </p:cNvPr>
          <p:cNvSpPr/>
          <p:nvPr/>
        </p:nvSpPr>
        <p:spPr>
          <a:xfrm>
            <a:off x="7912024" y="7637764"/>
            <a:ext cx="205621" cy="4291718"/>
          </a:xfrm>
          <a:prstGeom prst="rightBrace">
            <a:avLst>
              <a:gd name="adj1" fmla="val 8333"/>
              <a:gd name="adj2" fmla="val 450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DBD930B-CEC8-467E-9DE4-A9343CD10540}"/>
              </a:ext>
            </a:extLst>
          </p:cNvPr>
          <p:cNvCxnSpPr>
            <a:cxnSpLocks/>
          </p:cNvCxnSpPr>
          <p:nvPr/>
        </p:nvCxnSpPr>
        <p:spPr>
          <a:xfrm>
            <a:off x="7912023" y="12275558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5010316-6047-4E01-87BF-EBC253F389BB}"/>
              </a:ext>
            </a:extLst>
          </p:cNvPr>
          <p:cNvCxnSpPr>
            <a:cxnSpLocks/>
          </p:cNvCxnSpPr>
          <p:nvPr/>
        </p:nvCxnSpPr>
        <p:spPr>
          <a:xfrm>
            <a:off x="7912023" y="12661737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A903DBA-5368-4BB4-9E8B-E8BED9D992F2}"/>
              </a:ext>
            </a:extLst>
          </p:cNvPr>
          <p:cNvCxnSpPr>
            <a:cxnSpLocks/>
          </p:cNvCxnSpPr>
          <p:nvPr/>
        </p:nvCxnSpPr>
        <p:spPr>
          <a:xfrm>
            <a:off x="7912023" y="13047098"/>
            <a:ext cx="2056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8368097-F56B-453B-803B-B13900913C8E}"/>
              </a:ext>
            </a:extLst>
          </p:cNvPr>
          <p:cNvSpPr txBox="1"/>
          <p:nvPr/>
        </p:nvSpPr>
        <p:spPr>
          <a:xfrm>
            <a:off x="6515487" y="5698894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주간 계획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69D03FA-CD5A-482A-BD63-4B139E7C69D4}"/>
              </a:ext>
            </a:extLst>
          </p:cNvPr>
          <p:cNvCxnSpPr>
            <a:cxnSpLocks/>
          </p:cNvCxnSpPr>
          <p:nvPr/>
        </p:nvCxnSpPr>
        <p:spPr>
          <a:xfrm>
            <a:off x="7021394" y="6027012"/>
            <a:ext cx="0" cy="205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5BAD769-237B-448E-B252-F73331C06469}"/>
              </a:ext>
            </a:extLst>
          </p:cNvPr>
          <p:cNvSpPr txBox="1"/>
          <p:nvPr/>
        </p:nvSpPr>
        <p:spPr>
          <a:xfrm>
            <a:off x="4541870" y="5698894"/>
            <a:ext cx="1396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프로젝트 목차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DD26BA5-ABA3-4C37-A5CE-3A3598D87FBB}"/>
              </a:ext>
            </a:extLst>
          </p:cNvPr>
          <p:cNvCxnSpPr>
            <a:cxnSpLocks/>
          </p:cNvCxnSpPr>
          <p:nvPr/>
        </p:nvCxnSpPr>
        <p:spPr>
          <a:xfrm>
            <a:off x="5240138" y="6027012"/>
            <a:ext cx="0" cy="205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67927D5-5DD0-4429-87A6-D06C99744965}"/>
              </a:ext>
            </a:extLst>
          </p:cNvPr>
          <p:cNvSpPr txBox="1"/>
          <p:nvPr/>
        </p:nvSpPr>
        <p:spPr>
          <a:xfrm>
            <a:off x="2301101" y="5698894"/>
            <a:ext cx="1396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템플릿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섹션별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7858850B-68D8-412C-939C-CA7F1945D0FD}"/>
              </a:ext>
            </a:extLst>
          </p:cNvPr>
          <p:cNvCxnSpPr>
            <a:cxnSpLocks/>
          </p:cNvCxnSpPr>
          <p:nvPr/>
        </p:nvCxnSpPr>
        <p:spPr>
          <a:xfrm>
            <a:off x="2999369" y="6027012"/>
            <a:ext cx="0" cy="205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85063A0-4436-47D5-A7CE-A2D9D1A1607B}"/>
              </a:ext>
            </a:extLst>
          </p:cNvPr>
          <p:cNvCxnSpPr>
            <a:cxnSpLocks/>
          </p:cNvCxnSpPr>
          <p:nvPr/>
        </p:nvCxnSpPr>
        <p:spPr>
          <a:xfrm>
            <a:off x="3743580" y="2373711"/>
            <a:ext cx="641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1CEAA0F-95C7-4992-90A5-CB7ADC764860}"/>
              </a:ext>
            </a:extLst>
          </p:cNvPr>
          <p:cNvSpPr txBox="1"/>
          <p:nvPr/>
        </p:nvSpPr>
        <p:spPr>
          <a:xfrm>
            <a:off x="1631497" y="1981318"/>
            <a:ext cx="1765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인덱스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 ≡ )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F08E07C-1B0F-42EE-9783-E5717BDFEF3B}"/>
              </a:ext>
            </a:extLst>
          </p:cNvPr>
          <p:cNvGrpSpPr/>
          <p:nvPr/>
        </p:nvGrpSpPr>
        <p:grpSpPr>
          <a:xfrm>
            <a:off x="1796337" y="2810406"/>
            <a:ext cx="2472003" cy="2536673"/>
            <a:chOff x="443787" y="152273"/>
            <a:chExt cx="4543042" cy="4661893"/>
          </a:xfrm>
        </p:grpSpPr>
        <p:pic>
          <p:nvPicPr>
            <p:cNvPr id="59" name="그림 58" descr="텍스트이(가) 표시된 사진&#10;&#10;자동 생성된 설명">
              <a:extLst>
                <a:ext uri="{FF2B5EF4-FFF2-40B4-BE49-F238E27FC236}">
                  <a16:creationId xmlns:a16="http://schemas.microsoft.com/office/drawing/2014/main" id="{B173481B-BF31-4C0C-AEB1-AB6534764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787" y="547805"/>
              <a:ext cx="3011450" cy="3846915"/>
            </a:xfrm>
            <a:prstGeom prst="rect">
              <a:avLst/>
            </a:prstGeom>
          </p:spPr>
        </p:pic>
        <p:pic>
          <p:nvPicPr>
            <p:cNvPr id="60" name="그림 59" descr="테이블이(가) 표시된 사진&#10;&#10;자동 생성된 설명">
              <a:extLst>
                <a:ext uri="{FF2B5EF4-FFF2-40B4-BE49-F238E27FC236}">
                  <a16:creationId xmlns:a16="http://schemas.microsoft.com/office/drawing/2014/main" id="{ECAF37C5-AE50-4DF0-9A92-22C9E8CE8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9512" y="546320"/>
              <a:ext cx="3012613" cy="3848400"/>
            </a:xfrm>
            <a:prstGeom prst="rect">
              <a:avLst/>
            </a:prstGeom>
          </p:spPr>
        </p:pic>
        <p:pic>
          <p:nvPicPr>
            <p:cNvPr id="61" name="Picture 2" descr="아이폰, 아이패드, 맥북 프로, 애플 워치 png(Frame, Mock-up, 틀) : 네이버 블로그">
              <a:extLst>
                <a:ext uri="{FF2B5EF4-FFF2-40B4-BE49-F238E27FC236}">
                  <a16:creationId xmlns:a16="http://schemas.microsoft.com/office/drawing/2014/main" id="{9F891DD4-86F1-44D0-A5FE-023FB53D69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107415" y="934753"/>
              <a:ext cx="4661893" cy="3096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8BA3E2E1-9D1D-4E3F-9EC3-B3010D41B07C}"/>
              </a:ext>
            </a:extLst>
          </p:cNvPr>
          <p:cNvSpPr txBox="1"/>
          <p:nvPr/>
        </p:nvSpPr>
        <p:spPr>
          <a:xfrm>
            <a:off x="4541870" y="3024819"/>
            <a:ext cx="5767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기본 구성안 아래와 같으며 인덱스에서 바로 접근 할 수 있습니다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78B5F7-02EB-462C-9EB5-5230788520B8}"/>
              </a:ext>
            </a:extLst>
          </p:cNvPr>
          <p:cNvSpPr txBox="1"/>
          <p:nvPr/>
        </p:nvSpPr>
        <p:spPr>
          <a:xfrm>
            <a:off x="4922260" y="3522214"/>
            <a:ext cx="24304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퍼스널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아이딘테티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목표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연간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캘린더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계획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일간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노트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프로젝트 북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템플릿</a:t>
            </a:r>
          </a:p>
        </p:txBody>
      </p:sp>
    </p:spTree>
    <p:extLst>
      <p:ext uri="{BB962C8B-B14F-4D97-AF65-F5344CB8AC3E}">
        <p14:creationId xmlns:p14="http://schemas.microsoft.com/office/powerpoint/2010/main" val="386503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3F7734-7DCD-4555-881E-21CE9398128E}"/>
              </a:ext>
            </a:extLst>
          </p:cNvPr>
          <p:cNvSpPr/>
          <p:nvPr/>
        </p:nvSpPr>
        <p:spPr>
          <a:xfrm>
            <a:off x="163149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2E4717-BB8F-4EF9-B560-F229F5C53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01" y="5601837"/>
            <a:ext cx="6077798" cy="7763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5D69A11-3787-40D0-85F8-E462F7DBD4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8" t="10862" r="72535" b="84243"/>
          <a:stretch/>
        </p:blipFill>
        <p:spPr>
          <a:xfrm>
            <a:off x="5806631" y="4477416"/>
            <a:ext cx="819150" cy="7048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BB1867-6F06-4387-87E1-BE20777BE2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92" r="94974" b="84375"/>
          <a:stretch/>
        </p:blipFill>
        <p:spPr>
          <a:xfrm>
            <a:off x="3349628" y="4367974"/>
            <a:ext cx="797186" cy="857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A53A79-D523-465C-8253-43A2CC5CCE7E}"/>
              </a:ext>
            </a:extLst>
          </p:cNvPr>
          <p:cNvSpPr txBox="1"/>
          <p:nvPr/>
        </p:nvSpPr>
        <p:spPr>
          <a:xfrm>
            <a:off x="1631497" y="1981318"/>
            <a:ext cx="1021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Yearly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2D0199-212C-45D7-B201-C7CE43C76942}"/>
              </a:ext>
            </a:extLst>
          </p:cNvPr>
          <p:cNvSpPr/>
          <p:nvPr/>
        </p:nvSpPr>
        <p:spPr>
          <a:xfrm>
            <a:off x="2952081" y="6397983"/>
            <a:ext cx="450709" cy="45070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8BE03A-CE5A-48D6-8FB9-4EF8FAD44E3A}"/>
              </a:ext>
            </a:extLst>
          </p:cNvPr>
          <p:cNvSpPr/>
          <p:nvPr/>
        </p:nvSpPr>
        <p:spPr>
          <a:xfrm>
            <a:off x="2954543" y="4014480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7BB6F7-F81C-4537-B1D7-E907BD4D7443}"/>
              </a:ext>
            </a:extLst>
          </p:cNvPr>
          <p:cNvCxnSpPr>
            <a:cxnSpLocks/>
          </p:cNvCxnSpPr>
          <p:nvPr/>
        </p:nvCxnSpPr>
        <p:spPr>
          <a:xfrm flipH="1">
            <a:off x="3125252" y="5601837"/>
            <a:ext cx="172262" cy="7961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14C5E85C-FA1F-4C0B-B1A9-8F5CF5722F81}"/>
              </a:ext>
            </a:extLst>
          </p:cNvPr>
          <p:cNvSpPr/>
          <p:nvPr/>
        </p:nvSpPr>
        <p:spPr>
          <a:xfrm>
            <a:off x="5422528" y="4014480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B18CAA5-2C39-4D30-B2E2-94AC6CD32E05}"/>
              </a:ext>
            </a:extLst>
          </p:cNvPr>
          <p:cNvSpPr/>
          <p:nvPr/>
        </p:nvSpPr>
        <p:spPr>
          <a:xfrm>
            <a:off x="5366605" y="6397983"/>
            <a:ext cx="450709" cy="45070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47F28B5-FBED-4B04-80DF-CC8D6C4E502F}"/>
              </a:ext>
            </a:extLst>
          </p:cNvPr>
          <p:cNvCxnSpPr>
            <a:cxnSpLocks/>
          </p:cNvCxnSpPr>
          <p:nvPr/>
        </p:nvCxnSpPr>
        <p:spPr>
          <a:xfrm flipH="1">
            <a:off x="5720500" y="5579845"/>
            <a:ext cx="172262" cy="7961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FB01B64-D295-460C-935A-AA3C12C271E9}"/>
              </a:ext>
            </a:extLst>
          </p:cNvPr>
          <p:cNvCxnSpPr>
            <a:cxnSpLocks/>
          </p:cNvCxnSpPr>
          <p:nvPr/>
        </p:nvCxnSpPr>
        <p:spPr>
          <a:xfrm>
            <a:off x="3743580" y="2373711"/>
            <a:ext cx="641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E7D7DF-ACBE-4C67-B3DE-48D14B7FEEB1}"/>
              </a:ext>
            </a:extLst>
          </p:cNvPr>
          <p:cNvSpPr txBox="1"/>
          <p:nvPr/>
        </p:nvSpPr>
        <p:spPr>
          <a:xfrm>
            <a:off x="1882176" y="3024819"/>
            <a:ext cx="3743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W01 ~ W53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까지 위클리로 바로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일별로 바로 링크</a:t>
            </a:r>
          </a:p>
        </p:txBody>
      </p:sp>
    </p:spTree>
    <p:extLst>
      <p:ext uri="{BB962C8B-B14F-4D97-AF65-F5344CB8AC3E}">
        <p14:creationId xmlns:p14="http://schemas.microsoft.com/office/powerpoint/2010/main" val="355365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1204F9-858C-4ADC-9AAB-E4CE40B3AE51}"/>
              </a:ext>
            </a:extLst>
          </p:cNvPr>
          <p:cNvSpPr/>
          <p:nvPr/>
        </p:nvSpPr>
        <p:spPr>
          <a:xfrm>
            <a:off x="163149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FA4A9-B793-4E16-B173-A01480B5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080" y="6022184"/>
            <a:ext cx="6077798" cy="77639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A14D07-F3B4-43F0-98BD-DB5A0D4BF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4" r="90279" b="85169"/>
          <a:stretch/>
        </p:blipFill>
        <p:spPr>
          <a:xfrm>
            <a:off x="2690629" y="4386012"/>
            <a:ext cx="1095799" cy="11430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DB281D8-81F7-4CEE-858C-6885F18787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7" t="18933" r="57494" b="70484"/>
          <a:stretch/>
        </p:blipFill>
        <p:spPr>
          <a:xfrm>
            <a:off x="4948477" y="4098133"/>
            <a:ext cx="1733551" cy="1524001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282E9315-1C20-411E-9812-3B45B9BF6251}"/>
              </a:ext>
            </a:extLst>
          </p:cNvPr>
          <p:cNvSpPr/>
          <p:nvPr/>
        </p:nvSpPr>
        <p:spPr>
          <a:xfrm>
            <a:off x="3333730" y="6634037"/>
            <a:ext cx="645449" cy="64544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888A885-952B-47AB-96E2-96E8397AD404}"/>
              </a:ext>
            </a:extLst>
          </p:cNvPr>
          <p:cNvSpPr/>
          <p:nvPr/>
        </p:nvSpPr>
        <p:spPr>
          <a:xfrm>
            <a:off x="5295880" y="7529387"/>
            <a:ext cx="645449" cy="64544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9C583E6-1898-434A-B1BE-35A99F0E5CB4}"/>
              </a:ext>
            </a:extLst>
          </p:cNvPr>
          <p:cNvSpPr/>
          <p:nvPr/>
        </p:nvSpPr>
        <p:spPr>
          <a:xfrm>
            <a:off x="2444849" y="4098133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CD8DC26-67B9-463D-AF6C-20F97545B321}"/>
              </a:ext>
            </a:extLst>
          </p:cNvPr>
          <p:cNvSpPr/>
          <p:nvPr/>
        </p:nvSpPr>
        <p:spPr>
          <a:xfrm>
            <a:off x="4888497" y="4125795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C7F926-5E24-4A57-966E-B4E4E81E3538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3238528" y="5685490"/>
            <a:ext cx="292552" cy="9485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37F5D7-0311-42C6-8928-3E5D9811F822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5618604" y="5713152"/>
            <a:ext cx="63572" cy="1735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4A5151-2AE7-4A8C-BAF5-3742059F48F3}"/>
              </a:ext>
            </a:extLst>
          </p:cNvPr>
          <p:cNvSpPr txBox="1"/>
          <p:nvPr/>
        </p:nvSpPr>
        <p:spPr>
          <a:xfrm>
            <a:off x="1631497" y="1981318"/>
            <a:ext cx="1369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Monthly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2FAC8-2C04-4790-8589-6B45922170F1}"/>
              </a:ext>
            </a:extLst>
          </p:cNvPr>
          <p:cNvSpPr txBox="1"/>
          <p:nvPr/>
        </p:nvSpPr>
        <p:spPr>
          <a:xfrm>
            <a:off x="1882176" y="3024819"/>
            <a:ext cx="5012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원간 계획에서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W01 ~ W53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까지 위클리로 바로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원간 계획에서 일별로 바로 링크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3A7102A-3447-4BBB-AD88-1D339A6074BF}"/>
              </a:ext>
            </a:extLst>
          </p:cNvPr>
          <p:cNvCxnSpPr>
            <a:cxnSpLocks/>
          </p:cNvCxnSpPr>
          <p:nvPr/>
        </p:nvCxnSpPr>
        <p:spPr>
          <a:xfrm>
            <a:off x="3743580" y="2373711"/>
            <a:ext cx="641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78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43117DD-60A5-4229-8B07-BDB69CF565C7}"/>
              </a:ext>
            </a:extLst>
          </p:cNvPr>
          <p:cNvSpPr/>
          <p:nvPr/>
        </p:nvSpPr>
        <p:spPr>
          <a:xfrm>
            <a:off x="163149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B628CAB9-AFE5-4827-A51A-B69E0E41F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01" y="5520640"/>
            <a:ext cx="6077798" cy="7763958"/>
          </a:xfrm>
          <a:prstGeom prst="rect">
            <a:avLst/>
          </a:prstGeom>
        </p:spPr>
      </p:pic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D1A25211-ECCC-4115-BD01-C01AB24EC2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27664" r="81154" b="61313"/>
          <a:stretch/>
        </p:blipFill>
        <p:spPr>
          <a:xfrm>
            <a:off x="2453986" y="3933282"/>
            <a:ext cx="1885950" cy="1587358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5DFFACD-841B-4BF4-820B-191FFDF4EC4D}"/>
              </a:ext>
            </a:extLst>
          </p:cNvPr>
          <p:cNvSpPr/>
          <p:nvPr/>
        </p:nvSpPr>
        <p:spPr>
          <a:xfrm>
            <a:off x="2609323" y="3933282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A77CADE-B836-48F1-856C-86FD6C576F11}"/>
              </a:ext>
            </a:extLst>
          </p:cNvPr>
          <p:cNvSpPr/>
          <p:nvPr/>
        </p:nvSpPr>
        <p:spPr>
          <a:xfrm>
            <a:off x="3171401" y="7761205"/>
            <a:ext cx="759747" cy="7597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95E27-9A71-446A-9279-1FC25269124B}"/>
              </a:ext>
            </a:extLst>
          </p:cNvPr>
          <p:cNvSpPr txBox="1"/>
          <p:nvPr/>
        </p:nvSpPr>
        <p:spPr>
          <a:xfrm>
            <a:off x="1631497" y="1981318"/>
            <a:ext cx="1201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Weekly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553D804-A3A7-4F01-98BF-44C3D07219E1}"/>
              </a:ext>
            </a:extLst>
          </p:cNvPr>
          <p:cNvCxnSpPr>
            <a:cxnSpLocks/>
          </p:cNvCxnSpPr>
          <p:nvPr/>
        </p:nvCxnSpPr>
        <p:spPr>
          <a:xfrm>
            <a:off x="3743580" y="2373711"/>
            <a:ext cx="641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3723E9-BC4D-4396-B5E3-DCBBE5FFDDB4}"/>
              </a:ext>
            </a:extLst>
          </p:cNvPr>
          <p:cNvSpPr txBox="1"/>
          <p:nvPr/>
        </p:nvSpPr>
        <p:spPr>
          <a:xfrm>
            <a:off x="1882176" y="3024819"/>
            <a:ext cx="2954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위클리에서 일별로 바로 링크</a:t>
            </a:r>
          </a:p>
        </p:txBody>
      </p:sp>
    </p:spTree>
    <p:extLst>
      <p:ext uri="{BB962C8B-B14F-4D97-AF65-F5344CB8AC3E}">
        <p14:creationId xmlns:p14="http://schemas.microsoft.com/office/powerpoint/2010/main" val="142423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8780E62-7446-44F4-A5B7-FE64FBE8CB9C}"/>
              </a:ext>
            </a:extLst>
          </p:cNvPr>
          <p:cNvSpPr/>
          <p:nvPr/>
        </p:nvSpPr>
        <p:spPr>
          <a:xfrm>
            <a:off x="163149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A6B5552E-1783-43AC-BCA7-41C2378CFF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2"/>
          <a:stretch/>
        </p:blipFill>
        <p:spPr>
          <a:xfrm>
            <a:off x="2244435" y="5126560"/>
            <a:ext cx="3302051" cy="6002879"/>
          </a:xfrm>
          <a:prstGeom prst="rect">
            <a:avLst/>
          </a:prstGeom>
        </p:spPr>
      </p:pic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C7EB56D9-8696-47EE-B36B-CAB39529B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980" y="5126560"/>
            <a:ext cx="4699186" cy="6002879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7D445AEE-E5C0-446D-8461-B66677F31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92" t="88889" r="4427" b="88"/>
          <a:stretch/>
        </p:blipFill>
        <p:spPr>
          <a:xfrm>
            <a:off x="3580155" y="11595930"/>
            <a:ext cx="1587357" cy="1587357"/>
          </a:xfrm>
          <a:prstGeom prst="rect">
            <a:avLst/>
          </a:prstGeom>
        </p:spPr>
      </p:pic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6F3B05E6-E4D8-49B2-9BDC-27D3C1483B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92" t="88888" r="4426" b="88"/>
          <a:stretch/>
        </p:blipFill>
        <p:spPr>
          <a:xfrm>
            <a:off x="8411835" y="11595930"/>
            <a:ext cx="1587358" cy="1587357"/>
          </a:xfrm>
          <a:prstGeom prst="rect">
            <a:avLst/>
          </a:prstGeom>
        </p:spPr>
      </p:pic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C844D07B-2575-48CA-B589-EFFB84F54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2" r="24047" b="88977"/>
          <a:stretch/>
        </p:blipFill>
        <p:spPr>
          <a:xfrm>
            <a:off x="8100614" y="3246433"/>
            <a:ext cx="1587357" cy="1587357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FA44AD07-E325-4068-AE50-3635D3D7837C}"/>
              </a:ext>
            </a:extLst>
          </p:cNvPr>
          <p:cNvSpPr/>
          <p:nvPr/>
        </p:nvSpPr>
        <p:spPr>
          <a:xfrm>
            <a:off x="8100614" y="3246433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A89727-2014-4BEB-8275-E5B49788DA3C}"/>
              </a:ext>
            </a:extLst>
          </p:cNvPr>
          <p:cNvSpPr/>
          <p:nvPr/>
        </p:nvSpPr>
        <p:spPr>
          <a:xfrm>
            <a:off x="8411835" y="11595931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2B060FB-9DBC-40B5-893B-4E2892178307}"/>
              </a:ext>
            </a:extLst>
          </p:cNvPr>
          <p:cNvSpPr/>
          <p:nvPr/>
        </p:nvSpPr>
        <p:spPr>
          <a:xfrm>
            <a:off x="3580156" y="11595931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테이블이(가) 표시된 사진&#10;&#10;자동 생성된 설명">
            <a:extLst>
              <a:ext uri="{FF2B5EF4-FFF2-40B4-BE49-F238E27FC236}">
                <a16:creationId xmlns:a16="http://schemas.microsoft.com/office/drawing/2014/main" id="{6D696417-307B-46B0-B353-C981972F1D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2" r="24047" b="88977"/>
          <a:stretch/>
        </p:blipFill>
        <p:spPr>
          <a:xfrm>
            <a:off x="5176517" y="3246433"/>
            <a:ext cx="1587357" cy="158735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A50A3552-92E7-489A-9181-FBAFCB6C4DE5}"/>
              </a:ext>
            </a:extLst>
          </p:cNvPr>
          <p:cNvSpPr/>
          <p:nvPr/>
        </p:nvSpPr>
        <p:spPr>
          <a:xfrm>
            <a:off x="5135894" y="3246433"/>
            <a:ext cx="1587357" cy="158735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037CD55-9DBD-4DED-8E68-FE490E7725B4}"/>
              </a:ext>
            </a:extLst>
          </p:cNvPr>
          <p:cNvSpPr/>
          <p:nvPr/>
        </p:nvSpPr>
        <p:spPr>
          <a:xfrm>
            <a:off x="8617971" y="5126559"/>
            <a:ext cx="610730" cy="61073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CA93929-21F9-447C-ADEA-98EA09440254}"/>
              </a:ext>
            </a:extLst>
          </p:cNvPr>
          <p:cNvSpPr/>
          <p:nvPr/>
        </p:nvSpPr>
        <p:spPr>
          <a:xfrm>
            <a:off x="3743580" y="5126559"/>
            <a:ext cx="610730" cy="61073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4CAB98D-A405-45F7-919C-6123119E1985}"/>
              </a:ext>
            </a:extLst>
          </p:cNvPr>
          <p:cNvSpPr/>
          <p:nvPr/>
        </p:nvSpPr>
        <p:spPr>
          <a:xfrm>
            <a:off x="9687971" y="10589560"/>
            <a:ext cx="467759" cy="46775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C4732E-5269-4CD0-9FCF-68D3AC01EA97}"/>
              </a:ext>
            </a:extLst>
          </p:cNvPr>
          <p:cNvSpPr/>
          <p:nvPr/>
        </p:nvSpPr>
        <p:spPr>
          <a:xfrm>
            <a:off x="4838382" y="10589560"/>
            <a:ext cx="467759" cy="46775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DF34BD-CD8A-4ACF-BC0E-6FF2EC63856D}"/>
              </a:ext>
            </a:extLst>
          </p:cNvPr>
          <p:cNvCxnSpPr>
            <a:cxnSpLocks/>
          </p:cNvCxnSpPr>
          <p:nvPr/>
        </p:nvCxnSpPr>
        <p:spPr>
          <a:xfrm flipH="1">
            <a:off x="4728324" y="11129439"/>
            <a:ext cx="110058" cy="3636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A35AB34-5580-4838-BBF2-25852640127B}"/>
              </a:ext>
            </a:extLst>
          </p:cNvPr>
          <p:cNvCxnSpPr>
            <a:cxnSpLocks/>
          </p:cNvCxnSpPr>
          <p:nvPr/>
        </p:nvCxnSpPr>
        <p:spPr>
          <a:xfrm flipH="1">
            <a:off x="9687971" y="11129439"/>
            <a:ext cx="110058" cy="3636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A810B99-20AB-4E28-8D1F-625C84EA41A2}"/>
              </a:ext>
            </a:extLst>
          </p:cNvPr>
          <p:cNvCxnSpPr>
            <a:cxnSpLocks/>
          </p:cNvCxnSpPr>
          <p:nvPr/>
        </p:nvCxnSpPr>
        <p:spPr>
          <a:xfrm flipH="1">
            <a:off x="5301970" y="12394172"/>
            <a:ext cx="3925826" cy="21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E75DA14-964C-4E11-936A-A546C8770410}"/>
              </a:ext>
            </a:extLst>
          </p:cNvPr>
          <p:cNvCxnSpPr>
            <a:cxnSpLocks/>
          </p:cNvCxnSpPr>
          <p:nvPr/>
        </p:nvCxnSpPr>
        <p:spPr>
          <a:xfrm flipH="1">
            <a:off x="4065945" y="4530436"/>
            <a:ext cx="1006316" cy="4777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4E6BC39-41B5-4358-996E-CF6F81A222A0}"/>
              </a:ext>
            </a:extLst>
          </p:cNvPr>
          <p:cNvCxnSpPr>
            <a:cxnSpLocks/>
          </p:cNvCxnSpPr>
          <p:nvPr/>
        </p:nvCxnSpPr>
        <p:spPr>
          <a:xfrm>
            <a:off x="8879016" y="4944718"/>
            <a:ext cx="0" cy="634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DD46999-F8F6-4CB7-970C-E7FAFF3A5E4F}"/>
              </a:ext>
            </a:extLst>
          </p:cNvPr>
          <p:cNvSpPr txBox="1"/>
          <p:nvPr/>
        </p:nvSpPr>
        <p:spPr>
          <a:xfrm>
            <a:off x="1631497" y="1981318"/>
            <a:ext cx="1955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Daily &amp; Note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A1EAF8E-DA50-4602-BAD7-9F64ABEB12CC}"/>
              </a:ext>
            </a:extLst>
          </p:cNvPr>
          <p:cNvCxnSpPr>
            <a:cxnSpLocks/>
          </p:cNvCxnSpPr>
          <p:nvPr/>
        </p:nvCxnSpPr>
        <p:spPr>
          <a:xfrm>
            <a:off x="3743580" y="2373711"/>
            <a:ext cx="641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8829A13-82B0-4201-830F-31D41EA43E22}"/>
              </a:ext>
            </a:extLst>
          </p:cNvPr>
          <p:cNvSpPr txBox="1"/>
          <p:nvPr/>
        </p:nvSpPr>
        <p:spPr>
          <a:xfrm>
            <a:off x="1882176" y="3024819"/>
            <a:ext cx="3397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일간에서 해당 위클리로 바로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앞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뒤 주간 위클리로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일간과 노트 연결</a:t>
            </a:r>
          </a:p>
        </p:txBody>
      </p:sp>
    </p:spTree>
    <p:extLst>
      <p:ext uri="{BB962C8B-B14F-4D97-AF65-F5344CB8AC3E}">
        <p14:creationId xmlns:p14="http://schemas.microsoft.com/office/powerpoint/2010/main" val="177704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4BF0D04-F0FE-43DB-8953-B686B77E0C3A}"/>
              </a:ext>
            </a:extLst>
          </p:cNvPr>
          <p:cNvSpPr/>
          <p:nvPr/>
        </p:nvSpPr>
        <p:spPr>
          <a:xfrm>
            <a:off x="1631497" y="1981318"/>
            <a:ext cx="8929007" cy="122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53F2407-85DF-45C8-8567-B628221D9CDC}"/>
              </a:ext>
            </a:extLst>
          </p:cNvPr>
          <p:cNvGrpSpPr/>
          <p:nvPr/>
        </p:nvGrpSpPr>
        <p:grpSpPr>
          <a:xfrm>
            <a:off x="2316049" y="4114918"/>
            <a:ext cx="7786066" cy="10002864"/>
            <a:chOff x="431829" y="703944"/>
            <a:chExt cx="11705715" cy="150384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4D19F19-C6DB-4EB8-9322-5963112A2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9" y="703944"/>
              <a:ext cx="2254528" cy="28800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8D8B902-7F18-4A33-8600-DE1F02BD7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626" y="703944"/>
              <a:ext cx="2254528" cy="288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D42B110-4EFB-4FB2-B94D-B53971D64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7423" y="703944"/>
              <a:ext cx="2254528" cy="2880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0D7116D-8736-4872-9A8F-7AB142B78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9" y="3743567"/>
              <a:ext cx="2254528" cy="2880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F54801B-3E20-4759-A54C-81ED904B8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626" y="3743567"/>
              <a:ext cx="2254528" cy="28800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C7E6E6-B021-4327-973D-D99706D87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7423" y="3743567"/>
              <a:ext cx="2254528" cy="2880000"/>
            </a:xfrm>
            <a:prstGeom prst="rect">
              <a:avLst/>
            </a:prstGeom>
          </p:spPr>
        </p:pic>
        <p:pic>
          <p:nvPicPr>
            <p:cNvPr id="10" name="그림 9" descr="텍스트이(가) 표시된 사진&#10;&#10;자동 생성된 설명">
              <a:extLst>
                <a:ext uri="{FF2B5EF4-FFF2-40B4-BE49-F238E27FC236}">
                  <a16:creationId xmlns:a16="http://schemas.microsoft.com/office/drawing/2014/main" id="{79890DF0-AF7B-415A-8F50-984EC437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0220" y="3743567"/>
              <a:ext cx="2254528" cy="28800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26169EC-7E3B-458E-B832-BC9CA79E0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9" y="6783190"/>
              <a:ext cx="2254528" cy="2880000"/>
            </a:xfrm>
            <a:prstGeom prst="rect">
              <a:avLst/>
            </a:prstGeom>
          </p:spPr>
        </p:pic>
        <p:pic>
          <p:nvPicPr>
            <p:cNvPr id="12" name="그림 11" descr="텍스트이(가) 표시된 사진&#10;&#10;자동 생성된 설명">
              <a:extLst>
                <a:ext uri="{FF2B5EF4-FFF2-40B4-BE49-F238E27FC236}">
                  <a16:creationId xmlns:a16="http://schemas.microsoft.com/office/drawing/2014/main" id="{49522172-B5C9-4581-85CC-6BFEF48DC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626" y="6783190"/>
              <a:ext cx="2254528" cy="2880000"/>
            </a:xfrm>
            <a:prstGeom prst="rect">
              <a:avLst/>
            </a:prstGeom>
          </p:spPr>
        </p:pic>
        <p:pic>
          <p:nvPicPr>
            <p:cNvPr id="13" name="그림 12" descr="텍스트이(가) 표시된 사진&#10;&#10;자동 생성된 설명">
              <a:extLst>
                <a:ext uri="{FF2B5EF4-FFF2-40B4-BE49-F238E27FC236}">
                  <a16:creationId xmlns:a16="http://schemas.microsoft.com/office/drawing/2014/main" id="{4B0E428A-26F8-4A28-8641-7CC800B9D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7423" y="6783190"/>
              <a:ext cx="2254528" cy="28800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2A40080-C879-48A0-8987-C984E45BD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0220" y="6783190"/>
              <a:ext cx="2254528" cy="288000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EF69CA9-1B44-42D8-9245-DF4711A5E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3016" y="6783190"/>
              <a:ext cx="2254528" cy="288000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20B7A5F-1AC6-4DE8-8A4D-1ED991990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9" y="12862434"/>
              <a:ext cx="2254528" cy="288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57420E6-65D2-45C3-B0B0-FF1FC486E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9" y="9822813"/>
              <a:ext cx="2254528" cy="28800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5FE9325-7B15-4396-8897-0B222DB4A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626" y="9822813"/>
              <a:ext cx="2254528" cy="28800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6C44AAB-152A-40A0-B32A-9F7DACB6B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7423" y="9822813"/>
              <a:ext cx="2254528" cy="288000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010D269-223B-4632-AD3F-0A05AFC89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626" y="12862434"/>
              <a:ext cx="2254528" cy="28800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1EE4864-6DA9-4556-900E-6CAB0C22D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7423" y="12862434"/>
              <a:ext cx="2254528" cy="28800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05D9400-983E-48B3-9D68-165E64C9C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0220" y="12862434"/>
              <a:ext cx="2254528" cy="2880000"/>
            </a:xfrm>
            <a:prstGeom prst="rect">
              <a:avLst/>
            </a:prstGeom>
          </p:spPr>
        </p:pic>
        <p:pic>
          <p:nvPicPr>
            <p:cNvPr id="23" name="그림 22" descr="텍스트이(가) 표시된 사진&#10;&#10;자동 생성된 설명">
              <a:extLst>
                <a:ext uri="{FF2B5EF4-FFF2-40B4-BE49-F238E27FC236}">
                  <a16:creationId xmlns:a16="http://schemas.microsoft.com/office/drawing/2014/main" id="{9A9B759F-DDC7-47A9-A9B7-D5812C055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3016" y="12862434"/>
              <a:ext cx="2254528" cy="28800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DF6DD86-4C0D-43AF-989D-3B75A3A971DE}"/>
              </a:ext>
            </a:extLst>
          </p:cNvPr>
          <p:cNvSpPr txBox="1"/>
          <p:nvPr/>
        </p:nvSpPr>
        <p:spPr>
          <a:xfrm>
            <a:off x="1631497" y="1981318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Project Book (Cover)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24C1E21-DCB6-489B-9CBF-D057F126B66D}"/>
              </a:ext>
            </a:extLst>
          </p:cNvPr>
          <p:cNvCxnSpPr>
            <a:cxnSpLocks/>
          </p:cNvCxnSpPr>
          <p:nvPr/>
        </p:nvCxnSpPr>
        <p:spPr>
          <a:xfrm>
            <a:off x="4918364" y="2373711"/>
            <a:ext cx="523736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B09A5A-3400-48C7-BBCF-B96DF91DE195}"/>
              </a:ext>
            </a:extLst>
          </p:cNvPr>
          <p:cNvSpPr txBox="1"/>
          <p:nvPr/>
        </p:nvSpPr>
        <p:spPr>
          <a:xfrm>
            <a:off x="1882176" y="3024819"/>
            <a:ext cx="6593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프로젝트 표지로 템플릿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노트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스케쥴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워크프레임 등을 복사 해서 사용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149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519</TotalTime>
  <Words>242</Words>
  <Application>Microsoft Office PowerPoint</Application>
  <PresentationFormat>사용자 지정</PresentationFormat>
  <Paragraphs>66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08SeoulNamsan B</vt:lpstr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</cp:revision>
  <dcterms:created xsi:type="dcterms:W3CDTF">2021-11-28T02:41:40Z</dcterms:created>
  <dcterms:modified xsi:type="dcterms:W3CDTF">2021-11-28T11:21:25Z</dcterms:modified>
</cp:coreProperties>
</file>
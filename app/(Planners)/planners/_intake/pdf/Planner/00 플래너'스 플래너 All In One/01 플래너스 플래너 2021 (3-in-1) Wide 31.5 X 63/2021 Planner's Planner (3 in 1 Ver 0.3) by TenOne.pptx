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64" r:id="rId2"/>
    <p:sldId id="265" r:id="rId3"/>
    <p:sldId id="266" r:id="rId4"/>
    <p:sldId id="267" r:id="rId5"/>
    <p:sldId id="256" r:id="rId6"/>
    <p:sldId id="268" r:id="rId7"/>
    <p:sldId id="269" r:id="rId8"/>
    <p:sldId id="270" r:id="rId9"/>
    <p:sldId id="271" r:id="rId10"/>
    <p:sldId id="272" r:id="rId11"/>
    <p:sldId id="273" r:id="rId12"/>
    <p:sldId id="274" r:id="rId13"/>
    <p:sldId id="275" r:id="rId14"/>
    <p:sldId id="276" r:id="rId15"/>
    <p:sldId id="277" r:id="rId16"/>
    <p:sldId id="278" r:id="rId17"/>
    <p:sldId id="279" r:id="rId18"/>
    <p:sldId id="280" r:id="rId19"/>
    <p:sldId id="281" r:id="rId20"/>
    <p:sldId id="282" r:id="rId21"/>
    <p:sldId id="283" r:id="rId22"/>
    <p:sldId id="284" r:id="rId23"/>
    <p:sldId id="285" r:id="rId24"/>
    <p:sldId id="286" r:id="rId25"/>
    <p:sldId id="287" r:id="rId26"/>
    <p:sldId id="288" r:id="rId27"/>
    <p:sldId id="289" r:id="rId28"/>
    <p:sldId id="290" r:id="rId29"/>
    <p:sldId id="291" r:id="rId30"/>
    <p:sldId id="292" r:id="rId31"/>
    <p:sldId id="293" r:id="rId32"/>
    <p:sldId id="294" r:id="rId33"/>
    <p:sldId id="295" r:id="rId34"/>
    <p:sldId id="296" r:id="rId35"/>
    <p:sldId id="297" r:id="rId36"/>
    <p:sldId id="298" r:id="rId37"/>
    <p:sldId id="299" r:id="rId38"/>
    <p:sldId id="300" r:id="rId39"/>
    <p:sldId id="301" r:id="rId40"/>
    <p:sldId id="302" r:id="rId41"/>
    <p:sldId id="303" r:id="rId42"/>
    <p:sldId id="304" r:id="rId43"/>
    <p:sldId id="305" r:id="rId44"/>
    <p:sldId id="306" r:id="rId45"/>
    <p:sldId id="307" r:id="rId46"/>
    <p:sldId id="308" r:id="rId47"/>
    <p:sldId id="309" r:id="rId48"/>
    <p:sldId id="310" r:id="rId49"/>
    <p:sldId id="311" r:id="rId50"/>
    <p:sldId id="312" r:id="rId51"/>
    <p:sldId id="313" r:id="rId52"/>
    <p:sldId id="314" r:id="rId53"/>
    <p:sldId id="315" r:id="rId54"/>
    <p:sldId id="316" r:id="rId55"/>
    <p:sldId id="317" r:id="rId56"/>
    <p:sldId id="318" r:id="rId57"/>
    <p:sldId id="319" r:id="rId58"/>
    <p:sldId id="321" r:id="rId59"/>
    <p:sldId id="379" r:id="rId60"/>
    <p:sldId id="382" r:id="rId61"/>
    <p:sldId id="383" r:id="rId62"/>
    <p:sldId id="384" r:id="rId63"/>
    <p:sldId id="385" r:id="rId64"/>
    <p:sldId id="386" r:id="rId65"/>
    <p:sldId id="387" r:id="rId66"/>
    <p:sldId id="388" r:id="rId67"/>
    <p:sldId id="389" r:id="rId68"/>
    <p:sldId id="390" r:id="rId69"/>
    <p:sldId id="391" r:id="rId70"/>
    <p:sldId id="392" r:id="rId71"/>
    <p:sldId id="393" r:id="rId72"/>
    <p:sldId id="394" r:id="rId73"/>
    <p:sldId id="395" r:id="rId74"/>
    <p:sldId id="396" r:id="rId75"/>
    <p:sldId id="397" r:id="rId76"/>
    <p:sldId id="398" r:id="rId77"/>
    <p:sldId id="399" r:id="rId78"/>
    <p:sldId id="381" r:id="rId79"/>
    <p:sldId id="400" r:id="rId80"/>
    <p:sldId id="401" r:id="rId81"/>
    <p:sldId id="402" r:id="rId82"/>
    <p:sldId id="403" r:id="rId83"/>
    <p:sldId id="404" r:id="rId84"/>
    <p:sldId id="405" r:id="rId85"/>
    <p:sldId id="406" r:id="rId86"/>
    <p:sldId id="407" r:id="rId87"/>
    <p:sldId id="408" r:id="rId88"/>
    <p:sldId id="409" r:id="rId89"/>
    <p:sldId id="410" r:id="rId90"/>
    <p:sldId id="411" r:id="rId91"/>
    <p:sldId id="412" r:id="rId92"/>
    <p:sldId id="413" r:id="rId93"/>
    <p:sldId id="414" r:id="rId94"/>
    <p:sldId id="415" r:id="rId95"/>
    <p:sldId id="416" r:id="rId96"/>
    <p:sldId id="417" r:id="rId97"/>
    <p:sldId id="418" r:id="rId98"/>
    <p:sldId id="419" r:id="rId99"/>
    <p:sldId id="420" r:id="rId100"/>
    <p:sldId id="421" r:id="rId101"/>
    <p:sldId id="422" r:id="rId102"/>
    <p:sldId id="428" r:id="rId103"/>
    <p:sldId id="258" r:id="rId104"/>
    <p:sldId id="423" r:id="rId105"/>
    <p:sldId id="424" r:id="rId106"/>
    <p:sldId id="425" r:id="rId107"/>
    <p:sldId id="426" r:id="rId108"/>
    <p:sldId id="260" r:id="rId109"/>
    <p:sldId id="444" r:id="rId110"/>
    <p:sldId id="445" r:id="rId111"/>
    <p:sldId id="446" r:id="rId112"/>
    <p:sldId id="447" r:id="rId113"/>
    <p:sldId id="449" r:id="rId114"/>
    <p:sldId id="429" r:id="rId115"/>
    <p:sldId id="259" r:id="rId116"/>
    <p:sldId id="430" r:id="rId117"/>
    <p:sldId id="431" r:id="rId118"/>
    <p:sldId id="432" r:id="rId119"/>
    <p:sldId id="433" r:id="rId120"/>
    <p:sldId id="262" r:id="rId121"/>
    <p:sldId id="434" r:id="rId122"/>
    <p:sldId id="435" r:id="rId123"/>
    <p:sldId id="436" r:id="rId124"/>
    <p:sldId id="437" r:id="rId125"/>
    <p:sldId id="263" r:id="rId126"/>
    <p:sldId id="439" r:id="rId127"/>
    <p:sldId id="440" r:id="rId128"/>
    <p:sldId id="441" r:id="rId129"/>
    <p:sldId id="442" r:id="rId130"/>
    <p:sldId id="448" r:id="rId131"/>
    <p:sldId id="450" r:id="rId132"/>
    <p:sldId id="451" r:id="rId133"/>
  </p:sldIdLst>
  <p:sldSz cx="22680613" cy="11160125"/>
  <p:notesSz cx="9144000" cy="6858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515" userDrawn="1">
          <p15:clr>
            <a:srgbClr val="A4A3A4"/>
          </p15:clr>
        </p15:guide>
        <p15:guide id="2" pos="7144" userDrawn="1">
          <p15:clr>
            <a:srgbClr val="A4A3A4"/>
          </p15:clr>
        </p15:guide>
        <p15:guide id="3" pos="4762" userDrawn="1">
          <p15:clr>
            <a:srgbClr val="A4A3A4"/>
          </p15:clr>
        </p15:guide>
        <p15:guide id="4" pos="9525" userDrawn="1">
          <p15:clr>
            <a:srgbClr val="A4A3A4"/>
          </p15:clr>
        </p15:guide>
        <p15:guide id="6" orient="horz" pos="340" userDrawn="1">
          <p15:clr>
            <a:srgbClr val="A4A3A4"/>
          </p15:clr>
        </p15:guide>
        <p15:guide id="7" orient="horz" pos="6713" userDrawn="1">
          <p15:clr>
            <a:srgbClr val="A4A3A4"/>
          </p15:clr>
        </p15:guide>
        <p15:guide id="8" pos="4739" userDrawn="1">
          <p15:clr>
            <a:srgbClr val="A4A3A4"/>
          </p15:clr>
        </p15:guide>
        <p15:guide id="9" pos="4785" userDrawn="1">
          <p15:clr>
            <a:srgbClr val="A4A3A4"/>
          </p15:clr>
        </p15:guide>
        <p15:guide id="11" pos="7166" userDrawn="1">
          <p15:clr>
            <a:srgbClr val="A4A3A4"/>
          </p15:clr>
        </p15:guide>
        <p15:guide id="12" pos="9502" userDrawn="1">
          <p15:clr>
            <a:srgbClr val="A4A3A4"/>
          </p15:clr>
        </p15:guide>
        <p15:guide id="13" pos="9548" userDrawn="1">
          <p15:clr>
            <a:srgbClr val="A4A3A4"/>
          </p15:clr>
        </p15:guide>
        <p15:guide id="14" pos="45" userDrawn="1">
          <p15:clr>
            <a:srgbClr val="A4A3A4"/>
          </p15:clr>
        </p15:guide>
        <p15:guide id="15" pos="14242" userDrawn="1">
          <p15:clr>
            <a:srgbClr val="A4A3A4"/>
          </p15:clr>
        </p15:guide>
        <p15:guide id="16" pos="2381" userDrawn="1">
          <p15:clr>
            <a:srgbClr val="A4A3A4"/>
          </p15:clr>
        </p15:guide>
        <p15:guide id="17" pos="11906" userDrawn="1">
          <p15:clr>
            <a:srgbClr val="A4A3A4"/>
          </p15:clr>
        </p15:guide>
        <p15:guide id="18" pos="7121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8B8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0585" autoAdjust="0"/>
    <p:restoredTop sz="94660"/>
  </p:normalViewPr>
  <p:slideViewPr>
    <p:cSldViewPr snapToGrid="0" showGuides="1">
      <p:cViewPr varScale="1">
        <p:scale>
          <a:sx n="102" d="100"/>
          <a:sy n="102" d="100"/>
        </p:scale>
        <p:origin x="1866" y="114"/>
      </p:cViewPr>
      <p:guideLst>
        <p:guide orient="horz" pos="3515"/>
        <p:guide pos="7144"/>
        <p:guide pos="4762"/>
        <p:guide pos="9525"/>
        <p:guide orient="horz" pos="340"/>
        <p:guide orient="horz" pos="6713"/>
        <p:guide pos="4739"/>
        <p:guide pos="4785"/>
        <p:guide pos="7166"/>
        <p:guide pos="9502"/>
        <p:guide pos="9548"/>
        <p:guide pos="45"/>
        <p:guide pos="14242"/>
        <p:guide pos="2381"/>
        <p:guide pos="11906"/>
        <p:guide pos="7121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20" d="100"/>
        <a:sy n="2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26" Type="http://schemas.openxmlformats.org/officeDocument/2006/relationships/slide" Target="slides/slide125.xml"/><Relationship Id="rId134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16" Type="http://schemas.openxmlformats.org/officeDocument/2006/relationships/slide" Target="slides/slide115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137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30" Type="http://schemas.openxmlformats.org/officeDocument/2006/relationships/slide" Target="slides/slide129.xml"/><Relationship Id="rId135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theme" Target="theme/theme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835077" y="1826438"/>
            <a:ext cx="17010460" cy="3885377"/>
          </a:xfrm>
        </p:spPr>
        <p:txBody>
          <a:bodyPr anchor="b"/>
          <a:lstStyle>
            <a:lvl1pPr algn="ctr">
              <a:defRPr sz="9764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835077" y="5861650"/>
            <a:ext cx="17010460" cy="2694446"/>
          </a:xfrm>
        </p:spPr>
        <p:txBody>
          <a:bodyPr/>
          <a:lstStyle>
            <a:lvl1pPr marL="0" indent="0" algn="ctr">
              <a:buNone/>
              <a:defRPr sz="3906"/>
            </a:lvl1pPr>
            <a:lvl2pPr marL="744002" indent="0" algn="ctr">
              <a:buNone/>
              <a:defRPr sz="3255"/>
            </a:lvl2pPr>
            <a:lvl3pPr marL="1488003" indent="0" algn="ctr">
              <a:buNone/>
              <a:defRPr sz="2929"/>
            </a:lvl3pPr>
            <a:lvl4pPr marL="2232005" indent="0" algn="ctr">
              <a:buNone/>
              <a:defRPr sz="2604"/>
            </a:lvl4pPr>
            <a:lvl5pPr marL="2976006" indent="0" algn="ctr">
              <a:buNone/>
              <a:defRPr sz="2604"/>
            </a:lvl5pPr>
            <a:lvl6pPr marL="3720008" indent="0" algn="ctr">
              <a:buNone/>
              <a:defRPr sz="2604"/>
            </a:lvl6pPr>
            <a:lvl7pPr marL="4464009" indent="0" algn="ctr">
              <a:buNone/>
              <a:defRPr sz="2604"/>
            </a:lvl7pPr>
            <a:lvl8pPr marL="5208011" indent="0" algn="ctr">
              <a:buNone/>
              <a:defRPr sz="2604"/>
            </a:lvl8pPr>
            <a:lvl9pPr marL="5952012" indent="0" algn="ctr">
              <a:buNone/>
              <a:defRPr sz="2604"/>
            </a:lvl9pPr>
          </a:lstStyle>
          <a:p>
            <a:r>
              <a:rPr lang="ko-KR" altLang="en-US"/>
              <a:t>클릭하여 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2021-02-10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9378631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2021-02-10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5232461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47479" y="2782283"/>
            <a:ext cx="19562029" cy="4642301"/>
          </a:xfrm>
        </p:spPr>
        <p:txBody>
          <a:bodyPr anchor="b"/>
          <a:lstStyle>
            <a:lvl1pPr>
              <a:defRPr sz="9764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47479" y="7468502"/>
            <a:ext cx="19562029" cy="2441277"/>
          </a:xfrm>
        </p:spPr>
        <p:txBody>
          <a:bodyPr/>
          <a:lstStyle>
            <a:lvl1pPr marL="0" indent="0">
              <a:buNone/>
              <a:defRPr sz="3906">
                <a:solidFill>
                  <a:schemeClr val="tx1">
                    <a:tint val="75000"/>
                  </a:schemeClr>
                </a:solidFill>
              </a:defRPr>
            </a:lvl1pPr>
            <a:lvl2pPr marL="744002" indent="0">
              <a:buNone/>
              <a:defRPr sz="3255">
                <a:solidFill>
                  <a:schemeClr val="tx1">
                    <a:tint val="75000"/>
                  </a:schemeClr>
                </a:solidFill>
              </a:defRPr>
            </a:lvl2pPr>
            <a:lvl3pPr marL="1488003" indent="0">
              <a:buNone/>
              <a:defRPr sz="2929">
                <a:solidFill>
                  <a:schemeClr val="tx1">
                    <a:tint val="75000"/>
                  </a:schemeClr>
                </a:solidFill>
              </a:defRPr>
            </a:lvl3pPr>
            <a:lvl4pPr marL="2232005" indent="0">
              <a:buNone/>
              <a:defRPr sz="2604">
                <a:solidFill>
                  <a:schemeClr val="tx1">
                    <a:tint val="75000"/>
                  </a:schemeClr>
                </a:solidFill>
              </a:defRPr>
            </a:lvl4pPr>
            <a:lvl5pPr marL="2976006" indent="0">
              <a:buNone/>
              <a:defRPr sz="2604">
                <a:solidFill>
                  <a:schemeClr val="tx1">
                    <a:tint val="75000"/>
                  </a:schemeClr>
                </a:solidFill>
              </a:defRPr>
            </a:lvl5pPr>
            <a:lvl6pPr marL="3720008" indent="0">
              <a:buNone/>
              <a:defRPr sz="2604">
                <a:solidFill>
                  <a:schemeClr val="tx1">
                    <a:tint val="75000"/>
                  </a:schemeClr>
                </a:solidFill>
              </a:defRPr>
            </a:lvl6pPr>
            <a:lvl7pPr marL="4464009" indent="0">
              <a:buNone/>
              <a:defRPr sz="2604">
                <a:solidFill>
                  <a:schemeClr val="tx1">
                    <a:tint val="75000"/>
                  </a:schemeClr>
                </a:solidFill>
              </a:defRPr>
            </a:lvl7pPr>
            <a:lvl8pPr marL="5208011" indent="0">
              <a:buNone/>
              <a:defRPr sz="2604">
                <a:solidFill>
                  <a:schemeClr val="tx1">
                    <a:tint val="75000"/>
                  </a:schemeClr>
                </a:solidFill>
              </a:defRPr>
            </a:lvl8pPr>
            <a:lvl9pPr marL="5952012" indent="0">
              <a:buNone/>
              <a:defRPr sz="2604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2021-02-10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803084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559292" y="2970867"/>
            <a:ext cx="9639261" cy="7080997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1482060" y="2970867"/>
            <a:ext cx="9639261" cy="7080997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2021-02-10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68027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62246" y="594174"/>
            <a:ext cx="19562029" cy="2157108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62247" y="2735782"/>
            <a:ext cx="9594962" cy="1340764"/>
          </a:xfrm>
        </p:spPr>
        <p:txBody>
          <a:bodyPr anchor="b"/>
          <a:lstStyle>
            <a:lvl1pPr marL="0" indent="0">
              <a:buNone/>
              <a:defRPr sz="3906" b="1"/>
            </a:lvl1pPr>
            <a:lvl2pPr marL="744002" indent="0">
              <a:buNone/>
              <a:defRPr sz="3255" b="1"/>
            </a:lvl2pPr>
            <a:lvl3pPr marL="1488003" indent="0">
              <a:buNone/>
              <a:defRPr sz="2929" b="1"/>
            </a:lvl3pPr>
            <a:lvl4pPr marL="2232005" indent="0">
              <a:buNone/>
              <a:defRPr sz="2604" b="1"/>
            </a:lvl4pPr>
            <a:lvl5pPr marL="2976006" indent="0">
              <a:buNone/>
              <a:defRPr sz="2604" b="1"/>
            </a:lvl5pPr>
            <a:lvl6pPr marL="3720008" indent="0">
              <a:buNone/>
              <a:defRPr sz="2604" b="1"/>
            </a:lvl6pPr>
            <a:lvl7pPr marL="4464009" indent="0">
              <a:buNone/>
              <a:defRPr sz="2604" b="1"/>
            </a:lvl7pPr>
            <a:lvl8pPr marL="5208011" indent="0">
              <a:buNone/>
              <a:defRPr sz="2604" b="1"/>
            </a:lvl8pPr>
            <a:lvl9pPr marL="5952012" indent="0">
              <a:buNone/>
              <a:defRPr sz="2604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562247" y="4076545"/>
            <a:ext cx="9594962" cy="5995985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11482060" y="2735782"/>
            <a:ext cx="9642215" cy="1340764"/>
          </a:xfrm>
        </p:spPr>
        <p:txBody>
          <a:bodyPr anchor="b"/>
          <a:lstStyle>
            <a:lvl1pPr marL="0" indent="0">
              <a:buNone/>
              <a:defRPr sz="3906" b="1"/>
            </a:lvl1pPr>
            <a:lvl2pPr marL="744002" indent="0">
              <a:buNone/>
              <a:defRPr sz="3255" b="1"/>
            </a:lvl2pPr>
            <a:lvl3pPr marL="1488003" indent="0">
              <a:buNone/>
              <a:defRPr sz="2929" b="1"/>
            </a:lvl3pPr>
            <a:lvl4pPr marL="2232005" indent="0">
              <a:buNone/>
              <a:defRPr sz="2604" b="1"/>
            </a:lvl4pPr>
            <a:lvl5pPr marL="2976006" indent="0">
              <a:buNone/>
              <a:defRPr sz="2604" b="1"/>
            </a:lvl5pPr>
            <a:lvl6pPr marL="3720008" indent="0">
              <a:buNone/>
              <a:defRPr sz="2604" b="1"/>
            </a:lvl6pPr>
            <a:lvl7pPr marL="4464009" indent="0">
              <a:buNone/>
              <a:defRPr sz="2604" b="1"/>
            </a:lvl7pPr>
            <a:lvl8pPr marL="5208011" indent="0">
              <a:buNone/>
              <a:defRPr sz="2604" b="1"/>
            </a:lvl8pPr>
            <a:lvl9pPr marL="5952012" indent="0">
              <a:buNone/>
              <a:defRPr sz="2604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11482060" y="4076545"/>
            <a:ext cx="9642215" cy="5995985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2021-02-10</a:t>
            </a:fld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6543797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2021-02-10</a:t>
            </a:fld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2865448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2021-02-10</a:t>
            </a:fld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8647713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62247" y="744008"/>
            <a:ext cx="7315087" cy="2604029"/>
          </a:xfrm>
        </p:spPr>
        <p:txBody>
          <a:bodyPr anchor="b"/>
          <a:lstStyle>
            <a:lvl1pPr>
              <a:defRPr sz="5207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9642215" y="1606852"/>
            <a:ext cx="11482060" cy="7930922"/>
          </a:xfrm>
        </p:spPr>
        <p:txBody>
          <a:bodyPr/>
          <a:lstStyle>
            <a:lvl1pPr>
              <a:defRPr sz="5207"/>
            </a:lvl1pPr>
            <a:lvl2pPr>
              <a:defRPr sz="4556"/>
            </a:lvl2pPr>
            <a:lvl3pPr>
              <a:defRPr sz="3906"/>
            </a:lvl3pPr>
            <a:lvl4pPr>
              <a:defRPr sz="3255"/>
            </a:lvl4pPr>
            <a:lvl5pPr>
              <a:defRPr sz="3255"/>
            </a:lvl5pPr>
            <a:lvl6pPr>
              <a:defRPr sz="3255"/>
            </a:lvl6pPr>
            <a:lvl7pPr>
              <a:defRPr sz="3255"/>
            </a:lvl7pPr>
            <a:lvl8pPr>
              <a:defRPr sz="3255"/>
            </a:lvl8pPr>
            <a:lvl9pPr>
              <a:defRPr sz="3255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562247" y="3348037"/>
            <a:ext cx="7315087" cy="6202654"/>
          </a:xfrm>
        </p:spPr>
        <p:txBody>
          <a:bodyPr/>
          <a:lstStyle>
            <a:lvl1pPr marL="0" indent="0">
              <a:buNone/>
              <a:defRPr sz="2604"/>
            </a:lvl1pPr>
            <a:lvl2pPr marL="744002" indent="0">
              <a:buNone/>
              <a:defRPr sz="2278"/>
            </a:lvl2pPr>
            <a:lvl3pPr marL="1488003" indent="0">
              <a:buNone/>
              <a:defRPr sz="1953"/>
            </a:lvl3pPr>
            <a:lvl4pPr marL="2232005" indent="0">
              <a:buNone/>
              <a:defRPr sz="1627"/>
            </a:lvl4pPr>
            <a:lvl5pPr marL="2976006" indent="0">
              <a:buNone/>
              <a:defRPr sz="1627"/>
            </a:lvl5pPr>
            <a:lvl6pPr marL="3720008" indent="0">
              <a:buNone/>
              <a:defRPr sz="1627"/>
            </a:lvl6pPr>
            <a:lvl7pPr marL="4464009" indent="0">
              <a:buNone/>
              <a:defRPr sz="1627"/>
            </a:lvl7pPr>
            <a:lvl8pPr marL="5208011" indent="0">
              <a:buNone/>
              <a:defRPr sz="1627"/>
            </a:lvl8pPr>
            <a:lvl9pPr marL="5952012" indent="0">
              <a:buNone/>
              <a:defRPr sz="1627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2021-02-10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409349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62247" y="744008"/>
            <a:ext cx="7315087" cy="2604029"/>
          </a:xfrm>
        </p:spPr>
        <p:txBody>
          <a:bodyPr anchor="b"/>
          <a:lstStyle>
            <a:lvl1pPr>
              <a:defRPr sz="5207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9642215" y="1606852"/>
            <a:ext cx="11482060" cy="7930922"/>
          </a:xfrm>
        </p:spPr>
        <p:txBody>
          <a:bodyPr anchor="t"/>
          <a:lstStyle>
            <a:lvl1pPr marL="0" indent="0">
              <a:buNone/>
              <a:defRPr sz="5207"/>
            </a:lvl1pPr>
            <a:lvl2pPr marL="744002" indent="0">
              <a:buNone/>
              <a:defRPr sz="4556"/>
            </a:lvl2pPr>
            <a:lvl3pPr marL="1488003" indent="0">
              <a:buNone/>
              <a:defRPr sz="3906"/>
            </a:lvl3pPr>
            <a:lvl4pPr marL="2232005" indent="0">
              <a:buNone/>
              <a:defRPr sz="3255"/>
            </a:lvl4pPr>
            <a:lvl5pPr marL="2976006" indent="0">
              <a:buNone/>
              <a:defRPr sz="3255"/>
            </a:lvl5pPr>
            <a:lvl6pPr marL="3720008" indent="0">
              <a:buNone/>
              <a:defRPr sz="3255"/>
            </a:lvl6pPr>
            <a:lvl7pPr marL="4464009" indent="0">
              <a:buNone/>
              <a:defRPr sz="3255"/>
            </a:lvl7pPr>
            <a:lvl8pPr marL="5208011" indent="0">
              <a:buNone/>
              <a:defRPr sz="3255"/>
            </a:lvl8pPr>
            <a:lvl9pPr marL="5952012" indent="0">
              <a:buNone/>
              <a:defRPr sz="3255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562247" y="3348037"/>
            <a:ext cx="7315087" cy="6202654"/>
          </a:xfrm>
        </p:spPr>
        <p:txBody>
          <a:bodyPr/>
          <a:lstStyle>
            <a:lvl1pPr marL="0" indent="0">
              <a:buNone/>
              <a:defRPr sz="2604"/>
            </a:lvl1pPr>
            <a:lvl2pPr marL="744002" indent="0">
              <a:buNone/>
              <a:defRPr sz="2278"/>
            </a:lvl2pPr>
            <a:lvl3pPr marL="1488003" indent="0">
              <a:buNone/>
              <a:defRPr sz="1953"/>
            </a:lvl3pPr>
            <a:lvl4pPr marL="2232005" indent="0">
              <a:buNone/>
              <a:defRPr sz="1627"/>
            </a:lvl4pPr>
            <a:lvl5pPr marL="2976006" indent="0">
              <a:buNone/>
              <a:defRPr sz="1627"/>
            </a:lvl5pPr>
            <a:lvl6pPr marL="3720008" indent="0">
              <a:buNone/>
              <a:defRPr sz="1627"/>
            </a:lvl6pPr>
            <a:lvl7pPr marL="4464009" indent="0">
              <a:buNone/>
              <a:defRPr sz="1627"/>
            </a:lvl7pPr>
            <a:lvl8pPr marL="5208011" indent="0">
              <a:buNone/>
              <a:defRPr sz="1627"/>
            </a:lvl8pPr>
            <a:lvl9pPr marL="5952012" indent="0">
              <a:buNone/>
              <a:defRPr sz="1627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2021-02-10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368954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2021-02-10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7979424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6230814" y="594173"/>
            <a:ext cx="4890507" cy="9457690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559292" y="594173"/>
            <a:ext cx="14388014" cy="9457690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2021-02-10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705427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559292" y="594174"/>
            <a:ext cx="19562029" cy="215710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59292" y="2970867"/>
            <a:ext cx="19562029" cy="708099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559292" y="10343783"/>
            <a:ext cx="5103138" cy="59417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953">
                <a:solidFill>
                  <a:schemeClr val="tx1">
                    <a:tint val="75000"/>
                  </a:schemeClr>
                </a:solidFill>
                <a:latin typeface="NanumGothic" panose="020D0604000000000000" pitchFamily="34" charset="-127"/>
              </a:defRPr>
            </a:lvl1pPr>
          </a:lstStyle>
          <a:p>
            <a:fld id="{FA898B68-0D13-47A5-A5C2-84F4C59D22A4}" type="datetimeFigureOut">
              <a:rPr lang="ko-KR" altLang="en-US" smtClean="0"/>
              <a:pPr/>
              <a:t>2021-02-10</a:t>
            </a:fld>
            <a:endParaRPr lang="ko-KR" alt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7512953" y="10343783"/>
            <a:ext cx="7654707" cy="59417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953">
                <a:solidFill>
                  <a:schemeClr val="tx1">
                    <a:tint val="75000"/>
                  </a:schemeClr>
                </a:solidFill>
                <a:latin typeface="NanumGothic" panose="020D0604000000000000" pitchFamily="34" charset="-127"/>
              </a:defRPr>
            </a:lvl1pPr>
          </a:lstStyle>
          <a:p>
            <a:endParaRPr lang="ko-KR" alt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6018183" y="10343783"/>
            <a:ext cx="5103138" cy="59417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953">
                <a:solidFill>
                  <a:schemeClr val="tx1">
                    <a:tint val="75000"/>
                  </a:schemeClr>
                </a:solidFill>
                <a:latin typeface="NanumGothic" panose="020D0604000000000000" pitchFamily="34" charset="-127"/>
              </a:defRPr>
            </a:lvl1pPr>
          </a:lstStyle>
          <a:p>
            <a:fld id="{6B09A439-6D8C-4960-96C0-ECB487E802B7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368109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1488003" rtl="0" eaLnBrk="1" latinLnBrk="1" hangingPunct="1">
        <a:lnSpc>
          <a:spcPct val="90000"/>
        </a:lnSpc>
        <a:spcBef>
          <a:spcPct val="0"/>
        </a:spcBef>
        <a:buNone/>
        <a:defRPr sz="716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72001" indent="-372001" algn="l" defTabSz="1488003" rtl="0" eaLnBrk="1" latinLnBrk="1" hangingPunct="1">
        <a:lnSpc>
          <a:spcPct val="90000"/>
        </a:lnSpc>
        <a:spcBef>
          <a:spcPts val="1627"/>
        </a:spcBef>
        <a:buFont typeface="Arial" panose="020B0604020202020204" pitchFamily="34" charset="0"/>
        <a:buChar char="•"/>
        <a:defRPr sz="4556" kern="1200">
          <a:solidFill>
            <a:schemeClr val="tx1"/>
          </a:solidFill>
          <a:latin typeface="NanumGothic" panose="020D0604000000000000" pitchFamily="34" charset="-127"/>
          <a:ea typeface="+mn-ea"/>
          <a:cs typeface="+mn-cs"/>
        </a:defRPr>
      </a:lvl1pPr>
      <a:lvl2pPr marL="1116002" indent="-372001" algn="l" defTabSz="1488003" rtl="0" eaLnBrk="1" latinLnBrk="1" hangingPunct="1">
        <a:lnSpc>
          <a:spcPct val="90000"/>
        </a:lnSpc>
        <a:spcBef>
          <a:spcPts val="814"/>
        </a:spcBef>
        <a:buFont typeface="Arial" panose="020B0604020202020204" pitchFamily="34" charset="0"/>
        <a:buChar char="•"/>
        <a:defRPr sz="3906" kern="1200">
          <a:solidFill>
            <a:schemeClr val="tx1"/>
          </a:solidFill>
          <a:latin typeface="NanumGothic" panose="020D0604000000000000" pitchFamily="34" charset="-127"/>
          <a:ea typeface="+mn-ea"/>
          <a:cs typeface="+mn-cs"/>
        </a:defRPr>
      </a:lvl2pPr>
      <a:lvl3pPr marL="1860004" indent="-372001" algn="l" defTabSz="1488003" rtl="0" eaLnBrk="1" latinLnBrk="1" hangingPunct="1">
        <a:lnSpc>
          <a:spcPct val="90000"/>
        </a:lnSpc>
        <a:spcBef>
          <a:spcPts val="814"/>
        </a:spcBef>
        <a:buFont typeface="Arial" panose="020B0604020202020204" pitchFamily="34" charset="0"/>
        <a:buChar char="•"/>
        <a:defRPr sz="3255" kern="1200">
          <a:solidFill>
            <a:schemeClr val="tx1"/>
          </a:solidFill>
          <a:latin typeface="NanumGothic" panose="020D0604000000000000" pitchFamily="34" charset="-127"/>
          <a:ea typeface="+mn-ea"/>
          <a:cs typeface="+mn-cs"/>
        </a:defRPr>
      </a:lvl3pPr>
      <a:lvl4pPr marL="2604005" indent="-372001" algn="l" defTabSz="1488003" rtl="0" eaLnBrk="1" latinLnBrk="1" hangingPunct="1">
        <a:lnSpc>
          <a:spcPct val="90000"/>
        </a:lnSpc>
        <a:spcBef>
          <a:spcPts val="814"/>
        </a:spcBef>
        <a:buFont typeface="Arial" panose="020B0604020202020204" pitchFamily="34" charset="0"/>
        <a:buChar char="•"/>
        <a:defRPr sz="2929" kern="1200">
          <a:solidFill>
            <a:schemeClr val="tx1"/>
          </a:solidFill>
          <a:latin typeface="NanumGothic" panose="020D0604000000000000" pitchFamily="34" charset="-127"/>
          <a:ea typeface="+mn-ea"/>
          <a:cs typeface="+mn-cs"/>
        </a:defRPr>
      </a:lvl4pPr>
      <a:lvl5pPr marL="3348007" indent="-372001" algn="l" defTabSz="1488003" rtl="0" eaLnBrk="1" latinLnBrk="1" hangingPunct="1">
        <a:lnSpc>
          <a:spcPct val="90000"/>
        </a:lnSpc>
        <a:spcBef>
          <a:spcPts val="814"/>
        </a:spcBef>
        <a:buFont typeface="Arial" panose="020B0604020202020204" pitchFamily="34" charset="0"/>
        <a:buChar char="•"/>
        <a:defRPr sz="2929" kern="1200">
          <a:solidFill>
            <a:schemeClr val="tx1"/>
          </a:solidFill>
          <a:latin typeface="NanumGothic" panose="020D0604000000000000" pitchFamily="34" charset="-127"/>
          <a:ea typeface="+mn-ea"/>
          <a:cs typeface="+mn-cs"/>
        </a:defRPr>
      </a:lvl5pPr>
      <a:lvl6pPr marL="4092009" indent="-372001" algn="l" defTabSz="1488003" rtl="0" eaLnBrk="1" latinLnBrk="1" hangingPunct="1">
        <a:lnSpc>
          <a:spcPct val="90000"/>
        </a:lnSpc>
        <a:spcBef>
          <a:spcPts val="814"/>
        </a:spcBef>
        <a:buFont typeface="Arial" panose="020B0604020202020204" pitchFamily="34" charset="0"/>
        <a:buChar char="•"/>
        <a:defRPr sz="2929" kern="1200">
          <a:solidFill>
            <a:schemeClr val="tx1"/>
          </a:solidFill>
          <a:latin typeface="+mn-lt"/>
          <a:ea typeface="+mn-ea"/>
          <a:cs typeface="+mn-cs"/>
        </a:defRPr>
      </a:lvl6pPr>
      <a:lvl7pPr marL="4836010" indent="-372001" algn="l" defTabSz="1488003" rtl="0" eaLnBrk="1" latinLnBrk="1" hangingPunct="1">
        <a:lnSpc>
          <a:spcPct val="90000"/>
        </a:lnSpc>
        <a:spcBef>
          <a:spcPts val="814"/>
        </a:spcBef>
        <a:buFont typeface="Arial" panose="020B0604020202020204" pitchFamily="34" charset="0"/>
        <a:buChar char="•"/>
        <a:defRPr sz="2929" kern="1200">
          <a:solidFill>
            <a:schemeClr val="tx1"/>
          </a:solidFill>
          <a:latin typeface="+mn-lt"/>
          <a:ea typeface="+mn-ea"/>
          <a:cs typeface="+mn-cs"/>
        </a:defRPr>
      </a:lvl7pPr>
      <a:lvl8pPr marL="5580012" indent="-372001" algn="l" defTabSz="1488003" rtl="0" eaLnBrk="1" latinLnBrk="1" hangingPunct="1">
        <a:lnSpc>
          <a:spcPct val="90000"/>
        </a:lnSpc>
        <a:spcBef>
          <a:spcPts val="814"/>
        </a:spcBef>
        <a:buFont typeface="Arial" panose="020B0604020202020204" pitchFamily="34" charset="0"/>
        <a:buChar char="•"/>
        <a:defRPr sz="2929" kern="1200">
          <a:solidFill>
            <a:schemeClr val="tx1"/>
          </a:solidFill>
          <a:latin typeface="+mn-lt"/>
          <a:ea typeface="+mn-ea"/>
          <a:cs typeface="+mn-cs"/>
        </a:defRPr>
      </a:lvl8pPr>
      <a:lvl9pPr marL="6324013" indent="-372001" algn="l" defTabSz="1488003" rtl="0" eaLnBrk="1" latinLnBrk="1" hangingPunct="1">
        <a:lnSpc>
          <a:spcPct val="90000"/>
        </a:lnSpc>
        <a:spcBef>
          <a:spcPts val="814"/>
        </a:spcBef>
        <a:buFont typeface="Arial" panose="020B0604020202020204" pitchFamily="34" charset="0"/>
        <a:buChar char="•"/>
        <a:defRPr sz="2929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1pPr>
      <a:lvl2pPr marL="744002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2pPr>
      <a:lvl3pPr marL="1488003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3pPr>
      <a:lvl4pPr marL="2232005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4pPr>
      <a:lvl5pPr marL="2976006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5pPr>
      <a:lvl6pPr marL="3720008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6pPr>
      <a:lvl7pPr marL="4464009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7pPr>
      <a:lvl8pPr marL="5208011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8pPr>
      <a:lvl9pPr marL="5952012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6" Type="http://schemas.openxmlformats.org/officeDocument/2006/relationships/slide" Target="slide28.xml"/><Relationship Id="rId117" Type="http://schemas.openxmlformats.org/officeDocument/2006/relationships/slide" Target="slide116.xml"/><Relationship Id="rId21" Type="http://schemas.openxmlformats.org/officeDocument/2006/relationships/slide" Target="slide23.xml"/><Relationship Id="rId42" Type="http://schemas.openxmlformats.org/officeDocument/2006/relationships/slide" Target="slide44.xml"/><Relationship Id="rId47" Type="http://schemas.openxmlformats.org/officeDocument/2006/relationships/slide" Target="slide49.xml"/><Relationship Id="rId63" Type="http://schemas.openxmlformats.org/officeDocument/2006/relationships/slide" Target="slide59.xml"/><Relationship Id="rId68" Type="http://schemas.openxmlformats.org/officeDocument/2006/relationships/slide" Target="slide62.xml"/><Relationship Id="rId84" Type="http://schemas.openxmlformats.org/officeDocument/2006/relationships/slide" Target="slide80.xml"/><Relationship Id="rId89" Type="http://schemas.openxmlformats.org/officeDocument/2006/relationships/slide" Target="slide85.xml"/><Relationship Id="rId112" Type="http://schemas.openxmlformats.org/officeDocument/2006/relationships/slide" Target="slide109.xml"/><Relationship Id="rId16" Type="http://schemas.openxmlformats.org/officeDocument/2006/relationships/slide" Target="slide18.xml"/><Relationship Id="rId107" Type="http://schemas.openxmlformats.org/officeDocument/2006/relationships/slide" Target="slide104.xml"/><Relationship Id="rId11" Type="http://schemas.openxmlformats.org/officeDocument/2006/relationships/slide" Target="slide13.xml"/><Relationship Id="rId32" Type="http://schemas.openxmlformats.org/officeDocument/2006/relationships/slide" Target="slide34.xml"/><Relationship Id="rId37" Type="http://schemas.openxmlformats.org/officeDocument/2006/relationships/slide" Target="slide39.xml"/><Relationship Id="rId53" Type="http://schemas.openxmlformats.org/officeDocument/2006/relationships/slide" Target="slide55.xml"/><Relationship Id="rId58" Type="http://schemas.openxmlformats.org/officeDocument/2006/relationships/slide" Target="slide78.xml"/><Relationship Id="rId74" Type="http://schemas.openxmlformats.org/officeDocument/2006/relationships/slide" Target="slide68.xml"/><Relationship Id="rId79" Type="http://schemas.openxmlformats.org/officeDocument/2006/relationships/slide" Target="slide73.xml"/><Relationship Id="rId102" Type="http://schemas.openxmlformats.org/officeDocument/2006/relationships/slide" Target="slide99.xml"/><Relationship Id="rId123" Type="http://schemas.openxmlformats.org/officeDocument/2006/relationships/slide" Target="slide125.xml"/><Relationship Id="rId128" Type="http://schemas.openxmlformats.org/officeDocument/2006/relationships/slide" Target="slide129.xml"/><Relationship Id="rId5" Type="http://schemas.openxmlformats.org/officeDocument/2006/relationships/slide" Target="slide7.xml"/><Relationship Id="rId90" Type="http://schemas.openxmlformats.org/officeDocument/2006/relationships/slide" Target="slide86.xml"/><Relationship Id="rId95" Type="http://schemas.openxmlformats.org/officeDocument/2006/relationships/slide" Target="slide91.xml"/><Relationship Id="rId19" Type="http://schemas.openxmlformats.org/officeDocument/2006/relationships/slide" Target="slide21.xml"/><Relationship Id="rId14" Type="http://schemas.openxmlformats.org/officeDocument/2006/relationships/slide" Target="slide16.xml"/><Relationship Id="rId22" Type="http://schemas.openxmlformats.org/officeDocument/2006/relationships/slide" Target="slide24.xml"/><Relationship Id="rId27" Type="http://schemas.openxmlformats.org/officeDocument/2006/relationships/slide" Target="slide29.xml"/><Relationship Id="rId30" Type="http://schemas.openxmlformats.org/officeDocument/2006/relationships/slide" Target="slide32.xml"/><Relationship Id="rId35" Type="http://schemas.openxmlformats.org/officeDocument/2006/relationships/slide" Target="slide37.xml"/><Relationship Id="rId43" Type="http://schemas.openxmlformats.org/officeDocument/2006/relationships/slide" Target="slide45.xml"/><Relationship Id="rId48" Type="http://schemas.openxmlformats.org/officeDocument/2006/relationships/slide" Target="slide50.xml"/><Relationship Id="rId56" Type="http://schemas.openxmlformats.org/officeDocument/2006/relationships/slide" Target="slide98.xml"/><Relationship Id="rId64" Type="http://schemas.openxmlformats.org/officeDocument/2006/relationships/slide" Target="slide115.xml"/><Relationship Id="rId69" Type="http://schemas.openxmlformats.org/officeDocument/2006/relationships/slide" Target="slide63.xml"/><Relationship Id="rId77" Type="http://schemas.openxmlformats.org/officeDocument/2006/relationships/slide" Target="slide71.xml"/><Relationship Id="rId100" Type="http://schemas.openxmlformats.org/officeDocument/2006/relationships/slide" Target="slide96.xml"/><Relationship Id="rId105" Type="http://schemas.openxmlformats.org/officeDocument/2006/relationships/slide" Target="slide102.xml"/><Relationship Id="rId113" Type="http://schemas.openxmlformats.org/officeDocument/2006/relationships/slide" Target="slide110.xml"/><Relationship Id="rId118" Type="http://schemas.openxmlformats.org/officeDocument/2006/relationships/slide" Target="slide117.xml"/><Relationship Id="rId126" Type="http://schemas.openxmlformats.org/officeDocument/2006/relationships/slide" Target="slide124.xml"/><Relationship Id="rId8" Type="http://schemas.openxmlformats.org/officeDocument/2006/relationships/slide" Target="slide10.xml"/><Relationship Id="rId51" Type="http://schemas.openxmlformats.org/officeDocument/2006/relationships/slide" Target="slide53.xml"/><Relationship Id="rId72" Type="http://schemas.openxmlformats.org/officeDocument/2006/relationships/slide" Target="slide66.xml"/><Relationship Id="rId80" Type="http://schemas.openxmlformats.org/officeDocument/2006/relationships/slide" Target="slide74.xml"/><Relationship Id="rId85" Type="http://schemas.openxmlformats.org/officeDocument/2006/relationships/slide" Target="slide81.xml"/><Relationship Id="rId93" Type="http://schemas.openxmlformats.org/officeDocument/2006/relationships/slide" Target="slide89.xml"/><Relationship Id="rId98" Type="http://schemas.openxmlformats.org/officeDocument/2006/relationships/slide" Target="slide94.xml"/><Relationship Id="rId121" Type="http://schemas.openxmlformats.org/officeDocument/2006/relationships/slide" Target="slide122.xml"/><Relationship Id="rId3" Type="http://schemas.openxmlformats.org/officeDocument/2006/relationships/slide" Target="slide5.xml"/><Relationship Id="rId12" Type="http://schemas.openxmlformats.org/officeDocument/2006/relationships/slide" Target="slide14.xml"/><Relationship Id="rId17" Type="http://schemas.openxmlformats.org/officeDocument/2006/relationships/slide" Target="slide19.xml"/><Relationship Id="rId25" Type="http://schemas.openxmlformats.org/officeDocument/2006/relationships/slide" Target="slide27.xml"/><Relationship Id="rId33" Type="http://schemas.openxmlformats.org/officeDocument/2006/relationships/slide" Target="slide35.xml"/><Relationship Id="rId38" Type="http://schemas.openxmlformats.org/officeDocument/2006/relationships/slide" Target="slide40.xml"/><Relationship Id="rId46" Type="http://schemas.openxmlformats.org/officeDocument/2006/relationships/slide" Target="slide48.xml"/><Relationship Id="rId59" Type="http://schemas.openxmlformats.org/officeDocument/2006/relationships/slide" Target="slide114.xml"/><Relationship Id="rId67" Type="http://schemas.openxmlformats.org/officeDocument/2006/relationships/slide" Target="slide61.xml"/><Relationship Id="rId103" Type="http://schemas.openxmlformats.org/officeDocument/2006/relationships/slide" Target="slide100.xml"/><Relationship Id="rId108" Type="http://schemas.openxmlformats.org/officeDocument/2006/relationships/slide" Target="slide105.xml"/><Relationship Id="rId116" Type="http://schemas.openxmlformats.org/officeDocument/2006/relationships/slide" Target="slide113.xml"/><Relationship Id="rId124" Type="http://schemas.openxmlformats.org/officeDocument/2006/relationships/slide" Target="slide126.xml"/><Relationship Id="rId129" Type="http://schemas.openxmlformats.org/officeDocument/2006/relationships/image" Target="../media/image1.png"/><Relationship Id="rId20" Type="http://schemas.openxmlformats.org/officeDocument/2006/relationships/slide" Target="slide22.xml"/><Relationship Id="rId41" Type="http://schemas.openxmlformats.org/officeDocument/2006/relationships/slide" Target="slide43.xml"/><Relationship Id="rId54" Type="http://schemas.openxmlformats.org/officeDocument/2006/relationships/slide" Target="slide56.xml"/><Relationship Id="rId62" Type="http://schemas.openxmlformats.org/officeDocument/2006/relationships/slide" Target="slide1.xml"/><Relationship Id="rId70" Type="http://schemas.openxmlformats.org/officeDocument/2006/relationships/slide" Target="slide64.xml"/><Relationship Id="rId75" Type="http://schemas.openxmlformats.org/officeDocument/2006/relationships/slide" Target="slide69.xml"/><Relationship Id="rId83" Type="http://schemas.openxmlformats.org/officeDocument/2006/relationships/slide" Target="slide79.xml"/><Relationship Id="rId88" Type="http://schemas.openxmlformats.org/officeDocument/2006/relationships/slide" Target="slide84.xml"/><Relationship Id="rId91" Type="http://schemas.openxmlformats.org/officeDocument/2006/relationships/slide" Target="slide87.xml"/><Relationship Id="rId96" Type="http://schemas.openxmlformats.org/officeDocument/2006/relationships/slide" Target="slide92.xml"/><Relationship Id="rId111" Type="http://schemas.openxmlformats.org/officeDocument/2006/relationships/slide" Target="slide108.xml"/><Relationship Id="rId1" Type="http://schemas.openxmlformats.org/officeDocument/2006/relationships/slideLayout" Target="../slideLayouts/slideLayout2.xml"/><Relationship Id="rId6" Type="http://schemas.openxmlformats.org/officeDocument/2006/relationships/slide" Target="slide8.xml"/><Relationship Id="rId15" Type="http://schemas.openxmlformats.org/officeDocument/2006/relationships/slide" Target="slide17.xml"/><Relationship Id="rId23" Type="http://schemas.openxmlformats.org/officeDocument/2006/relationships/slide" Target="slide25.xml"/><Relationship Id="rId28" Type="http://schemas.openxmlformats.org/officeDocument/2006/relationships/slide" Target="slide30.xml"/><Relationship Id="rId36" Type="http://schemas.openxmlformats.org/officeDocument/2006/relationships/slide" Target="slide38.xml"/><Relationship Id="rId49" Type="http://schemas.openxmlformats.org/officeDocument/2006/relationships/slide" Target="slide51.xml"/><Relationship Id="rId57" Type="http://schemas.openxmlformats.org/officeDocument/2006/relationships/slide" Target="slide58.xml"/><Relationship Id="rId106" Type="http://schemas.openxmlformats.org/officeDocument/2006/relationships/slide" Target="slide103.xml"/><Relationship Id="rId114" Type="http://schemas.openxmlformats.org/officeDocument/2006/relationships/slide" Target="slide111.xml"/><Relationship Id="rId119" Type="http://schemas.openxmlformats.org/officeDocument/2006/relationships/slide" Target="slide118.xml"/><Relationship Id="rId127" Type="http://schemas.openxmlformats.org/officeDocument/2006/relationships/slide" Target="slide128.xml"/><Relationship Id="rId10" Type="http://schemas.openxmlformats.org/officeDocument/2006/relationships/slide" Target="slide12.xml"/><Relationship Id="rId31" Type="http://schemas.openxmlformats.org/officeDocument/2006/relationships/slide" Target="slide33.xml"/><Relationship Id="rId44" Type="http://schemas.openxmlformats.org/officeDocument/2006/relationships/slide" Target="slide46.xml"/><Relationship Id="rId52" Type="http://schemas.openxmlformats.org/officeDocument/2006/relationships/slide" Target="slide54.xml"/><Relationship Id="rId60" Type="http://schemas.openxmlformats.org/officeDocument/2006/relationships/slide" Target="slide119.xml"/><Relationship Id="rId65" Type="http://schemas.openxmlformats.org/officeDocument/2006/relationships/slide" Target="slide120.xml"/><Relationship Id="rId73" Type="http://schemas.openxmlformats.org/officeDocument/2006/relationships/slide" Target="slide67.xml"/><Relationship Id="rId78" Type="http://schemas.openxmlformats.org/officeDocument/2006/relationships/slide" Target="slide72.xml"/><Relationship Id="rId81" Type="http://schemas.openxmlformats.org/officeDocument/2006/relationships/slide" Target="slide75.xml"/><Relationship Id="rId86" Type="http://schemas.openxmlformats.org/officeDocument/2006/relationships/slide" Target="slide82.xml"/><Relationship Id="rId94" Type="http://schemas.openxmlformats.org/officeDocument/2006/relationships/slide" Target="slide90.xml"/><Relationship Id="rId99" Type="http://schemas.openxmlformats.org/officeDocument/2006/relationships/slide" Target="slide95.xml"/><Relationship Id="rId101" Type="http://schemas.openxmlformats.org/officeDocument/2006/relationships/slide" Target="slide97.xml"/><Relationship Id="rId122" Type="http://schemas.openxmlformats.org/officeDocument/2006/relationships/slide" Target="slide123.xml"/><Relationship Id="rId4" Type="http://schemas.openxmlformats.org/officeDocument/2006/relationships/slide" Target="slide6.xml"/><Relationship Id="rId9" Type="http://schemas.openxmlformats.org/officeDocument/2006/relationships/slide" Target="slide11.xml"/><Relationship Id="rId13" Type="http://schemas.openxmlformats.org/officeDocument/2006/relationships/slide" Target="slide15.xml"/><Relationship Id="rId18" Type="http://schemas.openxmlformats.org/officeDocument/2006/relationships/slide" Target="slide20.xml"/><Relationship Id="rId39" Type="http://schemas.openxmlformats.org/officeDocument/2006/relationships/slide" Target="slide41.xml"/><Relationship Id="rId109" Type="http://schemas.openxmlformats.org/officeDocument/2006/relationships/slide" Target="slide106.xml"/><Relationship Id="rId34" Type="http://schemas.openxmlformats.org/officeDocument/2006/relationships/slide" Target="slide36.xml"/><Relationship Id="rId50" Type="http://schemas.openxmlformats.org/officeDocument/2006/relationships/slide" Target="slide52.xml"/><Relationship Id="rId55" Type="http://schemas.openxmlformats.org/officeDocument/2006/relationships/slide" Target="slide57.xml"/><Relationship Id="rId76" Type="http://schemas.openxmlformats.org/officeDocument/2006/relationships/slide" Target="slide70.xml"/><Relationship Id="rId97" Type="http://schemas.openxmlformats.org/officeDocument/2006/relationships/slide" Target="slide93.xml"/><Relationship Id="rId104" Type="http://schemas.openxmlformats.org/officeDocument/2006/relationships/slide" Target="slide101.xml"/><Relationship Id="rId120" Type="http://schemas.openxmlformats.org/officeDocument/2006/relationships/slide" Target="slide121.xml"/><Relationship Id="rId125" Type="http://schemas.openxmlformats.org/officeDocument/2006/relationships/slide" Target="slide127.xml"/><Relationship Id="rId7" Type="http://schemas.openxmlformats.org/officeDocument/2006/relationships/slide" Target="slide9.xml"/><Relationship Id="rId71" Type="http://schemas.openxmlformats.org/officeDocument/2006/relationships/slide" Target="slide65.xml"/><Relationship Id="rId92" Type="http://schemas.openxmlformats.org/officeDocument/2006/relationships/slide" Target="slide88.xml"/><Relationship Id="rId2" Type="http://schemas.openxmlformats.org/officeDocument/2006/relationships/slide" Target="slide2.xml"/><Relationship Id="rId29" Type="http://schemas.openxmlformats.org/officeDocument/2006/relationships/slide" Target="slide31.xml"/><Relationship Id="rId24" Type="http://schemas.openxmlformats.org/officeDocument/2006/relationships/slide" Target="slide26.xml"/><Relationship Id="rId40" Type="http://schemas.openxmlformats.org/officeDocument/2006/relationships/slide" Target="slide42.xml"/><Relationship Id="rId45" Type="http://schemas.openxmlformats.org/officeDocument/2006/relationships/slide" Target="slide47.xml"/><Relationship Id="rId66" Type="http://schemas.openxmlformats.org/officeDocument/2006/relationships/slide" Target="slide60.xml"/><Relationship Id="rId87" Type="http://schemas.openxmlformats.org/officeDocument/2006/relationships/slide" Target="slide83.xml"/><Relationship Id="rId110" Type="http://schemas.openxmlformats.org/officeDocument/2006/relationships/slide" Target="slide107.xml"/><Relationship Id="rId115" Type="http://schemas.openxmlformats.org/officeDocument/2006/relationships/slide" Target="slide112.xml"/><Relationship Id="rId61" Type="http://schemas.openxmlformats.org/officeDocument/2006/relationships/slide" Target="slide4.xml"/><Relationship Id="rId82" Type="http://schemas.openxmlformats.org/officeDocument/2006/relationships/slide" Target="slide7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" Target="slide1.xml"/><Relationship Id="rId7" Type="http://schemas.openxmlformats.org/officeDocument/2006/relationships/slide" Target="slide58.xml"/><Relationship Id="rId2" Type="http://schemas.openxmlformats.org/officeDocument/2006/relationships/slide" Target="slide2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14.xml"/><Relationship Id="rId5" Type="http://schemas.openxmlformats.org/officeDocument/2006/relationships/slide" Target="slide2.xml"/><Relationship Id="rId4" Type="http://schemas.openxmlformats.org/officeDocument/2006/relationships/image" Target="../media/image1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slide" Target="slide64.xml"/><Relationship Id="rId13" Type="http://schemas.openxmlformats.org/officeDocument/2006/relationships/slide" Target="slide69.xml"/><Relationship Id="rId18" Type="http://schemas.openxmlformats.org/officeDocument/2006/relationships/slide" Target="slide74.xml"/><Relationship Id="rId26" Type="http://schemas.openxmlformats.org/officeDocument/2006/relationships/slide" Target="slide114.xml"/><Relationship Id="rId3" Type="http://schemas.openxmlformats.org/officeDocument/2006/relationships/slide" Target="slide59.xml"/><Relationship Id="rId21" Type="http://schemas.openxmlformats.org/officeDocument/2006/relationships/slide" Target="slide77.xml"/><Relationship Id="rId7" Type="http://schemas.openxmlformats.org/officeDocument/2006/relationships/slide" Target="slide63.xml"/><Relationship Id="rId12" Type="http://schemas.openxmlformats.org/officeDocument/2006/relationships/slide" Target="slide68.xml"/><Relationship Id="rId17" Type="http://schemas.openxmlformats.org/officeDocument/2006/relationships/slide" Target="slide73.xml"/><Relationship Id="rId25" Type="http://schemas.openxmlformats.org/officeDocument/2006/relationships/slide" Target="slide2.xml"/><Relationship Id="rId2" Type="http://schemas.openxmlformats.org/officeDocument/2006/relationships/slide" Target="slide58.xml"/><Relationship Id="rId16" Type="http://schemas.openxmlformats.org/officeDocument/2006/relationships/slide" Target="slide72.xml"/><Relationship Id="rId20" Type="http://schemas.openxmlformats.org/officeDocument/2006/relationships/slide" Target="slide76.xml"/><Relationship Id="rId1" Type="http://schemas.openxmlformats.org/officeDocument/2006/relationships/slideLayout" Target="../slideLayouts/slideLayout2.xml"/><Relationship Id="rId6" Type="http://schemas.openxmlformats.org/officeDocument/2006/relationships/slide" Target="slide62.xml"/><Relationship Id="rId11" Type="http://schemas.openxmlformats.org/officeDocument/2006/relationships/slide" Target="slide67.xml"/><Relationship Id="rId24" Type="http://schemas.openxmlformats.org/officeDocument/2006/relationships/image" Target="../media/image1.png"/><Relationship Id="rId5" Type="http://schemas.openxmlformats.org/officeDocument/2006/relationships/slide" Target="slide61.xml"/><Relationship Id="rId15" Type="http://schemas.openxmlformats.org/officeDocument/2006/relationships/slide" Target="slide71.xml"/><Relationship Id="rId23" Type="http://schemas.openxmlformats.org/officeDocument/2006/relationships/slide" Target="slide1.xml"/><Relationship Id="rId10" Type="http://schemas.openxmlformats.org/officeDocument/2006/relationships/slide" Target="slide66.xml"/><Relationship Id="rId19" Type="http://schemas.openxmlformats.org/officeDocument/2006/relationships/slide" Target="slide75.xml"/><Relationship Id="rId4" Type="http://schemas.openxmlformats.org/officeDocument/2006/relationships/slide" Target="slide60.xml"/><Relationship Id="rId9" Type="http://schemas.openxmlformats.org/officeDocument/2006/relationships/slide" Target="slide65.xml"/><Relationship Id="rId14" Type="http://schemas.openxmlformats.org/officeDocument/2006/relationships/slide" Target="slide70.xml"/><Relationship Id="rId22" Type="http://schemas.openxmlformats.org/officeDocument/2006/relationships/slide" Target="slide78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slide" Target="slide84.xml"/><Relationship Id="rId13" Type="http://schemas.openxmlformats.org/officeDocument/2006/relationships/slide" Target="slide89.xml"/><Relationship Id="rId18" Type="http://schemas.openxmlformats.org/officeDocument/2006/relationships/slide" Target="slide94.xml"/><Relationship Id="rId26" Type="http://schemas.openxmlformats.org/officeDocument/2006/relationships/slide" Target="slide114.xml"/><Relationship Id="rId3" Type="http://schemas.openxmlformats.org/officeDocument/2006/relationships/slide" Target="slide79.xml"/><Relationship Id="rId21" Type="http://schemas.openxmlformats.org/officeDocument/2006/relationships/slide" Target="slide97.xml"/><Relationship Id="rId7" Type="http://schemas.openxmlformats.org/officeDocument/2006/relationships/slide" Target="slide83.xml"/><Relationship Id="rId12" Type="http://schemas.openxmlformats.org/officeDocument/2006/relationships/slide" Target="slide88.xml"/><Relationship Id="rId17" Type="http://schemas.openxmlformats.org/officeDocument/2006/relationships/slide" Target="slide93.xml"/><Relationship Id="rId25" Type="http://schemas.openxmlformats.org/officeDocument/2006/relationships/slide" Target="slide2.xml"/><Relationship Id="rId2" Type="http://schemas.openxmlformats.org/officeDocument/2006/relationships/slide" Target="slide78.xml"/><Relationship Id="rId16" Type="http://schemas.openxmlformats.org/officeDocument/2006/relationships/slide" Target="slide92.xml"/><Relationship Id="rId20" Type="http://schemas.openxmlformats.org/officeDocument/2006/relationships/slide" Target="slide96.xml"/><Relationship Id="rId1" Type="http://schemas.openxmlformats.org/officeDocument/2006/relationships/slideLayout" Target="../slideLayouts/slideLayout2.xml"/><Relationship Id="rId6" Type="http://schemas.openxmlformats.org/officeDocument/2006/relationships/slide" Target="slide82.xml"/><Relationship Id="rId11" Type="http://schemas.openxmlformats.org/officeDocument/2006/relationships/slide" Target="slide87.xml"/><Relationship Id="rId24" Type="http://schemas.openxmlformats.org/officeDocument/2006/relationships/image" Target="../media/image1.png"/><Relationship Id="rId5" Type="http://schemas.openxmlformats.org/officeDocument/2006/relationships/slide" Target="slide81.xml"/><Relationship Id="rId15" Type="http://schemas.openxmlformats.org/officeDocument/2006/relationships/slide" Target="slide91.xml"/><Relationship Id="rId23" Type="http://schemas.openxmlformats.org/officeDocument/2006/relationships/slide" Target="slide1.xml"/><Relationship Id="rId10" Type="http://schemas.openxmlformats.org/officeDocument/2006/relationships/slide" Target="slide86.xml"/><Relationship Id="rId19" Type="http://schemas.openxmlformats.org/officeDocument/2006/relationships/slide" Target="slide95.xml"/><Relationship Id="rId4" Type="http://schemas.openxmlformats.org/officeDocument/2006/relationships/slide" Target="slide80.xml"/><Relationship Id="rId9" Type="http://schemas.openxmlformats.org/officeDocument/2006/relationships/slide" Target="slide85.xml"/><Relationship Id="rId14" Type="http://schemas.openxmlformats.org/officeDocument/2006/relationships/slide" Target="slide90.xml"/><Relationship Id="rId22" Type="http://schemas.openxmlformats.org/officeDocument/2006/relationships/slide" Target="slide58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slide" Target="slide105.xml"/><Relationship Id="rId13" Type="http://schemas.openxmlformats.org/officeDocument/2006/relationships/slide" Target="slide110.xml"/><Relationship Id="rId18" Type="http://schemas.openxmlformats.org/officeDocument/2006/relationships/slide" Target="slide2.xml"/><Relationship Id="rId3" Type="http://schemas.openxmlformats.org/officeDocument/2006/relationships/slide" Target="slide100.xml"/><Relationship Id="rId7" Type="http://schemas.openxmlformats.org/officeDocument/2006/relationships/slide" Target="slide104.xml"/><Relationship Id="rId12" Type="http://schemas.openxmlformats.org/officeDocument/2006/relationships/slide" Target="slide109.xml"/><Relationship Id="rId17" Type="http://schemas.openxmlformats.org/officeDocument/2006/relationships/image" Target="../media/image1.png"/><Relationship Id="rId2" Type="http://schemas.openxmlformats.org/officeDocument/2006/relationships/slide" Target="slide99.xml"/><Relationship Id="rId16" Type="http://schemas.openxmlformats.org/officeDocument/2006/relationships/slide" Target="slide1.xml"/><Relationship Id="rId20" Type="http://schemas.openxmlformats.org/officeDocument/2006/relationships/slide" Target="slide58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03.xml"/><Relationship Id="rId11" Type="http://schemas.openxmlformats.org/officeDocument/2006/relationships/slide" Target="slide108.xml"/><Relationship Id="rId5" Type="http://schemas.openxmlformats.org/officeDocument/2006/relationships/slide" Target="slide102.xml"/><Relationship Id="rId15" Type="http://schemas.openxmlformats.org/officeDocument/2006/relationships/slide" Target="slide112.xml"/><Relationship Id="rId10" Type="http://schemas.openxmlformats.org/officeDocument/2006/relationships/slide" Target="slide107.xml"/><Relationship Id="rId19" Type="http://schemas.openxmlformats.org/officeDocument/2006/relationships/slide" Target="slide114.xml"/><Relationship Id="rId4" Type="http://schemas.openxmlformats.org/officeDocument/2006/relationships/slide" Target="slide101.xml"/><Relationship Id="rId9" Type="http://schemas.openxmlformats.org/officeDocument/2006/relationships/slide" Target="slide106.xml"/><Relationship Id="rId14" Type="http://schemas.openxmlformats.org/officeDocument/2006/relationships/slide" Target="slide111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slide" Target="slide121.xml"/><Relationship Id="rId13" Type="http://schemas.openxmlformats.org/officeDocument/2006/relationships/slide" Target="slide126.xml"/><Relationship Id="rId18" Type="http://schemas.openxmlformats.org/officeDocument/2006/relationships/slide" Target="slide2.xml"/><Relationship Id="rId3" Type="http://schemas.openxmlformats.org/officeDocument/2006/relationships/slide" Target="slide116.xml"/><Relationship Id="rId7" Type="http://schemas.openxmlformats.org/officeDocument/2006/relationships/slide" Target="slide120.xml"/><Relationship Id="rId12" Type="http://schemas.openxmlformats.org/officeDocument/2006/relationships/slide" Target="slide125.xml"/><Relationship Id="rId17" Type="http://schemas.openxmlformats.org/officeDocument/2006/relationships/image" Target="../media/image1.png"/><Relationship Id="rId2" Type="http://schemas.openxmlformats.org/officeDocument/2006/relationships/slide" Target="slide115.xml"/><Relationship Id="rId16" Type="http://schemas.openxmlformats.org/officeDocument/2006/relationships/slide" Target="slide1.xml"/><Relationship Id="rId20" Type="http://schemas.openxmlformats.org/officeDocument/2006/relationships/slide" Target="slide58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19.xml"/><Relationship Id="rId11" Type="http://schemas.openxmlformats.org/officeDocument/2006/relationships/slide" Target="slide124.xml"/><Relationship Id="rId5" Type="http://schemas.openxmlformats.org/officeDocument/2006/relationships/slide" Target="slide118.xml"/><Relationship Id="rId15" Type="http://schemas.openxmlformats.org/officeDocument/2006/relationships/slide" Target="slide128.xml"/><Relationship Id="rId10" Type="http://schemas.openxmlformats.org/officeDocument/2006/relationships/slide" Target="slide123.xml"/><Relationship Id="rId19" Type="http://schemas.openxmlformats.org/officeDocument/2006/relationships/slide" Target="slide114.xml"/><Relationship Id="rId4" Type="http://schemas.openxmlformats.org/officeDocument/2006/relationships/slide" Target="slide117.xml"/><Relationship Id="rId9" Type="http://schemas.openxmlformats.org/officeDocument/2006/relationships/slide" Target="slide122.xml"/><Relationship Id="rId14" Type="http://schemas.openxmlformats.org/officeDocument/2006/relationships/slide" Target="slide127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8.xml"/><Relationship Id="rId5" Type="http://schemas.openxmlformats.org/officeDocument/2006/relationships/slide" Target="slide114.xml"/><Relationship Id="rId4" Type="http://schemas.openxmlformats.org/officeDocument/2006/relationships/slide" Target="slide2.xml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slide" Target="slide114.xml"/><Relationship Id="rId3" Type="http://schemas.openxmlformats.org/officeDocument/2006/relationships/hyperlink" Target="https://open.kakao.com/o/sQiLejlc" TargetMode="External"/><Relationship Id="rId7" Type="http://schemas.openxmlformats.org/officeDocument/2006/relationships/slide" Target="slide2.xml"/><Relationship Id="rId12" Type="http://schemas.openxmlformats.org/officeDocument/2006/relationships/hyperlink" Target="https://badak.imweb.me/" TargetMode="Externa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.png"/><Relationship Id="rId11" Type="http://schemas.openxmlformats.org/officeDocument/2006/relationships/hyperlink" Target="https://badak.tenone.biz/" TargetMode="External"/><Relationship Id="rId5" Type="http://schemas.openxmlformats.org/officeDocument/2006/relationships/slide" Target="slide1.xml"/><Relationship Id="rId10" Type="http://schemas.openxmlformats.org/officeDocument/2006/relationships/hyperlink" Target="mailto:lools@tenone.biz" TargetMode="External"/><Relationship Id="rId4" Type="http://schemas.openxmlformats.org/officeDocument/2006/relationships/image" Target="../media/image3.jpeg"/><Relationship Id="rId9" Type="http://schemas.openxmlformats.org/officeDocument/2006/relationships/slide" Target="slide58.xml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5.png"/><Relationship Id="rId7" Type="http://schemas.openxmlformats.org/officeDocument/2006/relationships/slide" Target="slide114.xml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image" Target="../media/image1.png"/><Relationship Id="rId4" Type="http://schemas.openxmlformats.org/officeDocument/2006/relationships/slide" Target="slide1.xml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0" Type="http://schemas.openxmlformats.org/officeDocument/2006/relationships/image" Target="../media/image12.png"/><Relationship Id="rId4" Type="http://schemas.openxmlformats.org/officeDocument/2006/relationships/image" Target="../media/image4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1FF2EFA3-6811-47D2-84EB-07C7D34C6BCA}"/>
              </a:ext>
            </a:extLst>
          </p:cNvPr>
          <p:cNvSpPr/>
          <p:nvPr/>
        </p:nvSpPr>
        <p:spPr>
          <a:xfrm>
            <a:off x="9640029" y="543819"/>
            <a:ext cx="510831" cy="1011912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00" name="직사각형 599">
            <a:extLst>
              <a:ext uri="{FF2B5EF4-FFF2-40B4-BE49-F238E27FC236}">
                <a16:creationId xmlns:a16="http://schemas.microsoft.com/office/drawing/2014/main" id="{B954C537-A50B-4479-8B99-75BF640BC217}"/>
              </a:ext>
            </a:extLst>
          </p:cNvPr>
          <p:cNvSpPr/>
          <p:nvPr/>
        </p:nvSpPr>
        <p:spPr>
          <a:xfrm>
            <a:off x="0" y="1"/>
            <a:ext cx="7559679" cy="1116012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812" dirty="0">
              <a:latin typeface="NanumGothic" panose="020D0604000000000000" pitchFamily="34" charset="-127"/>
            </a:endParaRPr>
          </a:p>
        </p:txBody>
      </p:sp>
      <p:grpSp>
        <p:nvGrpSpPr>
          <p:cNvPr id="601" name="그룹 600">
            <a:extLst>
              <a:ext uri="{FF2B5EF4-FFF2-40B4-BE49-F238E27FC236}">
                <a16:creationId xmlns:a16="http://schemas.microsoft.com/office/drawing/2014/main" id="{640BD04F-7834-402E-80FA-B513C3EB0A5D}"/>
              </a:ext>
            </a:extLst>
          </p:cNvPr>
          <p:cNvGrpSpPr/>
          <p:nvPr/>
        </p:nvGrpSpPr>
        <p:grpSpPr>
          <a:xfrm>
            <a:off x="618066" y="1011640"/>
            <a:ext cx="904309" cy="697763"/>
            <a:chOff x="262239" y="415926"/>
            <a:chExt cx="990601" cy="615782"/>
          </a:xfrm>
        </p:grpSpPr>
        <p:sp>
          <p:nvSpPr>
            <p:cNvPr id="602" name="오른쪽 대괄호 601">
              <a:extLst>
                <a:ext uri="{FF2B5EF4-FFF2-40B4-BE49-F238E27FC236}">
                  <a16:creationId xmlns:a16="http://schemas.microsoft.com/office/drawing/2014/main" id="{064F6BF0-A90D-43A5-A992-A7A902BAD93D}"/>
                </a:ext>
              </a:extLst>
            </p:cNvPr>
            <p:cNvSpPr/>
            <p:nvPr/>
          </p:nvSpPr>
          <p:spPr>
            <a:xfrm rot="5400000">
              <a:off x="714677" y="493546"/>
              <a:ext cx="85725" cy="990600"/>
            </a:xfrm>
            <a:prstGeom prst="rightBracket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sp>
          <p:nvSpPr>
            <p:cNvPr id="603" name="오른쪽 대괄호 602">
              <a:extLst>
                <a:ext uri="{FF2B5EF4-FFF2-40B4-BE49-F238E27FC236}">
                  <a16:creationId xmlns:a16="http://schemas.microsoft.com/office/drawing/2014/main" id="{D526D81D-B10E-4A15-B8A8-4727862E7829}"/>
                </a:ext>
              </a:extLst>
            </p:cNvPr>
            <p:cNvSpPr/>
            <p:nvPr/>
          </p:nvSpPr>
          <p:spPr>
            <a:xfrm rot="16200000">
              <a:off x="714339" y="-36174"/>
              <a:ext cx="86400" cy="990600"/>
            </a:xfrm>
            <a:prstGeom prst="rightBracket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</p:grpSp>
      <p:sp>
        <p:nvSpPr>
          <p:cNvPr id="604" name="TextBox 603">
            <a:extLst>
              <a:ext uri="{FF2B5EF4-FFF2-40B4-BE49-F238E27FC236}">
                <a16:creationId xmlns:a16="http://schemas.microsoft.com/office/drawing/2014/main" id="{D9BC6C36-3BB5-4CF7-88BF-670E6736860F}"/>
              </a:ext>
            </a:extLst>
          </p:cNvPr>
          <p:cNvSpPr txBox="1"/>
          <p:nvPr/>
        </p:nvSpPr>
        <p:spPr>
          <a:xfrm>
            <a:off x="561107" y="1098911"/>
            <a:ext cx="101822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3">
                    <a:lumMod val="40000"/>
                    <a:lumOff val="60000"/>
                  </a:schemeClr>
                </a:solidFill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2021</a:t>
            </a:r>
            <a:endParaRPr lang="ko-KR" altLang="en-US" sz="2800" b="1" dirty="0">
              <a:solidFill>
                <a:schemeClr val="accent3">
                  <a:lumMod val="40000"/>
                  <a:lumOff val="60000"/>
                </a:schemeClr>
              </a:solidFill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671A0CB9-B749-4C35-A56C-72959B1D1CBA}"/>
              </a:ext>
            </a:extLst>
          </p:cNvPr>
          <p:cNvCxnSpPr>
            <a:cxnSpLocks/>
          </p:cNvCxnSpPr>
          <p:nvPr/>
        </p:nvCxnSpPr>
        <p:spPr>
          <a:xfrm>
            <a:off x="3824254" y="4122100"/>
            <a:ext cx="3284322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6" name="그룹 605">
            <a:extLst>
              <a:ext uri="{FF2B5EF4-FFF2-40B4-BE49-F238E27FC236}">
                <a16:creationId xmlns:a16="http://schemas.microsoft.com/office/drawing/2014/main" id="{6658887A-03EF-4E76-85C6-9E665955FA0F}"/>
              </a:ext>
            </a:extLst>
          </p:cNvPr>
          <p:cNvGrpSpPr/>
          <p:nvPr/>
        </p:nvGrpSpPr>
        <p:grpSpPr>
          <a:xfrm>
            <a:off x="3526402" y="10318542"/>
            <a:ext cx="495715" cy="495715"/>
            <a:chOff x="1449421" y="1721795"/>
            <a:chExt cx="720000" cy="720000"/>
          </a:xfrm>
        </p:grpSpPr>
        <p:sp>
          <p:nvSpPr>
            <p:cNvPr id="607" name="직사각형 606">
              <a:extLst>
                <a:ext uri="{FF2B5EF4-FFF2-40B4-BE49-F238E27FC236}">
                  <a16:creationId xmlns:a16="http://schemas.microsoft.com/office/drawing/2014/main" id="{F985BF50-716C-421A-8137-020381470E3B}"/>
                </a:ext>
              </a:extLst>
            </p:cNvPr>
            <p:cNvSpPr/>
            <p:nvPr/>
          </p:nvSpPr>
          <p:spPr>
            <a:xfrm>
              <a:off x="1449421" y="1721795"/>
              <a:ext cx="720000" cy="36000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1687" b="1" dirty="0">
                  <a:latin typeface="나눔고딕 ExtraBold" panose="020D0904000000000000" pitchFamily="50" charset="-127"/>
                  <a:ea typeface="나눔고딕 ExtraBold" panose="020D0904000000000000" pitchFamily="50" charset="-127"/>
                </a:rPr>
                <a:t>TEN</a:t>
              </a:r>
              <a:endParaRPr lang="ko-KR" altLang="en-US" sz="1687" b="1" dirty="0">
                <a:latin typeface="나눔고딕 ExtraBold" panose="020D0904000000000000" pitchFamily="50" charset="-127"/>
                <a:ea typeface="나눔고딕 ExtraBold" panose="020D0904000000000000" pitchFamily="50" charset="-127"/>
              </a:endParaRPr>
            </a:p>
          </p:txBody>
        </p:sp>
        <p:sp>
          <p:nvSpPr>
            <p:cNvPr id="608" name="직사각형 607">
              <a:extLst>
                <a:ext uri="{FF2B5EF4-FFF2-40B4-BE49-F238E27FC236}">
                  <a16:creationId xmlns:a16="http://schemas.microsoft.com/office/drawing/2014/main" id="{702A4DA0-0616-438D-890D-A95196FEC14A}"/>
                </a:ext>
              </a:extLst>
            </p:cNvPr>
            <p:cNvSpPr/>
            <p:nvPr/>
          </p:nvSpPr>
          <p:spPr>
            <a:xfrm>
              <a:off x="1449421" y="2081795"/>
              <a:ext cx="720000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1687" b="1" dirty="0">
                  <a:solidFill>
                    <a:schemeClr val="tx1"/>
                  </a:solidFill>
                  <a:latin typeface="나눔고딕 ExtraBold" panose="020D0904000000000000" pitchFamily="50" charset="-127"/>
                  <a:ea typeface="나눔고딕 ExtraBold" panose="020D0904000000000000" pitchFamily="50" charset="-127"/>
                </a:rPr>
                <a:t>ONE</a:t>
              </a:r>
              <a:endParaRPr lang="ko-KR" altLang="en-US" sz="1687" b="1" dirty="0">
                <a:solidFill>
                  <a:schemeClr val="tx1"/>
                </a:solidFill>
                <a:latin typeface="나눔고딕 ExtraBold" panose="020D0904000000000000" pitchFamily="50" charset="-127"/>
                <a:ea typeface="나눔고딕 ExtraBold" panose="020D0904000000000000" pitchFamily="50" charset="-127"/>
              </a:endParaRPr>
            </a:p>
          </p:txBody>
        </p:sp>
      </p:grpSp>
      <p:sp>
        <p:nvSpPr>
          <p:cNvPr id="609" name="TextBox 608">
            <a:extLst>
              <a:ext uri="{FF2B5EF4-FFF2-40B4-BE49-F238E27FC236}">
                <a16:creationId xmlns:a16="http://schemas.microsoft.com/office/drawing/2014/main" id="{C786B69B-CA81-415A-8415-B7B822568C4C}"/>
              </a:ext>
            </a:extLst>
          </p:cNvPr>
          <p:cNvSpPr txBox="1"/>
          <p:nvPr/>
        </p:nvSpPr>
        <p:spPr>
          <a:xfrm>
            <a:off x="3788808" y="4150499"/>
            <a:ext cx="337881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3200" dirty="0">
                <a:solidFill>
                  <a:schemeClr val="bg1"/>
                </a:solidFill>
                <a:latin typeface="NanumGothic"/>
                <a:ea typeface="나눔고딕 ExtraBold" panose="020D0904000000000000"/>
              </a:rPr>
              <a:t>Planner’s Planner</a:t>
            </a:r>
            <a:endParaRPr lang="ko-KR" altLang="en-US" sz="3200" dirty="0">
              <a:solidFill>
                <a:schemeClr val="bg1"/>
              </a:solidFill>
              <a:latin typeface="NanumGothic"/>
              <a:ea typeface="나눔고딕 ExtraBold" panose="020D090400000000000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4BBA754-71D6-4FB5-A6E9-B1C742593211}"/>
              </a:ext>
            </a:extLst>
          </p:cNvPr>
          <p:cNvSpPr txBox="1"/>
          <p:nvPr/>
        </p:nvSpPr>
        <p:spPr>
          <a:xfrm>
            <a:off x="8177895" y="1726498"/>
            <a:ext cx="116378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Scheduler</a:t>
            </a:r>
            <a:endParaRPr lang="ko-KR" altLang="en-US" sz="20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F68FFC7-BC3F-49D7-8A34-5201E5383C23}"/>
              </a:ext>
            </a:extLst>
          </p:cNvPr>
          <p:cNvSpPr txBox="1"/>
          <p:nvPr/>
        </p:nvSpPr>
        <p:spPr>
          <a:xfrm>
            <a:off x="8177895" y="1248895"/>
            <a:ext cx="110767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Objective</a:t>
            </a:r>
            <a:endParaRPr lang="ko-KR" altLang="en-US" sz="20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9" name="TextBox 38">
            <a:hlinkClick r:id="rId2" action="ppaction://hlinksldjump"/>
            <a:extLst>
              <a:ext uri="{FF2B5EF4-FFF2-40B4-BE49-F238E27FC236}">
                <a16:creationId xmlns:a16="http://schemas.microsoft.com/office/drawing/2014/main" id="{3FDFBF7D-A533-4CF4-BD93-4FF0EF2BEEAA}"/>
              </a:ext>
            </a:extLst>
          </p:cNvPr>
          <p:cNvSpPr txBox="1"/>
          <p:nvPr/>
        </p:nvSpPr>
        <p:spPr>
          <a:xfrm>
            <a:off x="9733444" y="1295061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53D31919-70B9-4B18-8391-6690EA16CADA}"/>
              </a:ext>
            </a:extLst>
          </p:cNvPr>
          <p:cNvSpPr txBox="1"/>
          <p:nvPr/>
        </p:nvSpPr>
        <p:spPr>
          <a:xfrm>
            <a:off x="8177895" y="6205590"/>
            <a:ext cx="57387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endParaRPr lang="ko-KR" altLang="en-US" sz="20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BA538F7B-A7EF-49CE-B175-77154E181800}"/>
              </a:ext>
            </a:extLst>
          </p:cNvPr>
          <p:cNvSpPr txBox="1"/>
          <p:nvPr/>
        </p:nvSpPr>
        <p:spPr>
          <a:xfrm>
            <a:off x="8177895" y="9202408"/>
            <a:ext cx="83997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Canvas</a:t>
            </a:r>
            <a:endParaRPr lang="ko-KR" altLang="en-US" sz="20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5DE0C537-FDEE-400E-BF71-99725F59E8D9}"/>
              </a:ext>
            </a:extLst>
          </p:cNvPr>
          <p:cNvSpPr txBox="1"/>
          <p:nvPr/>
        </p:nvSpPr>
        <p:spPr>
          <a:xfrm>
            <a:off x="18191416" y="543821"/>
            <a:ext cx="1329887" cy="6583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3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2021</a:t>
            </a:r>
            <a:endParaRPr lang="ko-KR" altLang="en-US" sz="3600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6471AC1-1E3F-4CDE-AD05-1E6AF007AA9C}"/>
              </a:ext>
            </a:extLst>
          </p:cNvPr>
          <p:cNvSpPr txBox="1"/>
          <p:nvPr/>
        </p:nvSpPr>
        <p:spPr>
          <a:xfrm>
            <a:off x="15865926" y="1344345"/>
            <a:ext cx="1079142" cy="40011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 pitchFamily="34" charset="-127"/>
              </a:rPr>
              <a:t>January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BAA5DD2E-C41F-49E9-BB4E-06A4AC2CAA3C}"/>
              </a:ext>
            </a:extLst>
          </p:cNvPr>
          <p:cNvSpPr txBox="1"/>
          <p:nvPr/>
        </p:nvSpPr>
        <p:spPr>
          <a:xfrm>
            <a:off x="18285175" y="1344345"/>
            <a:ext cx="1207382" cy="40011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 pitchFamily="34" charset="-127"/>
              </a:rPr>
              <a:t>February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D4406E76-36C9-4F1B-BB81-34F4F7AF8E93}"/>
              </a:ext>
            </a:extLst>
          </p:cNvPr>
          <p:cNvSpPr txBox="1"/>
          <p:nvPr/>
        </p:nvSpPr>
        <p:spPr>
          <a:xfrm>
            <a:off x="20900835" y="1344345"/>
            <a:ext cx="966036" cy="41490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 pitchFamily="34" charset="-127"/>
              </a:rPr>
              <a:t>March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F62E1424-5F57-4F89-B6EC-20C785A6440A}"/>
              </a:ext>
            </a:extLst>
          </p:cNvPr>
          <p:cNvSpPr txBox="1"/>
          <p:nvPr/>
        </p:nvSpPr>
        <p:spPr>
          <a:xfrm>
            <a:off x="16022424" y="3759802"/>
            <a:ext cx="766146" cy="41490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 pitchFamily="34" charset="-127"/>
              </a:rPr>
              <a:t>April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9650F31-A652-4B4D-9065-F357C5E7C280}"/>
              </a:ext>
            </a:extLst>
          </p:cNvPr>
          <p:cNvSpPr txBox="1"/>
          <p:nvPr/>
        </p:nvSpPr>
        <p:spPr>
          <a:xfrm>
            <a:off x="18543259" y="3759802"/>
            <a:ext cx="691215" cy="40011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 pitchFamily="34" charset="-127"/>
              </a:rPr>
              <a:t>May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C7B54769-F362-4C6A-B1A5-B7E4ABB95D4F}"/>
              </a:ext>
            </a:extLst>
          </p:cNvPr>
          <p:cNvSpPr txBox="1"/>
          <p:nvPr/>
        </p:nvSpPr>
        <p:spPr>
          <a:xfrm>
            <a:off x="21005874" y="3759802"/>
            <a:ext cx="755958" cy="41490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 pitchFamily="34" charset="-127"/>
              </a:rPr>
              <a:t>June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23846705-4465-48F5-AFD4-3A26FCA09DC2}"/>
              </a:ext>
            </a:extLst>
          </p:cNvPr>
          <p:cNvSpPr txBox="1"/>
          <p:nvPr/>
        </p:nvSpPr>
        <p:spPr>
          <a:xfrm>
            <a:off x="16098362" y="6175258"/>
            <a:ext cx="614271" cy="40011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 pitchFamily="34" charset="-127"/>
              </a:rPr>
              <a:t>July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86" name="TextBox 385">
            <a:extLst>
              <a:ext uri="{FF2B5EF4-FFF2-40B4-BE49-F238E27FC236}">
                <a16:creationId xmlns:a16="http://schemas.microsoft.com/office/drawing/2014/main" id="{A8BBCBFC-CA2E-411F-9914-365414B6863A}"/>
              </a:ext>
            </a:extLst>
          </p:cNvPr>
          <p:cNvSpPr txBox="1"/>
          <p:nvPr/>
        </p:nvSpPr>
        <p:spPr>
          <a:xfrm>
            <a:off x="18357217" y="6175258"/>
            <a:ext cx="1063298" cy="41490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 pitchFamily="34" charset="-127"/>
              </a:rPr>
              <a:t>August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29" name="TextBox 428">
            <a:extLst>
              <a:ext uri="{FF2B5EF4-FFF2-40B4-BE49-F238E27FC236}">
                <a16:creationId xmlns:a16="http://schemas.microsoft.com/office/drawing/2014/main" id="{D34FD19A-45AE-47B4-91B4-9CEDDE06686C}"/>
              </a:ext>
            </a:extLst>
          </p:cNvPr>
          <p:cNvSpPr txBox="1"/>
          <p:nvPr/>
        </p:nvSpPr>
        <p:spPr>
          <a:xfrm>
            <a:off x="20647914" y="6175258"/>
            <a:ext cx="1471878" cy="40011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 pitchFamily="34" charset="-127"/>
              </a:rPr>
              <a:t>September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72" name="TextBox 471">
            <a:extLst>
              <a:ext uri="{FF2B5EF4-FFF2-40B4-BE49-F238E27FC236}">
                <a16:creationId xmlns:a16="http://schemas.microsoft.com/office/drawing/2014/main" id="{E70E5831-1EB4-4BBA-9D47-4D58FFF161D1}"/>
              </a:ext>
            </a:extLst>
          </p:cNvPr>
          <p:cNvSpPr txBox="1"/>
          <p:nvPr/>
        </p:nvSpPr>
        <p:spPr>
          <a:xfrm>
            <a:off x="15832263" y="8590716"/>
            <a:ext cx="1146468" cy="40011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 pitchFamily="34" charset="-127"/>
              </a:rPr>
              <a:t>October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15" name="TextBox 514">
            <a:extLst>
              <a:ext uri="{FF2B5EF4-FFF2-40B4-BE49-F238E27FC236}">
                <a16:creationId xmlns:a16="http://schemas.microsoft.com/office/drawing/2014/main" id="{65FC33A4-51B8-45F8-8FD8-8CA9F8363696}"/>
              </a:ext>
            </a:extLst>
          </p:cNvPr>
          <p:cNvSpPr txBox="1"/>
          <p:nvPr/>
        </p:nvSpPr>
        <p:spPr>
          <a:xfrm>
            <a:off x="18184186" y="8590716"/>
            <a:ext cx="1409360" cy="40011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 pitchFamily="34" charset="-127"/>
              </a:rPr>
              <a:t>November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58" name="TextBox 557">
            <a:extLst>
              <a:ext uri="{FF2B5EF4-FFF2-40B4-BE49-F238E27FC236}">
                <a16:creationId xmlns:a16="http://schemas.microsoft.com/office/drawing/2014/main" id="{8C26EA49-31AD-4FD1-B067-EACC2F1140D5}"/>
              </a:ext>
            </a:extLst>
          </p:cNvPr>
          <p:cNvSpPr txBox="1"/>
          <p:nvPr/>
        </p:nvSpPr>
        <p:spPr>
          <a:xfrm>
            <a:off x="20687188" y="8590716"/>
            <a:ext cx="1393330" cy="40011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 pitchFamily="34" charset="-127"/>
              </a:rPr>
              <a:t>December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3E934013-1FF7-43EC-929E-286C39DB5F5B}"/>
              </a:ext>
            </a:extLst>
          </p:cNvPr>
          <p:cNvGrpSpPr/>
          <p:nvPr/>
        </p:nvGrpSpPr>
        <p:grpSpPr>
          <a:xfrm>
            <a:off x="15306993" y="1795584"/>
            <a:ext cx="2197009" cy="1620990"/>
            <a:chOff x="15306993" y="1795584"/>
            <a:chExt cx="2197009" cy="1620990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1F4237F6-2577-4668-9F8D-527848B4B176}"/>
                </a:ext>
              </a:extLst>
            </p:cNvPr>
            <p:cNvSpPr txBox="1"/>
            <p:nvPr/>
          </p:nvSpPr>
          <p:spPr>
            <a:xfrm>
              <a:off x="15306993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63251C60-16A0-47C9-A969-C08DB6A2BA3F}"/>
                </a:ext>
              </a:extLst>
            </p:cNvPr>
            <p:cNvSpPr txBox="1"/>
            <p:nvPr/>
          </p:nvSpPr>
          <p:spPr>
            <a:xfrm>
              <a:off x="15556253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D5EAE378-B5F0-4CBA-A720-E65D114AE8F9}"/>
                </a:ext>
              </a:extLst>
            </p:cNvPr>
            <p:cNvSpPr txBox="1"/>
            <p:nvPr/>
          </p:nvSpPr>
          <p:spPr>
            <a:xfrm>
              <a:off x="15805515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10A55E2-A316-4636-9E33-80122DE3EF26}"/>
                </a:ext>
              </a:extLst>
            </p:cNvPr>
            <p:cNvSpPr txBox="1"/>
            <p:nvPr/>
          </p:nvSpPr>
          <p:spPr>
            <a:xfrm>
              <a:off x="16054775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31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68222CBC-42FB-47EF-8BF6-E8CFEF8BE24A}"/>
                </a:ext>
              </a:extLst>
            </p:cNvPr>
            <p:cNvSpPr txBox="1"/>
            <p:nvPr/>
          </p:nvSpPr>
          <p:spPr>
            <a:xfrm>
              <a:off x="16304038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FF47CB07-E314-4DB9-A05C-733DF412A641}"/>
                </a:ext>
              </a:extLst>
            </p:cNvPr>
            <p:cNvSpPr txBox="1"/>
            <p:nvPr/>
          </p:nvSpPr>
          <p:spPr>
            <a:xfrm>
              <a:off x="16553297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7F2B964A-BBA8-4EF1-A251-CAB4676A6D61}"/>
                </a:ext>
              </a:extLst>
            </p:cNvPr>
            <p:cNvSpPr txBox="1"/>
            <p:nvPr/>
          </p:nvSpPr>
          <p:spPr>
            <a:xfrm>
              <a:off x="16802557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09577088-B94D-43AF-89D7-3C36BABA938C}"/>
                </a:ext>
              </a:extLst>
            </p:cNvPr>
            <p:cNvSpPr txBox="1"/>
            <p:nvPr/>
          </p:nvSpPr>
          <p:spPr>
            <a:xfrm>
              <a:off x="15306993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ECBA96B3-CEB3-4EFD-957B-F1A0CD717831}"/>
                </a:ext>
              </a:extLst>
            </p:cNvPr>
            <p:cNvSpPr txBox="1"/>
            <p:nvPr/>
          </p:nvSpPr>
          <p:spPr>
            <a:xfrm>
              <a:off x="15556253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334E2A65-8574-4EE4-86E9-30D0591089CE}"/>
                </a:ext>
              </a:extLst>
            </p:cNvPr>
            <p:cNvSpPr txBox="1"/>
            <p:nvPr/>
          </p:nvSpPr>
          <p:spPr>
            <a:xfrm>
              <a:off x="15805515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E95E0819-9384-4556-A5AA-98170A9F10C0}"/>
                </a:ext>
              </a:extLst>
            </p:cNvPr>
            <p:cNvSpPr txBox="1"/>
            <p:nvPr/>
          </p:nvSpPr>
          <p:spPr>
            <a:xfrm>
              <a:off x="16054775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E88DB87D-4CAD-4502-BF72-2F1C3C35AD25}"/>
                </a:ext>
              </a:extLst>
            </p:cNvPr>
            <p:cNvSpPr txBox="1"/>
            <p:nvPr/>
          </p:nvSpPr>
          <p:spPr>
            <a:xfrm>
              <a:off x="16304038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07DF3464-58E0-4C50-9408-28993482B85F}"/>
                </a:ext>
              </a:extLst>
            </p:cNvPr>
            <p:cNvSpPr txBox="1"/>
            <p:nvPr/>
          </p:nvSpPr>
          <p:spPr>
            <a:xfrm>
              <a:off x="16553297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D182FCF4-CB5F-41D0-B9B4-3B5E07F13F2E}"/>
                </a:ext>
              </a:extLst>
            </p:cNvPr>
            <p:cNvSpPr txBox="1"/>
            <p:nvPr/>
          </p:nvSpPr>
          <p:spPr>
            <a:xfrm>
              <a:off x="16802557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76143E49-977D-4DF6-8172-174E49E7CCCD}"/>
                </a:ext>
              </a:extLst>
            </p:cNvPr>
            <p:cNvSpPr txBox="1"/>
            <p:nvPr/>
          </p:nvSpPr>
          <p:spPr>
            <a:xfrm>
              <a:off x="15306993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6D3F2B1C-57AD-467E-B3CE-42CE32828109}"/>
                </a:ext>
              </a:extLst>
            </p:cNvPr>
            <p:cNvSpPr txBox="1"/>
            <p:nvPr/>
          </p:nvSpPr>
          <p:spPr>
            <a:xfrm>
              <a:off x="15556253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D31F248-56F1-4D31-BEBF-60B8669DE453}"/>
                </a:ext>
              </a:extLst>
            </p:cNvPr>
            <p:cNvSpPr txBox="1"/>
            <p:nvPr/>
          </p:nvSpPr>
          <p:spPr>
            <a:xfrm>
              <a:off x="15805515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DE50CADF-3D6D-4EF7-B435-363E4F4818F3}"/>
                </a:ext>
              </a:extLst>
            </p:cNvPr>
            <p:cNvSpPr txBox="1"/>
            <p:nvPr/>
          </p:nvSpPr>
          <p:spPr>
            <a:xfrm>
              <a:off x="16054775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9675D1DC-A2CC-4C21-9391-2E0946084FA9}"/>
                </a:ext>
              </a:extLst>
            </p:cNvPr>
            <p:cNvSpPr txBox="1"/>
            <p:nvPr/>
          </p:nvSpPr>
          <p:spPr>
            <a:xfrm>
              <a:off x="16304038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254B6AC6-9B12-459F-83B0-814F2C2BD4C0}"/>
                </a:ext>
              </a:extLst>
            </p:cNvPr>
            <p:cNvSpPr txBox="1"/>
            <p:nvPr/>
          </p:nvSpPr>
          <p:spPr>
            <a:xfrm>
              <a:off x="16553297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CC6FD440-8ECE-469C-AF46-A14B64E2D0F9}"/>
                </a:ext>
              </a:extLst>
            </p:cNvPr>
            <p:cNvSpPr txBox="1"/>
            <p:nvPr/>
          </p:nvSpPr>
          <p:spPr>
            <a:xfrm>
              <a:off x="16802557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17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90283CA8-99C6-45CB-A29A-4E76531D2833}"/>
                </a:ext>
              </a:extLst>
            </p:cNvPr>
            <p:cNvSpPr txBox="1"/>
            <p:nvPr/>
          </p:nvSpPr>
          <p:spPr>
            <a:xfrm>
              <a:off x="15306993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D69A4484-8E78-40FA-8238-5A21465AAABB}"/>
                </a:ext>
              </a:extLst>
            </p:cNvPr>
            <p:cNvSpPr txBox="1"/>
            <p:nvPr/>
          </p:nvSpPr>
          <p:spPr>
            <a:xfrm>
              <a:off x="15556253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5AE6EEA5-5EF1-49C7-AFC0-44730C2A8EDA}"/>
                </a:ext>
              </a:extLst>
            </p:cNvPr>
            <p:cNvSpPr txBox="1"/>
            <p:nvPr/>
          </p:nvSpPr>
          <p:spPr>
            <a:xfrm>
              <a:off x="15805515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5AC7B353-8CCF-4907-BA33-C711CA54CD8C}"/>
                </a:ext>
              </a:extLst>
            </p:cNvPr>
            <p:cNvSpPr txBox="1"/>
            <p:nvPr/>
          </p:nvSpPr>
          <p:spPr>
            <a:xfrm>
              <a:off x="16054775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6D94091A-FBA1-4A5F-874A-CC20949A435C}"/>
                </a:ext>
              </a:extLst>
            </p:cNvPr>
            <p:cNvSpPr txBox="1"/>
            <p:nvPr/>
          </p:nvSpPr>
          <p:spPr>
            <a:xfrm>
              <a:off x="16304038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2C802473-367D-48DB-A841-49918BE77BD8}"/>
                </a:ext>
              </a:extLst>
            </p:cNvPr>
            <p:cNvSpPr txBox="1"/>
            <p:nvPr/>
          </p:nvSpPr>
          <p:spPr>
            <a:xfrm>
              <a:off x="16553297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23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9C46F4C8-064C-44E7-B53B-8C1D466E9AD3}"/>
                </a:ext>
              </a:extLst>
            </p:cNvPr>
            <p:cNvSpPr txBox="1"/>
            <p:nvPr/>
          </p:nvSpPr>
          <p:spPr>
            <a:xfrm>
              <a:off x="16802557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24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EFE2522-E864-4963-A6A1-721CF17752A4}"/>
                </a:ext>
              </a:extLst>
            </p:cNvPr>
            <p:cNvSpPr txBox="1"/>
            <p:nvPr/>
          </p:nvSpPr>
          <p:spPr>
            <a:xfrm>
              <a:off x="15306993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ECA255D-DAD0-4E2A-B233-99093006DA1C}"/>
                </a:ext>
              </a:extLst>
            </p:cNvPr>
            <p:cNvSpPr txBox="1"/>
            <p:nvPr/>
          </p:nvSpPr>
          <p:spPr>
            <a:xfrm>
              <a:off x="15556253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E27DD9FE-F30E-4D0E-BE1B-1EC85DEB6647}"/>
                </a:ext>
              </a:extLst>
            </p:cNvPr>
            <p:cNvSpPr txBox="1"/>
            <p:nvPr/>
          </p:nvSpPr>
          <p:spPr>
            <a:xfrm>
              <a:off x="15805515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02668D9-7322-467E-A38F-AB9D6ED42CD9}"/>
                </a:ext>
              </a:extLst>
            </p:cNvPr>
            <p:cNvSpPr txBox="1"/>
            <p:nvPr/>
          </p:nvSpPr>
          <p:spPr>
            <a:xfrm>
              <a:off x="16054775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6CDC2F80-0486-41EF-A4DB-917F8862DFB2}"/>
                </a:ext>
              </a:extLst>
            </p:cNvPr>
            <p:cNvSpPr txBox="1"/>
            <p:nvPr/>
          </p:nvSpPr>
          <p:spPr>
            <a:xfrm>
              <a:off x="16304038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3FE9A325-0735-452A-ACC2-D1B9D68DA1D1}"/>
                </a:ext>
              </a:extLst>
            </p:cNvPr>
            <p:cNvSpPr txBox="1"/>
            <p:nvPr/>
          </p:nvSpPr>
          <p:spPr>
            <a:xfrm>
              <a:off x="16553297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A3A72C0D-6422-48E7-876F-679F87FD73F6}"/>
                </a:ext>
              </a:extLst>
            </p:cNvPr>
            <p:cNvSpPr txBox="1"/>
            <p:nvPr/>
          </p:nvSpPr>
          <p:spPr>
            <a:xfrm>
              <a:off x="16802557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980D9E5E-93EA-4EB7-A444-FBB37B35CB69}"/>
                </a:ext>
              </a:extLst>
            </p:cNvPr>
            <p:cNvSpPr txBox="1"/>
            <p:nvPr/>
          </p:nvSpPr>
          <p:spPr>
            <a:xfrm>
              <a:off x="15306993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65A95736-8716-4A14-9691-A9FD48E66549}"/>
                </a:ext>
              </a:extLst>
            </p:cNvPr>
            <p:cNvSpPr txBox="1"/>
            <p:nvPr/>
          </p:nvSpPr>
          <p:spPr>
            <a:xfrm>
              <a:off x="15556253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9442FB4-8485-40D5-B798-2D90F50CE8E1}"/>
                </a:ext>
              </a:extLst>
            </p:cNvPr>
            <p:cNvSpPr txBox="1"/>
            <p:nvPr/>
          </p:nvSpPr>
          <p:spPr>
            <a:xfrm>
              <a:off x="15805515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72491ACF-D2D4-4E35-A97C-7B630DD7DB57}"/>
                </a:ext>
              </a:extLst>
            </p:cNvPr>
            <p:cNvSpPr txBox="1"/>
            <p:nvPr/>
          </p:nvSpPr>
          <p:spPr>
            <a:xfrm>
              <a:off x="16054775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63714FFB-FC3A-429B-83CE-8131AA7D61F0}"/>
                </a:ext>
              </a:extLst>
            </p:cNvPr>
            <p:cNvSpPr txBox="1"/>
            <p:nvPr/>
          </p:nvSpPr>
          <p:spPr>
            <a:xfrm>
              <a:off x="16304038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B8BF82DC-4FC9-4123-865C-71F78548F532}"/>
                </a:ext>
              </a:extLst>
            </p:cNvPr>
            <p:cNvSpPr txBox="1"/>
            <p:nvPr/>
          </p:nvSpPr>
          <p:spPr>
            <a:xfrm>
              <a:off x="16553297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7E41C4EA-BD09-49E0-93AB-6131C8EFAB2F}"/>
                </a:ext>
              </a:extLst>
            </p:cNvPr>
            <p:cNvSpPr txBox="1"/>
            <p:nvPr/>
          </p:nvSpPr>
          <p:spPr>
            <a:xfrm>
              <a:off x="16802557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59" name="TextBox 558">
              <a:hlinkClick r:id="rId3" action="ppaction://hlinksldjump"/>
              <a:extLst>
                <a:ext uri="{FF2B5EF4-FFF2-40B4-BE49-F238E27FC236}">
                  <a16:creationId xmlns:a16="http://schemas.microsoft.com/office/drawing/2014/main" id="{0FBC0FE6-B4E3-4F5E-A661-CB3584884611}"/>
                </a:ext>
              </a:extLst>
            </p:cNvPr>
            <p:cNvSpPr txBox="1"/>
            <p:nvPr/>
          </p:nvSpPr>
          <p:spPr>
            <a:xfrm>
              <a:off x="17180002" y="1806192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w1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60" name="TextBox 559">
              <a:hlinkClick r:id="rId4" action="ppaction://hlinksldjump"/>
              <a:extLst>
                <a:ext uri="{FF2B5EF4-FFF2-40B4-BE49-F238E27FC236}">
                  <a16:creationId xmlns:a16="http://schemas.microsoft.com/office/drawing/2014/main" id="{2C9CDC09-CDD5-4EEE-A69C-6ECA937ED125}"/>
                </a:ext>
              </a:extLst>
            </p:cNvPr>
            <p:cNvSpPr txBox="1"/>
            <p:nvPr/>
          </p:nvSpPr>
          <p:spPr>
            <a:xfrm>
              <a:off x="17180002" y="2076583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w2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61" name="TextBox 560">
              <a:hlinkClick r:id="rId5" action="ppaction://hlinksldjump"/>
              <a:extLst>
                <a:ext uri="{FF2B5EF4-FFF2-40B4-BE49-F238E27FC236}">
                  <a16:creationId xmlns:a16="http://schemas.microsoft.com/office/drawing/2014/main" id="{35183222-10AA-41D1-997E-9607E4B65744}"/>
                </a:ext>
              </a:extLst>
            </p:cNvPr>
            <p:cNvSpPr txBox="1"/>
            <p:nvPr/>
          </p:nvSpPr>
          <p:spPr>
            <a:xfrm>
              <a:off x="17180002" y="2357581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w3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62" name="TextBox 561">
              <a:hlinkClick r:id="rId6" action="ppaction://hlinksldjump"/>
              <a:extLst>
                <a:ext uri="{FF2B5EF4-FFF2-40B4-BE49-F238E27FC236}">
                  <a16:creationId xmlns:a16="http://schemas.microsoft.com/office/drawing/2014/main" id="{2659F335-0539-47D1-8A29-472DC497E102}"/>
                </a:ext>
              </a:extLst>
            </p:cNvPr>
            <p:cNvSpPr txBox="1"/>
            <p:nvPr/>
          </p:nvSpPr>
          <p:spPr>
            <a:xfrm>
              <a:off x="17180002" y="2638580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w4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63" name="TextBox 562">
              <a:hlinkClick r:id="rId7" action="ppaction://hlinksldjump"/>
              <a:extLst>
                <a:ext uri="{FF2B5EF4-FFF2-40B4-BE49-F238E27FC236}">
                  <a16:creationId xmlns:a16="http://schemas.microsoft.com/office/drawing/2014/main" id="{44BFFE51-DA0D-41EF-B02D-A04AD934E3D8}"/>
                </a:ext>
              </a:extLst>
            </p:cNvPr>
            <p:cNvSpPr txBox="1"/>
            <p:nvPr/>
          </p:nvSpPr>
          <p:spPr>
            <a:xfrm>
              <a:off x="17180002" y="2919577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w5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F53D6D41-8E77-4D22-B0A3-B44C8B03EA9D}"/>
              </a:ext>
            </a:extLst>
          </p:cNvPr>
          <p:cNvGrpSpPr/>
          <p:nvPr/>
        </p:nvGrpSpPr>
        <p:grpSpPr>
          <a:xfrm>
            <a:off x="17790298" y="1795584"/>
            <a:ext cx="2197136" cy="1620990"/>
            <a:chOff x="17790298" y="1795584"/>
            <a:chExt cx="2197136" cy="1620990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E9076A7B-7D9F-4549-BEF5-AFF6C6E23637}"/>
                </a:ext>
              </a:extLst>
            </p:cNvPr>
            <p:cNvSpPr txBox="1"/>
            <p:nvPr/>
          </p:nvSpPr>
          <p:spPr>
            <a:xfrm>
              <a:off x="17790298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297E89B4-3A8F-4F2C-892E-2E776425E76D}"/>
                </a:ext>
              </a:extLst>
            </p:cNvPr>
            <p:cNvSpPr txBox="1"/>
            <p:nvPr/>
          </p:nvSpPr>
          <p:spPr>
            <a:xfrm>
              <a:off x="18039558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61E49115-FAD5-420F-B3F5-5CAF791AAE60}"/>
                </a:ext>
              </a:extLst>
            </p:cNvPr>
            <p:cNvSpPr txBox="1"/>
            <p:nvPr/>
          </p:nvSpPr>
          <p:spPr>
            <a:xfrm>
              <a:off x="18288820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42A27B9E-A54B-4D0E-A90D-9C871FDAA651}"/>
                </a:ext>
              </a:extLst>
            </p:cNvPr>
            <p:cNvSpPr txBox="1"/>
            <p:nvPr/>
          </p:nvSpPr>
          <p:spPr>
            <a:xfrm>
              <a:off x="18538080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898A00FB-F0A4-4BC1-A71C-C90DD38F043B}"/>
                </a:ext>
              </a:extLst>
            </p:cNvPr>
            <p:cNvSpPr txBox="1"/>
            <p:nvPr/>
          </p:nvSpPr>
          <p:spPr>
            <a:xfrm>
              <a:off x="18787340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0C3F4AC6-4453-4D38-B9C3-479A3C88B8A0}"/>
                </a:ext>
              </a:extLst>
            </p:cNvPr>
            <p:cNvSpPr txBox="1"/>
            <p:nvPr/>
          </p:nvSpPr>
          <p:spPr>
            <a:xfrm>
              <a:off x="19036603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31036A56-72C2-4E8B-A94D-12F8A831ED30}"/>
                </a:ext>
              </a:extLst>
            </p:cNvPr>
            <p:cNvSpPr txBox="1"/>
            <p:nvPr/>
          </p:nvSpPr>
          <p:spPr>
            <a:xfrm>
              <a:off x="19285862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C743233B-796D-4174-A25F-0C62B0191421}"/>
                </a:ext>
              </a:extLst>
            </p:cNvPr>
            <p:cNvSpPr txBox="1"/>
            <p:nvPr/>
          </p:nvSpPr>
          <p:spPr>
            <a:xfrm>
              <a:off x="17790298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5563BAFD-B719-4BC0-9D96-86C5A9A8F6D2}"/>
                </a:ext>
              </a:extLst>
            </p:cNvPr>
            <p:cNvSpPr txBox="1"/>
            <p:nvPr/>
          </p:nvSpPr>
          <p:spPr>
            <a:xfrm>
              <a:off x="18039558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73B20FDE-C1D4-4F4A-9698-035A535DCDF9}"/>
                </a:ext>
              </a:extLst>
            </p:cNvPr>
            <p:cNvSpPr txBox="1"/>
            <p:nvPr/>
          </p:nvSpPr>
          <p:spPr>
            <a:xfrm>
              <a:off x="18288820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EB25B415-8517-4F34-9D1B-3B8D6940F15F}"/>
                </a:ext>
              </a:extLst>
            </p:cNvPr>
            <p:cNvSpPr txBox="1"/>
            <p:nvPr/>
          </p:nvSpPr>
          <p:spPr>
            <a:xfrm>
              <a:off x="18538080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2D83AEB1-AC74-4AF5-B154-EA215418EEED}"/>
                </a:ext>
              </a:extLst>
            </p:cNvPr>
            <p:cNvSpPr txBox="1"/>
            <p:nvPr/>
          </p:nvSpPr>
          <p:spPr>
            <a:xfrm>
              <a:off x="18787340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7786271B-D04C-4C29-8D3D-218005FB4541}"/>
                </a:ext>
              </a:extLst>
            </p:cNvPr>
            <p:cNvSpPr txBox="1"/>
            <p:nvPr/>
          </p:nvSpPr>
          <p:spPr>
            <a:xfrm>
              <a:off x="19036603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5CF1059D-79EE-4F7D-B40E-D1AA10894232}"/>
                </a:ext>
              </a:extLst>
            </p:cNvPr>
            <p:cNvSpPr txBox="1"/>
            <p:nvPr/>
          </p:nvSpPr>
          <p:spPr>
            <a:xfrm>
              <a:off x="19285862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7E18066E-2906-41C1-9972-6978D70B57FF}"/>
                </a:ext>
              </a:extLst>
            </p:cNvPr>
            <p:cNvSpPr txBox="1"/>
            <p:nvPr/>
          </p:nvSpPr>
          <p:spPr>
            <a:xfrm>
              <a:off x="17790298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35EB2B27-9A3D-432B-A5B5-79E7E8F4A374}"/>
                </a:ext>
              </a:extLst>
            </p:cNvPr>
            <p:cNvSpPr txBox="1"/>
            <p:nvPr/>
          </p:nvSpPr>
          <p:spPr>
            <a:xfrm>
              <a:off x="18039558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CD5F97FF-A72C-4692-A37C-98DB31CA2BC7}"/>
                </a:ext>
              </a:extLst>
            </p:cNvPr>
            <p:cNvSpPr txBox="1"/>
            <p:nvPr/>
          </p:nvSpPr>
          <p:spPr>
            <a:xfrm>
              <a:off x="18288820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0CE6B4A8-3E68-41D1-884D-9D1EE2C3F628}"/>
                </a:ext>
              </a:extLst>
            </p:cNvPr>
            <p:cNvSpPr txBox="1"/>
            <p:nvPr/>
          </p:nvSpPr>
          <p:spPr>
            <a:xfrm>
              <a:off x="18538080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E93F4BB-E200-4247-9958-9B1399158C4F}"/>
                </a:ext>
              </a:extLst>
            </p:cNvPr>
            <p:cNvSpPr txBox="1"/>
            <p:nvPr/>
          </p:nvSpPr>
          <p:spPr>
            <a:xfrm>
              <a:off x="18787340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2F140C6E-480D-4A64-B1B6-675C56C5E850}"/>
                </a:ext>
              </a:extLst>
            </p:cNvPr>
            <p:cNvSpPr txBox="1"/>
            <p:nvPr/>
          </p:nvSpPr>
          <p:spPr>
            <a:xfrm>
              <a:off x="19036603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20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8E8C8832-BCFA-4DA5-8E4D-9873E50093B9}"/>
                </a:ext>
              </a:extLst>
            </p:cNvPr>
            <p:cNvSpPr txBox="1"/>
            <p:nvPr/>
          </p:nvSpPr>
          <p:spPr>
            <a:xfrm>
              <a:off x="19285862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1D6AB880-6A7D-4E56-9ED1-F9ECC267EE1D}"/>
                </a:ext>
              </a:extLst>
            </p:cNvPr>
            <p:cNvSpPr txBox="1"/>
            <p:nvPr/>
          </p:nvSpPr>
          <p:spPr>
            <a:xfrm>
              <a:off x="17790298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98200D67-F40A-4FD4-AD40-D6D9C5F9EB82}"/>
                </a:ext>
              </a:extLst>
            </p:cNvPr>
            <p:cNvSpPr txBox="1"/>
            <p:nvPr/>
          </p:nvSpPr>
          <p:spPr>
            <a:xfrm>
              <a:off x="18039558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4DCE025D-4852-4E93-9517-1A8E8B54AF47}"/>
                </a:ext>
              </a:extLst>
            </p:cNvPr>
            <p:cNvSpPr txBox="1"/>
            <p:nvPr/>
          </p:nvSpPr>
          <p:spPr>
            <a:xfrm>
              <a:off x="18288820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DF1FA3B2-0430-4C1B-A44E-F3B868FFB0B0}"/>
                </a:ext>
              </a:extLst>
            </p:cNvPr>
            <p:cNvSpPr txBox="1"/>
            <p:nvPr/>
          </p:nvSpPr>
          <p:spPr>
            <a:xfrm>
              <a:off x="18538080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A1B5996A-1D11-421C-A5B7-98E35AC3CFDA}"/>
                </a:ext>
              </a:extLst>
            </p:cNvPr>
            <p:cNvSpPr txBox="1"/>
            <p:nvPr/>
          </p:nvSpPr>
          <p:spPr>
            <a:xfrm>
              <a:off x="18787340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A9006EA1-3480-4A92-BA0A-D0CBDB9117D9}"/>
                </a:ext>
              </a:extLst>
            </p:cNvPr>
            <p:cNvSpPr txBox="1"/>
            <p:nvPr/>
          </p:nvSpPr>
          <p:spPr>
            <a:xfrm>
              <a:off x="19036603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27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E82BF390-B126-429B-8E68-8A318C24BB50}"/>
                </a:ext>
              </a:extLst>
            </p:cNvPr>
            <p:cNvSpPr txBox="1"/>
            <p:nvPr/>
          </p:nvSpPr>
          <p:spPr>
            <a:xfrm>
              <a:off x="19285862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B2051C82-D203-441B-96F4-822BC6CB1881}"/>
                </a:ext>
              </a:extLst>
            </p:cNvPr>
            <p:cNvSpPr txBox="1"/>
            <p:nvPr/>
          </p:nvSpPr>
          <p:spPr>
            <a:xfrm>
              <a:off x="17790298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B8A67B4E-5E84-47DE-937C-3B4B173F8A8F}"/>
                </a:ext>
              </a:extLst>
            </p:cNvPr>
            <p:cNvSpPr txBox="1"/>
            <p:nvPr/>
          </p:nvSpPr>
          <p:spPr>
            <a:xfrm>
              <a:off x="18039558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8FE596DF-CE8F-44CA-BD4F-704B33F7CA3F}"/>
                </a:ext>
              </a:extLst>
            </p:cNvPr>
            <p:cNvSpPr txBox="1"/>
            <p:nvPr/>
          </p:nvSpPr>
          <p:spPr>
            <a:xfrm>
              <a:off x="18288820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A8F6B9F4-4A1C-4B42-8CDE-22B36C54F42E}"/>
                </a:ext>
              </a:extLst>
            </p:cNvPr>
            <p:cNvSpPr txBox="1"/>
            <p:nvPr/>
          </p:nvSpPr>
          <p:spPr>
            <a:xfrm>
              <a:off x="18538080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1BF7245E-3496-49D6-B853-D254915340C7}"/>
                </a:ext>
              </a:extLst>
            </p:cNvPr>
            <p:cNvSpPr txBox="1"/>
            <p:nvPr/>
          </p:nvSpPr>
          <p:spPr>
            <a:xfrm>
              <a:off x="18787340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1EB0BAED-B24D-4387-B8CD-E9513361B1B8}"/>
                </a:ext>
              </a:extLst>
            </p:cNvPr>
            <p:cNvSpPr txBox="1"/>
            <p:nvPr/>
          </p:nvSpPr>
          <p:spPr>
            <a:xfrm>
              <a:off x="19036603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99D8CAAC-39B3-4EA3-9796-A8B5F4397FC3}"/>
                </a:ext>
              </a:extLst>
            </p:cNvPr>
            <p:cNvSpPr txBox="1"/>
            <p:nvPr/>
          </p:nvSpPr>
          <p:spPr>
            <a:xfrm>
              <a:off x="19285862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96A894AF-E2EE-48AA-B681-84660330316E}"/>
                </a:ext>
              </a:extLst>
            </p:cNvPr>
            <p:cNvSpPr txBox="1"/>
            <p:nvPr/>
          </p:nvSpPr>
          <p:spPr>
            <a:xfrm>
              <a:off x="17790298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227544C7-15C5-4D8C-8E6F-CFC41A1C123C}"/>
                </a:ext>
              </a:extLst>
            </p:cNvPr>
            <p:cNvSpPr txBox="1"/>
            <p:nvPr/>
          </p:nvSpPr>
          <p:spPr>
            <a:xfrm>
              <a:off x="18039558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632F2078-B62A-42FA-A6F6-16CDBCA7CDC6}"/>
                </a:ext>
              </a:extLst>
            </p:cNvPr>
            <p:cNvSpPr txBox="1"/>
            <p:nvPr/>
          </p:nvSpPr>
          <p:spPr>
            <a:xfrm>
              <a:off x="18288820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EBA0BCD6-C6E7-4727-8523-6A4466B75A08}"/>
                </a:ext>
              </a:extLst>
            </p:cNvPr>
            <p:cNvSpPr txBox="1"/>
            <p:nvPr/>
          </p:nvSpPr>
          <p:spPr>
            <a:xfrm>
              <a:off x="18538080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A3DEC043-9BB3-4AC5-A71E-A37A52044808}"/>
                </a:ext>
              </a:extLst>
            </p:cNvPr>
            <p:cNvSpPr txBox="1"/>
            <p:nvPr/>
          </p:nvSpPr>
          <p:spPr>
            <a:xfrm>
              <a:off x="18787340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0DDA844C-5C44-49EC-A3F3-FBD7BBD591D9}"/>
                </a:ext>
              </a:extLst>
            </p:cNvPr>
            <p:cNvSpPr txBox="1"/>
            <p:nvPr/>
          </p:nvSpPr>
          <p:spPr>
            <a:xfrm>
              <a:off x="19036603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55B0FF48-2EF0-4016-B499-BDF56A17A378}"/>
                </a:ext>
              </a:extLst>
            </p:cNvPr>
            <p:cNvSpPr txBox="1"/>
            <p:nvPr/>
          </p:nvSpPr>
          <p:spPr>
            <a:xfrm>
              <a:off x="19285862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64" name="TextBox 563">
              <a:hlinkClick r:id="rId8" action="ppaction://hlinksldjump"/>
              <a:extLst>
                <a:ext uri="{FF2B5EF4-FFF2-40B4-BE49-F238E27FC236}">
                  <a16:creationId xmlns:a16="http://schemas.microsoft.com/office/drawing/2014/main" id="{237A1CFC-1490-4A56-9E6D-BE754792BE07}"/>
                </a:ext>
              </a:extLst>
            </p:cNvPr>
            <p:cNvSpPr txBox="1"/>
            <p:nvPr/>
          </p:nvSpPr>
          <p:spPr>
            <a:xfrm>
              <a:off x="19663434" y="1806192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w6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65" name="TextBox 564">
              <a:hlinkClick r:id="rId9" action="ppaction://hlinksldjump"/>
              <a:extLst>
                <a:ext uri="{FF2B5EF4-FFF2-40B4-BE49-F238E27FC236}">
                  <a16:creationId xmlns:a16="http://schemas.microsoft.com/office/drawing/2014/main" id="{AD84635F-1A9D-42D9-BBBF-FF8DFCB7A7D0}"/>
                </a:ext>
              </a:extLst>
            </p:cNvPr>
            <p:cNvSpPr txBox="1"/>
            <p:nvPr/>
          </p:nvSpPr>
          <p:spPr>
            <a:xfrm>
              <a:off x="19663434" y="2076583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w7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66" name="TextBox 565">
              <a:hlinkClick r:id="rId10" action="ppaction://hlinksldjump"/>
              <a:extLst>
                <a:ext uri="{FF2B5EF4-FFF2-40B4-BE49-F238E27FC236}">
                  <a16:creationId xmlns:a16="http://schemas.microsoft.com/office/drawing/2014/main" id="{3C9C8EC0-F134-4FA7-AD50-C2F5E1435D99}"/>
                </a:ext>
              </a:extLst>
            </p:cNvPr>
            <p:cNvSpPr txBox="1"/>
            <p:nvPr/>
          </p:nvSpPr>
          <p:spPr>
            <a:xfrm>
              <a:off x="19663434" y="2357581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w8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67" name="TextBox 566">
              <a:hlinkClick r:id="rId11" action="ppaction://hlinksldjump"/>
              <a:extLst>
                <a:ext uri="{FF2B5EF4-FFF2-40B4-BE49-F238E27FC236}">
                  <a16:creationId xmlns:a16="http://schemas.microsoft.com/office/drawing/2014/main" id="{DD69AC03-C5D1-4BBA-8E02-4F0F531743FA}"/>
                </a:ext>
              </a:extLst>
            </p:cNvPr>
            <p:cNvSpPr txBox="1"/>
            <p:nvPr/>
          </p:nvSpPr>
          <p:spPr>
            <a:xfrm>
              <a:off x="19663434" y="2638580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w9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970120CA-8D4E-4958-9972-5640C0E85437}"/>
              </a:ext>
            </a:extLst>
          </p:cNvPr>
          <p:cNvGrpSpPr/>
          <p:nvPr/>
        </p:nvGrpSpPr>
        <p:grpSpPr>
          <a:xfrm>
            <a:off x="20273602" y="1795584"/>
            <a:ext cx="2220502" cy="1620990"/>
            <a:chOff x="20273602" y="1795584"/>
            <a:chExt cx="2220502" cy="1620990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B80CD1DD-9EF6-4338-9216-6E3ED8B4A3AC}"/>
                </a:ext>
              </a:extLst>
            </p:cNvPr>
            <p:cNvSpPr txBox="1"/>
            <p:nvPr/>
          </p:nvSpPr>
          <p:spPr>
            <a:xfrm>
              <a:off x="20273602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B9B8E889-D0B7-46CA-89EC-41670DB81B50}"/>
                </a:ext>
              </a:extLst>
            </p:cNvPr>
            <p:cNvSpPr txBox="1"/>
            <p:nvPr/>
          </p:nvSpPr>
          <p:spPr>
            <a:xfrm>
              <a:off x="20522864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43DD8439-59F7-4401-9214-C18952371A85}"/>
                </a:ext>
              </a:extLst>
            </p:cNvPr>
            <p:cNvSpPr txBox="1"/>
            <p:nvPr/>
          </p:nvSpPr>
          <p:spPr>
            <a:xfrm>
              <a:off x="20772124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9D26FAB-AA91-4970-A683-3E1FDACC9E3D}"/>
                </a:ext>
              </a:extLst>
            </p:cNvPr>
            <p:cNvSpPr txBox="1"/>
            <p:nvPr/>
          </p:nvSpPr>
          <p:spPr>
            <a:xfrm>
              <a:off x="21021387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A86D0307-0801-4B6A-B0E2-BBE780610F97}"/>
                </a:ext>
              </a:extLst>
            </p:cNvPr>
            <p:cNvSpPr txBox="1"/>
            <p:nvPr/>
          </p:nvSpPr>
          <p:spPr>
            <a:xfrm>
              <a:off x="21270646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AD6348D6-6AE0-4BA7-81E9-3502833AE1D4}"/>
                </a:ext>
              </a:extLst>
            </p:cNvPr>
            <p:cNvSpPr txBox="1"/>
            <p:nvPr/>
          </p:nvSpPr>
          <p:spPr>
            <a:xfrm>
              <a:off x="21519907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0AB8B770-39FC-4E86-BC76-70A3E070B7C7}"/>
                </a:ext>
              </a:extLst>
            </p:cNvPr>
            <p:cNvSpPr txBox="1"/>
            <p:nvPr/>
          </p:nvSpPr>
          <p:spPr>
            <a:xfrm>
              <a:off x="21769166" y="179558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96285693-9472-4D56-BFB7-936127393EF2}"/>
                </a:ext>
              </a:extLst>
            </p:cNvPr>
            <p:cNvSpPr txBox="1"/>
            <p:nvPr/>
          </p:nvSpPr>
          <p:spPr>
            <a:xfrm>
              <a:off x="20273602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6481210F-E1C3-4318-AFA0-0085F7997E98}"/>
                </a:ext>
              </a:extLst>
            </p:cNvPr>
            <p:cNvSpPr txBox="1"/>
            <p:nvPr/>
          </p:nvSpPr>
          <p:spPr>
            <a:xfrm>
              <a:off x="20522864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2AF550F9-6626-4822-A669-EEBD2D131DA2}"/>
                </a:ext>
              </a:extLst>
            </p:cNvPr>
            <p:cNvSpPr txBox="1"/>
            <p:nvPr/>
          </p:nvSpPr>
          <p:spPr>
            <a:xfrm>
              <a:off x="20772124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2B886822-B028-4954-A5E4-52B1268A9B8E}"/>
                </a:ext>
              </a:extLst>
            </p:cNvPr>
            <p:cNvSpPr txBox="1"/>
            <p:nvPr/>
          </p:nvSpPr>
          <p:spPr>
            <a:xfrm>
              <a:off x="21021387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DA44A1B1-27A6-4D08-AA91-7A515531CA02}"/>
                </a:ext>
              </a:extLst>
            </p:cNvPr>
            <p:cNvSpPr txBox="1"/>
            <p:nvPr/>
          </p:nvSpPr>
          <p:spPr>
            <a:xfrm>
              <a:off x="21270646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B2C2A37A-CC11-4508-BEAE-20ABEC61AEFD}"/>
                </a:ext>
              </a:extLst>
            </p:cNvPr>
            <p:cNvSpPr txBox="1"/>
            <p:nvPr/>
          </p:nvSpPr>
          <p:spPr>
            <a:xfrm>
              <a:off x="21519907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47A98B29-1F4E-4B6F-9F41-D9BC231B2AFC}"/>
                </a:ext>
              </a:extLst>
            </p:cNvPr>
            <p:cNvSpPr txBox="1"/>
            <p:nvPr/>
          </p:nvSpPr>
          <p:spPr>
            <a:xfrm>
              <a:off x="21769166" y="207658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30A5363A-6156-46C3-AC67-1D9B22ADB61F}"/>
                </a:ext>
              </a:extLst>
            </p:cNvPr>
            <p:cNvSpPr txBox="1"/>
            <p:nvPr/>
          </p:nvSpPr>
          <p:spPr>
            <a:xfrm>
              <a:off x="20273602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0AFAF27A-921D-4054-A3D9-5846AE4A8BC8}"/>
                </a:ext>
              </a:extLst>
            </p:cNvPr>
            <p:cNvSpPr txBox="1"/>
            <p:nvPr/>
          </p:nvSpPr>
          <p:spPr>
            <a:xfrm>
              <a:off x="20522864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A4EA5989-E28A-4BF9-A97E-813301F450C8}"/>
                </a:ext>
              </a:extLst>
            </p:cNvPr>
            <p:cNvSpPr txBox="1"/>
            <p:nvPr/>
          </p:nvSpPr>
          <p:spPr>
            <a:xfrm>
              <a:off x="20772124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AA8BA733-94EE-4BEB-91C4-AD531E443472}"/>
                </a:ext>
              </a:extLst>
            </p:cNvPr>
            <p:cNvSpPr txBox="1"/>
            <p:nvPr/>
          </p:nvSpPr>
          <p:spPr>
            <a:xfrm>
              <a:off x="21021387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297007D-4EF2-4DF4-A1EC-5DACA2644E00}"/>
                </a:ext>
              </a:extLst>
            </p:cNvPr>
            <p:cNvSpPr txBox="1"/>
            <p:nvPr/>
          </p:nvSpPr>
          <p:spPr>
            <a:xfrm>
              <a:off x="21270646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BAA2C016-11FF-43EE-BC8D-EC4532AE6CA6}"/>
                </a:ext>
              </a:extLst>
            </p:cNvPr>
            <p:cNvSpPr txBox="1"/>
            <p:nvPr/>
          </p:nvSpPr>
          <p:spPr>
            <a:xfrm>
              <a:off x="21519907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20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D393448-B929-4A01-959C-A82DBE54C515}"/>
                </a:ext>
              </a:extLst>
            </p:cNvPr>
            <p:cNvSpPr txBox="1"/>
            <p:nvPr/>
          </p:nvSpPr>
          <p:spPr>
            <a:xfrm>
              <a:off x="21769166" y="235758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80677FD3-8AFD-43E7-B7FC-FB117116CB70}"/>
                </a:ext>
              </a:extLst>
            </p:cNvPr>
            <p:cNvSpPr txBox="1"/>
            <p:nvPr/>
          </p:nvSpPr>
          <p:spPr>
            <a:xfrm>
              <a:off x="20273602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0D1B7BE6-1DE7-4E14-8B63-7CFC160BAC86}"/>
                </a:ext>
              </a:extLst>
            </p:cNvPr>
            <p:cNvSpPr txBox="1"/>
            <p:nvPr/>
          </p:nvSpPr>
          <p:spPr>
            <a:xfrm>
              <a:off x="20522864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101B2109-F877-423E-A74C-FE9C595A3DEB}"/>
                </a:ext>
              </a:extLst>
            </p:cNvPr>
            <p:cNvSpPr txBox="1"/>
            <p:nvPr/>
          </p:nvSpPr>
          <p:spPr>
            <a:xfrm>
              <a:off x="20772124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B1F5B013-C584-45BA-9A40-DB1AAE75BDAD}"/>
                </a:ext>
              </a:extLst>
            </p:cNvPr>
            <p:cNvSpPr txBox="1"/>
            <p:nvPr/>
          </p:nvSpPr>
          <p:spPr>
            <a:xfrm>
              <a:off x="21021387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3AD2F9C6-DD9B-4790-9D68-5CFADFC3E134}"/>
                </a:ext>
              </a:extLst>
            </p:cNvPr>
            <p:cNvSpPr txBox="1"/>
            <p:nvPr/>
          </p:nvSpPr>
          <p:spPr>
            <a:xfrm>
              <a:off x="21270646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32AC8F26-D4EF-4A74-B561-FE6C26BC5E52}"/>
                </a:ext>
              </a:extLst>
            </p:cNvPr>
            <p:cNvSpPr txBox="1"/>
            <p:nvPr/>
          </p:nvSpPr>
          <p:spPr>
            <a:xfrm>
              <a:off x="21519907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27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A6418EB-7F13-4511-BBC5-5F4A7E70CB8C}"/>
                </a:ext>
              </a:extLst>
            </p:cNvPr>
            <p:cNvSpPr txBox="1"/>
            <p:nvPr/>
          </p:nvSpPr>
          <p:spPr>
            <a:xfrm>
              <a:off x="21769166" y="263858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BFDBF565-2CF0-4E38-96D0-E10DF69C77AB}"/>
                </a:ext>
              </a:extLst>
            </p:cNvPr>
            <p:cNvSpPr txBox="1"/>
            <p:nvPr/>
          </p:nvSpPr>
          <p:spPr>
            <a:xfrm>
              <a:off x="20273602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A8C5395F-A7EF-4AC6-8130-45FC78999DCD}"/>
                </a:ext>
              </a:extLst>
            </p:cNvPr>
            <p:cNvSpPr txBox="1"/>
            <p:nvPr/>
          </p:nvSpPr>
          <p:spPr>
            <a:xfrm>
              <a:off x="20522864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660A11D8-26B1-4B13-AA5C-8354F000D716}"/>
                </a:ext>
              </a:extLst>
            </p:cNvPr>
            <p:cNvSpPr txBox="1"/>
            <p:nvPr/>
          </p:nvSpPr>
          <p:spPr>
            <a:xfrm>
              <a:off x="20772124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5ED01FD9-D0CA-4B59-A628-4CA32D533610}"/>
                </a:ext>
              </a:extLst>
            </p:cNvPr>
            <p:cNvSpPr txBox="1"/>
            <p:nvPr/>
          </p:nvSpPr>
          <p:spPr>
            <a:xfrm>
              <a:off x="21021387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1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C9FDB9C6-09F1-4294-8CC0-AC1AD094200E}"/>
                </a:ext>
              </a:extLst>
            </p:cNvPr>
            <p:cNvSpPr txBox="1"/>
            <p:nvPr/>
          </p:nvSpPr>
          <p:spPr>
            <a:xfrm>
              <a:off x="21270646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6E0D836C-B751-467A-AF78-EA38EF8EDDF6}"/>
                </a:ext>
              </a:extLst>
            </p:cNvPr>
            <p:cNvSpPr txBox="1"/>
            <p:nvPr/>
          </p:nvSpPr>
          <p:spPr>
            <a:xfrm>
              <a:off x="21519907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9ABAEAF4-5D21-46B5-9ED8-D7B5F14ED4F0}"/>
                </a:ext>
              </a:extLst>
            </p:cNvPr>
            <p:cNvSpPr txBox="1"/>
            <p:nvPr/>
          </p:nvSpPr>
          <p:spPr>
            <a:xfrm>
              <a:off x="21769166" y="291957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B819D556-5961-4C59-92DA-A5F7534083EE}"/>
                </a:ext>
              </a:extLst>
            </p:cNvPr>
            <p:cNvSpPr txBox="1"/>
            <p:nvPr/>
          </p:nvSpPr>
          <p:spPr>
            <a:xfrm>
              <a:off x="20273602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9756AE51-4DEA-44E1-A896-9FA02710BDC6}"/>
                </a:ext>
              </a:extLst>
            </p:cNvPr>
            <p:cNvSpPr txBox="1"/>
            <p:nvPr/>
          </p:nvSpPr>
          <p:spPr>
            <a:xfrm>
              <a:off x="20522864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FB1E1D76-6FFE-442A-9F9F-5A06A08E11C1}"/>
                </a:ext>
              </a:extLst>
            </p:cNvPr>
            <p:cNvSpPr txBox="1"/>
            <p:nvPr/>
          </p:nvSpPr>
          <p:spPr>
            <a:xfrm>
              <a:off x="20772124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01F6F26A-5D40-443E-AA77-7A27575C9219}"/>
                </a:ext>
              </a:extLst>
            </p:cNvPr>
            <p:cNvSpPr txBox="1"/>
            <p:nvPr/>
          </p:nvSpPr>
          <p:spPr>
            <a:xfrm>
              <a:off x="21021387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859370C7-F37C-4719-86A5-465C5D1A97AF}"/>
                </a:ext>
              </a:extLst>
            </p:cNvPr>
            <p:cNvSpPr txBox="1"/>
            <p:nvPr/>
          </p:nvSpPr>
          <p:spPr>
            <a:xfrm>
              <a:off x="21270646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26A80072-ED19-463A-90DC-4C0588F9561C}"/>
                </a:ext>
              </a:extLst>
            </p:cNvPr>
            <p:cNvSpPr txBox="1"/>
            <p:nvPr/>
          </p:nvSpPr>
          <p:spPr>
            <a:xfrm>
              <a:off x="21519907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B5E22C29-30DE-4880-B802-606E4D17277F}"/>
                </a:ext>
              </a:extLst>
            </p:cNvPr>
            <p:cNvSpPr txBox="1"/>
            <p:nvPr/>
          </p:nvSpPr>
          <p:spPr>
            <a:xfrm>
              <a:off x="21769166" y="320057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68" name="TextBox 56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7C4E669-20E1-421B-B743-48430D9F03AD}"/>
                </a:ext>
              </a:extLst>
            </p:cNvPr>
            <p:cNvSpPr txBox="1"/>
            <p:nvPr/>
          </p:nvSpPr>
          <p:spPr>
            <a:xfrm>
              <a:off x="22170104" y="1806192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w10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69" name="TextBox 568">
              <a:hlinkClick r:id="rId13" action="ppaction://hlinksldjump"/>
              <a:extLst>
                <a:ext uri="{FF2B5EF4-FFF2-40B4-BE49-F238E27FC236}">
                  <a16:creationId xmlns:a16="http://schemas.microsoft.com/office/drawing/2014/main" id="{26C41AD6-8FA7-476A-824E-37227954F6BD}"/>
                </a:ext>
              </a:extLst>
            </p:cNvPr>
            <p:cNvSpPr txBox="1"/>
            <p:nvPr/>
          </p:nvSpPr>
          <p:spPr>
            <a:xfrm>
              <a:off x="22170104" y="2076583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w11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70" name="TextBox 569">
              <a:hlinkClick r:id="rId14" action="ppaction://hlinksldjump"/>
              <a:extLst>
                <a:ext uri="{FF2B5EF4-FFF2-40B4-BE49-F238E27FC236}">
                  <a16:creationId xmlns:a16="http://schemas.microsoft.com/office/drawing/2014/main" id="{33990333-E65A-4A15-AAA9-6899C336380C}"/>
                </a:ext>
              </a:extLst>
            </p:cNvPr>
            <p:cNvSpPr txBox="1"/>
            <p:nvPr/>
          </p:nvSpPr>
          <p:spPr>
            <a:xfrm>
              <a:off x="22170104" y="2357581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w12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71" name="TextBox 570">
              <a:hlinkClick r:id="rId15" action="ppaction://hlinksldjump"/>
              <a:extLst>
                <a:ext uri="{FF2B5EF4-FFF2-40B4-BE49-F238E27FC236}">
                  <a16:creationId xmlns:a16="http://schemas.microsoft.com/office/drawing/2014/main" id="{F0FEBC1A-4B1D-4A91-8DAC-FFD4CB019DBA}"/>
                </a:ext>
              </a:extLst>
            </p:cNvPr>
            <p:cNvSpPr txBox="1"/>
            <p:nvPr/>
          </p:nvSpPr>
          <p:spPr>
            <a:xfrm>
              <a:off x="22170104" y="2638580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w13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72" name="TextBox 571">
              <a:hlinkClick r:id="rId16" action="ppaction://hlinksldjump"/>
              <a:extLst>
                <a:ext uri="{FF2B5EF4-FFF2-40B4-BE49-F238E27FC236}">
                  <a16:creationId xmlns:a16="http://schemas.microsoft.com/office/drawing/2014/main" id="{89A2C05F-5799-4F12-957A-059D47CDF5AF}"/>
                </a:ext>
              </a:extLst>
            </p:cNvPr>
            <p:cNvSpPr txBox="1"/>
            <p:nvPr/>
          </p:nvSpPr>
          <p:spPr>
            <a:xfrm>
              <a:off x="22170104" y="2919577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w14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5A20A207-CFBE-4F14-8AA5-1A5DBB63A4EC}"/>
              </a:ext>
            </a:extLst>
          </p:cNvPr>
          <p:cNvGrpSpPr/>
          <p:nvPr/>
        </p:nvGrpSpPr>
        <p:grpSpPr>
          <a:xfrm>
            <a:off x="15306993" y="4209427"/>
            <a:ext cx="2197009" cy="1620990"/>
            <a:chOff x="15306993" y="4211041"/>
            <a:chExt cx="2197009" cy="1620990"/>
          </a:xfrm>
        </p:grpSpPr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2D44ED2F-4140-442F-9417-A817B7F7D8BB}"/>
                </a:ext>
              </a:extLst>
            </p:cNvPr>
            <p:cNvSpPr txBox="1"/>
            <p:nvPr/>
          </p:nvSpPr>
          <p:spPr>
            <a:xfrm>
              <a:off x="15306993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C5B8D6D-F769-49C9-BBF8-93DD14C91036}"/>
                </a:ext>
              </a:extLst>
            </p:cNvPr>
            <p:cNvSpPr txBox="1"/>
            <p:nvPr/>
          </p:nvSpPr>
          <p:spPr>
            <a:xfrm>
              <a:off x="15556253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30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BA344D1C-C0FF-4F56-BD24-444E2CFC71EF}"/>
                </a:ext>
              </a:extLst>
            </p:cNvPr>
            <p:cNvSpPr txBox="1"/>
            <p:nvPr/>
          </p:nvSpPr>
          <p:spPr>
            <a:xfrm>
              <a:off x="15805515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31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71E7C3BC-9FD1-4893-87C2-AF64F3D8ACC5}"/>
                </a:ext>
              </a:extLst>
            </p:cNvPr>
            <p:cNvSpPr txBox="1"/>
            <p:nvPr/>
          </p:nvSpPr>
          <p:spPr>
            <a:xfrm>
              <a:off x="16054775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E3CA2028-C0A9-4664-BAAD-B77AB52BBFFF}"/>
                </a:ext>
              </a:extLst>
            </p:cNvPr>
            <p:cNvSpPr txBox="1"/>
            <p:nvPr/>
          </p:nvSpPr>
          <p:spPr>
            <a:xfrm>
              <a:off x="16304038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A58597F0-4532-4895-946C-FB3C2809BFFF}"/>
                </a:ext>
              </a:extLst>
            </p:cNvPr>
            <p:cNvSpPr txBox="1"/>
            <p:nvPr/>
          </p:nvSpPr>
          <p:spPr>
            <a:xfrm>
              <a:off x="16553297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9A70B4D7-ADC8-43E0-B311-EFCC51B4F2CE}"/>
                </a:ext>
              </a:extLst>
            </p:cNvPr>
            <p:cNvSpPr txBox="1"/>
            <p:nvPr/>
          </p:nvSpPr>
          <p:spPr>
            <a:xfrm>
              <a:off x="16802557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BF5E04E4-9906-468D-A246-698A9CC9CFF0}"/>
                </a:ext>
              </a:extLst>
            </p:cNvPr>
            <p:cNvSpPr txBox="1"/>
            <p:nvPr/>
          </p:nvSpPr>
          <p:spPr>
            <a:xfrm>
              <a:off x="15306993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937D0B74-D66E-438F-984C-F6B095DFEB8B}"/>
                </a:ext>
              </a:extLst>
            </p:cNvPr>
            <p:cNvSpPr txBox="1"/>
            <p:nvPr/>
          </p:nvSpPr>
          <p:spPr>
            <a:xfrm>
              <a:off x="15556253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0238FFDF-AFE2-4ACB-B310-FFD3BBC66FB2}"/>
                </a:ext>
              </a:extLst>
            </p:cNvPr>
            <p:cNvSpPr txBox="1"/>
            <p:nvPr/>
          </p:nvSpPr>
          <p:spPr>
            <a:xfrm>
              <a:off x="15805515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15309B18-141B-4FBB-A38C-560F6C402013}"/>
                </a:ext>
              </a:extLst>
            </p:cNvPr>
            <p:cNvSpPr txBox="1"/>
            <p:nvPr/>
          </p:nvSpPr>
          <p:spPr>
            <a:xfrm>
              <a:off x="16054775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B0A44686-D2D8-44BD-850B-840004760492}"/>
                </a:ext>
              </a:extLst>
            </p:cNvPr>
            <p:cNvSpPr txBox="1"/>
            <p:nvPr/>
          </p:nvSpPr>
          <p:spPr>
            <a:xfrm>
              <a:off x="16304038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84BF684-8303-455E-A20B-96DAECA7D366}"/>
                </a:ext>
              </a:extLst>
            </p:cNvPr>
            <p:cNvSpPr txBox="1"/>
            <p:nvPr/>
          </p:nvSpPr>
          <p:spPr>
            <a:xfrm>
              <a:off x="16553297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045AFB4E-67A5-4C90-B345-BAC8A7CC947D}"/>
                </a:ext>
              </a:extLst>
            </p:cNvPr>
            <p:cNvSpPr txBox="1"/>
            <p:nvPr/>
          </p:nvSpPr>
          <p:spPr>
            <a:xfrm>
              <a:off x="16802557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09A7A152-2715-4EAE-AD44-1A4F1C266F31}"/>
                </a:ext>
              </a:extLst>
            </p:cNvPr>
            <p:cNvSpPr txBox="1"/>
            <p:nvPr/>
          </p:nvSpPr>
          <p:spPr>
            <a:xfrm>
              <a:off x="15306993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5E7AA092-2EA4-4702-9660-56108B6EBFE4}"/>
                </a:ext>
              </a:extLst>
            </p:cNvPr>
            <p:cNvSpPr txBox="1"/>
            <p:nvPr/>
          </p:nvSpPr>
          <p:spPr>
            <a:xfrm>
              <a:off x="15556253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6944BF12-9063-42CC-8533-CB99F73034A3}"/>
                </a:ext>
              </a:extLst>
            </p:cNvPr>
            <p:cNvSpPr txBox="1"/>
            <p:nvPr/>
          </p:nvSpPr>
          <p:spPr>
            <a:xfrm>
              <a:off x="15805515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279EF13F-12E2-4CAC-8287-C00BB85C8FCB}"/>
                </a:ext>
              </a:extLst>
            </p:cNvPr>
            <p:cNvSpPr txBox="1"/>
            <p:nvPr/>
          </p:nvSpPr>
          <p:spPr>
            <a:xfrm>
              <a:off x="16054775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DE4E99FA-682B-4535-BA87-451DC95EDF5C}"/>
                </a:ext>
              </a:extLst>
            </p:cNvPr>
            <p:cNvSpPr txBox="1"/>
            <p:nvPr/>
          </p:nvSpPr>
          <p:spPr>
            <a:xfrm>
              <a:off x="16304038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2CB47897-9F4E-4B13-A268-47E993F179A7}"/>
                </a:ext>
              </a:extLst>
            </p:cNvPr>
            <p:cNvSpPr txBox="1"/>
            <p:nvPr/>
          </p:nvSpPr>
          <p:spPr>
            <a:xfrm>
              <a:off x="16553297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17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1BD984B7-9232-4018-AC36-919F5A4E171E}"/>
                </a:ext>
              </a:extLst>
            </p:cNvPr>
            <p:cNvSpPr txBox="1"/>
            <p:nvPr/>
          </p:nvSpPr>
          <p:spPr>
            <a:xfrm>
              <a:off x="16802557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18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65CBCBA7-EE10-4EF7-AFB5-BBBB2195C322}"/>
                </a:ext>
              </a:extLst>
            </p:cNvPr>
            <p:cNvSpPr txBox="1"/>
            <p:nvPr/>
          </p:nvSpPr>
          <p:spPr>
            <a:xfrm>
              <a:off x="15306993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22B88E38-C70E-496E-A602-FDF3DA846333}"/>
                </a:ext>
              </a:extLst>
            </p:cNvPr>
            <p:cNvSpPr txBox="1"/>
            <p:nvPr/>
          </p:nvSpPr>
          <p:spPr>
            <a:xfrm>
              <a:off x="15556253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913DA85D-0442-49C4-9B0F-B1FD3EC12422}"/>
                </a:ext>
              </a:extLst>
            </p:cNvPr>
            <p:cNvSpPr txBox="1"/>
            <p:nvPr/>
          </p:nvSpPr>
          <p:spPr>
            <a:xfrm>
              <a:off x="15805515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12D55615-584F-42E6-86E8-DD6935559953}"/>
                </a:ext>
              </a:extLst>
            </p:cNvPr>
            <p:cNvSpPr txBox="1"/>
            <p:nvPr/>
          </p:nvSpPr>
          <p:spPr>
            <a:xfrm>
              <a:off x="16054775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FB342DCB-3EA6-4280-A2D0-CBFD6D9BB2A8}"/>
                </a:ext>
              </a:extLst>
            </p:cNvPr>
            <p:cNvSpPr txBox="1"/>
            <p:nvPr/>
          </p:nvSpPr>
          <p:spPr>
            <a:xfrm>
              <a:off x="16304038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3C367C98-A11A-4C19-8B49-719A83F18B0F}"/>
                </a:ext>
              </a:extLst>
            </p:cNvPr>
            <p:cNvSpPr txBox="1"/>
            <p:nvPr/>
          </p:nvSpPr>
          <p:spPr>
            <a:xfrm>
              <a:off x="16553297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24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6AC17FB-A596-484C-8563-2FC2581523C3}"/>
                </a:ext>
              </a:extLst>
            </p:cNvPr>
            <p:cNvSpPr txBox="1"/>
            <p:nvPr/>
          </p:nvSpPr>
          <p:spPr>
            <a:xfrm>
              <a:off x="16802557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25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B925DDB8-13F4-43EC-A677-A62FF41EE026}"/>
                </a:ext>
              </a:extLst>
            </p:cNvPr>
            <p:cNvSpPr txBox="1"/>
            <p:nvPr/>
          </p:nvSpPr>
          <p:spPr>
            <a:xfrm>
              <a:off x="15306993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845E098B-6637-424F-82AE-A7930AAE81F3}"/>
                </a:ext>
              </a:extLst>
            </p:cNvPr>
            <p:cNvSpPr txBox="1"/>
            <p:nvPr/>
          </p:nvSpPr>
          <p:spPr>
            <a:xfrm>
              <a:off x="15556253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15E58188-0C2B-403E-A0E4-988E093DF371}"/>
                </a:ext>
              </a:extLst>
            </p:cNvPr>
            <p:cNvSpPr txBox="1"/>
            <p:nvPr/>
          </p:nvSpPr>
          <p:spPr>
            <a:xfrm>
              <a:off x="15805515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49D51AAB-B245-4E13-90D4-9820D57C9552}"/>
                </a:ext>
              </a:extLst>
            </p:cNvPr>
            <p:cNvSpPr txBox="1"/>
            <p:nvPr/>
          </p:nvSpPr>
          <p:spPr>
            <a:xfrm>
              <a:off x="16054775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E20A49F0-C88D-4FE7-A2BA-D65BEC5DD951}"/>
                </a:ext>
              </a:extLst>
            </p:cNvPr>
            <p:cNvSpPr txBox="1"/>
            <p:nvPr/>
          </p:nvSpPr>
          <p:spPr>
            <a:xfrm>
              <a:off x="16304038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EDF4262-0E9D-40B4-BAEA-DF0D20344DDB}"/>
                </a:ext>
              </a:extLst>
            </p:cNvPr>
            <p:cNvSpPr txBox="1"/>
            <p:nvPr/>
          </p:nvSpPr>
          <p:spPr>
            <a:xfrm>
              <a:off x="16553297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03639425-751E-4BD6-8BC9-56A0F093B88A}"/>
                </a:ext>
              </a:extLst>
            </p:cNvPr>
            <p:cNvSpPr txBox="1"/>
            <p:nvPr/>
          </p:nvSpPr>
          <p:spPr>
            <a:xfrm>
              <a:off x="16802557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280061CD-A2CC-4757-98F2-B870353672A5}"/>
                </a:ext>
              </a:extLst>
            </p:cNvPr>
            <p:cNvSpPr txBox="1"/>
            <p:nvPr/>
          </p:nvSpPr>
          <p:spPr>
            <a:xfrm>
              <a:off x="15306993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40871A8B-4EB3-44C3-80C3-54DF24A74EEA}"/>
                </a:ext>
              </a:extLst>
            </p:cNvPr>
            <p:cNvSpPr txBox="1"/>
            <p:nvPr/>
          </p:nvSpPr>
          <p:spPr>
            <a:xfrm>
              <a:off x="15556253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C0A808F8-7701-4308-A20F-E3BA25F76C1C}"/>
                </a:ext>
              </a:extLst>
            </p:cNvPr>
            <p:cNvSpPr txBox="1"/>
            <p:nvPr/>
          </p:nvSpPr>
          <p:spPr>
            <a:xfrm>
              <a:off x="15805515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32A15B9C-6EBD-4A5B-A093-730723D765AF}"/>
                </a:ext>
              </a:extLst>
            </p:cNvPr>
            <p:cNvSpPr txBox="1"/>
            <p:nvPr/>
          </p:nvSpPr>
          <p:spPr>
            <a:xfrm>
              <a:off x="16054775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02881F5D-8B3B-447A-B002-81A40562095E}"/>
                </a:ext>
              </a:extLst>
            </p:cNvPr>
            <p:cNvSpPr txBox="1"/>
            <p:nvPr/>
          </p:nvSpPr>
          <p:spPr>
            <a:xfrm>
              <a:off x="16304038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4568F7E8-AE3C-4905-8674-349C93A261B8}"/>
                </a:ext>
              </a:extLst>
            </p:cNvPr>
            <p:cNvSpPr txBox="1"/>
            <p:nvPr/>
          </p:nvSpPr>
          <p:spPr>
            <a:xfrm>
              <a:off x="16553297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C102485A-A79D-4A45-929F-97CF567A365A}"/>
                </a:ext>
              </a:extLst>
            </p:cNvPr>
            <p:cNvSpPr txBox="1"/>
            <p:nvPr/>
          </p:nvSpPr>
          <p:spPr>
            <a:xfrm>
              <a:off x="16802557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73" name="TextBox 572">
              <a:hlinkClick r:id="rId16" action="ppaction://hlinksldjump"/>
              <a:extLst>
                <a:ext uri="{FF2B5EF4-FFF2-40B4-BE49-F238E27FC236}">
                  <a16:creationId xmlns:a16="http://schemas.microsoft.com/office/drawing/2014/main" id="{3C1F7F18-C42E-446D-A5D7-846DC0F1C6A4}"/>
                </a:ext>
              </a:extLst>
            </p:cNvPr>
            <p:cNvSpPr txBox="1"/>
            <p:nvPr/>
          </p:nvSpPr>
          <p:spPr>
            <a:xfrm>
              <a:off x="17180002" y="4211041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w14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74" name="TextBox 573">
              <a:hlinkClick r:id="rId17" action="ppaction://hlinksldjump"/>
              <a:extLst>
                <a:ext uri="{FF2B5EF4-FFF2-40B4-BE49-F238E27FC236}">
                  <a16:creationId xmlns:a16="http://schemas.microsoft.com/office/drawing/2014/main" id="{E9459FAC-538F-4B50-BFEC-52416DD31195}"/>
                </a:ext>
              </a:extLst>
            </p:cNvPr>
            <p:cNvSpPr txBox="1"/>
            <p:nvPr/>
          </p:nvSpPr>
          <p:spPr>
            <a:xfrm>
              <a:off x="17180002" y="4481433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w15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75" name="TextBox 574">
              <a:hlinkClick r:id="rId18" action="ppaction://hlinksldjump"/>
              <a:extLst>
                <a:ext uri="{FF2B5EF4-FFF2-40B4-BE49-F238E27FC236}">
                  <a16:creationId xmlns:a16="http://schemas.microsoft.com/office/drawing/2014/main" id="{F4B93589-57AA-4153-B3CF-5D4902E8ADD0}"/>
                </a:ext>
              </a:extLst>
            </p:cNvPr>
            <p:cNvSpPr txBox="1"/>
            <p:nvPr/>
          </p:nvSpPr>
          <p:spPr>
            <a:xfrm>
              <a:off x="17180002" y="4762431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w16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76" name="TextBox 575">
              <a:hlinkClick r:id="rId19" action="ppaction://hlinksldjump"/>
              <a:extLst>
                <a:ext uri="{FF2B5EF4-FFF2-40B4-BE49-F238E27FC236}">
                  <a16:creationId xmlns:a16="http://schemas.microsoft.com/office/drawing/2014/main" id="{65670401-4B82-43DE-A55C-C09E1AAB5CF2}"/>
                </a:ext>
              </a:extLst>
            </p:cNvPr>
            <p:cNvSpPr txBox="1"/>
            <p:nvPr/>
          </p:nvSpPr>
          <p:spPr>
            <a:xfrm>
              <a:off x="17180002" y="5043429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w17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77" name="TextBox 576">
              <a:hlinkClick r:id="rId20" action="ppaction://hlinksldjump"/>
              <a:extLst>
                <a:ext uri="{FF2B5EF4-FFF2-40B4-BE49-F238E27FC236}">
                  <a16:creationId xmlns:a16="http://schemas.microsoft.com/office/drawing/2014/main" id="{BBFF5E5D-A2B0-4382-9039-50F9B91B1709}"/>
                </a:ext>
              </a:extLst>
            </p:cNvPr>
            <p:cNvSpPr txBox="1"/>
            <p:nvPr/>
          </p:nvSpPr>
          <p:spPr>
            <a:xfrm>
              <a:off x="17180002" y="5324426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w18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BC3244A5-4F0D-4B61-BA08-4CE2A0E9AF21}"/>
              </a:ext>
            </a:extLst>
          </p:cNvPr>
          <p:cNvGrpSpPr/>
          <p:nvPr/>
        </p:nvGrpSpPr>
        <p:grpSpPr>
          <a:xfrm>
            <a:off x="17790298" y="4211041"/>
            <a:ext cx="2197136" cy="1620990"/>
            <a:chOff x="17790298" y="4211041"/>
            <a:chExt cx="2197136" cy="1620990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8EEA8FCF-B9EB-41F0-928F-8D2648974598}"/>
                </a:ext>
              </a:extLst>
            </p:cNvPr>
            <p:cNvSpPr txBox="1"/>
            <p:nvPr/>
          </p:nvSpPr>
          <p:spPr>
            <a:xfrm>
              <a:off x="17790298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26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C3BF53E8-9E6E-446B-BED1-B0AAAD346768}"/>
                </a:ext>
              </a:extLst>
            </p:cNvPr>
            <p:cNvSpPr txBox="1"/>
            <p:nvPr/>
          </p:nvSpPr>
          <p:spPr>
            <a:xfrm>
              <a:off x="18039558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27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A1E8268-CEA8-4DB8-9F04-0D3AFF5E26AF}"/>
                </a:ext>
              </a:extLst>
            </p:cNvPr>
            <p:cNvSpPr txBox="1"/>
            <p:nvPr/>
          </p:nvSpPr>
          <p:spPr>
            <a:xfrm>
              <a:off x="18288820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9DD3D193-A074-4785-9570-2FA47503AEA8}"/>
                </a:ext>
              </a:extLst>
            </p:cNvPr>
            <p:cNvSpPr txBox="1"/>
            <p:nvPr/>
          </p:nvSpPr>
          <p:spPr>
            <a:xfrm>
              <a:off x="18538080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989D08E0-3E6A-4918-95D7-A4F0D6621EA8}"/>
                </a:ext>
              </a:extLst>
            </p:cNvPr>
            <p:cNvSpPr txBox="1"/>
            <p:nvPr/>
          </p:nvSpPr>
          <p:spPr>
            <a:xfrm>
              <a:off x="18787340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1565222D-70E1-4813-A05F-A8116F0E0FB0}"/>
                </a:ext>
              </a:extLst>
            </p:cNvPr>
            <p:cNvSpPr txBox="1"/>
            <p:nvPr/>
          </p:nvSpPr>
          <p:spPr>
            <a:xfrm>
              <a:off x="19036603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34A32F2D-B19D-4D49-8941-50814A32D4A9}"/>
                </a:ext>
              </a:extLst>
            </p:cNvPr>
            <p:cNvSpPr txBox="1"/>
            <p:nvPr/>
          </p:nvSpPr>
          <p:spPr>
            <a:xfrm>
              <a:off x="19285862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1C33F607-9512-4FA0-AF53-7F1429BD6276}"/>
                </a:ext>
              </a:extLst>
            </p:cNvPr>
            <p:cNvSpPr txBox="1"/>
            <p:nvPr/>
          </p:nvSpPr>
          <p:spPr>
            <a:xfrm>
              <a:off x="17790298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7DAE1ED1-94C9-49A1-8EE4-4DC3A3144BE2}"/>
                </a:ext>
              </a:extLst>
            </p:cNvPr>
            <p:cNvSpPr txBox="1"/>
            <p:nvPr/>
          </p:nvSpPr>
          <p:spPr>
            <a:xfrm>
              <a:off x="18039558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D19968B3-DBD1-498A-9D55-40992F77DB1D}"/>
                </a:ext>
              </a:extLst>
            </p:cNvPr>
            <p:cNvSpPr txBox="1"/>
            <p:nvPr/>
          </p:nvSpPr>
          <p:spPr>
            <a:xfrm>
              <a:off x="18288820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047E2212-73D7-4E6C-B9EB-3DD010F98390}"/>
                </a:ext>
              </a:extLst>
            </p:cNvPr>
            <p:cNvSpPr txBox="1"/>
            <p:nvPr/>
          </p:nvSpPr>
          <p:spPr>
            <a:xfrm>
              <a:off x="18538080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4EA0137D-BACE-4D5D-8D87-9292C7804659}"/>
                </a:ext>
              </a:extLst>
            </p:cNvPr>
            <p:cNvSpPr txBox="1"/>
            <p:nvPr/>
          </p:nvSpPr>
          <p:spPr>
            <a:xfrm>
              <a:off x="18787340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4685A974-1044-42E5-9600-435113CC6E00}"/>
                </a:ext>
              </a:extLst>
            </p:cNvPr>
            <p:cNvSpPr txBox="1"/>
            <p:nvPr/>
          </p:nvSpPr>
          <p:spPr>
            <a:xfrm>
              <a:off x="19036603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28068A51-520D-4B7F-BCE6-63C5A4899864}"/>
                </a:ext>
              </a:extLst>
            </p:cNvPr>
            <p:cNvSpPr txBox="1"/>
            <p:nvPr/>
          </p:nvSpPr>
          <p:spPr>
            <a:xfrm>
              <a:off x="19285862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4540E382-8908-4775-9C78-2C741E5E2600}"/>
                </a:ext>
              </a:extLst>
            </p:cNvPr>
            <p:cNvSpPr txBox="1"/>
            <p:nvPr/>
          </p:nvSpPr>
          <p:spPr>
            <a:xfrm>
              <a:off x="17790298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26503DA8-117A-47F7-AE4F-7BA021E3E072}"/>
                </a:ext>
              </a:extLst>
            </p:cNvPr>
            <p:cNvSpPr txBox="1"/>
            <p:nvPr/>
          </p:nvSpPr>
          <p:spPr>
            <a:xfrm>
              <a:off x="18039558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4037CC59-9688-4D6F-9559-156D305668B0}"/>
                </a:ext>
              </a:extLst>
            </p:cNvPr>
            <p:cNvSpPr txBox="1"/>
            <p:nvPr/>
          </p:nvSpPr>
          <p:spPr>
            <a:xfrm>
              <a:off x="18288820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143CD156-DCFD-4CE5-B5FB-7C0CDBC4E2EE}"/>
                </a:ext>
              </a:extLst>
            </p:cNvPr>
            <p:cNvSpPr txBox="1"/>
            <p:nvPr/>
          </p:nvSpPr>
          <p:spPr>
            <a:xfrm>
              <a:off x="18538080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7C792A87-2A33-4F2C-8FBD-D6BF535C557E}"/>
                </a:ext>
              </a:extLst>
            </p:cNvPr>
            <p:cNvSpPr txBox="1"/>
            <p:nvPr/>
          </p:nvSpPr>
          <p:spPr>
            <a:xfrm>
              <a:off x="18787340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C1075767-A4B0-4457-99F4-430F67041F22}"/>
                </a:ext>
              </a:extLst>
            </p:cNvPr>
            <p:cNvSpPr txBox="1"/>
            <p:nvPr/>
          </p:nvSpPr>
          <p:spPr>
            <a:xfrm>
              <a:off x="19036603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8E202F43-E324-4D8A-988C-A202BDA4B0EB}"/>
                </a:ext>
              </a:extLst>
            </p:cNvPr>
            <p:cNvSpPr txBox="1"/>
            <p:nvPr/>
          </p:nvSpPr>
          <p:spPr>
            <a:xfrm>
              <a:off x="19285862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B0D4AC0-55DF-4817-B961-A8107EEAC603}"/>
                </a:ext>
              </a:extLst>
            </p:cNvPr>
            <p:cNvSpPr txBox="1"/>
            <p:nvPr/>
          </p:nvSpPr>
          <p:spPr>
            <a:xfrm>
              <a:off x="17790298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BE1BEA67-2436-4418-BA4A-C934914A91C5}"/>
                </a:ext>
              </a:extLst>
            </p:cNvPr>
            <p:cNvSpPr txBox="1"/>
            <p:nvPr/>
          </p:nvSpPr>
          <p:spPr>
            <a:xfrm>
              <a:off x="18039558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69B13E3E-3138-4116-AAF8-F5D15EEA7BA8}"/>
                </a:ext>
              </a:extLst>
            </p:cNvPr>
            <p:cNvSpPr txBox="1"/>
            <p:nvPr/>
          </p:nvSpPr>
          <p:spPr>
            <a:xfrm>
              <a:off x="18288820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19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E50A13AB-D85E-4E6B-BF37-73E2B2A50E73}"/>
                </a:ext>
              </a:extLst>
            </p:cNvPr>
            <p:cNvSpPr txBox="1"/>
            <p:nvPr/>
          </p:nvSpPr>
          <p:spPr>
            <a:xfrm>
              <a:off x="18538080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16CC50D0-2636-41BD-B7CC-F78D1AC4E0EA}"/>
                </a:ext>
              </a:extLst>
            </p:cNvPr>
            <p:cNvSpPr txBox="1"/>
            <p:nvPr/>
          </p:nvSpPr>
          <p:spPr>
            <a:xfrm>
              <a:off x="18787340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A64294A-E89A-4ACD-AAC9-8CB61C3773C7}"/>
                </a:ext>
              </a:extLst>
            </p:cNvPr>
            <p:cNvSpPr txBox="1"/>
            <p:nvPr/>
          </p:nvSpPr>
          <p:spPr>
            <a:xfrm>
              <a:off x="19036603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22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C5649428-E19A-41EA-A073-19657FB5E9FA}"/>
                </a:ext>
              </a:extLst>
            </p:cNvPr>
            <p:cNvSpPr txBox="1"/>
            <p:nvPr/>
          </p:nvSpPr>
          <p:spPr>
            <a:xfrm>
              <a:off x="19285862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23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7A7126CF-394E-40C6-A130-3D4718D2A1FB}"/>
                </a:ext>
              </a:extLst>
            </p:cNvPr>
            <p:cNvSpPr txBox="1"/>
            <p:nvPr/>
          </p:nvSpPr>
          <p:spPr>
            <a:xfrm>
              <a:off x="17790298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F70EB17B-2F9A-4746-8904-779434122FEB}"/>
                </a:ext>
              </a:extLst>
            </p:cNvPr>
            <p:cNvSpPr txBox="1"/>
            <p:nvPr/>
          </p:nvSpPr>
          <p:spPr>
            <a:xfrm>
              <a:off x="18039558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C5E96CEC-51BD-4F96-A08D-B6DC7C1528AE}"/>
                </a:ext>
              </a:extLst>
            </p:cNvPr>
            <p:cNvSpPr txBox="1"/>
            <p:nvPr/>
          </p:nvSpPr>
          <p:spPr>
            <a:xfrm>
              <a:off x="18288820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5029908A-4A7E-4D31-9BD5-662FBC185B2E}"/>
                </a:ext>
              </a:extLst>
            </p:cNvPr>
            <p:cNvSpPr txBox="1"/>
            <p:nvPr/>
          </p:nvSpPr>
          <p:spPr>
            <a:xfrm>
              <a:off x="18538080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FF809F75-D294-4BAF-93B6-AF319F7EACE1}"/>
                </a:ext>
              </a:extLst>
            </p:cNvPr>
            <p:cNvSpPr txBox="1"/>
            <p:nvPr/>
          </p:nvSpPr>
          <p:spPr>
            <a:xfrm>
              <a:off x="18787340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63848B4-6BAF-4AD5-B570-776F55373C11}"/>
                </a:ext>
              </a:extLst>
            </p:cNvPr>
            <p:cNvSpPr txBox="1"/>
            <p:nvPr/>
          </p:nvSpPr>
          <p:spPr>
            <a:xfrm>
              <a:off x="19036603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AEF4D95A-DCA1-4385-8027-C2C25A40B20C}"/>
                </a:ext>
              </a:extLst>
            </p:cNvPr>
            <p:cNvSpPr txBox="1"/>
            <p:nvPr/>
          </p:nvSpPr>
          <p:spPr>
            <a:xfrm>
              <a:off x="19285862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31BFC8A7-E74E-491D-AE18-D0ADB046F027}"/>
                </a:ext>
              </a:extLst>
            </p:cNvPr>
            <p:cNvSpPr txBox="1"/>
            <p:nvPr/>
          </p:nvSpPr>
          <p:spPr>
            <a:xfrm>
              <a:off x="17790298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742DBAEB-14B3-4855-8859-36BF4170E8C3}"/>
                </a:ext>
              </a:extLst>
            </p:cNvPr>
            <p:cNvSpPr txBox="1"/>
            <p:nvPr/>
          </p:nvSpPr>
          <p:spPr>
            <a:xfrm>
              <a:off x="18039558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EF21FAFB-360C-4BAF-8980-8BEF50D174B9}"/>
                </a:ext>
              </a:extLst>
            </p:cNvPr>
            <p:cNvSpPr txBox="1"/>
            <p:nvPr/>
          </p:nvSpPr>
          <p:spPr>
            <a:xfrm>
              <a:off x="18288820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2BAE5C31-3033-4E70-97B5-C6A34E4B72EE}"/>
                </a:ext>
              </a:extLst>
            </p:cNvPr>
            <p:cNvSpPr txBox="1"/>
            <p:nvPr/>
          </p:nvSpPr>
          <p:spPr>
            <a:xfrm>
              <a:off x="18538080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4CACB978-BA3F-4D1A-A50D-12AEBD897B65}"/>
                </a:ext>
              </a:extLst>
            </p:cNvPr>
            <p:cNvSpPr txBox="1"/>
            <p:nvPr/>
          </p:nvSpPr>
          <p:spPr>
            <a:xfrm>
              <a:off x="18787340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3FDCFE1D-676E-4568-9EDD-9D36812B976E}"/>
                </a:ext>
              </a:extLst>
            </p:cNvPr>
            <p:cNvSpPr txBox="1"/>
            <p:nvPr/>
          </p:nvSpPr>
          <p:spPr>
            <a:xfrm>
              <a:off x="19036603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95A872FB-F5AE-4E91-8BCF-DBA0E33BF7D5}"/>
                </a:ext>
              </a:extLst>
            </p:cNvPr>
            <p:cNvSpPr txBox="1"/>
            <p:nvPr/>
          </p:nvSpPr>
          <p:spPr>
            <a:xfrm>
              <a:off x="19285862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78" name="TextBox 577">
              <a:hlinkClick r:id="rId20" action="ppaction://hlinksldjump"/>
              <a:extLst>
                <a:ext uri="{FF2B5EF4-FFF2-40B4-BE49-F238E27FC236}">
                  <a16:creationId xmlns:a16="http://schemas.microsoft.com/office/drawing/2014/main" id="{3571C316-187A-48DB-97C7-63E4822C0280}"/>
                </a:ext>
              </a:extLst>
            </p:cNvPr>
            <p:cNvSpPr txBox="1"/>
            <p:nvPr/>
          </p:nvSpPr>
          <p:spPr>
            <a:xfrm>
              <a:off x="19663434" y="4211041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w18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79" name="TextBox 578">
              <a:hlinkClick r:id="rId21" action="ppaction://hlinksldjump"/>
              <a:extLst>
                <a:ext uri="{FF2B5EF4-FFF2-40B4-BE49-F238E27FC236}">
                  <a16:creationId xmlns:a16="http://schemas.microsoft.com/office/drawing/2014/main" id="{6B46E372-4EA0-44BC-958E-DE602363915D}"/>
                </a:ext>
              </a:extLst>
            </p:cNvPr>
            <p:cNvSpPr txBox="1"/>
            <p:nvPr/>
          </p:nvSpPr>
          <p:spPr>
            <a:xfrm>
              <a:off x="19663434" y="4481433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w19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80" name="TextBox 579">
              <a:hlinkClick r:id="rId22" action="ppaction://hlinksldjump"/>
              <a:extLst>
                <a:ext uri="{FF2B5EF4-FFF2-40B4-BE49-F238E27FC236}">
                  <a16:creationId xmlns:a16="http://schemas.microsoft.com/office/drawing/2014/main" id="{5785E09E-817F-4CEF-94ED-EF2EABAE5384}"/>
                </a:ext>
              </a:extLst>
            </p:cNvPr>
            <p:cNvSpPr txBox="1"/>
            <p:nvPr/>
          </p:nvSpPr>
          <p:spPr>
            <a:xfrm>
              <a:off x="19663434" y="4762431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w20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81" name="TextBox 580">
              <a:hlinkClick r:id="rId23" action="ppaction://hlinksldjump"/>
              <a:extLst>
                <a:ext uri="{FF2B5EF4-FFF2-40B4-BE49-F238E27FC236}">
                  <a16:creationId xmlns:a16="http://schemas.microsoft.com/office/drawing/2014/main" id="{A4E08A1C-9A86-4C7C-BE79-1CD5A6141797}"/>
                </a:ext>
              </a:extLst>
            </p:cNvPr>
            <p:cNvSpPr txBox="1"/>
            <p:nvPr/>
          </p:nvSpPr>
          <p:spPr>
            <a:xfrm>
              <a:off x="19663434" y="5043429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w21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82" name="TextBox 581">
              <a:hlinkClick r:id="rId24" action="ppaction://hlinksldjump"/>
              <a:extLst>
                <a:ext uri="{FF2B5EF4-FFF2-40B4-BE49-F238E27FC236}">
                  <a16:creationId xmlns:a16="http://schemas.microsoft.com/office/drawing/2014/main" id="{30E2DBBC-112E-49BA-9BF1-4EAA2182449D}"/>
                </a:ext>
              </a:extLst>
            </p:cNvPr>
            <p:cNvSpPr txBox="1"/>
            <p:nvPr/>
          </p:nvSpPr>
          <p:spPr>
            <a:xfrm>
              <a:off x="19663434" y="5324426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w22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83" name="TextBox 582">
              <a:hlinkClick r:id="rId25" action="ppaction://hlinksldjump"/>
              <a:extLst>
                <a:ext uri="{FF2B5EF4-FFF2-40B4-BE49-F238E27FC236}">
                  <a16:creationId xmlns:a16="http://schemas.microsoft.com/office/drawing/2014/main" id="{EE67A120-B7DD-4520-A901-DE563B0999A6}"/>
                </a:ext>
              </a:extLst>
            </p:cNvPr>
            <p:cNvSpPr txBox="1"/>
            <p:nvPr/>
          </p:nvSpPr>
          <p:spPr>
            <a:xfrm>
              <a:off x="19663434" y="5616031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w23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EC080E65-7AF7-446A-A37C-A5D9E3A408E2}"/>
              </a:ext>
            </a:extLst>
          </p:cNvPr>
          <p:cNvGrpSpPr/>
          <p:nvPr/>
        </p:nvGrpSpPr>
        <p:grpSpPr>
          <a:xfrm>
            <a:off x="20273602" y="4211041"/>
            <a:ext cx="2220502" cy="1620990"/>
            <a:chOff x="20273602" y="4211041"/>
            <a:chExt cx="2220502" cy="1620990"/>
          </a:xfrm>
        </p:grpSpPr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59023E6D-E821-4D06-8594-9B4F91B467C6}"/>
                </a:ext>
              </a:extLst>
            </p:cNvPr>
            <p:cNvSpPr txBox="1"/>
            <p:nvPr/>
          </p:nvSpPr>
          <p:spPr>
            <a:xfrm>
              <a:off x="20273602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31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7FAE1AB9-F68C-4654-8BA8-DCB593441081}"/>
                </a:ext>
              </a:extLst>
            </p:cNvPr>
            <p:cNvSpPr txBox="1"/>
            <p:nvPr/>
          </p:nvSpPr>
          <p:spPr>
            <a:xfrm>
              <a:off x="20522864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0DD19502-312A-4609-8E55-177E1D4A46DF}"/>
                </a:ext>
              </a:extLst>
            </p:cNvPr>
            <p:cNvSpPr txBox="1"/>
            <p:nvPr/>
          </p:nvSpPr>
          <p:spPr>
            <a:xfrm>
              <a:off x="20772124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597E16C6-F5B1-40FF-82FC-F241402D4E1C}"/>
                </a:ext>
              </a:extLst>
            </p:cNvPr>
            <p:cNvSpPr txBox="1"/>
            <p:nvPr/>
          </p:nvSpPr>
          <p:spPr>
            <a:xfrm>
              <a:off x="21021387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88FDA37D-2279-472A-9C06-5D35DAC66054}"/>
                </a:ext>
              </a:extLst>
            </p:cNvPr>
            <p:cNvSpPr txBox="1"/>
            <p:nvPr/>
          </p:nvSpPr>
          <p:spPr>
            <a:xfrm>
              <a:off x="21270646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3CDAEB10-FE6A-4C1E-9140-AE08D1E7D65C}"/>
                </a:ext>
              </a:extLst>
            </p:cNvPr>
            <p:cNvSpPr txBox="1"/>
            <p:nvPr/>
          </p:nvSpPr>
          <p:spPr>
            <a:xfrm>
              <a:off x="21519907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58FA9989-9200-4FAB-BE85-E7220176665F}"/>
                </a:ext>
              </a:extLst>
            </p:cNvPr>
            <p:cNvSpPr txBox="1"/>
            <p:nvPr/>
          </p:nvSpPr>
          <p:spPr>
            <a:xfrm>
              <a:off x="21769166" y="421104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2F034A7B-8FF3-4FBC-B17E-F993D622E245}"/>
                </a:ext>
              </a:extLst>
            </p:cNvPr>
            <p:cNvSpPr txBox="1"/>
            <p:nvPr/>
          </p:nvSpPr>
          <p:spPr>
            <a:xfrm>
              <a:off x="20273602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7CE51550-EFC7-46EB-8A58-E658C85FDD79}"/>
                </a:ext>
              </a:extLst>
            </p:cNvPr>
            <p:cNvSpPr txBox="1"/>
            <p:nvPr/>
          </p:nvSpPr>
          <p:spPr>
            <a:xfrm>
              <a:off x="20522864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68AC3CB8-B674-4E4A-AC65-8A658F0A0CF3}"/>
                </a:ext>
              </a:extLst>
            </p:cNvPr>
            <p:cNvSpPr txBox="1"/>
            <p:nvPr/>
          </p:nvSpPr>
          <p:spPr>
            <a:xfrm>
              <a:off x="20772124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EECDB85A-02FD-43A1-8ED4-9CF82D58D85F}"/>
                </a:ext>
              </a:extLst>
            </p:cNvPr>
            <p:cNvSpPr txBox="1"/>
            <p:nvPr/>
          </p:nvSpPr>
          <p:spPr>
            <a:xfrm>
              <a:off x="21021387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5E306109-BFFE-4960-83F7-A30A166859B5}"/>
                </a:ext>
              </a:extLst>
            </p:cNvPr>
            <p:cNvSpPr txBox="1"/>
            <p:nvPr/>
          </p:nvSpPr>
          <p:spPr>
            <a:xfrm>
              <a:off x="21270646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E5ED273-C532-49C6-B34A-C917FA1E5624}"/>
                </a:ext>
              </a:extLst>
            </p:cNvPr>
            <p:cNvSpPr txBox="1"/>
            <p:nvPr/>
          </p:nvSpPr>
          <p:spPr>
            <a:xfrm>
              <a:off x="21519907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97C59E52-88AE-4236-9190-49C1B9505962}"/>
                </a:ext>
              </a:extLst>
            </p:cNvPr>
            <p:cNvSpPr txBox="1"/>
            <p:nvPr/>
          </p:nvSpPr>
          <p:spPr>
            <a:xfrm>
              <a:off x="21769166" y="449204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372560D0-F106-4493-A8FC-4C456BDD7BF9}"/>
                </a:ext>
              </a:extLst>
            </p:cNvPr>
            <p:cNvSpPr txBox="1"/>
            <p:nvPr/>
          </p:nvSpPr>
          <p:spPr>
            <a:xfrm>
              <a:off x="20273602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73C6DD39-936C-4D66-B697-BFB484E0D9A8}"/>
                </a:ext>
              </a:extLst>
            </p:cNvPr>
            <p:cNvSpPr txBox="1"/>
            <p:nvPr/>
          </p:nvSpPr>
          <p:spPr>
            <a:xfrm>
              <a:off x="20522864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6C08BEFA-DA31-4FDF-95F8-79FA23954781}"/>
                </a:ext>
              </a:extLst>
            </p:cNvPr>
            <p:cNvSpPr txBox="1"/>
            <p:nvPr/>
          </p:nvSpPr>
          <p:spPr>
            <a:xfrm>
              <a:off x="20772124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E65CF63D-5F37-47ED-9C02-4F62AED4C849}"/>
                </a:ext>
              </a:extLst>
            </p:cNvPr>
            <p:cNvSpPr txBox="1"/>
            <p:nvPr/>
          </p:nvSpPr>
          <p:spPr>
            <a:xfrm>
              <a:off x="21021387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AF7364F8-88DE-4121-9857-314808186FFF}"/>
                </a:ext>
              </a:extLst>
            </p:cNvPr>
            <p:cNvSpPr txBox="1"/>
            <p:nvPr/>
          </p:nvSpPr>
          <p:spPr>
            <a:xfrm>
              <a:off x="21270646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5AE8C3FC-1687-4B75-87FD-0A2E90376738}"/>
                </a:ext>
              </a:extLst>
            </p:cNvPr>
            <p:cNvSpPr txBox="1"/>
            <p:nvPr/>
          </p:nvSpPr>
          <p:spPr>
            <a:xfrm>
              <a:off x="21519907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19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EDCD2E08-BFA2-49F5-892C-D12302FEE070}"/>
                </a:ext>
              </a:extLst>
            </p:cNvPr>
            <p:cNvSpPr txBox="1"/>
            <p:nvPr/>
          </p:nvSpPr>
          <p:spPr>
            <a:xfrm>
              <a:off x="21769166" y="477303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20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BC9A182A-CAFD-4A27-BA3E-7A0751A83FEA}"/>
                </a:ext>
              </a:extLst>
            </p:cNvPr>
            <p:cNvSpPr txBox="1"/>
            <p:nvPr/>
          </p:nvSpPr>
          <p:spPr>
            <a:xfrm>
              <a:off x="20273602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87209656-B852-49CE-B9B8-D11B49F981E5}"/>
                </a:ext>
              </a:extLst>
            </p:cNvPr>
            <p:cNvSpPr txBox="1"/>
            <p:nvPr/>
          </p:nvSpPr>
          <p:spPr>
            <a:xfrm>
              <a:off x="20522864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1D9827BB-A041-484F-956A-72873CE31C07}"/>
                </a:ext>
              </a:extLst>
            </p:cNvPr>
            <p:cNvSpPr txBox="1"/>
            <p:nvPr/>
          </p:nvSpPr>
          <p:spPr>
            <a:xfrm>
              <a:off x="20772124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CE7085FB-7F9F-4F7D-B6AB-278EA394AAAC}"/>
                </a:ext>
              </a:extLst>
            </p:cNvPr>
            <p:cNvSpPr txBox="1"/>
            <p:nvPr/>
          </p:nvSpPr>
          <p:spPr>
            <a:xfrm>
              <a:off x="21021387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9FC1FC6D-0E2C-4A9F-A6BD-86769DB12A84}"/>
                </a:ext>
              </a:extLst>
            </p:cNvPr>
            <p:cNvSpPr txBox="1"/>
            <p:nvPr/>
          </p:nvSpPr>
          <p:spPr>
            <a:xfrm>
              <a:off x="21270646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72B181C7-9E5E-4A38-BB69-3FD9CA5029B2}"/>
                </a:ext>
              </a:extLst>
            </p:cNvPr>
            <p:cNvSpPr txBox="1"/>
            <p:nvPr/>
          </p:nvSpPr>
          <p:spPr>
            <a:xfrm>
              <a:off x="21519907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26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B6CE80F6-FECC-4074-A845-0F9993C14F5F}"/>
                </a:ext>
              </a:extLst>
            </p:cNvPr>
            <p:cNvSpPr txBox="1"/>
            <p:nvPr/>
          </p:nvSpPr>
          <p:spPr>
            <a:xfrm>
              <a:off x="21769166" y="505403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27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98D6AD87-6227-4FE8-946C-FD0319D57647}"/>
                </a:ext>
              </a:extLst>
            </p:cNvPr>
            <p:cNvSpPr txBox="1"/>
            <p:nvPr/>
          </p:nvSpPr>
          <p:spPr>
            <a:xfrm>
              <a:off x="20273602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BE517DAD-33C5-4E1E-9FB9-69B00F645D9C}"/>
                </a:ext>
              </a:extLst>
            </p:cNvPr>
            <p:cNvSpPr txBox="1"/>
            <p:nvPr/>
          </p:nvSpPr>
          <p:spPr>
            <a:xfrm>
              <a:off x="20522864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87442AF-0628-4CD6-83E2-262C8BE9870A}"/>
                </a:ext>
              </a:extLst>
            </p:cNvPr>
            <p:cNvSpPr txBox="1"/>
            <p:nvPr/>
          </p:nvSpPr>
          <p:spPr>
            <a:xfrm>
              <a:off x="20772124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2A5FB73F-FE89-414D-89E9-8E4D6BA1407A}"/>
                </a:ext>
              </a:extLst>
            </p:cNvPr>
            <p:cNvSpPr txBox="1"/>
            <p:nvPr/>
          </p:nvSpPr>
          <p:spPr>
            <a:xfrm>
              <a:off x="21021387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34772D7A-9E53-4169-AAAA-A0497F98E3C8}"/>
                </a:ext>
              </a:extLst>
            </p:cNvPr>
            <p:cNvSpPr txBox="1"/>
            <p:nvPr/>
          </p:nvSpPr>
          <p:spPr>
            <a:xfrm>
              <a:off x="21270646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76CCF689-D283-44E1-B5FE-7A6D0C1FAFAA}"/>
                </a:ext>
              </a:extLst>
            </p:cNvPr>
            <p:cNvSpPr txBox="1"/>
            <p:nvPr/>
          </p:nvSpPr>
          <p:spPr>
            <a:xfrm>
              <a:off x="21519907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3F07B8B-751A-4D34-9381-F11F0161969C}"/>
                </a:ext>
              </a:extLst>
            </p:cNvPr>
            <p:cNvSpPr txBox="1"/>
            <p:nvPr/>
          </p:nvSpPr>
          <p:spPr>
            <a:xfrm>
              <a:off x="21769166" y="533503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3F52FB92-6589-48D8-A9E4-7E8957E337E0}"/>
                </a:ext>
              </a:extLst>
            </p:cNvPr>
            <p:cNvSpPr txBox="1"/>
            <p:nvPr/>
          </p:nvSpPr>
          <p:spPr>
            <a:xfrm>
              <a:off x="20273602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3A63092E-995B-4AFF-B2FE-72C30ED87514}"/>
                </a:ext>
              </a:extLst>
            </p:cNvPr>
            <p:cNvSpPr txBox="1"/>
            <p:nvPr/>
          </p:nvSpPr>
          <p:spPr>
            <a:xfrm>
              <a:off x="20522864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C502D472-6908-4C3F-A42F-446B12534E23}"/>
                </a:ext>
              </a:extLst>
            </p:cNvPr>
            <p:cNvSpPr txBox="1"/>
            <p:nvPr/>
          </p:nvSpPr>
          <p:spPr>
            <a:xfrm>
              <a:off x="20772124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035C5C58-AD42-4DD5-B8D5-8CEE1E6E275D}"/>
                </a:ext>
              </a:extLst>
            </p:cNvPr>
            <p:cNvSpPr txBox="1"/>
            <p:nvPr/>
          </p:nvSpPr>
          <p:spPr>
            <a:xfrm>
              <a:off x="21021387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5D0294F7-3082-4A33-813C-44128E35BEBF}"/>
                </a:ext>
              </a:extLst>
            </p:cNvPr>
            <p:cNvSpPr txBox="1"/>
            <p:nvPr/>
          </p:nvSpPr>
          <p:spPr>
            <a:xfrm>
              <a:off x="21270646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E52D71CB-7B15-410C-BAEF-9F7FABC2CC14}"/>
                </a:ext>
              </a:extLst>
            </p:cNvPr>
            <p:cNvSpPr txBox="1"/>
            <p:nvPr/>
          </p:nvSpPr>
          <p:spPr>
            <a:xfrm>
              <a:off x="21519907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E836F333-B0A6-46ED-88AE-266940BC8D4B}"/>
                </a:ext>
              </a:extLst>
            </p:cNvPr>
            <p:cNvSpPr txBox="1"/>
            <p:nvPr/>
          </p:nvSpPr>
          <p:spPr>
            <a:xfrm>
              <a:off x="21769166" y="561603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84" name="TextBox 583">
              <a:hlinkClick r:id="rId25" action="ppaction://hlinksldjump"/>
              <a:extLst>
                <a:ext uri="{FF2B5EF4-FFF2-40B4-BE49-F238E27FC236}">
                  <a16:creationId xmlns:a16="http://schemas.microsoft.com/office/drawing/2014/main" id="{7E349155-3A7D-40EF-9863-0D3EC146D317}"/>
                </a:ext>
              </a:extLst>
            </p:cNvPr>
            <p:cNvSpPr txBox="1"/>
            <p:nvPr/>
          </p:nvSpPr>
          <p:spPr>
            <a:xfrm>
              <a:off x="22170104" y="4211041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w23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85" name="TextBox 584">
              <a:hlinkClick r:id="rId26" action="ppaction://hlinksldjump"/>
              <a:extLst>
                <a:ext uri="{FF2B5EF4-FFF2-40B4-BE49-F238E27FC236}">
                  <a16:creationId xmlns:a16="http://schemas.microsoft.com/office/drawing/2014/main" id="{5CF71605-D92C-4BB7-A29A-71020295B8FA}"/>
                </a:ext>
              </a:extLst>
            </p:cNvPr>
            <p:cNvSpPr txBox="1"/>
            <p:nvPr/>
          </p:nvSpPr>
          <p:spPr>
            <a:xfrm>
              <a:off x="22170104" y="4481433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w24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86" name="TextBox 585">
              <a:hlinkClick r:id="rId27" action="ppaction://hlinksldjump"/>
              <a:extLst>
                <a:ext uri="{FF2B5EF4-FFF2-40B4-BE49-F238E27FC236}">
                  <a16:creationId xmlns:a16="http://schemas.microsoft.com/office/drawing/2014/main" id="{B2A1A3FA-C0CE-4397-AB79-428418AA6E1C}"/>
                </a:ext>
              </a:extLst>
            </p:cNvPr>
            <p:cNvSpPr txBox="1"/>
            <p:nvPr/>
          </p:nvSpPr>
          <p:spPr>
            <a:xfrm>
              <a:off x="22170104" y="4762431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w25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87" name="TextBox 586">
              <a:hlinkClick r:id="rId28" action="ppaction://hlinksldjump"/>
              <a:extLst>
                <a:ext uri="{FF2B5EF4-FFF2-40B4-BE49-F238E27FC236}">
                  <a16:creationId xmlns:a16="http://schemas.microsoft.com/office/drawing/2014/main" id="{FBED0D1D-A565-4230-8754-B68DDB708517}"/>
                </a:ext>
              </a:extLst>
            </p:cNvPr>
            <p:cNvSpPr txBox="1"/>
            <p:nvPr/>
          </p:nvSpPr>
          <p:spPr>
            <a:xfrm>
              <a:off x="22170104" y="5043429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w26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88" name="TextBox 587">
              <a:hlinkClick r:id="rId29" action="ppaction://hlinksldjump"/>
              <a:extLst>
                <a:ext uri="{FF2B5EF4-FFF2-40B4-BE49-F238E27FC236}">
                  <a16:creationId xmlns:a16="http://schemas.microsoft.com/office/drawing/2014/main" id="{96AB108D-8738-4A60-9944-3F1613F7521B}"/>
                </a:ext>
              </a:extLst>
            </p:cNvPr>
            <p:cNvSpPr txBox="1"/>
            <p:nvPr/>
          </p:nvSpPr>
          <p:spPr>
            <a:xfrm>
              <a:off x="22170104" y="5324426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w27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9C5A1B13-275A-45D6-AA10-B729143D2EF2}"/>
              </a:ext>
            </a:extLst>
          </p:cNvPr>
          <p:cNvGrpSpPr/>
          <p:nvPr/>
        </p:nvGrpSpPr>
        <p:grpSpPr>
          <a:xfrm>
            <a:off x="15306993" y="6623270"/>
            <a:ext cx="2197009" cy="1625833"/>
            <a:chOff x="15306993" y="6621654"/>
            <a:chExt cx="2197009" cy="1625833"/>
          </a:xfrm>
        </p:grpSpPr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66E132DE-C8D8-4B92-ACD1-1701A999C7AC}"/>
                </a:ext>
              </a:extLst>
            </p:cNvPr>
            <p:cNvSpPr txBox="1"/>
            <p:nvPr/>
          </p:nvSpPr>
          <p:spPr>
            <a:xfrm>
              <a:off x="15306993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EB238C1D-8082-4678-9ECD-C4E01CD273D6}"/>
                </a:ext>
              </a:extLst>
            </p:cNvPr>
            <p:cNvSpPr txBox="1"/>
            <p:nvPr/>
          </p:nvSpPr>
          <p:spPr>
            <a:xfrm>
              <a:off x="15556253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E4B224A2-5E05-444E-A016-DFA7FF67A745}"/>
                </a:ext>
              </a:extLst>
            </p:cNvPr>
            <p:cNvSpPr txBox="1"/>
            <p:nvPr/>
          </p:nvSpPr>
          <p:spPr>
            <a:xfrm>
              <a:off x="15805515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EBAC894B-29C0-45D7-80E3-7C67516AC5A7}"/>
                </a:ext>
              </a:extLst>
            </p:cNvPr>
            <p:cNvSpPr txBox="1"/>
            <p:nvPr/>
          </p:nvSpPr>
          <p:spPr>
            <a:xfrm>
              <a:off x="16054775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6ABF0EFF-3D43-4B7B-BC6C-91E14340EFF0}"/>
                </a:ext>
              </a:extLst>
            </p:cNvPr>
            <p:cNvSpPr txBox="1"/>
            <p:nvPr/>
          </p:nvSpPr>
          <p:spPr>
            <a:xfrm>
              <a:off x="16304038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4CB9F1C3-6F56-49AD-BF08-BF8E3DD9AD97}"/>
                </a:ext>
              </a:extLst>
            </p:cNvPr>
            <p:cNvSpPr txBox="1"/>
            <p:nvPr/>
          </p:nvSpPr>
          <p:spPr>
            <a:xfrm>
              <a:off x="16553297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4519B13B-B1C9-40F1-9609-5647E9333854}"/>
                </a:ext>
              </a:extLst>
            </p:cNvPr>
            <p:cNvSpPr txBox="1"/>
            <p:nvPr/>
          </p:nvSpPr>
          <p:spPr>
            <a:xfrm>
              <a:off x="16802557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E3BEFBC7-D84B-4FDD-B917-8BBFB8686E54}"/>
                </a:ext>
              </a:extLst>
            </p:cNvPr>
            <p:cNvSpPr txBox="1"/>
            <p:nvPr/>
          </p:nvSpPr>
          <p:spPr>
            <a:xfrm>
              <a:off x="15306993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E1892DD1-751C-4B98-8C87-9B4E5D5F274D}"/>
                </a:ext>
              </a:extLst>
            </p:cNvPr>
            <p:cNvSpPr txBox="1"/>
            <p:nvPr/>
          </p:nvSpPr>
          <p:spPr>
            <a:xfrm>
              <a:off x="15556253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84789A6D-98A7-43F9-9F92-99E5CB3DD157}"/>
                </a:ext>
              </a:extLst>
            </p:cNvPr>
            <p:cNvSpPr txBox="1"/>
            <p:nvPr/>
          </p:nvSpPr>
          <p:spPr>
            <a:xfrm>
              <a:off x="15805515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096E53F5-24FD-4C7F-AAA8-7CE9D534A30B}"/>
                </a:ext>
              </a:extLst>
            </p:cNvPr>
            <p:cNvSpPr txBox="1"/>
            <p:nvPr/>
          </p:nvSpPr>
          <p:spPr>
            <a:xfrm>
              <a:off x="16054775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98031B5A-6501-489A-8A1E-0A5E8BF1F866}"/>
                </a:ext>
              </a:extLst>
            </p:cNvPr>
            <p:cNvSpPr txBox="1"/>
            <p:nvPr/>
          </p:nvSpPr>
          <p:spPr>
            <a:xfrm>
              <a:off x="16304038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6DF04494-E3EA-4065-9476-24E4C80B6873}"/>
                </a:ext>
              </a:extLst>
            </p:cNvPr>
            <p:cNvSpPr txBox="1"/>
            <p:nvPr/>
          </p:nvSpPr>
          <p:spPr>
            <a:xfrm>
              <a:off x="16553297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73DC22D2-2C1D-4165-8442-9B174303C64A}"/>
                </a:ext>
              </a:extLst>
            </p:cNvPr>
            <p:cNvSpPr txBox="1"/>
            <p:nvPr/>
          </p:nvSpPr>
          <p:spPr>
            <a:xfrm>
              <a:off x="16802557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07E84BE1-658F-4B33-95B1-F4150EC10E34}"/>
                </a:ext>
              </a:extLst>
            </p:cNvPr>
            <p:cNvSpPr txBox="1"/>
            <p:nvPr/>
          </p:nvSpPr>
          <p:spPr>
            <a:xfrm>
              <a:off x="15306993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7A8E3B01-B6D9-47B9-A2B7-1563939E39E4}"/>
                </a:ext>
              </a:extLst>
            </p:cNvPr>
            <p:cNvSpPr txBox="1"/>
            <p:nvPr/>
          </p:nvSpPr>
          <p:spPr>
            <a:xfrm>
              <a:off x="15556253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90228493-A50F-4A86-BBA8-216294776F77}"/>
                </a:ext>
              </a:extLst>
            </p:cNvPr>
            <p:cNvSpPr txBox="1"/>
            <p:nvPr/>
          </p:nvSpPr>
          <p:spPr>
            <a:xfrm>
              <a:off x="15805515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F94BE0F1-8D2E-494C-ACBF-9246A9A18891}"/>
                </a:ext>
              </a:extLst>
            </p:cNvPr>
            <p:cNvSpPr txBox="1"/>
            <p:nvPr/>
          </p:nvSpPr>
          <p:spPr>
            <a:xfrm>
              <a:off x="16054775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E7F9D14A-C71B-4BB0-8287-C198A171A4CC}"/>
                </a:ext>
              </a:extLst>
            </p:cNvPr>
            <p:cNvSpPr txBox="1"/>
            <p:nvPr/>
          </p:nvSpPr>
          <p:spPr>
            <a:xfrm>
              <a:off x="16304038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D8919DC7-79A1-4464-9931-3D49DE7B9BA4}"/>
                </a:ext>
              </a:extLst>
            </p:cNvPr>
            <p:cNvSpPr txBox="1"/>
            <p:nvPr/>
          </p:nvSpPr>
          <p:spPr>
            <a:xfrm>
              <a:off x="16553297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17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21" name="TextBox 320">
              <a:extLst>
                <a:ext uri="{FF2B5EF4-FFF2-40B4-BE49-F238E27FC236}">
                  <a16:creationId xmlns:a16="http://schemas.microsoft.com/office/drawing/2014/main" id="{AADB92DF-E9CD-41FB-824C-3114CF2FCD91}"/>
                </a:ext>
              </a:extLst>
            </p:cNvPr>
            <p:cNvSpPr txBox="1"/>
            <p:nvPr/>
          </p:nvSpPr>
          <p:spPr>
            <a:xfrm>
              <a:off x="16802557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18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BC54B09-24AC-4CEA-A60B-CD07A1A63379}"/>
                </a:ext>
              </a:extLst>
            </p:cNvPr>
            <p:cNvSpPr txBox="1"/>
            <p:nvPr/>
          </p:nvSpPr>
          <p:spPr>
            <a:xfrm>
              <a:off x="15306993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312304F4-CEBB-436B-BB90-629B2550AF10}"/>
                </a:ext>
              </a:extLst>
            </p:cNvPr>
            <p:cNvSpPr txBox="1"/>
            <p:nvPr/>
          </p:nvSpPr>
          <p:spPr>
            <a:xfrm>
              <a:off x="15556253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A089A0EB-9834-433D-96DB-394242EC46D4}"/>
                </a:ext>
              </a:extLst>
            </p:cNvPr>
            <p:cNvSpPr txBox="1"/>
            <p:nvPr/>
          </p:nvSpPr>
          <p:spPr>
            <a:xfrm>
              <a:off x="15805515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F3409626-AFA8-43F5-B29D-7011A6CFD955}"/>
                </a:ext>
              </a:extLst>
            </p:cNvPr>
            <p:cNvSpPr txBox="1"/>
            <p:nvPr/>
          </p:nvSpPr>
          <p:spPr>
            <a:xfrm>
              <a:off x="16054775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166B4528-C524-4499-AF48-B8CC781A7570}"/>
                </a:ext>
              </a:extLst>
            </p:cNvPr>
            <p:cNvSpPr txBox="1"/>
            <p:nvPr/>
          </p:nvSpPr>
          <p:spPr>
            <a:xfrm>
              <a:off x="16304038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93493995-A1FC-45C5-8B69-7144195F6BE4}"/>
                </a:ext>
              </a:extLst>
            </p:cNvPr>
            <p:cNvSpPr txBox="1"/>
            <p:nvPr/>
          </p:nvSpPr>
          <p:spPr>
            <a:xfrm>
              <a:off x="16553297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24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05B7C70C-AF82-4EF4-B477-8B1CD94DA78A}"/>
                </a:ext>
              </a:extLst>
            </p:cNvPr>
            <p:cNvSpPr txBox="1"/>
            <p:nvPr/>
          </p:nvSpPr>
          <p:spPr>
            <a:xfrm>
              <a:off x="16802557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25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0F071B8E-A14E-4824-A4AC-F4A31F1283D7}"/>
                </a:ext>
              </a:extLst>
            </p:cNvPr>
            <p:cNvSpPr txBox="1"/>
            <p:nvPr/>
          </p:nvSpPr>
          <p:spPr>
            <a:xfrm>
              <a:off x="15306993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B72284E3-58BB-4DD2-8CD8-4A23E155C1F9}"/>
                </a:ext>
              </a:extLst>
            </p:cNvPr>
            <p:cNvSpPr txBox="1"/>
            <p:nvPr/>
          </p:nvSpPr>
          <p:spPr>
            <a:xfrm>
              <a:off x="15556253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4EF95619-8219-4D06-9744-8FFB089D81CD}"/>
                </a:ext>
              </a:extLst>
            </p:cNvPr>
            <p:cNvSpPr txBox="1"/>
            <p:nvPr/>
          </p:nvSpPr>
          <p:spPr>
            <a:xfrm>
              <a:off x="15805515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57627B60-09F2-4446-BD41-6900BE233930}"/>
                </a:ext>
              </a:extLst>
            </p:cNvPr>
            <p:cNvSpPr txBox="1"/>
            <p:nvPr/>
          </p:nvSpPr>
          <p:spPr>
            <a:xfrm>
              <a:off x="16054775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A87F4802-8DB7-4F27-9750-48EBAF610DDD}"/>
                </a:ext>
              </a:extLst>
            </p:cNvPr>
            <p:cNvSpPr txBox="1"/>
            <p:nvPr/>
          </p:nvSpPr>
          <p:spPr>
            <a:xfrm>
              <a:off x="16304038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5C7BBFF0-D447-4FFB-82F4-5111B0A193B3}"/>
                </a:ext>
              </a:extLst>
            </p:cNvPr>
            <p:cNvSpPr txBox="1"/>
            <p:nvPr/>
          </p:nvSpPr>
          <p:spPr>
            <a:xfrm>
              <a:off x="16553297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31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461333BC-C691-475A-B6E8-492E4925F355}"/>
                </a:ext>
              </a:extLst>
            </p:cNvPr>
            <p:cNvSpPr txBox="1"/>
            <p:nvPr/>
          </p:nvSpPr>
          <p:spPr>
            <a:xfrm>
              <a:off x="16802557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A8FD8EA7-3D9A-4791-87DD-A1B92BDBE2BA}"/>
                </a:ext>
              </a:extLst>
            </p:cNvPr>
            <p:cNvSpPr txBox="1"/>
            <p:nvPr/>
          </p:nvSpPr>
          <p:spPr>
            <a:xfrm>
              <a:off x="15306993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BA8FB890-FD17-4435-A378-6E02E3077323}"/>
                </a:ext>
              </a:extLst>
            </p:cNvPr>
            <p:cNvSpPr txBox="1"/>
            <p:nvPr/>
          </p:nvSpPr>
          <p:spPr>
            <a:xfrm>
              <a:off x="15556253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FB724E41-CD17-4DBF-BF05-DF8D74643D61}"/>
                </a:ext>
              </a:extLst>
            </p:cNvPr>
            <p:cNvSpPr txBox="1"/>
            <p:nvPr/>
          </p:nvSpPr>
          <p:spPr>
            <a:xfrm>
              <a:off x="15805515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BD003F69-44D9-478E-8577-7B807D2A397D}"/>
                </a:ext>
              </a:extLst>
            </p:cNvPr>
            <p:cNvSpPr txBox="1"/>
            <p:nvPr/>
          </p:nvSpPr>
          <p:spPr>
            <a:xfrm>
              <a:off x="16054775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C07384E4-90BB-46E6-B153-9B353BAA1CD1}"/>
                </a:ext>
              </a:extLst>
            </p:cNvPr>
            <p:cNvSpPr txBox="1"/>
            <p:nvPr/>
          </p:nvSpPr>
          <p:spPr>
            <a:xfrm>
              <a:off x="16304038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08792177-9757-40C6-854C-D9B60CB9F607}"/>
                </a:ext>
              </a:extLst>
            </p:cNvPr>
            <p:cNvSpPr txBox="1"/>
            <p:nvPr/>
          </p:nvSpPr>
          <p:spPr>
            <a:xfrm>
              <a:off x="16553297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BF8F5314-DABE-4A84-9B7D-DE352F1C2F73}"/>
                </a:ext>
              </a:extLst>
            </p:cNvPr>
            <p:cNvSpPr txBox="1"/>
            <p:nvPr/>
          </p:nvSpPr>
          <p:spPr>
            <a:xfrm>
              <a:off x="16802557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89" name="TextBox 588">
              <a:hlinkClick r:id="rId29" action="ppaction://hlinksldjump"/>
              <a:extLst>
                <a:ext uri="{FF2B5EF4-FFF2-40B4-BE49-F238E27FC236}">
                  <a16:creationId xmlns:a16="http://schemas.microsoft.com/office/drawing/2014/main" id="{C6E4D4A4-10D3-407C-8FFE-2798972B12A6}"/>
                </a:ext>
              </a:extLst>
            </p:cNvPr>
            <p:cNvSpPr txBox="1"/>
            <p:nvPr/>
          </p:nvSpPr>
          <p:spPr>
            <a:xfrm>
              <a:off x="17180002" y="6621654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w27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90" name="TextBox 589">
              <a:hlinkClick r:id="rId30" action="ppaction://hlinksldjump"/>
              <a:extLst>
                <a:ext uri="{FF2B5EF4-FFF2-40B4-BE49-F238E27FC236}">
                  <a16:creationId xmlns:a16="http://schemas.microsoft.com/office/drawing/2014/main" id="{014583E6-BD2E-4FDF-B292-2D81C79CCD97}"/>
                </a:ext>
              </a:extLst>
            </p:cNvPr>
            <p:cNvSpPr txBox="1"/>
            <p:nvPr/>
          </p:nvSpPr>
          <p:spPr>
            <a:xfrm>
              <a:off x="17180002" y="6892045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w28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91" name="TextBox 590">
              <a:hlinkClick r:id="rId31" action="ppaction://hlinksldjump"/>
              <a:extLst>
                <a:ext uri="{FF2B5EF4-FFF2-40B4-BE49-F238E27FC236}">
                  <a16:creationId xmlns:a16="http://schemas.microsoft.com/office/drawing/2014/main" id="{54E7F280-2FEB-4DD3-9A60-5144418227AA}"/>
                </a:ext>
              </a:extLst>
            </p:cNvPr>
            <p:cNvSpPr txBox="1"/>
            <p:nvPr/>
          </p:nvSpPr>
          <p:spPr>
            <a:xfrm>
              <a:off x="17180002" y="7173043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w29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92" name="TextBox 591">
              <a:hlinkClick r:id="rId32" action="ppaction://hlinksldjump"/>
              <a:extLst>
                <a:ext uri="{FF2B5EF4-FFF2-40B4-BE49-F238E27FC236}">
                  <a16:creationId xmlns:a16="http://schemas.microsoft.com/office/drawing/2014/main" id="{DF54E2A8-3D05-4E16-A9A0-BDF8374F3D75}"/>
                </a:ext>
              </a:extLst>
            </p:cNvPr>
            <p:cNvSpPr txBox="1"/>
            <p:nvPr/>
          </p:nvSpPr>
          <p:spPr>
            <a:xfrm>
              <a:off x="17180002" y="7454043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w30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93" name="TextBox 592">
              <a:hlinkClick r:id="rId33" action="ppaction://hlinksldjump"/>
              <a:extLst>
                <a:ext uri="{FF2B5EF4-FFF2-40B4-BE49-F238E27FC236}">
                  <a16:creationId xmlns:a16="http://schemas.microsoft.com/office/drawing/2014/main" id="{06109966-EEC4-4A21-9AFD-60F4C28EEC28}"/>
                </a:ext>
              </a:extLst>
            </p:cNvPr>
            <p:cNvSpPr txBox="1"/>
            <p:nvPr/>
          </p:nvSpPr>
          <p:spPr>
            <a:xfrm>
              <a:off x="17180002" y="7735040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w31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083C9229-261B-40CF-8A7E-8EFD9201F64B}"/>
              </a:ext>
            </a:extLst>
          </p:cNvPr>
          <p:cNvGrpSpPr/>
          <p:nvPr/>
        </p:nvGrpSpPr>
        <p:grpSpPr>
          <a:xfrm>
            <a:off x="17790298" y="6621654"/>
            <a:ext cx="2197136" cy="1625833"/>
            <a:chOff x="17790298" y="6621654"/>
            <a:chExt cx="2197136" cy="1625833"/>
          </a:xfrm>
        </p:grpSpPr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4492F2DC-1C29-4C7B-8F67-72BBF114D46A}"/>
                </a:ext>
              </a:extLst>
            </p:cNvPr>
            <p:cNvSpPr txBox="1"/>
            <p:nvPr/>
          </p:nvSpPr>
          <p:spPr>
            <a:xfrm>
              <a:off x="17790298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26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CBC927C4-5C01-4BA0-967D-D581A5181188}"/>
                </a:ext>
              </a:extLst>
            </p:cNvPr>
            <p:cNvSpPr txBox="1"/>
            <p:nvPr/>
          </p:nvSpPr>
          <p:spPr>
            <a:xfrm>
              <a:off x="18039558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27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B6E78B97-B1AF-4C4A-83C4-DE941015D011}"/>
                </a:ext>
              </a:extLst>
            </p:cNvPr>
            <p:cNvSpPr txBox="1"/>
            <p:nvPr/>
          </p:nvSpPr>
          <p:spPr>
            <a:xfrm>
              <a:off x="18288820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43BF4B38-0F0F-4055-BCF9-79FBE9CA4D8A}"/>
                </a:ext>
              </a:extLst>
            </p:cNvPr>
            <p:cNvSpPr txBox="1"/>
            <p:nvPr/>
          </p:nvSpPr>
          <p:spPr>
            <a:xfrm>
              <a:off x="18538080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01EFDE59-A6F5-4547-B5B3-87A61F94EC9B}"/>
                </a:ext>
              </a:extLst>
            </p:cNvPr>
            <p:cNvSpPr txBox="1"/>
            <p:nvPr/>
          </p:nvSpPr>
          <p:spPr>
            <a:xfrm>
              <a:off x="18787340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1B5F70D1-07F3-4778-B242-94D5AE7060B2}"/>
                </a:ext>
              </a:extLst>
            </p:cNvPr>
            <p:cNvSpPr txBox="1"/>
            <p:nvPr/>
          </p:nvSpPr>
          <p:spPr>
            <a:xfrm>
              <a:off x="19036603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31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38E04DF-88EF-4B79-AED0-64F378CF76B0}"/>
                </a:ext>
              </a:extLst>
            </p:cNvPr>
            <p:cNvSpPr txBox="1"/>
            <p:nvPr/>
          </p:nvSpPr>
          <p:spPr>
            <a:xfrm>
              <a:off x="19285862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B4827862-C8BF-4781-AECC-1E757F833CE9}"/>
                </a:ext>
              </a:extLst>
            </p:cNvPr>
            <p:cNvSpPr txBox="1"/>
            <p:nvPr/>
          </p:nvSpPr>
          <p:spPr>
            <a:xfrm>
              <a:off x="17790298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55E92D0D-C4F3-4165-9C7B-13794F4E602E}"/>
                </a:ext>
              </a:extLst>
            </p:cNvPr>
            <p:cNvSpPr txBox="1"/>
            <p:nvPr/>
          </p:nvSpPr>
          <p:spPr>
            <a:xfrm>
              <a:off x="18039558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3BCF677D-BDD0-4184-A3E0-B36D1636B182}"/>
                </a:ext>
              </a:extLst>
            </p:cNvPr>
            <p:cNvSpPr txBox="1"/>
            <p:nvPr/>
          </p:nvSpPr>
          <p:spPr>
            <a:xfrm>
              <a:off x="18288820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7BD99056-34E0-4AEC-81F4-614D13F5C410}"/>
                </a:ext>
              </a:extLst>
            </p:cNvPr>
            <p:cNvSpPr txBox="1"/>
            <p:nvPr/>
          </p:nvSpPr>
          <p:spPr>
            <a:xfrm>
              <a:off x="18538080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85065D44-F1B9-44A3-BB7D-3DB4208FF7C1}"/>
                </a:ext>
              </a:extLst>
            </p:cNvPr>
            <p:cNvSpPr txBox="1"/>
            <p:nvPr/>
          </p:nvSpPr>
          <p:spPr>
            <a:xfrm>
              <a:off x="18787340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7C456E63-2EE9-4174-B250-B35D910EBEBF}"/>
                </a:ext>
              </a:extLst>
            </p:cNvPr>
            <p:cNvSpPr txBox="1"/>
            <p:nvPr/>
          </p:nvSpPr>
          <p:spPr>
            <a:xfrm>
              <a:off x="19036603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3E65F072-2BEB-452C-A144-AABD15FFAC8C}"/>
                </a:ext>
              </a:extLst>
            </p:cNvPr>
            <p:cNvSpPr txBox="1"/>
            <p:nvPr/>
          </p:nvSpPr>
          <p:spPr>
            <a:xfrm>
              <a:off x="19285862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30460FD7-DCC5-4E3F-BC2A-2B81B6B07F49}"/>
                </a:ext>
              </a:extLst>
            </p:cNvPr>
            <p:cNvSpPr txBox="1"/>
            <p:nvPr/>
          </p:nvSpPr>
          <p:spPr>
            <a:xfrm>
              <a:off x="17790298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A4E56C2E-3D3D-4492-82C7-1B4437FF7ADD}"/>
                </a:ext>
              </a:extLst>
            </p:cNvPr>
            <p:cNvSpPr txBox="1"/>
            <p:nvPr/>
          </p:nvSpPr>
          <p:spPr>
            <a:xfrm>
              <a:off x="18039558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E12AADB0-BF7B-4623-8BDB-54D5149F8660}"/>
                </a:ext>
              </a:extLst>
            </p:cNvPr>
            <p:cNvSpPr txBox="1"/>
            <p:nvPr/>
          </p:nvSpPr>
          <p:spPr>
            <a:xfrm>
              <a:off x="18288820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B7C5E35-66EB-4CC7-B2B8-15F7FEF4AA1C}"/>
                </a:ext>
              </a:extLst>
            </p:cNvPr>
            <p:cNvSpPr txBox="1"/>
            <p:nvPr/>
          </p:nvSpPr>
          <p:spPr>
            <a:xfrm>
              <a:off x="18538080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70C99DAD-D1E3-40C6-9AB3-F3635E94FEF5}"/>
                </a:ext>
              </a:extLst>
            </p:cNvPr>
            <p:cNvSpPr txBox="1"/>
            <p:nvPr/>
          </p:nvSpPr>
          <p:spPr>
            <a:xfrm>
              <a:off x="18787340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9DA1E421-296A-4DCD-8342-64BBFBC64E5B}"/>
                </a:ext>
              </a:extLst>
            </p:cNvPr>
            <p:cNvSpPr txBox="1"/>
            <p:nvPr/>
          </p:nvSpPr>
          <p:spPr>
            <a:xfrm>
              <a:off x="19036603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37E71A81-71A9-45F4-A245-4AAB3356FF75}"/>
                </a:ext>
              </a:extLst>
            </p:cNvPr>
            <p:cNvSpPr txBox="1"/>
            <p:nvPr/>
          </p:nvSpPr>
          <p:spPr>
            <a:xfrm>
              <a:off x="19285862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38616965-4848-4D6F-81D9-E47DD2262A9E}"/>
                </a:ext>
              </a:extLst>
            </p:cNvPr>
            <p:cNvSpPr txBox="1"/>
            <p:nvPr/>
          </p:nvSpPr>
          <p:spPr>
            <a:xfrm>
              <a:off x="17790298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34B6F954-C8FA-4975-9AA6-171F0D6E7B5D}"/>
                </a:ext>
              </a:extLst>
            </p:cNvPr>
            <p:cNvSpPr txBox="1"/>
            <p:nvPr/>
          </p:nvSpPr>
          <p:spPr>
            <a:xfrm>
              <a:off x="18039558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934E936B-89E9-4E55-96A8-78ABA3D9D7DF}"/>
                </a:ext>
              </a:extLst>
            </p:cNvPr>
            <p:cNvSpPr txBox="1"/>
            <p:nvPr/>
          </p:nvSpPr>
          <p:spPr>
            <a:xfrm>
              <a:off x="18288820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039C3ED-AD04-4843-AF79-CB4EB3586E58}"/>
                </a:ext>
              </a:extLst>
            </p:cNvPr>
            <p:cNvSpPr txBox="1"/>
            <p:nvPr/>
          </p:nvSpPr>
          <p:spPr>
            <a:xfrm>
              <a:off x="18538080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4FC18189-FE08-4D48-BA09-21F2C3EE7377}"/>
                </a:ext>
              </a:extLst>
            </p:cNvPr>
            <p:cNvSpPr txBox="1"/>
            <p:nvPr/>
          </p:nvSpPr>
          <p:spPr>
            <a:xfrm>
              <a:off x="18787340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3206DE5F-AA51-4FCA-8339-5D6AB5B640DC}"/>
                </a:ext>
              </a:extLst>
            </p:cNvPr>
            <p:cNvSpPr txBox="1"/>
            <p:nvPr/>
          </p:nvSpPr>
          <p:spPr>
            <a:xfrm>
              <a:off x="19036603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0B76D98C-2CF9-4A3B-BA94-9B9436A3F5F0}"/>
                </a:ext>
              </a:extLst>
            </p:cNvPr>
            <p:cNvSpPr txBox="1"/>
            <p:nvPr/>
          </p:nvSpPr>
          <p:spPr>
            <a:xfrm>
              <a:off x="19285862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22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E54B125C-E682-489B-9F8F-CA149F66F4D7}"/>
                </a:ext>
              </a:extLst>
            </p:cNvPr>
            <p:cNvSpPr txBox="1"/>
            <p:nvPr/>
          </p:nvSpPr>
          <p:spPr>
            <a:xfrm>
              <a:off x="17790298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02DB6930-4339-4740-8EE5-39FD21EF042E}"/>
                </a:ext>
              </a:extLst>
            </p:cNvPr>
            <p:cNvSpPr txBox="1"/>
            <p:nvPr/>
          </p:nvSpPr>
          <p:spPr>
            <a:xfrm>
              <a:off x="18039558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C9590BCD-5713-4118-9983-224D3BB167CF}"/>
                </a:ext>
              </a:extLst>
            </p:cNvPr>
            <p:cNvSpPr txBox="1"/>
            <p:nvPr/>
          </p:nvSpPr>
          <p:spPr>
            <a:xfrm>
              <a:off x="18288820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3760D30C-DA10-42D5-BC9A-61CE92D9FBA1}"/>
                </a:ext>
              </a:extLst>
            </p:cNvPr>
            <p:cNvSpPr txBox="1"/>
            <p:nvPr/>
          </p:nvSpPr>
          <p:spPr>
            <a:xfrm>
              <a:off x="18538080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6D8DE181-084F-4508-998F-17FBADFE8BE9}"/>
                </a:ext>
              </a:extLst>
            </p:cNvPr>
            <p:cNvSpPr txBox="1"/>
            <p:nvPr/>
          </p:nvSpPr>
          <p:spPr>
            <a:xfrm>
              <a:off x="18787340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9B002BBA-655B-41F5-ADDB-AE218F53DAA5}"/>
                </a:ext>
              </a:extLst>
            </p:cNvPr>
            <p:cNvSpPr txBox="1"/>
            <p:nvPr/>
          </p:nvSpPr>
          <p:spPr>
            <a:xfrm>
              <a:off x="19036603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2857FEB9-78E7-4D15-B315-96C245B30DF8}"/>
                </a:ext>
              </a:extLst>
            </p:cNvPr>
            <p:cNvSpPr txBox="1"/>
            <p:nvPr/>
          </p:nvSpPr>
          <p:spPr>
            <a:xfrm>
              <a:off x="19285862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5605D203-E238-4A4F-B1D7-AF0A62FC628C}"/>
                </a:ext>
              </a:extLst>
            </p:cNvPr>
            <p:cNvSpPr txBox="1"/>
            <p:nvPr/>
          </p:nvSpPr>
          <p:spPr>
            <a:xfrm>
              <a:off x="17790298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42F87E72-C4F9-46C7-B1DC-7D5A47EAB375}"/>
                </a:ext>
              </a:extLst>
            </p:cNvPr>
            <p:cNvSpPr txBox="1"/>
            <p:nvPr/>
          </p:nvSpPr>
          <p:spPr>
            <a:xfrm>
              <a:off x="18039558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5D373B36-4794-443B-A0DD-FD5133996B67}"/>
                </a:ext>
              </a:extLst>
            </p:cNvPr>
            <p:cNvSpPr txBox="1"/>
            <p:nvPr/>
          </p:nvSpPr>
          <p:spPr>
            <a:xfrm>
              <a:off x="18288820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9AEE43AA-9608-427C-AC02-242BF473B684}"/>
                </a:ext>
              </a:extLst>
            </p:cNvPr>
            <p:cNvSpPr txBox="1"/>
            <p:nvPr/>
          </p:nvSpPr>
          <p:spPr>
            <a:xfrm>
              <a:off x="18538080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6D199462-F348-422F-BD3F-4EAA74BDB0BF}"/>
                </a:ext>
              </a:extLst>
            </p:cNvPr>
            <p:cNvSpPr txBox="1"/>
            <p:nvPr/>
          </p:nvSpPr>
          <p:spPr>
            <a:xfrm>
              <a:off x="18787340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2915B4DE-F7EE-4E12-AA6E-6B72884528E0}"/>
                </a:ext>
              </a:extLst>
            </p:cNvPr>
            <p:cNvSpPr txBox="1"/>
            <p:nvPr/>
          </p:nvSpPr>
          <p:spPr>
            <a:xfrm>
              <a:off x="19036603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2C21D83F-3A58-42CE-A954-375B542E8740}"/>
                </a:ext>
              </a:extLst>
            </p:cNvPr>
            <p:cNvSpPr txBox="1"/>
            <p:nvPr/>
          </p:nvSpPr>
          <p:spPr>
            <a:xfrm>
              <a:off x="19285862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94" name="TextBox 593">
              <a:hlinkClick r:id="rId33" action="ppaction://hlinksldjump"/>
              <a:extLst>
                <a:ext uri="{FF2B5EF4-FFF2-40B4-BE49-F238E27FC236}">
                  <a16:creationId xmlns:a16="http://schemas.microsoft.com/office/drawing/2014/main" id="{A415970C-6F79-4779-A505-F4B8B8E8FEA0}"/>
                </a:ext>
              </a:extLst>
            </p:cNvPr>
            <p:cNvSpPr txBox="1"/>
            <p:nvPr/>
          </p:nvSpPr>
          <p:spPr>
            <a:xfrm>
              <a:off x="19663434" y="6621654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w31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95" name="TextBox 594">
              <a:hlinkClick r:id="rId34" action="ppaction://hlinksldjump"/>
              <a:extLst>
                <a:ext uri="{FF2B5EF4-FFF2-40B4-BE49-F238E27FC236}">
                  <a16:creationId xmlns:a16="http://schemas.microsoft.com/office/drawing/2014/main" id="{96B36949-97FD-4271-A723-75C3A55A40B5}"/>
                </a:ext>
              </a:extLst>
            </p:cNvPr>
            <p:cNvSpPr txBox="1"/>
            <p:nvPr/>
          </p:nvSpPr>
          <p:spPr>
            <a:xfrm>
              <a:off x="19663434" y="6892045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w32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96" name="TextBox 595">
              <a:hlinkClick r:id="rId35" action="ppaction://hlinksldjump"/>
              <a:extLst>
                <a:ext uri="{FF2B5EF4-FFF2-40B4-BE49-F238E27FC236}">
                  <a16:creationId xmlns:a16="http://schemas.microsoft.com/office/drawing/2014/main" id="{5FCB0CEC-94DB-4FE0-BD56-D25C057B23D8}"/>
                </a:ext>
              </a:extLst>
            </p:cNvPr>
            <p:cNvSpPr txBox="1"/>
            <p:nvPr/>
          </p:nvSpPr>
          <p:spPr>
            <a:xfrm>
              <a:off x="19663434" y="7173043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w33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97" name="TextBox 596">
              <a:hlinkClick r:id="rId36" action="ppaction://hlinksldjump"/>
              <a:extLst>
                <a:ext uri="{FF2B5EF4-FFF2-40B4-BE49-F238E27FC236}">
                  <a16:creationId xmlns:a16="http://schemas.microsoft.com/office/drawing/2014/main" id="{56419894-B7A7-4D89-A65C-FF75FE3C1074}"/>
                </a:ext>
              </a:extLst>
            </p:cNvPr>
            <p:cNvSpPr txBox="1"/>
            <p:nvPr/>
          </p:nvSpPr>
          <p:spPr>
            <a:xfrm>
              <a:off x="19663434" y="7454043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w34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98" name="TextBox 597">
              <a:hlinkClick r:id="rId37" action="ppaction://hlinksldjump"/>
              <a:extLst>
                <a:ext uri="{FF2B5EF4-FFF2-40B4-BE49-F238E27FC236}">
                  <a16:creationId xmlns:a16="http://schemas.microsoft.com/office/drawing/2014/main" id="{3B031D49-3B5B-4A29-91C7-EB214658AE91}"/>
                </a:ext>
              </a:extLst>
            </p:cNvPr>
            <p:cNvSpPr txBox="1"/>
            <p:nvPr/>
          </p:nvSpPr>
          <p:spPr>
            <a:xfrm>
              <a:off x="19663434" y="7735040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w35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99" name="TextBox 598">
              <a:hlinkClick r:id="rId38" action="ppaction://hlinksldjump"/>
              <a:extLst>
                <a:ext uri="{FF2B5EF4-FFF2-40B4-BE49-F238E27FC236}">
                  <a16:creationId xmlns:a16="http://schemas.microsoft.com/office/drawing/2014/main" id="{3766FFC6-BFAA-482D-9B0B-FDF178922203}"/>
                </a:ext>
              </a:extLst>
            </p:cNvPr>
            <p:cNvSpPr txBox="1"/>
            <p:nvPr/>
          </p:nvSpPr>
          <p:spPr>
            <a:xfrm>
              <a:off x="19663434" y="8026643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w36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E3304950-D758-4B46-A0AB-643A211DA985}"/>
              </a:ext>
            </a:extLst>
          </p:cNvPr>
          <p:cNvGrpSpPr/>
          <p:nvPr/>
        </p:nvGrpSpPr>
        <p:grpSpPr>
          <a:xfrm>
            <a:off x="20273602" y="6621654"/>
            <a:ext cx="2220502" cy="1625833"/>
            <a:chOff x="20273602" y="6621654"/>
            <a:chExt cx="2220502" cy="1625833"/>
          </a:xfrm>
        </p:grpSpPr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589814E-FAB2-40E6-BB9A-264B44DD201F}"/>
                </a:ext>
              </a:extLst>
            </p:cNvPr>
            <p:cNvSpPr txBox="1"/>
            <p:nvPr/>
          </p:nvSpPr>
          <p:spPr>
            <a:xfrm>
              <a:off x="20273602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A955477C-4514-4E75-8CDB-2F32219BE958}"/>
                </a:ext>
              </a:extLst>
            </p:cNvPr>
            <p:cNvSpPr txBox="1"/>
            <p:nvPr/>
          </p:nvSpPr>
          <p:spPr>
            <a:xfrm>
              <a:off x="20522864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31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39DD6637-6A44-4064-904A-A5203C28BB59}"/>
                </a:ext>
              </a:extLst>
            </p:cNvPr>
            <p:cNvSpPr txBox="1"/>
            <p:nvPr/>
          </p:nvSpPr>
          <p:spPr>
            <a:xfrm>
              <a:off x="20772124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5EE0F77-222B-46ED-B2F8-C763E0A08109}"/>
                </a:ext>
              </a:extLst>
            </p:cNvPr>
            <p:cNvSpPr txBox="1"/>
            <p:nvPr/>
          </p:nvSpPr>
          <p:spPr>
            <a:xfrm>
              <a:off x="21021387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E4F03D4B-82B5-4A88-A923-C2253E02FB98}"/>
                </a:ext>
              </a:extLst>
            </p:cNvPr>
            <p:cNvSpPr txBox="1"/>
            <p:nvPr/>
          </p:nvSpPr>
          <p:spPr>
            <a:xfrm>
              <a:off x="21270646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17BE9955-37E9-4AEC-8E5A-A368ACB38B86}"/>
                </a:ext>
              </a:extLst>
            </p:cNvPr>
            <p:cNvSpPr txBox="1"/>
            <p:nvPr/>
          </p:nvSpPr>
          <p:spPr>
            <a:xfrm>
              <a:off x="21519907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E0CABE6C-DB06-43F3-9333-D9E15AA5F953}"/>
                </a:ext>
              </a:extLst>
            </p:cNvPr>
            <p:cNvSpPr txBox="1"/>
            <p:nvPr/>
          </p:nvSpPr>
          <p:spPr>
            <a:xfrm>
              <a:off x="21769166" y="6626498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A9090818-6D1E-421A-9E1C-C26E62FF9F20}"/>
                </a:ext>
              </a:extLst>
            </p:cNvPr>
            <p:cNvSpPr txBox="1"/>
            <p:nvPr/>
          </p:nvSpPr>
          <p:spPr>
            <a:xfrm>
              <a:off x="20273602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95" name="TextBox 394">
              <a:extLst>
                <a:ext uri="{FF2B5EF4-FFF2-40B4-BE49-F238E27FC236}">
                  <a16:creationId xmlns:a16="http://schemas.microsoft.com/office/drawing/2014/main" id="{1A8B712B-4487-4AB9-8B72-EDD067C5A49E}"/>
                </a:ext>
              </a:extLst>
            </p:cNvPr>
            <p:cNvSpPr txBox="1"/>
            <p:nvPr/>
          </p:nvSpPr>
          <p:spPr>
            <a:xfrm>
              <a:off x="20522864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96" name="TextBox 395">
              <a:extLst>
                <a:ext uri="{FF2B5EF4-FFF2-40B4-BE49-F238E27FC236}">
                  <a16:creationId xmlns:a16="http://schemas.microsoft.com/office/drawing/2014/main" id="{F11938D6-45E4-466B-808F-1F2DF817F68A}"/>
                </a:ext>
              </a:extLst>
            </p:cNvPr>
            <p:cNvSpPr txBox="1"/>
            <p:nvPr/>
          </p:nvSpPr>
          <p:spPr>
            <a:xfrm>
              <a:off x="20772124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97" name="TextBox 396">
              <a:extLst>
                <a:ext uri="{FF2B5EF4-FFF2-40B4-BE49-F238E27FC236}">
                  <a16:creationId xmlns:a16="http://schemas.microsoft.com/office/drawing/2014/main" id="{18F2F120-EA01-4030-BD1C-E7CF0D5F41DA}"/>
                </a:ext>
              </a:extLst>
            </p:cNvPr>
            <p:cNvSpPr txBox="1"/>
            <p:nvPr/>
          </p:nvSpPr>
          <p:spPr>
            <a:xfrm>
              <a:off x="21021387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34528552-C8CF-4F97-AF89-ED79A376AC11}"/>
                </a:ext>
              </a:extLst>
            </p:cNvPr>
            <p:cNvSpPr txBox="1"/>
            <p:nvPr/>
          </p:nvSpPr>
          <p:spPr>
            <a:xfrm>
              <a:off x="21270646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97B0CD38-53D2-4B57-9D7D-1E3DB3BDC9C9}"/>
                </a:ext>
              </a:extLst>
            </p:cNvPr>
            <p:cNvSpPr txBox="1"/>
            <p:nvPr/>
          </p:nvSpPr>
          <p:spPr>
            <a:xfrm>
              <a:off x="21519907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56FC4F1D-2369-45E4-B5D7-4A6B1BB8712F}"/>
                </a:ext>
              </a:extLst>
            </p:cNvPr>
            <p:cNvSpPr txBox="1"/>
            <p:nvPr/>
          </p:nvSpPr>
          <p:spPr>
            <a:xfrm>
              <a:off x="21769166" y="6907496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13B832A-F06D-4C69-9181-CA43E6619FB3}"/>
                </a:ext>
              </a:extLst>
            </p:cNvPr>
            <p:cNvSpPr txBox="1"/>
            <p:nvPr/>
          </p:nvSpPr>
          <p:spPr>
            <a:xfrm>
              <a:off x="20273602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4BE7CFB2-3AED-4A94-820A-003583C31A5D}"/>
                </a:ext>
              </a:extLst>
            </p:cNvPr>
            <p:cNvSpPr txBox="1"/>
            <p:nvPr/>
          </p:nvSpPr>
          <p:spPr>
            <a:xfrm>
              <a:off x="20522864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7D1F9607-8D51-4405-A612-7FBB0AE6ACC2}"/>
                </a:ext>
              </a:extLst>
            </p:cNvPr>
            <p:cNvSpPr txBox="1"/>
            <p:nvPr/>
          </p:nvSpPr>
          <p:spPr>
            <a:xfrm>
              <a:off x="20772124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55A73D7-6239-4B17-94FB-0E31329AD07F}"/>
                </a:ext>
              </a:extLst>
            </p:cNvPr>
            <p:cNvSpPr txBox="1"/>
            <p:nvPr/>
          </p:nvSpPr>
          <p:spPr>
            <a:xfrm>
              <a:off x="21021387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D4FA2260-1099-4D5D-BBA7-36060823E74C}"/>
                </a:ext>
              </a:extLst>
            </p:cNvPr>
            <p:cNvSpPr txBox="1"/>
            <p:nvPr/>
          </p:nvSpPr>
          <p:spPr>
            <a:xfrm>
              <a:off x="21270646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7D12CE5E-4579-4FE5-8E78-C534C316BC5D}"/>
                </a:ext>
              </a:extLst>
            </p:cNvPr>
            <p:cNvSpPr txBox="1"/>
            <p:nvPr/>
          </p:nvSpPr>
          <p:spPr>
            <a:xfrm>
              <a:off x="21519907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18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6341C015-5E48-4C2D-9438-6CD5C984D6E6}"/>
                </a:ext>
              </a:extLst>
            </p:cNvPr>
            <p:cNvSpPr txBox="1"/>
            <p:nvPr/>
          </p:nvSpPr>
          <p:spPr>
            <a:xfrm>
              <a:off x="21769166" y="7188494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19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657B14A5-7ABC-4285-A210-D59B06A67735}"/>
                </a:ext>
              </a:extLst>
            </p:cNvPr>
            <p:cNvSpPr txBox="1"/>
            <p:nvPr/>
          </p:nvSpPr>
          <p:spPr>
            <a:xfrm>
              <a:off x="20273602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20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49DAB889-98D9-4A42-BFF5-194102AD09B2}"/>
                </a:ext>
              </a:extLst>
            </p:cNvPr>
            <p:cNvSpPr txBox="1"/>
            <p:nvPr/>
          </p:nvSpPr>
          <p:spPr>
            <a:xfrm>
              <a:off x="20522864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584D7DE1-251B-44F8-8876-31BD424E1C7B}"/>
                </a:ext>
              </a:extLst>
            </p:cNvPr>
            <p:cNvSpPr txBox="1"/>
            <p:nvPr/>
          </p:nvSpPr>
          <p:spPr>
            <a:xfrm>
              <a:off x="20772124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22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FD7833F8-2BCB-48B9-975B-1AB7C37E573D}"/>
                </a:ext>
              </a:extLst>
            </p:cNvPr>
            <p:cNvSpPr txBox="1"/>
            <p:nvPr/>
          </p:nvSpPr>
          <p:spPr>
            <a:xfrm>
              <a:off x="21021387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C93305EE-B1EF-482B-9286-3FED55601F88}"/>
                </a:ext>
              </a:extLst>
            </p:cNvPr>
            <p:cNvSpPr txBox="1"/>
            <p:nvPr/>
          </p:nvSpPr>
          <p:spPr>
            <a:xfrm>
              <a:off x="21270646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F8A22CB4-2375-4F72-A416-1F5CF0599A3F}"/>
                </a:ext>
              </a:extLst>
            </p:cNvPr>
            <p:cNvSpPr txBox="1"/>
            <p:nvPr/>
          </p:nvSpPr>
          <p:spPr>
            <a:xfrm>
              <a:off x="21519907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25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9F4461DC-E341-4447-B404-049079A78083}"/>
                </a:ext>
              </a:extLst>
            </p:cNvPr>
            <p:cNvSpPr txBox="1"/>
            <p:nvPr/>
          </p:nvSpPr>
          <p:spPr>
            <a:xfrm>
              <a:off x="21769166" y="746949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26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94BAA7C8-4585-4A20-A671-776C8D3D8129}"/>
                </a:ext>
              </a:extLst>
            </p:cNvPr>
            <p:cNvSpPr txBox="1"/>
            <p:nvPr/>
          </p:nvSpPr>
          <p:spPr>
            <a:xfrm>
              <a:off x="20273602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25EFED79-CEC1-4A9F-9512-01D7532284CD}"/>
                </a:ext>
              </a:extLst>
            </p:cNvPr>
            <p:cNvSpPr txBox="1"/>
            <p:nvPr/>
          </p:nvSpPr>
          <p:spPr>
            <a:xfrm>
              <a:off x="20522864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CE6AAE2E-7CEA-4031-AAB4-77D9F04BB30F}"/>
                </a:ext>
              </a:extLst>
            </p:cNvPr>
            <p:cNvSpPr txBox="1"/>
            <p:nvPr/>
          </p:nvSpPr>
          <p:spPr>
            <a:xfrm>
              <a:off x="20772124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73BC0995-3E36-484F-BEF9-E05D14273D54}"/>
                </a:ext>
              </a:extLst>
            </p:cNvPr>
            <p:cNvSpPr txBox="1"/>
            <p:nvPr/>
          </p:nvSpPr>
          <p:spPr>
            <a:xfrm>
              <a:off x="21021387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D911BD8F-079B-4E50-BCBA-B8DF52FE211E}"/>
                </a:ext>
              </a:extLst>
            </p:cNvPr>
            <p:cNvSpPr txBox="1"/>
            <p:nvPr/>
          </p:nvSpPr>
          <p:spPr>
            <a:xfrm>
              <a:off x="21270646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FA49AA3A-408D-4866-907D-8319EF2DC6AB}"/>
                </a:ext>
              </a:extLst>
            </p:cNvPr>
            <p:cNvSpPr txBox="1"/>
            <p:nvPr/>
          </p:nvSpPr>
          <p:spPr>
            <a:xfrm>
              <a:off x="21519907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D9A07DEB-0B49-4678-BDB7-F6A53AE96F58}"/>
                </a:ext>
              </a:extLst>
            </p:cNvPr>
            <p:cNvSpPr txBox="1"/>
            <p:nvPr/>
          </p:nvSpPr>
          <p:spPr>
            <a:xfrm>
              <a:off x="21769166" y="775049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4E1F5770-83D8-4F14-BF7F-AAE1871913DE}"/>
                </a:ext>
              </a:extLst>
            </p:cNvPr>
            <p:cNvSpPr txBox="1"/>
            <p:nvPr/>
          </p:nvSpPr>
          <p:spPr>
            <a:xfrm>
              <a:off x="20273602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0863AFEF-8D95-46B6-82FF-C3ADB569C8F5}"/>
                </a:ext>
              </a:extLst>
            </p:cNvPr>
            <p:cNvSpPr txBox="1"/>
            <p:nvPr/>
          </p:nvSpPr>
          <p:spPr>
            <a:xfrm>
              <a:off x="20522864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8077C485-077E-429D-92CF-510DE502371A}"/>
                </a:ext>
              </a:extLst>
            </p:cNvPr>
            <p:cNvSpPr txBox="1"/>
            <p:nvPr/>
          </p:nvSpPr>
          <p:spPr>
            <a:xfrm>
              <a:off x="20772124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1A7E689E-6C97-4FE6-90E2-E27366A0DCF2}"/>
                </a:ext>
              </a:extLst>
            </p:cNvPr>
            <p:cNvSpPr txBox="1"/>
            <p:nvPr/>
          </p:nvSpPr>
          <p:spPr>
            <a:xfrm>
              <a:off x="21021387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14F9B712-C148-433A-B6A7-6180FCF44CEF}"/>
                </a:ext>
              </a:extLst>
            </p:cNvPr>
            <p:cNvSpPr txBox="1"/>
            <p:nvPr/>
          </p:nvSpPr>
          <p:spPr>
            <a:xfrm>
              <a:off x="21270646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3F542837-CDA7-4711-851E-8EB33C68B853}"/>
                </a:ext>
              </a:extLst>
            </p:cNvPr>
            <p:cNvSpPr txBox="1"/>
            <p:nvPr/>
          </p:nvSpPr>
          <p:spPr>
            <a:xfrm>
              <a:off x="21519907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B4086A9A-4BA4-4474-A6F9-0006DF38B214}"/>
                </a:ext>
              </a:extLst>
            </p:cNvPr>
            <p:cNvSpPr txBox="1"/>
            <p:nvPr/>
          </p:nvSpPr>
          <p:spPr>
            <a:xfrm>
              <a:off x="21769166" y="8031487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10" name="TextBox 609">
              <a:hlinkClick r:id="rId38" action="ppaction://hlinksldjump"/>
              <a:extLst>
                <a:ext uri="{FF2B5EF4-FFF2-40B4-BE49-F238E27FC236}">
                  <a16:creationId xmlns:a16="http://schemas.microsoft.com/office/drawing/2014/main" id="{DE5D25B8-1CDD-440E-9C27-8E1D7F446B86}"/>
                </a:ext>
              </a:extLst>
            </p:cNvPr>
            <p:cNvSpPr txBox="1"/>
            <p:nvPr/>
          </p:nvSpPr>
          <p:spPr>
            <a:xfrm>
              <a:off x="22170104" y="6621654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w36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11" name="TextBox 610">
              <a:hlinkClick r:id="rId39" action="ppaction://hlinksldjump"/>
              <a:extLst>
                <a:ext uri="{FF2B5EF4-FFF2-40B4-BE49-F238E27FC236}">
                  <a16:creationId xmlns:a16="http://schemas.microsoft.com/office/drawing/2014/main" id="{203AE255-8614-49A2-8DB6-222D85FBB462}"/>
                </a:ext>
              </a:extLst>
            </p:cNvPr>
            <p:cNvSpPr txBox="1"/>
            <p:nvPr/>
          </p:nvSpPr>
          <p:spPr>
            <a:xfrm>
              <a:off x="22170104" y="6892045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w37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12" name="TextBox 611">
              <a:hlinkClick r:id="rId40" action="ppaction://hlinksldjump"/>
              <a:extLst>
                <a:ext uri="{FF2B5EF4-FFF2-40B4-BE49-F238E27FC236}">
                  <a16:creationId xmlns:a16="http://schemas.microsoft.com/office/drawing/2014/main" id="{2511FCC8-CEC4-4872-941A-8047281BB55A}"/>
                </a:ext>
              </a:extLst>
            </p:cNvPr>
            <p:cNvSpPr txBox="1"/>
            <p:nvPr/>
          </p:nvSpPr>
          <p:spPr>
            <a:xfrm>
              <a:off x="22170104" y="7173043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w38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13" name="TextBox 612">
              <a:hlinkClick r:id="rId41" action="ppaction://hlinksldjump"/>
              <a:extLst>
                <a:ext uri="{FF2B5EF4-FFF2-40B4-BE49-F238E27FC236}">
                  <a16:creationId xmlns:a16="http://schemas.microsoft.com/office/drawing/2014/main" id="{D4E5F760-D0C0-45DA-B8F1-D9BBACA7690F}"/>
                </a:ext>
              </a:extLst>
            </p:cNvPr>
            <p:cNvSpPr txBox="1"/>
            <p:nvPr/>
          </p:nvSpPr>
          <p:spPr>
            <a:xfrm>
              <a:off x="22170104" y="7454043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w39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14" name="TextBox 613">
              <a:hlinkClick r:id="rId42" action="ppaction://hlinksldjump"/>
              <a:extLst>
                <a:ext uri="{FF2B5EF4-FFF2-40B4-BE49-F238E27FC236}">
                  <a16:creationId xmlns:a16="http://schemas.microsoft.com/office/drawing/2014/main" id="{2CE8EE51-0E59-46EC-9BAB-420AAF8F900F}"/>
                </a:ext>
              </a:extLst>
            </p:cNvPr>
            <p:cNvSpPr txBox="1"/>
            <p:nvPr/>
          </p:nvSpPr>
          <p:spPr>
            <a:xfrm>
              <a:off x="22170104" y="7735040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w40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FA5603FF-05E9-4F6A-BE6E-79FBF8D546C3}"/>
              </a:ext>
            </a:extLst>
          </p:cNvPr>
          <p:cNvGrpSpPr/>
          <p:nvPr/>
        </p:nvGrpSpPr>
        <p:grpSpPr>
          <a:xfrm>
            <a:off x="15306993" y="9041955"/>
            <a:ext cx="2197009" cy="1620990"/>
            <a:chOff x="15306993" y="9041955"/>
            <a:chExt cx="2197009" cy="1620990"/>
          </a:xfrm>
        </p:grpSpPr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E72EE765-5130-4CD4-95BC-9475F1132850}"/>
                </a:ext>
              </a:extLst>
            </p:cNvPr>
            <p:cNvSpPr txBox="1"/>
            <p:nvPr/>
          </p:nvSpPr>
          <p:spPr>
            <a:xfrm>
              <a:off x="15306993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27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648506C5-1D78-4C41-8BF8-69130E270DD0}"/>
                </a:ext>
              </a:extLst>
            </p:cNvPr>
            <p:cNvSpPr txBox="1"/>
            <p:nvPr/>
          </p:nvSpPr>
          <p:spPr>
            <a:xfrm>
              <a:off x="15556253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BF3D8879-FB3C-4621-AAD5-177573FD6E4B}"/>
                </a:ext>
              </a:extLst>
            </p:cNvPr>
            <p:cNvSpPr txBox="1"/>
            <p:nvPr/>
          </p:nvSpPr>
          <p:spPr>
            <a:xfrm>
              <a:off x="15805515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87BDAB5F-B6C5-45DE-9E97-03E2D9468328}"/>
                </a:ext>
              </a:extLst>
            </p:cNvPr>
            <p:cNvSpPr txBox="1"/>
            <p:nvPr/>
          </p:nvSpPr>
          <p:spPr>
            <a:xfrm>
              <a:off x="16054775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AED89894-891A-4295-975F-58AD58FFD8AC}"/>
                </a:ext>
              </a:extLst>
            </p:cNvPr>
            <p:cNvSpPr txBox="1"/>
            <p:nvPr/>
          </p:nvSpPr>
          <p:spPr>
            <a:xfrm>
              <a:off x="16304038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00B0F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rgbClr val="00B0F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FFAB28FF-E2EE-4DA3-B54E-40E3F4E1DDD8}"/>
                </a:ext>
              </a:extLst>
            </p:cNvPr>
            <p:cNvSpPr txBox="1"/>
            <p:nvPr/>
          </p:nvSpPr>
          <p:spPr>
            <a:xfrm>
              <a:off x="16553297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023843C0-98EE-4B8F-B920-09A7F89153C5}"/>
                </a:ext>
              </a:extLst>
            </p:cNvPr>
            <p:cNvSpPr txBox="1"/>
            <p:nvPr/>
          </p:nvSpPr>
          <p:spPr>
            <a:xfrm>
              <a:off x="16802557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FABE5DFE-81D8-4A25-81C1-DCECB7C33FEC}"/>
                </a:ext>
              </a:extLst>
            </p:cNvPr>
            <p:cNvSpPr txBox="1"/>
            <p:nvPr/>
          </p:nvSpPr>
          <p:spPr>
            <a:xfrm>
              <a:off x="15306993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DAD95511-CDBE-4B86-B66C-26C42329B39D}"/>
                </a:ext>
              </a:extLst>
            </p:cNvPr>
            <p:cNvSpPr txBox="1"/>
            <p:nvPr/>
          </p:nvSpPr>
          <p:spPr>
            <a:xfrm>
              <a:off x="15556253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7BA88FB0-540B-4CD2-95DF-12EEFB65007F}"/>
                </a:ext>
              </a:extLst>
            </p:cNvPr>
            <p:cNvSpPr txBox="1"/>
            <p:nvPr/>
          </p:nvSpPr>
          <p:spPr>
            <a:xfrm>
              <a:off x="15805515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8D1045A6-90BF-47F6-81DD-4A4C45A3F3AA}"/>
                </a:ext>
              </a:extLst>
            </p:cNvPr>
            <p:cNvSpPr txBox="1"/>
            <p:nvPr/>
          </p:nvSpPr>
          <p:spPr>
            <a:xfrm>
              <a:off x="16054775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5042122F-7989-472D-915D-842EE24C9EFC}"/>
                </a:ext>
              </a:extLst>
            </p:cNvPr>
            <p:cNvSpPr txBox="1"/>
            <p:nvPr/>
          </p:nvSpPr>
          <p:spPr>
            <a:xfrm>
              <a:off x="16304038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727A80B3-5E83-4512-BE61-46A69236E3C2}"/>
                </a:ext>
              </a:extLst>
            </p:cNvPr>
            <p:cNvSpPr txBox="1"/>
            <p:nvPr/>
          </p:nvSpPr>
          <p:spPr>
            <a:xfrm>
              <a:off x="16553297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D84B1945-6640-4DEA-8B03-1D120B1BD359}"/>
                </a:ext>
              </a:extLst>
            </p:cNvPr>
            <p:cNvSpPr txBox="1"/>
            <p:nvPr/>
          </p:nvSpPr>
          <p:spPr>
            <a:xfrm>
              <a:off x="16802557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B15C5244-C908-4CF8-B8D8-A17AEA056D2D}"/>
                </a:ext>
              </a:extLst>
            </p:cNvPr>
            <p:cNvSpPr txBox="1"/>
            <p:nvPr/>
          </p:nvSpPr>
          <p:spPr>
            <a:xfrm>
              <a:off x="15306993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AE354B4D-B9B7-4903-85C1-AEEA33EAC76F}"/>
                </a:ext>
              </a:extLst>
            </p:cNvPr>
            <p:cNvSpPr txBox="1"/>
            <p:nvPr/>
          </p:nvSpPr>
          <p:spPr>
            <a:xfrm>
              <a:off x="15556253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38C10CE6-3FE1-47EF-88AD-5A0FEB5CBC45}"/>
                </a:ext>
              </a:extLst>
            </p:cNvPr>
            <p:cNvSpPr txBox="1"/>
            <p:nvPr/>
          </p:nvSpPr>
          <p:spPr>
            <a:xfrm>
              <a:off x="15805515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6694164-8A08-456B-9EF7-0EC381D67B9E}"/>
                </a:ext>
              </a:extLst>
            </p:cNvPr>
            <p:cNvSpPr txBox="1"/>
            <p:nvPr/>
          </p:nvSpPr>
          <p:spPr>
            <a:xfrm>
              <a:off x="16054775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299F616A-90F5-4866-8968-2DDE189BE1FB}"/>
                </a:ext>
              </a:extLst>
            </p:cNvPr>
            <p:cNvSpPr txBox="1"/>
            <p:nvPr/>
          </p:nvSpPr>
          <p:spPr>
            <a:xfrm>
              <a:off x="16304038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FE77697A-0ABD-415C-94AE-B3C2CBCC1F4B}"/>
                </a:ext>
              </a:extLst>
            </p:cNvPr>
            <p:cNvSpPr txBox="1"/>
            <p:nvPr/>
          </p:nvSpPr>
          <p:spPr>
            <a:xfrm>
              <a:off x="16553297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585645E2-21DA-406F-98FF-F42F436DA26B}"/>
                </a:ext>
              </a:extLst>
            </p:cNvPr>
            <p:cNvSpPr txBox="1"/>
            <p:nvPr/>
          </p:nvSpPr>
          <p:spPr>
            <a:xfrm>
              <a:off x="16802557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17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F692554E-E9C2-4B5E-AC56-F3C38257E3F6}"/>
                </a:ext>
              </a:extLst>
            </p:cNvPr>
            <p:cNvSpPr txBox="1"/>
            <p:nvPr/>
          </p:nvSpPr>
          <p:spPr>
            <a:xfrm>
              <a:off x="15306993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520051D8-DA90-475B-8945-44E50AE6F430}"/>
                </a:ext>
              </a:extLst>
            </p:cNvPr>
            <p:cNvSpPr txBox="1"/>
            <p:nvPr/>
          </p:nvSpPr>
          <p:spPr>
            <a:xfrm>
              <a:off x="15556253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A3E800EA-36DB-4DD6-A2A1-8BD3A8458416}"/>
                </a:ext>
              </a:extLst>
            </p:cNvPr>
            <p:cNvSpPr txBox="1"/>
            <p:nvPr/>
          </p:nvSpPr>
          <p:spPr>
            <a:xfrm>
              <a:off x="15805515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58F730D0-98C2-46F4-96AA-FA5DE05AFE1C}"/>
                </a:ext>
              </a:extLst>
            </p:cNvPr>
            <p:cNvSpPr txBox="1"/>
            <p:nvPr/>
          </p:nvSpPr>
          <p:spPr>
            <a:xfrm>
              <a:off x="16054775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D1B8193-7875-4232-8532-9A06EB10F567}"/>
                </a:ext>
              </a:extLst>
            </p:cNvPr>
            <p:cNvSpPr txBox="1"/>
            <p:nvPr/>
          </p:nvSpPr>
          <p:spPr>
            <a:xfrm>
              <a:off x="16304038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FDD838D1-E871-4760-9AFF-C45E79EC0A35}"/>
                </a:ext>
              </a:extLst>
            </p:cNvPr>
            <p:cNvSpPr txBox="1"/>
            <p:nvPr/>
          </p:nvSpPr>
          <p:spPr>
            <a:xfrm>
              <a:off x="16553297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23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B93D0827-A0DA-4CA8-9D33-5D249B8AA631}"/>
                </a:ext>
              </a:extLst>
            </p:cNvPr>
            <p:cNvSpPr txBox="1"/>
            <p:nvPr/>
          </p:nvSpPr>
          <p:spPr>
            <a:xfrm>
              <a:off x="16802557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24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DCE7FD15-B287-4BF9-9BCF-759C83B64672}"/>
                </a:ext>
              </a:extLst>
            </p:cNvPr>
            <p:cNvSpPr txBox="1"/>
            <p:nvPr/>
          </p:nvSpPr>
          <p:spPr>
            <a:xfrm>
              <a:off x="15306993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F699EA90-E789-41EF-8EEA-60C74E14A158}"/>
                </a:ext>
              </a:extLst>
            </p:cNvPr>
            <p:cNvSpPr txBox="1"/>
            <p:nvPr/>
          </p:nvSpPr>
          <p:spPr>
            <a:xfrm>
              <a:off x="15556253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5BE3319A-E6A8-4173-9392-1E866A55C27F}"/>
                </a:ext>
              </a:extLst>
            </p:cNvPr>
            <p:cNvSpPr txBox="1"/>
            <p:nvPr/>
          </p:nvSpPr>
          <p:spPr>
            <a:xfrm>
              <a:off x="15805515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11E60FBB-D51B-4852-80CF-730A59303855}"/>
                </a:ext>
              </a:extLst>
            </p:cNvPr>
            <p:cNvSpPr txBox="1"/>
            <p:nvPr/>
          </p:nvSpPr>
          <p:spPr>
            <a:xfrm>
              <a:off x="16054775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E1C9D0A4-ADD3-4613-AFB7-715474E92B55}"/>
                </a:ext>
              </a:extLst>
            </p:cNvPr>
            <p:cNvSpPr txBox="1"/>
            <p:nvPr/>
          </p:nvSpPr>
          <p:spPr>
            <a:xfrm>
              <a:off x="16304038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D12D9817-6A6B-4096-A277-09D1E8CD03C4}"/>
                </a:ext>
              </a:extLst>
            </p:cNvPr>
            <p:cNvSpPr txBox="1"/>
            <p:nvPr/>
          </p:nvSpPr>
          <p:spPr>
            <a:xfrm>
              <a:off x="16553297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9273EF9D-12D4-4FB5-B162-498A9A25009D}"/>
                </a:ext>
              </a:extLst>
            </p:cNvPr>
            <p:cNvSpPr txBox="1"/>
            <p:nvPr/>
          </p:nvSpPr>
          <p:spPr>
            <a:xfrm>
              <a:off x="16802557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F467C2E5-3B1A-45CF-8105-CAF6C89669B8}"/>
                </a:ext>
              </a:extLst>
            </p:cNvPr>
            <p:cNvSpPr txBox="1"/>
            <p:nvPr/>
          </p:nvSpPr>
          <p:spPr>
            <a:xfrm>
              <a:off x="15306993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57F287DD-4090-42DC-9251-0E845D27318F}"/>
                </a:ext>
              </a:extLst>
            </p:cNvPr>
            <p:cNvSpPr txBox="1"/>
            <p:nvPr/>
          </p:nvSpPr>
          <p:spPr>
            <a:xfrm>
              <a:off x="15556253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1B97931C-FBAD-48D7-AD09-ACF48CAADCD2}"/>
                </a:ext>
              </a:extLst>
            </p:cNvPr>
            <p:cNvSpPr txBox="1"/>
            <p:nvPr/>
          </p:nvSpPr>
          <p:spPr>
            <a:xfrm>
              <a:off x="15805515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8CC7897B-5615-4C02-BFEE-36C2F6587A36}"/>
                </a:ext>
              </a:extLst>
            </p:cNvPr>
            <p:cNvSpPr txBox="1"/>
            <p:nvPr/>
          </p:nvSpPr>
          <p:spPr>
            <a:xfrm>
              <a:off x="16054775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B89F7179-6BE4-4422-A10D-41505EBD7B80}"/>
                </a:ext>
              </a:extLst>
            </p:cNvPr>
            <p:cNvSpPr txBox="1"/>
            <p:nvPr/>
          </p:nvSpPr>
          <p:spPr>
            <a:xfrm>
              <a:off x="16304038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1F0956B7-5CF3-4AEC-98DA-808E30B904E1}"/>
                </a:ext>
              </a:extLst>
            </p:cNvPr>
            <p:cNvSpPr txBox="1"/>
            <p:nvPr/>
          </p:nvSpPr>
          <p:spPr>
            <a:xfrm>
              <a:off x="16553297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54CAB44A-1FDD-4BCF-9CCE-4CF8E23356CE}"/>
                </a:ext>
              </a:extLst>
            </p:cNvPr>
            <p:cNvSpPr txBox="1"/>
            <p:nvPr/>
          </p:nvSpPr>
          <p:spPr>
            <a:xfrm>
              <a:off x="16802557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15" name="TextBox 614">
              <a:hlinkClick r:id="rId42" action="ppaction://hlinksldjump"/>
              <a:extLst>
                <a:ext uri="{FF2B5EF4-FFF2-40B4-BE49-F238E27FC236}">
                  <a16:creationId xmlns:a16="http://schemas.microsoft.com/office/drawing/2014/main" id="{D4890AEC-D0E0-4C23-8FAE-B779667F1FD2}"/>
                </a:ext>
              </a:extLst>
            </p:cNvPr>
            <p:cNvSpPr txBox="1"/>
            <p:nvPr/>
          </p:nvSpPr>
          <p:spPr>
            <a:xfrm>
              <a:off x="17180002" y="9041955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w40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16" name="TextBox 615">
              <a:hlinkClick r:id="rId43" action="ppaction://hlinksldjump"/>
              <a:extLst>
                <a:ext uri="{FF2B5EF4-FFF2-40B4-BE49-F238E27FC236}">
                  <a16:creationId xmlns:a16="http://schemas.microsoft.com/office/drawing/2014/main" id="{59ECC60F-6410-46AC-AFFA-9DA9191DCCAE}"/>
                </a:ext>
              </a:extLst>
            </p:cNvPr>
            <p:cNvSpPr txBox="1"/>
            <p:nvPr/>
          </p:nvSpPr>
          <p:spPr>
            <a:xfrm>
              <a:off x="17180002" y="9312346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w41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17" name="TextBox 616">
              <a:hlinkClick r:id="rId44" action="ppaction://hlinksldjump"/>
              <a:extLst>
                <a:ext uri="{FF2B5EF4-FFF2-40B4-BE49-F238E27FC236}">
                  <a16:creationId xmlns:a16="http://schemas.microsoft.com/office/drawing/2014/main" id="{B532A7E6-F114-4DD2-98D4-43A08221A209}"/>
                </a:ext>
              </a:extLst>
            </p:cNvPr>
            <p:cNvSpPr txBox="1"/>
            <p:nvPr/>
          </p:nvSpPr>
          <p:spPr>
            <a:xfrm>
              <a:off x="17180002" y="9593344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w42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18" name="TextBox 617">
              <a:hlinkClick r:id="rId45" action="ppaction://hlinksldjump"/>
              <a:extLst>
                <a:ext uri="{FF2B5EF4-FFF2-40B4-BE49-F238E27FC236}">
                  <a16:creationId xmlns:a16="http://schemas.microsoft.com/office/drawing/2014/main" id="{D48D8132-CE7A-45ED-9C11-D9E8653740C4}"/>
                </a:ext>
              </a:extLst>
            </p:cNvPr>
            <p:cNvSpPr txBox="1"/>
            <p:nvPr/>
          </p:nvSpPr>
          <p:spPr>
            <a:xfrm>
              <a:off x="17180002" y="9874342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w43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19" name="TextBox 618">
              <a:hlinkClick r:id="rId46" action="ppaction://hlinksldjump"/>
              <a:extLst>
                <a:ext uri="{FF2B5EF4-FFF2-40B4-BE49-F238E27FC236}">
                  <a16:creationId xmlns:a16="http://schemas.microsoft.com/office/drawing/2014/main" id="{1C8B89C5-944E-4DCF-A264-1987A66432CA}"/>
                </a:ext>
              </a:extLst>
            </p:cNvPr>
            <p:cNvSpPr txBox="1"/>
            <p:nvPr/>
          </p:nvSpPr>
          <p:spPr>
            <a:xfrm>
              <a:off x="17180002" y="10155341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w44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3B269E7C-4AE4-4169-97E8-AB14F60FE194}"/>
              </a:ext>
            </a:extLst>
          </p:cNvPr>
          <p:cNvGrpSpPr/>
          <p:nvPr/>
        </p:nvGrpSpPr>
        <p:grpSpPr>
          <a:xfrm>
            <a:off x="17790298" y="9039210"/>
            <a:ext cx="2197136" cy="1623735"/>
            <a:chOff x="17790298" y="9039210"/>
            <a:chExt cx="2197136" cy="1623735"/>
          </a:xfrm>
        </p:grpSpPr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F9146E8E-756F-493A-8C97-B62573B45518}"/>
                </a:ext>
              </a:extLst>
            </p:cNvPr>
            <p:cNvSpPr txBox="1"/>
            <p:nvPr/>
          </p:nvSpPr>
          <p:spPr>
            <a:xfrm>
              <a:off x="17790298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BFDB1DA4-B5C2-491E-ADDE-80AFE97BA5FB}"/>
                </a:ext>
              </a:extLst>
            </p:cNvPr>
            <p:cNvSpPr txBox="1"/>
            <p:nvPr/>
          </p:nvSpPr>
          <p:spPr>
            <a:xfrm>
              <a:off x="18039558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9DC78938-F85E-46E2-946B-B767DBBA3F41}"/>
                </a:ext>
              </a:extLst>
            </p:cNvPr>
            <p:cNvSpPr txBox="1"/>
            <p:nvPr/>
          </p:nvSpPr>
          <p:spPr>
            <a:xfrm>
              <a:off x="18288820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5BD03162-D3A4-485A-B7D7-B2E6E387CD8E}"/>
                </a:ext>
              </a:extLst>
            </p:cNvPr>
            <p:cNvSpPr txBox="1"/>
            <p:nvPr/>
          </p:nvSpPr>
          <p:spPr>
            <a:xfrm>
              <a:off x="18538080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E242A9C1-ACCE-4CDA-8BD3-35A4225158B6}"/>
                </a:ext>
              </a:extLst>
            </p:cNvPr>
            <p:cNvSpPr txBox="1"/>
            <p:nvPr/>
          </p:nvSpPr>
          <p:spPr>
            <a:xfrm>
              <a:off x="18787340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1547E8DF-FA32-43B1-B762-F2D5C40A18C3}"/>
                </a:ext>
              </a:extLst>
            </p:cNvPr>
            <p:cNvSpPr txBox="1"/>
            <p:nvPr/>
          </p:nvSpPr>
          <p:spPr>
            <a:xfrm>
              <a:off x="19036603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1AABDD74-11BD-4C53-BB9C-F8C4B4ABC89D}"/>
                </a:ext>
              </a:extLst>
            </p:cNvPr>
            <p:cNvSpPr txBox="1"/>
            <p:nvPr/>
          </p:nvSpPr>
          <p:spPr>
            <a:xfrm>
              <a:off x="19285862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9BF9E0AE-C41D-49ED-A810-357E629A1ED2}"/>
                </a:ext>
              </a:extLst>
            </p:cNvPr>
            <p:cNvSpPr txBox="1"/>
            <p:nvPr/>
          </p:nvSpPr>
          <p:spPr>
            <a:xfrm>
              <a:off x="17790298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B17CE3E2-1DCB-491D-8469-45923D3D978B}"/>
                </a:ext>
              </a:extLst>
            </p:cNvPr>
            <p:cNvSpPr txBox="1"/>
            <p:nvPr/>
          </p:nvSpPr>
          <p:spPr>
            <a:xfrm>
              <a:off x="18039558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D10ADE7-A365-4355-A31F-5BDE81262285}"/>
                </a:ext>
              </a:extLst>
            </p:cNvPr>
            <p:cNvSpPr txBox="1"/>
            <p:nvPr/>
          </p:nvSpPr>
          <p:spPr>
            <a:xfrm>
              <a:off x="18288820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1F45956-6E47-4AA1-9964-28F12FD4D19A}"/>
                </a:ext>
              </a:extLst>
            </p:cNvPr>
            <p:cNvSpPr txBox="1"/>
            <p:nvPr/>
          </p:nvSpPr>
          <p:spPr>
            <a:xfrm>
              <a:off x="18538080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E81D9F84-BFBA-4644-9473-A726D4C122B8}"/>
                </a:ext>
              </a:extLst>
            </p:cNvPr>
            <p:cNvSpPr txBox="1"/>
            <p:nvPr/>
          </p:nvSpPr>
          <p:spPr>
            <a:xfrm>
              <a:off x="18787340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CA6F0B3C-85F7-4EC6-B3CE-3B19A8D3E3F3}"/>
                </a:ext>
              </a:extLst>
            </p:cNvPr>
            <p:cNvSpPr txBox="1"/>
            <p:nvPr/>
          </p:nvSpPr>
          <p:spPr>
            <a:xfrm>
              <a:off x="19036603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0D9676B0-2263-48F5-A70A-4F2AF5D12641}"/>
                </a:ext>
              </a:extLst>
            </p:cNvPr>
            <p:cNvSpPr txBox="1"/>
            <p:nvPr/>
          </p:nvSpPr>
          <p:spPr>
            <a:xfrm>
              <a:off x="19285862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CB13476B-61C3-47E7-ADE0-8E1E3788C0E8}"/>
                </a:ext>
              </a:extLst>
            </p:cNvPr>
            <p:cNvSpPr txBox="1"/>
            <p:nvPr/>
          </p:nvSpPr>
          <p:spPr>
            <a:xfrm>
              <a:off x="17790298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848CFEA2-D6A7-42FC-870E-807E09373D5E}"/>
                </a:ext>
              </a:extLst>
            </p:cNvPr>
            <p:cNvSpPr txBox="1"/>
            <p:nvPr/>
          </p:nvSpPr>
          <p:spPr>
            <a:xfrm>
              <a:off x="18039558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04FEAE7F-9DAC-49DB-8D19-3A7062FB1B15}"/>
                </a:ext>
              </a:extLst>
            </p:cNvPr>
            <p:cNvSpPr txBox="1"/>
            <p:nvPr/>
          </p:nvSpPr>
          <p:spPr>
            <a:xfrm>
              <a:off x="18288820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823021D3-D2CA-47BF-A509-1731FD3638D5}"/>
                </a:ext>
              </a:extLst>
            </p:cNvPr>
            <p:cNvSpPr txBox="1"/>
            <p:nvPr/>
          </p:nvSpPr>
          <p:spPr>
            <a:xfrm>
              <a:off x="18538080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C3209C1D-5CDE-4FDC-940B-D2942A788D42}"/>
                </a:ext>
              </a:extLst>
            </p:cNvPr>
            <p:cNvSpPr txBox="1"/>
            <p:nvPr/>
          </p:nvSpPr>
          <p:spPr>
            <a:xfrm>
              <a:off x="18787340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084B21D6-1A5A-49A7-8F18-B98AA28A62F6}"/>
                </a:ext>
              </a:extLst>
            </p:cNvPr>
            <p:cNvSpPr txBox="1"/>
            <p:nvPr/>
          </p:nvSpPr>
          <p:spPr>
            <a:xfrm>
              <a:off x="19036603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20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B4B0892D-6B64-4363-BE2F-0A195077C402}"/>
                </a:ext>
              </a:extLst>
            </p:cNvPr>
            <p:cNvSpPr txBox="1"/>
            <p:nvPr/>
          </p:nvSpPr>
          <p:spPr>
            <a:xfrm>
              <a:off x="19285862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B3F9511F-B17A-4F53-BFB8-5CBE938982A9}"/>
                </a:ext>
              </a:extLst>
            </p:cNvPr>
            <p:cNvSpPr txBox="1"/>
            <p:nvPr/>
          </p:nvSpPr>
          <p:spPr>
            <a:xfrm>
              <a:off x="17790298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7A076C24-7FD4-4C6C-8D75-D742858264A2}"/>
                </a:ext>
              </a:extLst>
            </p:cNvPr>
            <p:cNvSpPr txBox="1"/>
            <p:nvPr/>
          </p:nvSpPr>
          <p:spPr>
            <a:xfrm>
              <a:off x="18039558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0E82BECC-2E00-4631-B64D-8CFF3350FC2E}"/>
                </a:ext>
              </a:extLst>
            </p:cNvPr>
            <p:cNvSpPr txBox="1"/>
            <p:nvPr/>
          </p:nvSpPr>
          <p:spPr>
            <a:xfrm>
              <a:off x="18288820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9A912A25-CBF6-40DB-9683-AB4D70A57813}"/>
                </a:ext>
              </a:extLst>
            </p:cNvPr>
            <p:cNvSpPr txBox="1"/>
            <p:nvPr/>
          </p:nvSpPr>
          <p:spPr>
            <a:xfrm>
              <a:off x="18538080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64FBB451-22ED-4FA5-8259-1EADD76ACB06}"/>
                </a:ext>
              </a:extLst>
            </p:cNvPr>
            <p:cNvSpPr txBox="1"/>
            <p:nvPr/>
          </p:nvSpPr>
          <p:spPr>
            <a:xfrm>
              <a:off x="18787340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9725B1E1-3067-4A19-9FD3-123923B7ECF8}"/>
                </a:ext>
              </a:extLst>
            </p:cNvPr>
            <p:cNvSpPr txBox="1"/>
            <p:nvPr/>
          </p:nvSpPr>
          <p:spPr>
            <a:xfrm>
              <a:off x="19036603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27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033D92D7-2DC5-40B9-A509-19EF4AC1A6C5}"/>
                </a:ext>
              </a:extLst>
            </p:cNvPr>
            <p:cNvSpPr txBox="1"/>
            <p:nvPr/>
          </p:nvSpPr>
          <p:spPr>
            <a:xfrm>
              <a:off x="19285862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0B95C074-8DD9-43AA-9956-EF0D90D230B4}"/>
                </a:ext>
              </a:extLst>
            </p:cNvPr>
            <p:cNvSpPr txBox="1"/>
            <p:nvPr/>
          </p:nvSpPr>
          <p:spPr>
            <a:xfrm>
              <a:off x="17790298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3E31117B-B2DF-4C81-B23E-C7E6CAE20206}"/>
                </a:ext>
              </a:extLst>
            </p:cNvPr>
            <p:cNvSpPr txBox="1"/>
            <p:nvPr/>
          </p:nvSpPr>
          <p:spPr>
            <a:xfrm>
              <a:off x="18039558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39A314E5-DAAE-413F-B1F1-B9D970661670}"/>
                </a:ext>
              </a:extLst>
            </p:cNvPr>
            <p:cNvSpPr txBox="1"/>
            <p:nvPr/>
          </p:nvSpPr>
          <p:spPr>
            <a:xfrm>
              <a:off x="18288820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7A409AED-3C3B-43AE-A90B-FBB9BF95DDE3}"/>
                </a:ext>
              </a:extLst>
            </p:cNvPr>
            <p:cNvSpPr txBox="1"/>
            <p:nvPr/>
          </p:nvSpPr>
          <p:spPr>
            <a:xfrm>
              <a:off x="18538080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3FA62111-F7B8-4DDF-8CB5-9EBD6A2C8230}"/>
                </a:ext>
              </a:extLst>
            </p:cNvPr>
            <p:cNvSpPr txBox="1"/>
            <p:nvPr/>
          </p:nvSpPr>
          <p:spPr>
            <a:xfrm>
              <a:off x="18787340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9B683508-4430-48D8-80D2-C693C160A545}"/>
                </a:ext>
              </a:extLst>
            </p:cNvPr>
            <p:cNvSpPr txBox="1"/>
            <p:nvPr/>
          </p:nvSpPr>
          <p:spPr>
            <a:xfrm>
              <a:off x="19036603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FCC4E169-0254-4188-B7BB-631CCC087D5B}"/>
                </a:ext>
              </a:extLst>
            </p:cNvPr>
            <p:cNvSpPr txBox="1"/>
            <p:nvPr/>
          </p:nvSpPr>
          <p:spPr>
            <a:xfrm>
              <a:off x="19285862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4812F3F7-70A7-40C1-A1FF-59F41D4DB8BA}"/>
                </a:ext>
              </a:extLst>
            </p:cNvPr>
            <p:cNvSpPr txBox="1"/>
            <p:nvPr/>
          </p:nvSpPr>
          <p:spPr>
            <a:xfrm>
              <a:off x="17790298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17FC9ED0-3BE8-4261-9511-B17D0696EE2A}"/>
                </a:ext>
              </a:extLst>
            </p:cNvPr>
            <p:cNvSpPr txBox="1"/>
            <p:nvPr/>
          </p:nvSpPr>
          <p:spPr>
            <a:xfrm>
              <a:off x="18039558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B429E209-384A-40B1-BF50-89E3BDB68CB6}"/>
                </a:ext>
              </a:extLst>
            </p:cNvPr>
            <p:cNvSpPr txBox="1"/>
            <p:nvPr/>
          </p:nvSpPr>
          <p:spPr>
            <a:xfrm>
              <a:off x="18288820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6E8E1643-DF02-4F4C-B624-7FC3A19AFE5B}"/>
                </a:ext>
              </a:extLst>
            </p:cNvPr>
            <p:cNvSpPr txBox="1"/>
            <p:nvPr/>
          </p:nvSpPr>
          <p:spPr>
            <a:xfrm>
              <a:off x="18538080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01F14928-69AB-4F25-A3A1-34F824CB4BD0}"/>
                </a:ext>
              </a:extLst>
            </p:cNvPr>
            <p:cNvSpPr txBox="1"/>
            <p:nvPr/>
          </p:nvSpPr>
          <p:spPr>
            <a:xfrm>
              <a:off x="18787340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C59755AC-AA1B-417A-BE5A-5EA9C2DAD513}"/>
                </a:ext>
              </a:extLst>
            </p:cNvPr>
            <p:cNvSpPr txBox="1"/>
            <p:nvPr/>
          </p:nvSpPr>
          <p:spPr>
            <a:xfrm>
              <a:off x="19036603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5DE678FD-DD0C-44A5-96A6-6DEBC08D2DEC}"/>
                </a:ext>
              </a:extLst>
            </p:cNvPr>
            <p:cNvSpPr txBox="1"/>
            <p:nvPr/>
          </p:nvSpPr>
          <p:spPr>
            <a:xfrm>
              <a:off x="19285862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20" name="TextBox 619">
              <a:hlinkClick r:id="rId47" action="ppaction://hlinksldjump"/>
              <a:extLst>
                <a:ext uri="{FF2B5EF4-FFF2-40B4-BE49-F238E27FC236}">
                  <a16:creationId xmlns:a16="http://schemas.microsoft.com/office/drawing/2014/main" id="{8DCBD3BB-E08B-4FC2-9AA8-85490B49E2A2}"/>
                </a:ext>
              </a:extLst>
            </p:cNvPr>
            <p:cNvSpPr txBox="1"/>
            <p:nvPr/>
          </p:nvSpPr>
          <p:spPr>
            <a:xfrm>
              <a:off x="19663434" y="9039210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w45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21" name="TextBox 620">
              <a:hlinkClick r:id="rId48" action="ppaction://hlinksldjump"/>
              <a:extLst>
                <a:ext uri="{FF2B5EF4-FFF2-40B4-BE49-F238E27FC236}">
                  <a16:creationId xmlns:a16="http://schemas.microsoft.com/office/drawing/2014/main" id="{0BF3F9A4-0FD2-494E-A950-9A9639C876A5}"/>
                </a:ext>
              </a:extLst>
            </p:cNvPr>
            <p:cNvSpPr txBox="1"/>
            <p:nvPr/>
          </p:nvSpPr>
          <p:spPr>
            <a:xfrm>
              <a:off x="19663434" y="9309602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w46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22" name="TextBox 621">
              <a:hlinkClick r:id="rId49" action="ppaction://hlinksldjump"/>
              <a:extLst>
                <a:ext uri="{FF2B5EF4-FFF2-40B4-BE49-F238E27FC236}">
                  <a16:creationId xmlns:a16="http://schemas.microsoft.com/office/drawing/2014/main" id="{D952BE00-25C4-4D16-A16D-A3DDADA2CF05}"/>
                </a:ext>
              </a:extLst>
            </p:cNvPr>
            <p:cNvSpPr txBox="1"/>
            <p:nvPr/>
          </p:nvSpPr>
          <p:spPr>
            <a:xfrm>
              <a:off x="19663434" y="9590601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w47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23" name="TextBox 622">
              <a:hlinkClick r:id="rId50" action="ppaction://hlinksldjump"/>
              <a:extLst>
                <a:ext uri="{FF2B5EF4-FFF2-40B4-BE49-F238E27FC236}">
                  <a16:creationId xmlns:a16="http://schemas.microsoft.com/office/drawing/2014/main" id="{46FE5158-F144-447B-8EE6-E81FB7E0BD0E}"/>
                </a:ext>
              </a:extLst>
            </p:cNvPr>
            <p:cNvSpPr txBox="1"/>
            <p:nvPr/>
          </p:nvSpPr>
          <p:spPr>
            <a:xfrm>
              <a:off x="19663434" y="9871599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w48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24" name="TextBox 623">
              <a:hlinkClick r:id="rId51" action="ppaction://hlinksldjump"/>
              <a:extLst>
                <a:ext uri="{FF2B5EF4-FFF2-40B4-BE49-F238E27FC236}">
                  <a16:creationId xmlns:a16="http://schemas.microsoft.com/office/drawing/2014/main" id="{900DD14C-846A-4EF3-94CB-14B4E4D5E321}"/>
                </a:ext>
              </a:extLst>
            </p:cNvPr>
            <p:cNvSpPr txBox="1"/>
            <p:nvPr/>
          </p:nvSpPr>
          <p:spPr>
            <a:xfrm>
              <a:off x="19663434" y="10152596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w49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FD4FFA94-EE4F-4022-A7D3-C72A9F0985BC}"/>
              </a:ext>
            </a:extLst>
          </p:cNvPr>
          <p:cNvGrpSpPr/>
          <p:nvPr/>
        </p:nvGrpSpPr>
        <p:grpSpPr>
          <a:xfrm>
            <a:off x="20273602" y="9039210"/>
            <a:ext cx="2220502" cy="1623735"/>
            <a:chOff x="20273602" y="9039210"/>
            <a:chExt cx="2220502" cy="1623735"/>
          </a:xfrm>
        </p:grpSpPr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981DD40B-894E-4F91-86A0-136C9A4AD269}"/>
                </a:ext>
              </a:extLst>
            </p:cNvPr>
            <p:cNvSpPr txBox="1"/>
            <p:nvPr/>
          </p:nvSpPr>
          <p:spPr>
            <a:xfrm>
              <a:off x="20273602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B6120C79-A0EB-402F-8635-D05B16259BB5}"/>
                </a:ext>
              </a:extLst>
            </p:cNvPr>
            <p:cNvSpPr txBox="1"/>
            <p:nvPr/>
          </p:nvSpPr>
          <p:spPr>
            <a:xfrm>
              <a:off x="20522864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9B5053A7-9428-430B-970C-C52EC84A6ED4}"/>
                </a:ext>
              </a:extLst>
            </p:cNvPr>
            <p:cNvSpPr txBox="1"/>
            <p:nvPr/>
          </p:nvSpPr>
          <p:spPr>
            <a:xfrm>
              <a:off x="20772124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EC4DD511-FD13-4B6A-9040-7ADC9ED7663A}"/>
                </a:ext>
              </a:extLst>
            </p:cNvPr>
            <p:cNvSpPr txBox="1"/>
            <p:nvPr/>
          </p:nvSpPr>
          <p:spPr>
            <a:xfrm>
              <a:off x="21021387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38EA925-E167-4637-932E-1A7B0455DFED}"/>
                </a:ext>
              </a:extLst>
            </p:cNvPr>
            <p:cNvSpPr txBox="1"/>
            <p:nvPr/>
          </p:nvSpPr>
          <p:spPr>
            <a:xfrm>
              <a:off x="21270646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987E1964-23F6-4C87-BE0D-329A731A30E9}"/>
                </a:ext>
              </a:extLst>
            </p:cNvPr>
            <p:cNvSpPr txBox="1"/>
            <p:nvPr/>
          </p:nvSpPr>
          <p:spPr>
            <a:xfrm>
              <a:off x="21519907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0E4990ED-E3E8-4493-A374-1C7B28F55E98}"/>
                </a:ext>
              </a:extLst>
            </p:cNvPr>
            <p:cNvSpPr txBox="1"/>
            <p:nvPr/>
          </p:nvSpPr>
          <p:spPr>
            <a:xfrm>
              <a:off x="21769166" y="904195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4CE88994-5A13-4E0B-8BB8-6C83C2385537}"/>
                </a:ext>
              </a:extLst>
            </p:cNvPr>
            <p:cNvSpPr txBox="1"/>
            <p:nvPr/>
          </p:nvSpPr>
          <p:spPr>
            <a:xfrm>
              <a:off x="20273602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D429F5B1-C3F4-4A4E-B630-441F254093C2}"/>
                </a:ext>
              </a:extLst>
            </p:cNvPr>
            <p:cNvSpPr txBox="1"/>
            <p:nvPr/>
          </p:nvSpPr>
          <p:spPr>
            <a:xfrm>
              <a:off x="20522864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3C7C48E7-1C72-4802-A896-48B8AD4291AA}"/>
                </a:ext>
              </a:extLst>
            </p:cNvPr>
            <p:cNvSpPr txBox="1"/>
            <p:nvPr/>
          </p:nvSpPr>
          <p:spPr>
            <a:xfrm>
              <a:off x="20772124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CDB3F900-B3C8-47E5-895D-48FE7B37CD8D}"/>
                </a:ext>
              </a:extLst>
            </p:cNvPr>
            <p:cNvSpPr txBox="1"/>
            <p:nvPr/>
          </p:nvSpPr>
          <p:spPr>
            <a:xfrm>
              <a:off x="21021387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872840D4-3424-4AAE-A736-7E5F5613C9D0}"/>
                </a:ext>
              </a:extLst>
            </p:cNvPr>
            <p:cNvSpPr txBox="1"/>
            <p:nvPr/>
          </p:nvSpPr>
          <p:spPr>
            <a:xfrm>
              <a:off x="21270646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5C1D5766-6B1B-407D-95B8-29B3E6DD1D79}"/>
                </a:ext>
              </a:extLst>
            </p:cNvPr>
            <p:cNvSpPr txBox="1"/>
            <p:nvPr/>
          </p:nvSpPr>
          <p:spPr>
            <a:xfrm>
              <a:off x="21519907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BBE75B7D-A664-4E16-934F-BD5E8FCB49F9}"/>
                </a:ext>
              </a:extLst>
            </p:cNvPr>
            <p:cNvSpPr txBox="1"/>
            <p:nvPr/>
          </p:nvSpPr>
          <p:spPr>
            <a:xfrm>
              <a:off x="21769166" y="9322953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F7B20FEB-2F5F-47DE-8BFA-CC5B130D8A6C}"/>
                </a:ext>
              </a:extLst>
            </p:cNvPr>
            <p:cNvSpPr txBox="1"/>
            <p:nvPr/>
          </p:nvSpPr>
          <p:spPr>
            <a:xfrm>
              <a:off x="20273602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C3B5393F-2F42-49C3-B8EB-FD77B661E5C3}"/>
                </a:ext>
              </a:extLst>
            </p:cNvPr>
            <p:cNvSpPr txBox="1"/>
            <p:nvPr/>
          </p:nvSpPr>
          <p:spPr>
            <a:xfrm>
              <a:off x="20522864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B0F02CB3-B1F9-4F23-A3E0-5BDC06FFFCC5}"/>
                </a:ext>
              </a:extLst>
            </p:cNvPr>
            <p:cNvSpPr txBox="1"/>
            <p:nvPr/>
          </p:nvSpPr>
          <p:spPr>
            <a:xfrm>
              <a:off x="20772124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94C3407C-A6CF-4045-BFBA-20116B6AFF30}"/>
                </a:ext>
              </a:extLst>
            </p:cNvPr>
            <p:cNvSpPr txBox="1"/>
            <p:nvPr/>
          </p:nvSpPr>
          <p:spPr>
            <a:xfrm>
              <a:off x="21021387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9DA6AFB0-CE19-42CE-9A29-F776B08D81D4}"/>
                </a:ext>
              </a:extLst>
            </p:cNvPr>
            <p:cNvSpPr txBox="1"/>
            <p:nvPr/>
          </p:nvSpPr>
          <p:spPr>
            <a:xfrm>
              <a:off x="21270646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394F9402-D18F-44EB-965F-F72B0CEB0930}"/>
                </a:ext>
              </a:extLst>
            </p:cNvPr>
            <p:cNvSpPr txBox="1"/>
            <p:nvPr/>
          </p:nvSpPr>
          <p:spPr>
            <a:xfrm>
              <a:off x="21519907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18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6298F8D5-050B-4B58-8A2B-F37F5D29E5C3}"/>
                </a:ext>
              </a:extLst>
            </p:cNvPr>
            <p:cNvSpPr txBox="1"/>
            <p:nvPr/>
          </p:nvSpPr>
          <p:spPr>
            <a:xfrm>
              <a:off x="21769166" y="9603952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19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91746167-E299-4E8E-9FE2-F61C1EE7ADB9}"/>
                </a:ext>
              </a:extLst>
            </p:cNvPr>
            <p:cNvSpPr txBox="1"/>
            <p:nvPr/>
          </p:nvSpPr>
          <p:spPr>
            <a:xfrm>
              <a:off x="20273602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1ABAFB0D-656C-4F6A-8E2B-7DD0ED900E84}"/>
                </a:ext>
              </a:extLst>
            </p:cNvPr>
            <p:cNvSpPr txBox="1"/>
            <p:nvPr/>
          </p:nvSpPr>
          <p:spPr>
            <a:xfrm>
              <a:off x="20522864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1B5E4D28-AB58-421D-83D5-A2ED55C8767A}"/>
                </a:ext>
              </a:extLst>
            </p:cNvPr>
            <p:cNvSpPr txBox="1"/>
            <p:nvPr/>
          </p:nvSpPr>
          <p:spPr>
            <a:xfrm>
              <a:off x="20772124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22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F33E4E21-0403-4A63-AFF9-F6D7550ADE10}"/>
                </a:ext>
              </a:extLst>
            </p:cNvPr>
            <p:cNvSpPr txBox="1"/>
            <p:nvPr/>
          </p:nvSpPr>
          <p:spPr>
            <a:xfrm>
              <a:off x="21021387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23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FFA12CBE-E95A-4236-964F-1B134D5EA76E}"/>
                </a:ext>
              </a:extLst>
            </p:cNvPr>
            <p:cNvSpPr txBox="1"/>
            <p:nvPr/>
          </p:nvSpPr>
          <p:spPr>
            <a:xfrm>
              <a:off x="21270646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24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755D7832-50D9-4E4D-ABEB-236CD1914CE2}"/>
                </a:ext>
              </a:extLst>
            </p:cNvPr>
            <p:cNvSpPr txBox="1"/>
            <p:nvPr/>
          </p:nvSpPr>
          <p:spPr>
            <a:xfrm>
              <a:off x="21519907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25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C22DC71A-AF29-4AE5-A57C-82DAA976E3B4}"/>
                </a:ext>
              </a:extLst>
            </p:cNvPr>
            <p:cNvSpPr txBox="1"/>
            <p:nvPr/>
          </p:nvSpPr>
          <p:spPr>
            <a:xfrm>
              <a:off x="21769166" y="9884951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26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3DB6B7E3-FC26-4AD9-A7DC-BDE23F924267}"/>
                </a:ext>
              </a:extLst>
            </p:cNvPr>
            <p:cNvSpPr txBox="1"/>
            <p:nvPr/>
          </p:nvSpPr>
          <p:spPr>
            <a:xfrm>
              <a:off x="20273602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27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3C223AE1-6745-447B-9378-30ED40CD4C54}"/>
                </a:ext>
              </a:extLst>
            </p:cNvPr>
            <p:cNvSpPr txBox="1"/>
            <p:nvPr/>
          </p:nvSpPr>
          <p:spPr>
            <a:xfrm>
              <a:off x="20522864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28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E8B53CF6-CBE4-4870-84BB-979F79C9F34B}"/>
                </a:ext>
              </a:extLst>
            </p:cNvPr>
            <p:cNvSpPr txBox="1"/>
            <p:nvPr/>
          </p:nvSpPr>
          <p:spPr>
            <a:xfrm>
              <a:off x="20772124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29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72EE74EE-7E11-445B-B2AD-3EB671C70183}"/>
                </a:ext>
              </a:extLst>
            </p:cNvPr>
            <p:cNvSpPr txBox="1"/>
            <p:nvPr/>
          </p:nvSpPr>
          <p:spPr>
            <a:xfrm>
              <a:off x="21021387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30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8DC0B8F7-0A16-47CE-ABD2-2B5FDF37AB40}"/>
                </a:ext>
              </a:extLst>
            </p:cNvPr>
            <p:cNvSpPr txBox="1"/>
            <p:nvPr/>
          </p:nvSpPr>
          <p:spPr>
            <a:xfrm>
              <a:off x="21270646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31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B110DD96-A936-4E3F-B554-4510381946FF}"/>
                </a:ext>
              </a:extLst>
            </p:cNvPr>
            <p:cNvSpPr txBox="1"/>
            <p:nvPr/>
          </p:nvSpPr>
          <p:spPr>
            <a:xfrm>
              <a:off x="21519907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0713A6C6-B190-4A9F-98AF-00DA56C13EA5}"/>
                </a:ext>
              </a:extLst>
            </p:cNvPr>
            <p:cNvSpPr txBox="1"/>
            <p:nvPr/>
          </p:nvSpPr>
          <p:spPr>
            <a:xfrm>
              <a:off x="21769166" y="10165950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8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</a:t>
              </a:r>
              <a:endParaRPr lang="ko-KR" altLang="en-US" sz="1400" dirty="0">
                <a:solidFill>
                  <a:schemeClr val="bg1">
                    <a:lumMod val="8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F78DEEE1-A582-42EA-8009-97E584B13A5E}"/>
                </a:ext>
              </a:extLst>
            </p:cNvPr>
            <p:cNvSpPr txBox="1"/>
            <p:nvPr/>
          </p:nvSpPr>
          <p:spPr>
            <a:xfrm>
              <a:off x="20273602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1AFB9909-6F17-4516-B47B-9E5AC7F1449A}"/>
                </a:ext>
              </a:extLst>
            </p:cNvPr>
            <p:cNvSpPr txBox="1"/>
            <p:nvPr/>
          </p:nvSpPr>
          <p:spPr>
            <a:xfrm>
              <a:off x="20522864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197DE854-22AF-455F-AE6E-9C38145C94D5}"/>
                </a:ext>
              </a:extLst>
            </p:cNvPr>
            <p:cNvSpPr txBox="1"/>
            <p:nvPr/>
          </p:nvSpPr>
          <p:spPr>
            <a:xfrm>
              <a:off x="20772124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6BEBE450-3B26-4AE4-8B7D-7F929636C493}"/>
                </a:ext>
              </a:extLst>
            </p:cNvPr>
            <p:cNvSpPr txBox="1"/>
            <p:nvPr/>
          </p:nvSpPr>
          <p:spPr>
            <a:xfrm>
              <a:off x="21021387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46A8673C-949E-4518-812C-E8229F4840EB}"/>
                </a:ext>
              </a:extLst>
            </p:cNvPr>
            <p:cNvSpPr txBox="1"/>
            <p:nvPr/>
          </p:nvSpPr>
          <p:spPr>
            <a:xfrm>
              <a:off x="21270646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1D1CE6DD-23AD-4024-A585-5E633ABADF31}"/>
                </a:ext>
              </a:extLst>
            </p:cNvPr>
            <p:cNvSpPr txBox="1"/>
            <p:nvPr/>
          </p:nvSpPr>
          <p:spPr>
            <a:xfrm>
              <a:off x="21519907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10D98F8F-1738-4019-88C4-B29F07678DFA}"/>
                </a:ext>
              </a:extLst>
            </p:cNvPr>
            <p:cNvSpPr txBox="1"/>
            <p:nvPr/>
          </p:nvSpPr>
          <p:spPr>
            <a:xfrm>
              <a:off x="21769166" y="10446945"/>
              <a:ext cx="288000" cy="216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altLang="ko-KR" sz="1400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 </a:t>
              </a:r>
              <a:endParaRPr lang="ko-KR" altLang="en-US" sz="14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25" name="TextBox 624">
              <a:hlinkClick r:id="rId51" action="ppaction://hlinksldjump"/>
              <a:extLst>
                <a:ext uri="{FF2B5EF4-FFF2-40B4-BE49-F238E27FC236}">
                  <a16:creationId xmlns:a16="http://schemas.microsoft.com/office/drawing/2014/main" id="{BABCBD7A-AF1B-4A51-94D5-9737307771B7}"/>
                </a:ext>
              </a:extLst>
            </p:cNvPr>
            <p:cNvSpPr txBox="1"/>
            <p:nvPr/>
          </p:nvSpPr>
          <p:spPr>
            <a:xfrm>
              <a:off x="22170104" y="9039210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w49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26" name="TextBox 625">
              <a:hlinkClick r:id="rId52" action="ppaction://hlinksldjump"/>
              <a:extLst>
                <a:ext uri="{FF2B5EF4-FFF2-40B4-BE49-F238E27FC236}">
                  <a16:creationId xmlns:a16="http://schemas.microsoft.com/office/drawing/2014/main" id="{37807614-C06B-4FF2-A0A2-6CC603991163}"/>
                </a:ext>
              </a:extLst>
            </p:cNvPr>
            <p:cNvSpPr txBox="1"/>
            <p:nvPr/>
          </p:nvSpPr>
          <p:spPr>
            <a:xfrm>
              <a:off x="22170104" y="9309602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w50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27" name="TextBox 626">
              <a:hlinkClick r:id="rId53" action="ppaction://hlinksldjump"/>
              <a:extLst>
                <a:ext uri="{FF2B5EF4-FFF2-40B4-BE49-F238E27FC236}">
                  <a16:creationId xmlns:a16="http://schemas.microsoft.com/office/drawing/2014/main" id="{A6B89F17-0D1C-48BF-ACA1-C625113C392C}"/>
                </a:ext>
              </a:extLst>
            </p:cNvPr>
            <p:cNvSpPr txBox="1"/>
            <p:nvPr/>
          </p:nvSpPr>
          <p:spPr>
            <a:xfrm>
              <a:off x="22170104" y="9590601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w51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28" name="TextBox 627">
              <a:hlinkClick r:id="rId54" action="ppaction://hlinksldjump"/>
              <a:extLst>
                <a:ext uri="{FF2B5EF4-FFF2-40B4-BE49-F238E27FC236}">
                  <a16:creationId xmlns:a16="http://schemas.microsoft.com/office/drawing/2014/main" id="{06357900-CCF8-4170-9998-D1DDC2E66ABB}"/>
                </a:ext>
              </a:extLst>
            </p:cNvPr>
            <p:cNvSpPr txBox="1"/>
            <p:nvPr/>
          </p:nvSpPr>
          <p:spPr>
            <a:xfrm>
              <a:off x="22170104" y="9871599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w52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29" name="TextBox 628">
              <a:hlinkClick r:id="rId55" action="ppaction://hlinksldjump"/>
              <a:extLst>
                <a:ext uri="{FF2B5EF4-FFF2-40B4-BE49-F238E27FC236}">
                  <a16:creationId xmlns:a16="http://schemas.microsoft.com/office/drawing/2014/main" id="{05E05828-9D73-4038-B6FB-582ABFFEC353}"/>
                </a:ext>
              </a:extLst>
            </p:cNvPr>
            <p:cNvSpPr txBox="1"/>
            <p:nvPr/>
          </p:nvSpPr>
          <p:spPr>
            <a:xfrm>
              <a:off x="22170104" y="10152596"/>
              <a:ext cx="324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w53</a:t>
              </a:r>
              <a:endParaRPr lang="ko-KR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36" name="TextBox 35">
            <a:hlinkClick r:id="rId3" action="ppaction://hlinksldjump"/>
            <a:extLst>
              <a:ext uri="{FF2B5EF4-FFF2-40B4-BE49-F238E27FC236}">
                <a16:creationId xmlns:a16="http://schemas.microsoft.com/office/drawing/2014/main" id="{9692E6BB-08AA-4B46-8D5F-3DF5D047CC4D}"/>
              </a:ext>
            </a:extLst>
          </p:cNvPr>
          <p:cNvSpPr txBox="1"/>
          <p:nvPr/>
        </p:nvSpPr>
        <p:spPr>
          <a:xfrm>
            <a:off x="9733444" y="2441708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5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44" name="TextBox 643">
            <a:extLst>
              <a:ext uri="{FF2B5EF4-FFF2-40B4-BE49-F238E27FC236}">
                <a16:creationId xmlns:a16="http://schemas.microsoft.com/office/drawing/2014/main" id="{D45D61A4-70FA-4A53-B5BF-141AB4C9E9A6}"/>
              </a:ext>
            </a:extLst>
          </p:cNvPr>
          <p:cNvSpPr txBox="1"/>
          <p:nvPr/>
        </p:nvSpPr>
        <p:spPr>
          <a:xfrm>
            <a:off x="8928314" y="2441708"/>
            <a:ext cx="62837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January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45" name="TextBox 644">
            <a:extLst>
              <a:ext uri="{FF2B5EF4-FFF2-40B4-BE49-F238E27FC236}">
                <a16:creationId xmlns:a16="http://schemas.microsoft.com/office/drawing/2014/main" id="{26AC30E0-DF56-49F4-8D18-7AE740693657}"/>
              </a:ext>
            </a:extLst>
          </p:cNvPr>
          <p:cNvSpPr txBox="1"/>
          <p:nvPr/>
        </p:nvSpPr>
        <p:spPr>
          <a:xfrm>
            <a:off x="8841944" y="2742915"/>
            <a:ext cx="71474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February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46" name="TextBox 645">
            <a:extLst>
              <a:ext uri="{FF2B5EF4-FFF2-40B4-BE49-F238E27FC236}">
                <a16:creationId xmlns:a16="http://schemas.microsoft.com/office/drawing/2014/main" id="{A5877529-C26E-4C9A-BB1C-C4B8B17A9222}"/>
              </a:ext>
            </a:extLst>
          </p:cNvPr>
          <p:cNvSpPr txBox="1"/>
          <p:nvPr/>
        </p:nvSpPr>
        <p:spPr>
          <a:xfrm>
            <a:off x="9022891" y="3044122"/>
            <a:ext cx="5338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March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47" name="TextBox 646">
            <a:extLst>
              <a:ext uri="{FF2B5EF4-FFF2-40B4-BE49-F238E27FC236}">
                <a16:creationId xmlns:a16="http://schemas.microsoft.com/office/drawing/2014/main" id="{1A637DDD-5128-4BF9-8997-11DDB21C2651}"/>
              </a:ext>
            </a:extLst>
          </p:cNvPr>
          <p:cNvSpPr txBox="1"/>
          <p:nvPr/>
        </p:nvSpPr>
        <p:spPr>
          <a:xfrm>
            <a:off x="9165557" y="3345329"/>
            <a:ext cx="39113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April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48" name="TextBox 647">
            <a:extLst>
              <a:ext uri="{FF2B5EF4-FFF2-40B4-BE49-F238E27FC236}">
                <a16:creationId xmlns:a16="http://schemas.microsoft.com/office/drawing/2014/main" id="{59189438-D709-49B7-845D-59AFE1DCEFA3}"/>
              </a:ext>
            </a:extLst>
          </p:cNvPr>
          <p:cNvSpPr txBox="1"/>
          <p:nvPr/>
        </p:nvSpPr>
        <p:spPr>
          <a:xfrm>
            <a:off x="9200824" y="3646536"/>
            <a:ext cx="3558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May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49" name="TextBox 648">
            <a:extLst>
              <a:ext uri="{FF2B5EF4-FFF2-40B4-BE49-F238E27FC236}">
                <a16:creationId xmlns:a16="http://schemas.microsoft.com/office/drawing/2014/main" id="{A43489F0-8C64-4E07-B972-FE345B9F26A9}"/>
              </a:ext>
            </a:extLst>
          </p:cNvPr>
          <p:cNvSpPr txBox="1"/>
          <p:nvPr/>
        </p:nvSpPr>
        <p:spPr>
          <a:xfrm>
            <a:off x="9175176" y="3947743"/>
            <a:ext cx="3815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June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50" name="TextBox 649">
            <a:extLst>
              <a:ext uri="{FF2B5EF4-FFF2-40B4-BE49-F238E27FC236}">
                <a16:creationId xmlns:a16="http://schemas.microsoft.com/office/drawing/2014/main" id="{5A3C3E5C-F9B4-483D-A1C8-F233F0F696BB}"/>
              </a:ext>
            </a:extLst>
          </p:cNvPr>
          <p:cNvSpPr txBox="1"/>
          <p:nvPr/>
        </p:nvSpPr>
        <p:spPr>
          <a:xfrm>
            <a:off x="9255326" y="4248950"/>
            <a:ext cx="30136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July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51" name="TextBox 650">
            <a:extLst>
              <a:ext uri="{FF2B5EF4-FFF2-40B4-BE49-F238E27FC236}">
                <a16:creationId xmlns:a16="http://schemas.microsoft.com/office/drawing/2014/main" id="{6460203D-C805-48F2-BDEA-C59EFBE6CBAC}"/>
              </a:ext>
            </a:extLst>
          </p:cNvPr>
          <p:cNvSpPr txBox="1"/>
          <p:nvPr/>
        </p:nvSpPr>
        <p:spPr>
          <a:xfrm>
            <a:off x="8958770" y="4550157"/>
            <a:ext cx="59792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August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52" name="TextBox 651">
            <a:extLst>
              <a:ext uri="{FF2B5EF4-FFF2-40B4-BE49-F238E27FC236}">
                <a16:creationId xmlns:a16="http://schemas.microsoft.com/office/drawing/2014/main" id="{BB386AC6-0C51-4912-8BE7-BA291FABE41D}"/>
              </a:ext>
            </a:extLst>
          </p:cNvPr>
          <p:cNvSpPr txBox="1"/>
          <p:nvPr/>
        </p:nvSpPr>
        <p:spPr>
          <a:xfrm>
            <a:off x="8652596" y="4851364"/>
            <a:ext cx="90409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September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86904723-85BB-4312-A6DD-283F0931D0ED}"/>
              </a:ext>
            </a:extLst>
          </p:cNvPr>
          <p:cNvSpPr txBox="1"/>
          <p:nvPr/>
        </p:nvSpPr>
        <p:spPr>
          <a:xfrm>
            <a:off x="8881826" y="5152571"/>
            <a:ext cx="67486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October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54" name="TextBox 653">
            <a:extLst>
              <a:ext uri="{FF2B5EF4-FFF2-40B4-BE49-F238E27FC236}">
                <a16:creationId xmlns:a16="http://schemas.microsoft.com/office/drawing/2014/main" id="{5448B32B-4132-4C0E-AAE8-CBA136FAD99D}"/>
              </a:ext>
            </a:extLst>
          </p:cNvPr>
          <p:cNvSpPr txBox="1"/>
          <p:nvPr/>
        </p:nvSpPr>
        <p:spPr>
          <a:xfrm>
            <a:off x="8701842" y="5453778"/>
            <a:ext cx="85484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November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55" name="TextBox 654">
            <a:extLst>
              <a:ext uri="{FF2B5EF4-FFF2-40B4-BE49-F238E27FC236}">
                <a16:creationId xmlns:a16="http://schemas.microsoft.com/office/drawing/2014/main" id="{68301712-350F-4487-9A88-413F228EEB3E}"/>
              </a:ext>
            </a:extLst>
          </p:cNvPr>
          <p:cNvSpPr txBox="1"/>
          <p:nvPr/>
        </p:nvSpPr>
        <p:spPr>
          <a:xfrm>
            <a:off x="8708702" y="5754986"/>
            <a:ext cx="84798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December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56" name="TextBox 655">
            <a:hlinkClick r:id="rId3" action="ppaction://hlinksldjump"/>
            <a:extLst>
              <a:ext uri="{FF2B5EF4-FFF2-40B4-BE49-F238E27FC236}">
                <a16:creationId xmlns:a16="http://schemas.microsoft.com/office/drawing/2014/main" id="{9CDAD406-8B14-46E9-A300-265105A0A5D8}"/>
              </a:ext>
            </a:extLst>
          </p:cNvPr>
          <p:cNvSpPr txBox="1"/>
          <p:nvPr/>
        </p:nvSpPr>
        <p:spPr>
          <a:xfrm>
            <a:off x="10396548" y="2536066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w1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57" name="TextBox 656">
            <a:hlinkClick r:id="rId4" action="ppaction://hlinksldjump"/>
            <a:extLst>
              <a:ext uri="{FF2B5EF4-FFF2-40B4-BE49-F238E27FC236}">
                <a16:creationId xmlns:a16="http://schemas.microsoft.com/office/drawing/2014/main" id="{CDA0DA8B-9181-4EF5-9E2A-0602BDB9EAC1}"/>
              </a:ext>
            </a:extLst>
          </p:cNvPr>
          <p:cNvSpPr txBox="1"/>
          <p:nvPr/>
        </p:nvSpPr>
        <p:spPr>
          <a:xfrm>
            <a:off x="10842992" y="2536066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w2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58" name="TextBox 657">
            <a:hlinkClick r:id="rId5" action="ppaction://hlinksldjump"/>
            <a:extLst>
              <a:ext uri="{FF2B5EF4-FFF2-40B4-BE49-F238E27FC236}">
                <a16:creationId xmlns:a16="http://schemas.microsoft.com/office/drawing/2014/main" id="{41EFEED2-8527-40EC-966D-3CA4DFEF8613}"/>
              </a:ext>
            </a:extLst>
          </p:cNvPr>
          <p:cNvSpPr txBox="1"/>
          <p:nvPr/>
        </p:nvSpPr>
        <p:spPr>
          <a:xfrm>
            <a:off x="11289436" y="2536066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w3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59" name="TextBox 658">
            <a:hlinkClick r:id="rId6" action="ppaction://hlinksldjump"/>
            <a:extLst>
              <a:ext uri="{FF2B5EF4-FFF2-40B4-BE49-F238E27FC236}">
                <a16:creationId xmlns:a16="http://schemas.microsoft.com/office/drawing/2014/main" id="{29B5D0F4-500B-4D40-83CD-5778CA4B54B5}"/>
              </a:ext>
            </a:extLst>
          </p:cNvPr>
          <p:cNvSpPr txBox="1"/>
          <p:nvPr/>
        </p:nvSpPr>
        <p:spPr>
          <a:xfrm>
            <a:off x="11735880" y="2536066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w4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60" name="TextBox 659">
            <a:hlinkClick r:id="rId7" action="ppaction://hlinksldjump"/>
            <a:extLst>
              <a:ext uri="{FF2B5EF4-FFF2-40B4-BE49-F238E27FC236}">
                <a16:creationId xmlns:a16="http://schemas.microsoft.com/office/drawing/2014/main" id="{163E1D14-E026-4454-994E-BD77F7113CB5}"/>
              </a:ext>
            </a:extLst>
          </p:cNvPr>
          <p:cNvSpPr txBox="1"/>
          <p:nvPr/>
        </p:nvSpPr>
        <p:spPr>
          <a:xfrm>
            <a:off x="12182324" y="2536066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w5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61" name="TextBox 660">
            <a:hlinkClick r:id="rId8" action="ppaction://hlinksldjump"/>
            <a:extLst>
              <a:ext uri="{FF2B5EF4-FFF2-40B4-BE49-F238E27FC236}">
                <a16:creationId xmlns:a16="http://schemas.microsoft.com/office/drawing/2014/main" id="{4707BE9D-0A4B-46FD-A757-269FF2CA03CD}"/>
              </a:ext>
            </a:extLst>
          </p:cNvPr>
          <p:cNvSpPr txBox="1"/>
          <p:nvPr/>
        </p:nvSpPr>
        <p:spPr>
          <a:xfrm>
            <a:off x="10396548" y="2835940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w6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62" name="TextBox 661">
            <a:hlinkClick r:id="rId9" action="ppaction://hlinksldjump"/>
            <a:extLst>
              <a:ext uri="{FF2B5EF4-FFF2-40B4-BE49-F238E27FC236}">
                <a16:creationId xmlns:a16="http://schemas.microsoft.com/office/drawing/2014/main" id="{32EC71D8-90D3-4665-8373-3D230F1962A2}"/>
              </a:ext>
            </a:extLst>
          </p:cNvPr>
          <p:cNvSpPr txBox="1"/>
          <p:nvPr/>
        </p:nvSpPr>
        <p:spPr>
          <a:xfrm>
            <a:off x="10842992" y="2835940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w7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63" name="TextBox 662">
            <a:hlinkClick r:id="rId10" action="ppaction://hlinksldjump"/>
            <a:extLst>
              <a:ext uri="{FF2B5EF4-FFF2-40B4-BE49-F238E27FC236}">
                <a16:creationId xmlns:a16="http://schemas.microsoft.com/office/drawing/2014/main" id="{75C4B638-A304-464F-AA3D-0F47C2F5921F}"/>
              </a:ext>
            </a:extLst>
          </p:cNvPr>
          <p:cNvSpPr txBox="1"/>
          <p:nvPr/>
        </p:nvSpPr>
        <p:spPr>
          <a:xfrm>
            <a:off x="11289436" y="2835940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w8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64" name="TextBox 663">
            <a:hlinkClick r:id="rId11" action="ppaction://hlinksldjump"/>
            <a:extLst>
              <a:ext uri="{FF2B5EF4-FFF2-40B4-BE49-F238E27FC236}">
                <a16:creationId xmlns:a16="http://schemas.microsoft.com/office/drawing/2014/main" id="{3821FBF7-1584-443E-8A8A-B9886ABB7EF8}"/>
              </a:ext>
            </a:extLst>
          </p:cNvPr>
          <p:cNvSpPr txBox="1"/>
          <p:nvPr/>
        </p:nvSpPr>
        <p:spPr>
          <a:xfrm>
            <a:off x="11735880" y="2835940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w9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65" name="TextBox 664">
            <a:hlinkClick r:id="rId12" action="ppaction://hlinksldjump"/>
            <a:extLst>
              <a:ext uri="{FF2B5EF4-FFF2-40B4-BE49-F238E27FC236}">
                <a16:creationId xmlns:a16="http://schemas.microsoft.com/office/drawing/2014/main" id="{52222AE7-DC69-46A9-B2F2-88FE6D77A7CB}"/>
              </a:ext>
            </a:extLst>
          </p:cNvPr>
          <p:cNvSpPr txBox="1"/>
          <p:nvPr/>
        </p:nvSpPr>
        <p:spPr>
          <a:xfrm>
            <a:off x="10396548" y="3135814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w10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66" name="TextBox 665">
            <a:hlinkClick r:id="rId13" action="ppaction://hlinksldjump"/>
            <a:extLst>
              <a:ext uri="{FF2B5EF4-FFF2-40B4-BE49-F238E27FC236}">
                <a16:creationId xmlns:a16="http://schemas.microsoft.com/office/drawing/2014/main" id="{FECAC4CF-87E0-4627-8DC6-876A16E349FF}"/>
              </a:ext>
            </a:extLst>
          </p:cNvPr>
          <p:cNvSpPr txBox="1"/>
          <p:nvPr/>
        </p:nvSpPr>
        <p:spPr>
          <a:xfrm>
            <a:off x="10842992" y="3135814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w11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67" name="TextBox 666">
            <a:hlinkClick r:id="rId14" action="ppaction://hlinksldjump"/>
            <a:extLst>
              <a:ext uri="{FF2B5EF4-FFF2-40B4-BE49-F238E27FC236}">
                <a16:creationId xmlns:a16="http://schemas.microsoft.com/office/drawing/2014/main" id="{E13AD4CA-5D07-43A4-BEFC-28F65C16F8E9}"/>
              </a:ext>
            </a:extLst>
          </p:cNvPr>
          <p:cNvSpPr txBox="1"/>
          <p:nvPr/>
        </p:nvSpPr>
        <p:spPr>
          <a:xfrm>
            <a:off x="11289436" y="3135814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w12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68" name="TextBox 667">
            <a:hlinkClick r:id="rId15" action="ppaction://hlinksldjump"/>
            <a:extLst>
              <a:ext uri="{FF2B5EF4-FFF2-40B4-BE49-F238E27FC236}">
                <a16:creationId xmlns:a16="http://schemas.microsoft.com/office/drawing/2014/main" id="{F9D9CA82-1904-481A-8E15-B78081AC26D0}"/>
              </a:ext>
            </a:extLst>
          </p:cNvPr>
          <p:cNvSpPr txBox="1"/>
          <p:nvPr/>
        </p:nvSpPr>
        <p:spPr>
          <a:xfrm>
            <a:off x="11735880" y="3135814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w13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69" name="TextBox 668">
            <a:hlinkClick r:id="rId16" action="ppaction://hlinksldjump"/>
            <a:extLst>
              <a:ext uri="{FF2B5EF4-FFF2-40B4-BE49-F238E27FC236}">
                <a16:creationId xmlns:a16="http://schemas.microsoft.com/office/drawing/2014/main" id="{CB831B72-0DAF-4BCB-A58B-C0CB59A0C2DB}"/>
              </a:ext>
            </a:extLst>
          </p:cNvPr>
          <p:cNvSpPr txBox="1"/>
          <p:nvPr/>
        </p:nvSpPr>
        <p:spPr>
          <a:xfrm>
            <a:off x="12182324" y="3135814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w14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70" name="TextBox 669">
            <a:hlinkClick r:id="rId16" action="ppaction://hlinksldjump"/>
            <a:extLst>
              <a:ext uri="{FF2B5EF4-FFF2-40B4-BE49-F238E27FC236}">
                <a16:creationId xmlns:a16="http://schemas.microsoft.com/office/drawing/2014/main" id="{457F98AE-E19F-4525-AB49-C7DF2CF0CBB5}"/>
              </a:ext>
            </a:extLst>
          </p:cNvPr>
          <p:cNvSpPr txBox="1"/>
          <p:nvPr/>
        </p:nvSpPr>
        <p:spPr>
          <a:xfrm>
            <a:off x="10396548" y="3435688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w14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71" name="TextBox 670">
            <a:hlinkClick r:id="rId17" action="ppaction://hlinksldjump"/>
            <a:extLst>
              <a:ext uri="{FF2B5EF4-FFF2-40B4-BE49-F238E27FC236}">
                <a16:creationId xmlns:a16="http://schemas.microsoft.com/office/drawing/2014/main" id="{1BBBFD8A-1411-4027-AA80-D6486E40666E}"/>
              </a:ext>
            </a:extLst>
          </p:cNvPr>
          <p:cNvSpPr txBox="1"/>
          <p:nvPr/>
        </p:nvSpPr>
        <p:spPr>
          <a:xfrm>
            <a:off x="10842992" y="3435688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w15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72" name="TextBox 671">
            <a:hlinkClick r:id="rId18" action="ppaction://hlinksldjump"/>
            <a:extLst>
              <a:ext uri="{FF2B5EF4-FFF2-40B4-BE49-F238E27FC236}">
                <a16:creationId xmlns:a16="http://schemas.microsoft.com/office/drawing/2014/main" id="{2E9EB5A9-CEE0-43CB-9EB6-72A4EEFA6F15}"/>
              </a:ext>
            </a:extLst>
          </p:cNvPr>
          <p:cNvSpPr txBox="1"/>
          <p:nvPr/>
        </p:nvSpPr>
        <p:spPr>
          <a:xfrm>
            <a:off x="11289436" y="3435688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w16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73" name="TextBox 672">
            <a:hlinkClick r:id="rId19" action="ppaction://hlinksldjump"/>
            <a:extLst>
              <a:ext uri="{FF2B5EF4-FFF2-40B4-BE49-F238E27FC236}">
                <a16:creationId xmlns:a16="http://schemas.microsoft.com/office/drawing/2014/main" id="{BB61A27D-1AEA-4870-B39E-874A37E1BAFD}"/>
              </a:ext>
            </a:extLst>
          </p:cNvPr>
          <p:cNvSpPr txBox="1"/>
          <p:nvPr/>
        </p:nvSpPr>
        <p:spPr>
          <a:xfrm>
            <a:off x="11735880" y="3435688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w17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74" name="TextBox 673">
            <a:hlinkClick r:id="rId20" action="ppaction://hlinksldjump"/>
            <a:extLst>
              <a:ext uri="{FF2B5EF4-FFF2-40B4-BE49-F238E27FC236}">
                <a16:creationId xmlns:a16="http://schemas.microsoft.com/office/drawing/2014/main" id="{F8CFB6E2-EFAC-4568-AE15-2345EAD1BD42}"/>
              </a:ext>
            </a:extLst>
          </p:cNvPr>
          <p:cNvSpPr txBox="1"/>
          <p:nvPr/>
        </p:nvSpPr>
        <p:spPr>
          <a:xfrm>
            <a:off x="12182324" y="3435688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w18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75" name="TextBox 674">
            <a:hlinkClick r:id="rId20" action="ppaction://hlinksldjump"/>
            <a:extLst>
              <a:ext uri="{FF2B5EF4-FFF2-40B4-BE49-F238E27FC236}">
                <a16:creationId xmlns:a16="http://schemas.microsoft.com/office/drawing/2014/main" id="{1608C7B6-64FE-46FC-8B62-AF8326A978F5}"/>
              </a:ext>
            </a:extLst>
          </p:cNvPr>
          <p:cNvSpPr txBox="1"/>
          <p:nvPr/>
        </p:nvSpPr>
        <p:spPr>
          <a:xfrm>
            <a:off x="10396548" y="3735562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w18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76" name="TextBox 675">
            <a:hlinkClick r:id="rId21" action="ppaction://hlinksldjump"/>
            <a:extLst>
              <a:ext uri="{FF2B5EF4-FFF2-40B4-BE49-F238E27FC236}">
                <a16:creationId xmlns:a16="http://schemas.microsoft.com/office/drawing/2014/main" id="{62871343-54F5-4BC2-87EB-18BDA356CB95}"/>
              </a:ext>
            </a:extLst>
          </p:cNvPr>
          <p:cNvSpPr txBox="1"/>
          <p:nvPr/>
        </p:nvSpPr>
        <p:spPr>
          <a:xfrm>
            <a:off x="10842992" y="3735562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w19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77" name="TextBox 676">
            <a:hlinkClick r:id="rId22" action="ppaction://hlinksldjump"/>
            <a:extLst>
              <a:ext uri="{FF2B5EF4-FFF2-40B4-BE49-F238E27FC236}">
                <a16:creationId xmlns:a16="http://schemas.microsoft.com/office/drawing/2014/main" id="{CF9F21DF-449E-44CB-B701-E10414A75440}"/>
              </a:ext>
            </a:extLst>
          </p:cNvPr>
          <p:cNvSpPr txBox="1"/>
          <p:nvPr/>
        </p:nvSpPr>
        <p:spPr>
          <a:xfrm>
            <a:off x="11289436" y="3735562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w20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78" name="TextBox 677">
            <a:hlinkClick r:id="rId23" action="ppaction://hlinksldjump"/>
            <a:extLst>
              <a:ext uri="{FF2B5EF4-FFF2-40B4-BE49-F238E27FC236}">
                <a16:creationId xmlns:a16="http://schemas.microsoft.com/office/drawing/2014/main" id="{3FF6A59A-9DC6-434B-AACB-533DBFBA4E1C}"/>
              </a:ext>
            </a:extLst>
          </p:cNvPr>
          <p:cNvSpPr txBox="1"/>
          <p:nvPr/>
        </p:nvSpPr>
        <p:spPr>
          <a:xfrm>
            <a:off x="11735880" y="3735562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w21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79" name="TextBox 678">
            <a:hlinkClick r:id="rId24" action="ppaction://hlinksldjump"/>
            <a:extLst>
              <a:ext uri="{FF2B5EF4-FFF2-40B4-BE49-F238E27FC236}">
                <a16:creationId xmlns:a16="http://schemas.microsoft.com/office/drawing/2014/main" id="{6048343C-DA12-4103-BDE4-268CCBD2F7F7}"/>
              </a:ext>
            </a:extLst>
          </p:cNvPr>
          <p:cNvSpPr txBox="1"/>
          <p:nvPr/>
        </p:nvSpPr>
        <p:spPr>
          <a:xfrm>
            <a:off x="12182324" y="3735562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w22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80" name="TextBox 679">
            <a:hlinkClick r:id="rId25" action="ppaction://hlinksldjump"/>
            <a:extLst>
              <a:ext uri="{FF2B5EF4-FFF2-40B4-BE49-F238E27FC236}">
                <a16:creationId xmlns:a16="http://schemas.microsoft.com/office/drawing/2014/main" id="{A0446B22-874B-436E-8555-99AB4C7578C0}"/>
              </a:ext>
            </a:extLst>
          </p:cNvPr>
          <p:cNvSpPr txBox="1"/>
          <p:nvPr/>
        </p:nvSpPr>
        <p:spPr>
          <a:xfrm>
            <a:off x="10396548" y="4035436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w23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81" name="TextBox 680">
            <a:hlinkClick r:id="rId26" action="ppaction://hlinksldjump"/>
            <a:extLst>
              <a:ext uri="{FF2B5EF4-FFF2-40B4-BE49-F238E27FC236}">
                <a16:creationId xmlns:a16="http://schemas.microsoft.com/office/drawing/2014/main" id="{FD2352FD-D9C4-44B9-8BFF-699D15EEF5A9}"/>
              </a:ext>
            </a:extLst>
          </p:cNvPr>
          <p:cNvSpPr txBox="1"/>
          <p:nvPr/>
        </p:nvSpPr>
        <p:spPr>
          <a:xfrm>
            <a:off x="10842992" y="4035436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w24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82" name="TextBox 681">
            <a:hlinkClick r:id="rId27" action="ppaction://hlinksldjump"/>
            <a:extLst>
              <a:ext uri="{FF2B5EF4-FFF2-40B4-BE49-F238E27FC236}">
                <a16:creationId xmlns:a16="http://schemas.microsoft.com/office/drawing/2014/main" id="{B3D768D9-054F-4D02-B973-CC227F5F7220}"/>
              </a:ext>
            </a:extLst>
          </p:cNvPr>
          <p:cNvSpPr txBox="1"/>
          <p:nvPr/>
        </p:nvSpPr>
        <p:spPr>
          <a:xfrm>
            <a:off x="11289436" y="4035436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w25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83" name="TextBox 682">
            <a:hlinkClick r:id="rId28" action="ppaction://hlinksldjump"/>
            <a:extLst>
              <a:ext uri="{FF2B5EF4-FFF2-40B4-BE49-F238E27FC236}">
                <a16:creationId xmlns:a16="http://schemas.microsoft.com/office/drawing/2014/main" id="{16B8B8C2-5EA3-4154-BE46-540CD68F73DC}"/>
              </a:ext>
            </a:extLst>
          </p:cNvPr>
          <p:cNvSpPr txBox="1"/>
          <p:nvPr/>
        </p:nvSpPr>
        <p:spPr>
          <a:xfrm>
            <a:off x="11735880" y="4035436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w26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84" name="TextBox 683">
            <a:hlinkClick r:id="rId29" action="ppaction://hlinksldjump"/>
            <a:extLst>
              <a:ext uri="{FF2B5EF4-FFF2-40B4-BE49-F238E27FC236}">
                <a16:creationId xmlns:a16="http://schemas.microsoft.com/office/drawing/2014/main" id="{E85D0AB5-8CDF-4888-96C3-0C2E0D8EC4FF}"/>
              </a:ext>
            </a:extLst>
          </p:cNvPr>
          <p:cNvSpPr txBox="1"/>
          <p:nvPr/>
        </p:nvSpPr>
        <p:spPr>
          <a:xfrm>
            <a:off x="12182324" y="4035436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w27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85" name="TextBox 684">
            <a:hlinkClick r:id="rId29" action="ppaction://hlinksldjump"/>
            <a:extLst>
              <a:ext uri="{FF2B5EF4-FFF2-40B4-BE49-F238E27FC236}">
                <a16:creationId xmlns:a16="http://schemas.microsoft.com/office/drawing/2014/main" id="{CA376E8B-6088-461C-BD1D-CC0D14A587B2}"/>
              </a:ext>
            </a:extLst>
          </p:cNvPr>
          <p:cNvSpPr txBox="1"/>
          <p:nvPr/>
        </p:nvSpPr>
        <p:spPr>
          <a:xfrm>
            <a:off x="10396548" y="4335310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w27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86" name="TextBox 685">
            <a:hlinkClick r:id="rId30" action="ppaction://hlinksldjump"/>
            <a:extLst>
              <a:ext uri="{FF2B5EF4-FFF2-40B4-BE49-F238E27FC236}">
                <a16:creationId xmlns:a16="http://schemas.microsoft.com/office/drawing/2014/main" id="{EE61DA96-C718-4245-ADE6-1492A18DADCD}"/>
              </a:ext>
            </a:extLst>
          </p:cNvPr>
          <p:cNvSpPr txBox="1"/>
          <p:nvPr/>
        </p:nvSpPr>
        <p:spPr>
          <a:xfrm>
            <a:off x="10842992" y="4335310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w28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87" name="TextBox 686">
            <a:hlinkClick r:id="rId31" action="ppaction://hlinksldjump"/>
            <a:extLst>
              <a:ext uri="{FF2B5EF4-FFF2-40B4-BE49-F238E27FC236}">
                <a16:creationId xmlns:a16="http://schemas.microsoft.com/office/drawing/2014/main" id="{E48E52AE-3083-4A5C-8466-78C211AF11D6}"/>
              </a:ext>
            </a:extLst>
          </p:cNvPr>
          <p:cNvSpPr txBox="1"/>
          <p:nvPr/>
        </p:nvSpPr>
        <p:spPr>
          <a:xfrm>
            <a:off x="11289436" y="4335310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w29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88" name="TextBox 687">
            <a:hlinkClick r:id="rId32" action="ppaction://hlinksldjump"/>
            <a:extLst>
              <a:ext uri="{FF2B5EF4-FFF2-40B4-BE49-F238E27FC236}">
                <a16:creationId xmlns:a16="http://schemas.microsoft.com/office/drawing/2014/main" id="{16E5DBBD-5C14-49B7-A129-A70B9E58E4BC}"/>
              </a:ext>
            </a:extLst>
          </p:cNvPr>
          <p:cNvSpPr txBox="1"/>
          <p:nvPr/>
        </p:nvSpPr>
        <p:spPr>
          <a:xfrm>
            <a:off x="11735880" y="4335310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w30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89" name="TextBox 688">
            <a:hlinkClick r:id="rId33" action="ppaction://hlinksldjump"/>
            <a:extLst>
              <a:ext uri="{FF2B5EF4-FFF2-40B4-BE49-F238E27FC236}">
                <a16:creationId xmlns:a16="http://schemas.microsoft.com/office/drawing/2014/main" id="{568A2A5D-BB94-4923-B107-3441E87BC44F}"/>
              </a:ext>
            </a:extLst>
          </p:cNvPr>
          <p:cNvSpPr txBox="1"/>
          <p:nvPr/>
        </p:nvSpPr>
        <p:spPr>
          <a:xfrm>
            <a:off x="12182324" y="4335310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w31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90" name="TextBox 689">
            <a:hlinkClick r:id="rId33" action="ppaction://hlinksldjump"/>
            <a:extLst>
              <a:ext uri="{FF2B5EF4-FFF2-40B4-BE49-F238E27FC236}">
                <a16:creationId xmlns:a16="http://schemas.microsoft.com/office/drawing/2014/main" id="{A089CF9B-D5FE-42CA-95E9-EB891D5334E1}"/>
              </a:ext>
            </a:extLst>
          </p:cNvPr>
          <p:cNvSpPr txBox="1"/>
          <p:nvPr/>
        </p:nvSpPr>
        <p:spPr>
          <a:xfrm>
            <a:off x="10396548" y="4635184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w31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91" name="TextBox 690">
            <a:hlinkClick r:id="rId34" action="ppaction://hlinksldjump"/>
            <a:extLst>
              <a:ext uri="{FF2B5EF4-FFF2-40B4-BE49-F238E27FC236}">
                <a16:creationId xmlns:a16="http://schemas.microsoft.com/office/drawing/2014/main" id="{38E19D80-C833-4594-AACD-B20185008E9E}"/>
              </a:ext>
            </a:extLst>
          </p:cNvPr>
          <p:cNvSpPr txBox="1"/>
          <p:nvPr/>
        </p:nvSpPr>
        <p:spPr>
          <a:xfrm>
            <a:off x="10842992" y="4635184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w32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92" name="TextBox 691">
            <a:hlinkClick r:id="rId35" action="ppaction://hlinksldjump"/>
            <a:extLst>
              <a:ext uri="{FF2B5EF4-FFF2-40B4-BE49-F238E27FC236}">
                <a16:creationId xmlns:a16="http://schemas.microsoft.com/office/drawing/2014/main" id="{CAA00BA0-E7B7-41F0-AAD1-968FD7FE03B1}"/>
              </a:ext>
            </a:extLst>
          </p:cNvPr>
          <p:cNvSpPr txBox="1"/>
          <p:nvPr/>
        </p:nvSpPr>
        <p:spPr>
          <a:xfrm>
            <a:off x="11289436" y="4635184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w33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93" name="TextBox 692">
            <a:hlinkClick r:id="rId36" action="ppaction://hlinksldjump"/>
            <a:extLst>
              <a:ext uri="{FF2B5EF4-FFF2-40B4-BE49-F238E27FC236}">
                <a16:creationId xmlns:a16="http://schemas.microsoft.com/office/drawing/2014/main" id="{CC347F16-21D4-4F51-9CFB-5F9AE56F4DB2}"/>
              </a:ext>
            </a:extLst>
          </p:cNvPr>
          <p:cNvSpPr txBox="1"/>
          <p:nvPr/>
        </p:nvSpPr>
        <p:spPr>
          <a:xfrm>
            <a:off x="11735880" y="4635184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w34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94" name="TextBox 693">
            <a:hlinkClick r:id="rId37" action="ppaction://hlinksldjump"/>
            <a:extLst>
              <a:ext uri="{FF2B5EF4-FFF2-40B4-BE49-F238E27FC236}">
                <a16:creationId xmlns:a16="http://schemas.microsoft.com/office/drawing/2014/main" id="{6E0AA063-36A1-45CB-A76E-68501DF65EB3}"/>
              </a:ext>
            </a:extLst>
          </p:cNvPr>
          <p:cNvSpPr txBox="1"/>
          <p:nvPr/>
        </p:nvSpPr>
        <p:spPr>
          <a:xfrm>
            <a:off x="12182324" y="4635184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w35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95" name="TextBox 694">
            <a:hlinkClick r:id="rId38" action="ppaction://hlinksldjump"/>
            <a:extLst>
              <a:ext uri="{FF2B5EF4-FFF2-40B4-BE49-F238E27FC236}">
                <a16:creationId xmlns:a16="http://schemas.microsoft.com/office/drawing/2014/main" id="{1542D921-5072-4CFD-9834-1B1069ED4F56}"/>
              </a:ext>
            </a:extLst>
          </p:cNvPr>
          <p:cNvSpPr txBox="1"/>
          <p:nvPr/>
        </p:nvSpPr>
        <p:spPr>
          <a:xfrm>
            <a:off x="10396548" y="4935058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w36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96" name="TextBox 695">
            <a:hlinkClick r:id="rId39" action="ppaction://hlinksldjump"/>
            <a:extLst>
              <a:ext uri="{FF2B5EF4-FFF2-40B4-BE49-F238E27FC236}">
                <a16:creationId xmlns:a16="http://schemas.microsoft.com/office/drawing/2014/main" id="{B131FDD6-CC66-4288-B49A-9698A5A06C7F}"/>
              </a:ext>
            </a:extLst>
          </p:cNvPr>
          <p:cNvSpPr txBox="1"/>
          <p:nvPr/>
        </p:nvSpPr>
        <p:spPr>
          <a:xfrm>
            <a:off x="10842992" y="4935058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w37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97" name="TextBox 696">
            <a:hlinkClick r:id="rId40" action="ppaction://hlinksldjump"/>
            <a:extLst>
              <a:ext uri="{FF2B5EF4-FFF2-40B4-BE49-F238E27FC236}">
                <a16:creationId xmlns:a16="http://schemas.microsoft.com/office/drawing/2014/main" id="{2F402CD4-937C-4B8F-BD05-B3D3D5DC5660}"/>
              </a:ext>
            </a:extLst>
          </p:cNvPr>
          <p:cNvSpPr txBox="1"/>
          <p:nvPr/>
        </p:nvSpPr>
        <p:spPr>
          <a:xfrm>
            <a:off x="11289436" y="4935058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w38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98" name="TextBox 697">
            <a:hlinkClick r:id="rId41" action="ppaction://hlinksldjump"/>
            <a:extLst>
              <a:ext uri="{FF2B5EF4-FFF2-40B4-BE49-F238E27FC236}">
                <a16:creationId xmlns:a16="http://schemas.microsoft.com/office/drawing/2014/main" id="{6B604240-1503-44F6-9264-F663FA167C66}"/>
              </a:ext>
            </a:extLst>
          </p:cNvPr>
          <p:cNvSpPr txBox="1"/>
          <p:nvPr/>
        </p:nvSpPr>
        <p:spPr>
          <a:xfrm>
            <a:off x="11735880" y="4935058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w39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99" name="TextBox 698">
            <a:hlinkClick r:id="rId42" action="ppaction://hlinksldjump"/>
            <a:extLst>
              <a:ext uri="{FF2B5EF4-FFF2-40B4-BE49-F238E27FC236}">
                <a16:creationId xmlns:a16="http://schemas.microsoft.com/office/drawing/2014/main" id="{7B8286FC-A8D6-4930-9785-841267152847}"/>
              </a:ext>
            </a:extLst>
          </p:cNvPr>
          <p:cNvSpPr txBox="1"/>
          <p:nvPr/>
        </p:nvSpPr>
        <p:spPr>
          <a:xfrm>
            <a:off x="12182324" y="4935058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w40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00" name="TextBox 699">
            <a:hlinkClick r:id="rId42" action="ppaction://hlinksldjump"/>
            <a:extLst>
              <a:ext uri="{FF2B5EF4-FFF2-40B4-BE49-F238E27FC236}">
                <a16:creationId xmlns:a16="http://schemas.microsoft.com/office/drawing/2014/main" id="{7F8ED229-932B-4A83-9CA9-6BC5E5F1735C}"/>
              </a:ext>
            </a:extLst>
          </p:cNvPr>
          <p:cNvSpPr txBox="1"/>
          <p:nvPr/>
        </p:nvSpPr>
        <p:spPr>
          <a:xfrm>
            <a:off x="10396548" y="5234932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w40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01" name="TextBox 700">
            <a:hlinkClick r:id="rId43" action="ppaction://hlinksldjump"/>
            <a:extLst>
              <a:ext uri="{FF2B5EF4-FFF2-40B4-BE49-F238E27FC236}">
                <a16:creationId xmlns:a16="http://schemas.microsoft.com/office/drawing/2014/main" id="{88C67D58-400A-479B-AE21-7871446690CA}"/>
              </a:ext>
            </a:extLst>
          </p:cNvPr>
          <p:cNvSpPr txBox="1"/>
          <p:nvPr/>
        </p:nvSpPr>
        <p:spPr>
          <a:xfrm>
            <a:off x="10842992" y="5234932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w41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02" name="TextBox 701">
            <a:hlinkClick r:id="rId44" action="ppaction://hlinksldjump"/>
            <a:extLst>
              <a:ext uri="{FF2B5EF4-FFF2-40B4-BE49-F238E27FC236}">
                <a16:creationId xmlns:a16="http://schemas.microsoft.com/office/drawing/2014/main" id="{17DB05AC-FB99-4111-B333-595D7488068F}"/>
              </a:ext>
            </a:extLst>
          </p:cNvPr>
          <p:cNvSpPr txBox="1"/>
          <p:nvPr/>
        </p:nvSpPr>
        <p:spPr>
          <a:xfrm>
            <a:off x="11289436" y="5234932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w42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03" name="TextBox 702">
            <a:hlinkClick r:id="rId45" action="ppaction://hlinksldjump"/>
            <a:extLst>
              <a:ext uri="{FF2B5EF4-FFF2-40B4-BE49-F238E27FC236}">
                <a16:creationId xmlns:a16="http://schemas.microsoft.com/office/drawing/2014/main" id="{413E6091-08FC-484D-A00F-6DCCAA14DBDE}"/>
              </a:ext>
            </a:extLst>
          </p:cNvPr>
          <p:cNvSpPr txBox="1"/>
          <p:nvPr/>
        </p:nvSpPr>
        <p:spPr>
          <a:xfrm>
            <a:off x="11735880" y="5234932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w43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04" name="TextBox 703">
            <a:hlinkClick r:id="rId46" action="ppaction://hlinksldjump"/>
            <a:extLst>
              <a:ext uri="{FF2B5EF4-FFF2-40B4-BE49-F238E27FC236}">
                <a16:creationId xmlns:a16="http://schemas.microsoft.com/office/drawing/2014/main" id="{A2AE35EE-7AD8-43B5-95BB-0F8856E1F45A}"/>
              </a:ext>
            </a:extLst>
          </p:cNvPr>
          <p:cNvSpPr txBox="1"/>
          <p:nvPr/>
        </p:nvSpPr>
        <p:spPr>
          <a:xfrm>
            <a:off x="12182324" y="5234932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w44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05" name="TextBox 704">
            <a:hlinkClick r:id="rId47" action="ppaction://hlinksldjump"/>
            <a:extLst>
              <a:ext uri="{FF2B5EF4-FFF2-40B4-BE49-F238E27FC236}">
                <a16:creationId xmlns:a16="http://schemas.microsoft.com/office/drawing/2014/main" id="{48C16744-EF8D-4F3F-BD94-48CE34DE1280}"/>
              </a:ext>
            </a:extLst>
          </p:cNvPr>
          <p:cNvSpPr txBox="1"/>
          <p:nvPr/>
        </p:nvSpPr>
        <p:spPr>
          <a:xfrm>
            <a:off x="10396548" y="5534806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w45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06" name="TextBox 705">
            <a:hlinkClick r:id="rId48" action="ppaction://hlinksldjump"/>
            <a:extLst>
              <a:ext uri="{FF2B5EF4-FFF2-40B4-BE49-F238E27FC236}">
                <a16:creationId xmlns:a16="http://schemas.microsoft.com/office/drawing/2014/main" id="{12D3328E-D4DC-4861-A3F8-686D3D7C725F}"/>
              </a:ext>
            </a:extLst>
          </p:cNvPr>
          <p:cNvSpPr txBox="1"/>
          <p:nvPr/>
        </p:nvSpPr>
        <p:spPr>
          <a:xfrm>
            <a:off x="10842992" y="5534806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w46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07" name="TextBox 706">
            <a:hlinkClick r:id="rId49" action="ppaction://hlinksldjump"/>
            <a:extLst>
              <a:ext uri="{FF2B5EF4-FFF2-40B4-BE49-F238E27FC236}">
                <a16:creationId xmlns:a16="http://schemas.microsoft.com/office/drawing/2014/main" id="{8328164F-5EF8-49FF-825D-22E27AE462A9}"/>
              </a:ext>
            </a:extLst>
          </p:cNvPr>
          <p:cNvSpPr txBox="1"/>
          <p:nvPr/>
        </p:nvSpPr>
        <p:spPr>
          <a:xfrm>
            <a:off x="11289436" y="5534806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w47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08" name="TextBox 707">
            <a:hlinkClick r:id="rId50" action="ppaction://hlinksldjump"/>
            <a:extLst>
              <a:ext uri="{FF2B5EF4-FFF2-40B4-BE49-F238E27FC236}">
                <a16:creationId xmlns:a16="http://schemas.microsoft.com/office/drawing/2014/main" id="{BF29326A-6008-40F6-94D9-5C8399B9D0AC}"/>
              </a:ext>
            </a:extLst>
          </p:cNvPr>
          <p:cNvSpPr txBox="1"/>
          <p:nvPr/>
        </p:nvSpPr>
        <p:spPr>
          <a:xfrm>
            <a:off x="11735880" y="5534806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w48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09" name="TextBox 708">
            <a:hlinkClick r:id="rId51" action="ppaction://hlinksldjump"/>
            <a:extLst>
              <a:ext uri="{FF2B5EF4-FFF2-40B4-BE49-F238E27FC236}">
                <a16:creationId xmlns:a16="http://schemas.microsoft.com/office/drawing/2014/main" id="{ED39585B-5F94-4D5E-96DA-FDBC8A03C219}"/>
              </a:ext>
            </a:extLst>
          </p:cNvPr>
          <p:cNvSpPr txBox="1"/>
          <p:nvPr/>
        </p:nvSpPr>
        <p:spPr>
          <a:xfrm>
            <a:off x="12182324" y="5534806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w49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10" name="TextBox 709">
            <a:hlinkClick r:id="rId51" action="ppaction://hlinksldjump"/>
            <a:extLst>
              <a:ext uri="{FF2B5EF4-FFF2-40B4-BE49-F238E27FC236}">
                <a16:creationId xmlns:a16="http://schemas.microsoft.com/office/drawing/2014/main" id="{552075ED-47FB-4C21-A407-EF986C29782E}"/>
              </a:ext>
            </a:extLst>
          </p:cNvPr>
          <p:cNvSpPr txBox="1"/>
          <p:nvPr/>
        </p:nvSpPr>
        <p:spPr>
          <a:xfrm>
            <a:off x="10396548" y="5834680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w49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11" name="TextBox 710">
            <a:hlinkClick r:id="rId52" action="ppaction://hlinksldjump"/>
            <a:extLst>
              <a:ext uri="{FF2B5EF4-FFF2-40B4-BE49-F238E27FC236}">
                <a16:creationId xmlns:a16="http://schemas.microsoft.com/office/drawing/2014/main" id="{DBF9A455-A096-4256-BBBB-033A65A4E9E2}"/>
              </a:ext>
            </a:extLst>
          </p:cNvPr>
          <p:cNvSpPr txBox="1"/>
          <p:nvPr/>
        </p:nvSpPr>
        <p:spPr>
          <a:xfrm>
            <a:off x="10842992" y="5834680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w50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12" name="TextBox 711">
            <a:hlinkClick r:id="rId53" action="ppaction://hlinksldjump"/>
            <a:extLst>
              <a:ext uri="{FF2B5EF4-FFF2-40B4-BE49-F238E27FC236}">
                <a16:creationId xmlns:a16="http://schemas.microsoft.com/office/drawing/2014/main" id="{2EBDACC3-6EDC-4CC2-998D-C32705FE0995}"/>
              </a:ext>
            </a:extLst>
          </p:cNvPr>
          <p:cNvSpPr txBox="1"/>
          <p:nvPr/>
        </p:nvSpPr>
        <p:spPr>
          <a:xfrm>
            <a:off x="11289436" y="5834680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w51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13" name="TextBox 712">
            <a:hlinkClick r:id="rId54" action="ppaction://hlinksldjump"/>
            <a:extLst>
              <a:ext uri="{FF2B5EF4-FFF2-40B4-BE49-F238E27FC236}">
                <a16:creationId xmlns:a16="http://schemas.microsoft.com/office/drawing/2014/main" id="{616BCB2F-6E37-4CA8-8322-C0BFC574E5F2}"/>
              </a:ext>
            </a:extLst>
          </p:cNvPr>
          <p:cNvSpPr txBox="1"/>
          <p:nvPr/>
        </p:nvSpPr>
        <p:spPr>
          <a:xfrm>
            <a:off x="11735880" y="5834680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w52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14" name="TextBox 713">
            <a:hlinkClick r:id="rId55" action="ppaction://hlinksldjump"/>
            <a:extLst>
              <a:ext uri="{FF2B5EF4-FFF2-40B4-BE49-F238E27FC236}">
                <a16:creationId xmlns:a16="http://schemas.microsoft.com/office/drawing/2014/main" id="{5A3D359C-5796-4B03-832B-C0724820D541}"/>
              </a:ext>
            </a:extLst>
          </p:cNvPr>
          <p:cNvSpPr txBox="1"/>
          <p:nvPr/>
        </p:nvSpPr>
        <p:spPr>
          <a:xfrm>
            <a:off x="12182324" y="5834680"/>
            <a:ext cx="324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w53</a:t>
            </a:r>
            <a:endParaRPr lang="ko-KR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15" name="TextBox 714">
            <a:hlinkClick r:id="rId51" action="ppaction://hlinksldjump"/>
            <a:extLst>
              <a:ext uri="{FF2B5EF4-FFF2-40B4-BE49-F238E27FC236}">
                <a16:creationId xmlns:a16="http://schemas.microsoft.com/office/drawing/2014/main" id="{90F9AF42-0B07-4219-953F-4B01AC44D704}"/>
              </a:ext>
            </a:extLst>
          </p:cNvPr>
          <p:cNvSpPr txBox="1"/>
          <p:nvPr/>
        </p:nvSpPr>
        <p:spPr>
          <a:xfrm>
            <a:off x="9733444" y="5754986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53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16" name="TextBox 715">
            <a:hlinkClick r:id="rId8" action="ppaction://hlinksldjump"/>
            <a:extLst>
              <a:ext uri="{FF2B5EF4-FFF2-40B4-BE49-F238E27FC236}">
                <a16:creationId xmlns:a16="http://schemas.microsoft.com/office/drawing/2014/main" id="{467356B7-AD07-48BB-9E89-3B22E584EE22}"/>
              </a:ext>
            </a:extLst>
          </p:cNvPr>
          <p:cNvSpPr txBox="1"/>
          <p:nvPr/>
        </p:nvSpPr>
        <p:spPr>
          <a:xfrm>
            <a:off x="9733444" y="2742915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17" name="TextBox 716">
            <a:hlinkClick r:id="rId12" action="ppaction://hlinksldjump"/>
            <a:extLst>
              <a:ext uri="{FF2B5EF4-FFF2-40B4-BE49-F238E27FC236}">
                <a16:creationId xmlns:a16="http://schemas.microsoft.com/office/drawing/2014/main" id="{B2F5530B-9145-40FE-8381-12E95AF55AD2}"/>
              </a:ext>
            </a:extLst>
          </p:cNvPr>
          <p:cNvSpPr txBox="1"/>
          <p:nvPr/>
        </p:nvSpPr>
        <p:spPr>
          <a:xfrm>
            <a:off x="9733444" y="3044122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18" name="TextBox 717">
            <a:hlinkClick r:id="rId20" action="ppaction://hlinksldjump"/>
            <a:extLst>
              <a:ext uri="{FF2B5EF4-FFF2-40B4-BE49-F238E27FC236}">
                <a16:creationId xmlns:a16="http://schemas.microsoft.com/office/drawing/2014/main" id="{C9BA839B-0563-4194-9E37-FBE91B088FE7}"/>
              </a:ext>
            </a:extLst>
          </p:cNvPr>
          <p:cNvSpPr txBox="1"/>
          <p:nvPr/>
        </p:nvSpPr>
        <p:spPr>
          <a:xfrm>
            <a:off x="9733444" y="3646536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22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19" name="TextBox 718">
            <a:hlinkClick r:id="rId33" action="ppaction://hlinksldjump"/>
            <a:extLst>
              <a:ext uri="{FF2B5EF4-FFF2-40B4-BE49-F238E27FC236}">
                <a16:creationId xmlns:a16="http://schemas.microsoft.com/office/drawing/2014/main" id="{EF24F430-4F56-49DC-B85F-B7C6B9A031CC}"/>
              </a:ext>
            </a:extLst>
          </p:cNvPr>
          <p:cNvSpPr txBox="1"/>
          <p:nvPr/>
        </p:nvSpPr>
        <p:spPr>
          <a:xfrm>
            <a:off x="9733444" y="4550157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35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20" name="TextBox 719">
            <a:hlinkClick r:id="rId42" action="ppaction://hlinksldjump"/>
            <a:extLst>
              <a:ext uri="{FF2B5EF4-FFF2-40B4-BE49-F238E27FC236}">
                <a16:creationId xmlns:a16="http://schemas.microsoft.com/office/drawing/2014/main" id="{6A97F0FC-F3C7-4B88-96CE-D0EA818760BF}"/>
              </a:ext>
            </a:extLst>
          </p:cNvPr>
          <p:cNvSpPr txBox="1"/>
          <p:nvPr/>
        </p:nvSpPr>
        <p:spPr>
          <a:xfrm>
            <a:off x="9733444" y="5152571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44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21" name="TextBox 720">
            <a:hlinkClick r:id="rId47" action="ppaction://hlinksldjump"/>
            <a:extLst>
              <a:ext uri="{FF2B5EF4-FFF2-40B4-BE49-F238E27FC236}">
                <a16:creationId xmlns:a16="http://schemas.microsoft.com/office/drawing/2014/main" id="{7156DEB6-8926-423F-ADC6-FCB1164125CC}"/>
              </a:ext>
            </a:extLst>
          </p:cNvPr>
          <p:cNvSpPr txBox="1"/>
          <p:nvPr/>
        </p:nvSpPr>
        <p:spPr>
          <a:xfrm>
            <a:off x="9733444" y="5453778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49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22" name="TextBox 721">
            <a:hlinkClick r:id="rId16" action="ppaction://hlinksldjump"/>
            <a:extLst>
              <a:ext uri="{FF2B5EF4-FFF2-40B4-BE49-F238E27FC236}">
                <a16:creationId xmlns:a16="http://schemas.microsoft.com/office/drawing/2014/main" id="{C51E0FAD-4B26-4D2A-9A9B-F6B07AE58B84}"/>
              </a:ext>
            </a:extLst>
          </p:cNvPr>
          <p:cNvSpPr txBox="1"/>
          <p:nvPr/>
        </p:nvSpPr>
        <p:spPr>
          <a:xfrm>
            <a:off x="9733444" y="3345329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18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23" name="TextBox 722">
            <a:hlinkClick r:id="rId32" action="ppaction://hlinksldjump"/>
            <a:extLst>
              <a:ext uri="{FF2B5EF4-FFF2-40B4-BE49-F238E27FC236}">
                <a16:creationId xmlns:a16="http://schemas.microsoft.com/office/drawing/2014/main" id="{1E3C174C-D251-4CB8-9B66-2036898B5130}"/>
              </a:ext>
            </a:extLst>
          </p:cNvPr>
          <p:cNvSpPr txBox="1"/>
          <p:nvPr/>
        </p:nvSpPr>
        <p:spPr>
          <a:xfrm>
            <a:off x="9733444" y="4248950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31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24" name="TextBox 723">
            <a:hlinkClick r:id="rId38" action="ppaction://hlinksldjump"/>
            <a:extLst>
              <a:ext uri="{FF2B5EF4-FFF2-40B4-BE49-F238E27FC236}">
                <a16:creationId xmlns:a16="http://schemas.microsoft.com/office/drawing/2014/main" id="{90F6F95F-F1E7-4AFF-A749-5DBFB0B595CD}"/>
              </a:ext>
            </a:extLst>
          </p:cNvPr>
          <p:cNvSpPr txBox="1"/>
          <p:nvPr/>
        </p:nvSpPr>
        <p:spPr>
          <a:xfrm>
            <a:off x="9733444" y="4851364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40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25" name="TextBox 724">
            <a:hlinkClick r:id="rId25" action="ppaction://hlinksldjump"/>
            <a:extLst>
              <a:ext uri="{FF2B5EF4-FFF2-40B4-BE49-F238E27FC236}">
                <a16:creationId xmlns:a16="http://schemas.microsoft.com/office/drawing/2014/main" id="{D41CB3C9-0F69-44F6-AABC-52FE3B46C6DC}"/>
              </a:ext>
            </a:extLst>
          </p:cNvPr>
          <p:cNvSpPr txBox="1"/>
          <p:nvPr/>
        </p:nvSpPr>
        <p:spPr>
          <a:xfrm>
            <a:off x="9733444" y="3947743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27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26" name="TextBox 725">
            <a:extLst>
              <a:ext uri="{FF2B5EF4-FFF2-40B4-BE49-F238E27FC236}">
                <a16:creationId xmlns:a16="http://schemas.microsoft.com/office/drawing/2014/main" id="{90EA0FD4-9CDD-4A70-98EF-29D735DE5EB3}"/>
              </a:ext>
            </a:extLst>
          </p:cNvPr>
          <p:cNvSpPr txBox="1"/>
          <p:nvPr/>
        </p:nvSpPr>
        <p:spPr>
          <a:xfrm>
            <a:off x="8992306" y="6630775"/>
            <a:ext cx="56438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 1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27" name="TextBox 726">
            <a:extLst>
              <a:ext uri="{FF2B5EF4-FFF2-40B4-BE49-F238E27FC236}">
                <a16:creationId xmlns:a16="http://schemas.microsoft.com/office/drawing/2014/main" id="{CAB470A5-0327-4CA1-BFB5-2063F5690D27}"/>
              </a:ext>
            </a:extLst>
          </p:cNvPr>
          <p:cNvSpPr txBox="1"/>
          <p:nvPr/>
        </p:nvSpPr>
        <p:spPr>
          <a:xfrm>
            <a:off x="8992306" y="7288593"/>
            <a:ext cx="56438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 2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29" name="TextBox 728">
            <a:hlinkClick r:id="rId56" action="ppaction://hlinksldjump"/>
            <a:extLst>
              <a:ext uri="{FF2B5EF4-FFF2-40B4-BE49-F238E27FC236}">
                <a16:creationId xmlns:a16="http://schemas.microsoft.com/office/drawing/2014/main" id="{D5773B52-97A9-4EAD-8802-62C173587E88}"/>
              </a:ext>
            </a:extLst>
          </p:cNvPr>
          <p:cNvSpPr txBox="1"/>
          <p:nvPr/>
        </p:nvSpPr>
        <p:spPr>
          <a:xfrm>
            <a:off x="9733444" y="7946689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98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30" name="TextBox 729">
            <a:hlinkClick r:id="rId57" action="ppaction://hlinksldjump"/>
            <a:extLst>
              <a:ext uri="{FF2B5EF4-FFF2-40B4-BE49-F238E27FC236}">
                <a16:creationId xmlns:a16="http://schemas.microsoft.com/office/drawing/2014/main" id="{DE5236FA-E00E-43CB-AFA2-F21380181FA8}"/>
              </a:ext>
            </a:extLst>
          </p:cNvPr>
          <p:cNvSpPr txBox="1"/>
          <p:nvPr/>
        </p:nvSpPr>
        <p:spPr>
          <a:xfrm>
            <a:off x="9733444" y="6630497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58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31" name="TextBox 730">
            <a:hlinkClick r:id="rId58" action="ppaction://hlinksldjump"/>
            <a:extLst>
              <a:ext uri="{FF2B5EF4-FFF2-40B4-BE49-F238E27FC236}">
                <a16:creationId xmlns:a16="http://schemas.microsoft.com/office/drawing/2014/main" id="{25EC0333-664D-44FA-82D1-474919566082}"/>
              </a:ext>
            </a:extLst>
          </p:cNvPr>
          <p:cNvSpPr txBox="1"/>
          <p:nvPr/>
        </p:nvSpPr>
        <p:spPr>
          <a:xfrm>
            <a:off x="9733444" y="7288593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78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40" name="TextBox 739">
            <a:extLst>
              <a:ext uri="{FF2B5EF4-FFF2-40B4-BE49-F238E27FC236}">
                <a16:creationId xmlns:a16="http://schemas.microsoft.com/office/drawing/2014/main" id="{58A736DD-54F0-4894-BD76-16464E58EF04}"/>
              </a:ext>
            </a:extLst>
          </p:cNvPr>
          <p:cNvSpPr txBox="1"/>
          <p:nvPr/>
        </p:nvSpPr>
        <p:spPr>
          <a:xfrm>
            <a:off x="9317843" y="9639035"/>
            <a:ext cx="23884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Biz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41" name="TextBox 740">
            <a:extLst>
              <a:ext uri="{FF2B5EF4-FFF2-40B4-BE49-F238E27FC236}">
                <a16:creationId xmlns:a16="http://schemas.microsoft.com/office/drawing/2014/main" id="{51A5D6EE-7BD2-441E-BC01-5A458F308E2A}"/>
              </a:ext>
            </a:extLst>
          </p:cNvPr>
          <p:cNvSpPr txBox="1"/>
          <p:nvPr/>
        </p:nvSpPr>
        <p:spPr>
          <a:xfrm>
            <a:off x="9168763" y="9980043"/>
            <a:ext cx="38792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MKT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42" name="TextBox 741">
            <a:extLst>
              <a:ext uri="{FF2B5EF4-FFF2-40B4-BE49-F238E27FC236}">
                <a16:creationId xmlns:a16="http://schemas.microsoft.com/office/drawing/2014/main" id="{63FB4402-A51B-4463-AE56-B1FD09194B29}"/>
              </a:ext>
            </a:extLst>
          </p:cNvPr>
          <p:cNvSpPr txBox="1"/>
          <p:nvPr/>
        </p:nvSpPr>
        <p:spPr>
          <a:xfrm>
            <a:off x="8945946" y="10321051"/>
            <a:ext cx="61074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Comm.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44" name="TextBox 743">
            <a:hlinkClick r:id="rId59" action="ppaction://hlinksldjump"/>
            <a:extLst>
              <a:ext uri="{FF2B5EF4-FFF2-40B4-BE49-F238E27FC236}">
                <a16:creationId xmlns:a16="http://schemas.microsoft.com/office/drawing/2014/main" id="{AD677DB4-4249-4C3A-A36C-52C5467BF6E5}"/>
              </a:ext>
            </a:extLst>
          </p:cNvPr>
          <p:cNvSpPr txBox="1"/>
          <p:nvPr/>
        </p:nvSpPr>
        <p:spPr>
          <a:xfrm>
            <a:off x="9733444" y="9248574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114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45" name="TextBox 744">
            <a:hlinkClick r:id="rId60" action="ppaction://hlinksldjump"/>
            <a:extLst>
              <a:ext uri="{FF2B5EF4-FFF2-40B4-BE49-F238E27FC236}">
                <a16:creationId xmlns:a16="http://schemas.microsoft.com/office/drawing/2014/main" id="{81839149-4827-41E3-9CC7-D8CD9039728A}"/>
              </a:ext>
            </a:extLst>
          </p:cNvPr>
          <p:cNvSpPr txBox="1"/>
          <p:nvPr/>
        </p:nvSpPr>
        <p:spPr>
          <a:xfrm>
            <a:off x="11735880" y="9639035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119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46" name="TextBox 745">
            <a:hlinkClick r:id="rId61" action="ppaction://hlinksldjump"/>
            <a:extLst>
              <a:ext uri="{FF2B5EF4-FFF2-40B4-BE49-F238E27FC236}">
                <a16:creationId xmlns:a16="http://schemas.microsoft.com/office/drawing/2014/main" id="{1E104EFC-7FE0-4291-84CB-E3503B7F6EE0}"/>
              </a:ext>
            </a:extLst>
          </p:cNvPr>
          <p:cNvSpPr txBox="1"/>
          <p:nvPr/>
        </p:nvSpPr>
        <p:spPr>
          <a:xfrm>
            <a:off x="9733444" y="2140501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4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47" name="TextBox 746">
            <a:extLst>
              <a:ext uri="{FF2B5EF4-FFF2-40B4-BE49-F238E27FC236}">
                <a16:creationId xmlns:a16="http://schemas.microsoft.com/office/drawing/2014/main" id="{BF1FDFE9-F8F4-49A6-826C-923A31285F7C}"/>
              </a:ext>
            </a:extLst>
          </p:cNvPr>
          <p:cNvSpPr txBox="1"/>
          <p:nvPr/>
        </p:nvSpPr>
        <p:spPr>
          <a:xfrm>
            <a:off x="8378483" y="2140501"/>
            <a:ext cx="117820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MKT Calendar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48" name="TextBox 747">
            <a:extLst>
              <a:ext uri="{FF2B5EF4-FFF2-40B4-BE49-F238E27FC236}">
                <a16:creationId xmlns:a16="http://schemas.microsoft.com/office/drawing/2014/main" id="{1E29CABC-8D6A-4A4C-AC9E-0E3668FC5D4E}"/>
              </a:ext>
            </a:extLst>
          </p:cNvPr>
          <p:cNvSpPr txBox="1"/>
          <p:nvPr/>
        </p:nvSpPr>
        <p:spPr>
          <a:xfrm>
            <a:off x="8177895" y="812933"/>
            <a:ext cx="644407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Index</a:t>
            </a:r>
            <a:endParaRPr lang="ko-KR" altLang="en-US" sz="20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49" name="TextBox 748">
            <a:hlinkClick r:id="rId62" action="ppaction://hlinksldjump"/>
            <a:extLst>
              <a:ext uri="{FF2B5EF4-FFF2-40B4-BE49-F238E27FC236}">
                <a16:creationId xmlns:a16="http://schemas.microsoft.com/office/drawing/2014/main" id="{9F7C5B31-373E-40F8-BB7D-DF9BF97F3FB7}"/>
              </a:ext>
            </a:extLst>
          </p:cNvPr>
          <p:cNvSpPr txBox="1"/>
          <p:nvPr/>
        </p:nvSpPr>
        <p:spPr>
          <a:xfrm>
            <a:off x="9733444" y="859100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51" name="TextBox 750">
            <a:hlinkClick r:id="rId63" action="ppaction://hlinksldjump"/>
            <a:extLst>
              <a:ext uri="{FF2B5EF4-FFF2-40B4-BE49-F238E27FC236}">
                <a16:creationId xmlns:a16="http://schemas.microsoft.com/office/drawing/2014/main" id="{43C4F26E-C63E-480C-9ADD-E30F0328FEDD}"/>
              </a:ext>
            </a:extLst>
          </p:cNvPr>
          <p:cNvSpPr txBox="1"/>
          <p:nvPr/>
        </p:nvSpPr>
        <p:spPr>
          <a:xfrm>
            <a:off x="10396548" y="6630775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59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54" name="TextBox 753">
            <a:hlinkClick r:id="rId64" action="ppaction://hlinksldjump"/>
            <a:extLst>
              <a:ext uri="{FF2B5EF4-FFF2-40B4-BE49-F238E27FC236}">
                <a16:creationId xmlns:a16="http://schemas.microsoft.com/office/drawing/2014/main" id="{F6432FB3-8C78-4D17-BB80-4DA48E71B5BF}"/>
              </a:ext>
            </a:extLst>
          </p:cNvPr>
          <p:cNvSpPr txBox="1"/>
          <p:nvPr/>
        </p:nvSpPr>
        <p:spPr>
          <a:xfrm>
            <a:off x="9733444" y="9639035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115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55" name="TextBox 754">
            <a:hlinkClick r:id="rId65" action="ppaction://hlinksldjump"/>
            <a:extLst>
              <a:ext uri="{FF2B5EF4-FFF2-40B4-BE49-F238E27FC236}">
                <a16:creationId xmlns:a16="http://schemas.microsoft.com/office/drawing/2014/main" id="{E9BA75A2-BD97-4850-B5A8-ACE68487F8D3}"/>
              </a:ext>
            </a:extLst>
          </p:cNvPr>
          <p:cNvSpPr txBox="1"/>
          <p:nvPr/>
        </p:nvSpPr>
        <p:spPr>
          <a:xfrm>
            <a:off x="9733444" y="9996739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120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56" name="TextBox 755">
            <a:hlinkClick r:id="rId66" action="ppaction://hlinksldjump"/>
            <a:extLst>
              <a:ext uri="{FF2B5EF4-FFF2-40B4-BE49-F238E27FC236}">
                <a16:creationId xmlns:a16="http://schemas.microsoft.com/office/drawing/2014/main" id="{8C8F0349-BBAF-414E-A03C-02E08B911878}"/>
              </a:ext>
            </a:extLst>
          </p:cNvPr>
          <p:cNvSpPr txBox="1"/>
          <p:nvPr/>
        </p:nvSpPr>
        <p:spPr>
          <a:xfrm>
            <a:off x="10842992" y="6630775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60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57" name="TextBox 756">
            <a:hlinkClick r:id="rId67" action="ppaction://hlinksldjump"/>
            <a:extLst>
              <a:ext uri="{FF2B5EF4-FFF2-40B4-BE49-F238E27FC236}">
                <a16:creationId xmlns:a16="http://schemas.microsoft.com/office/drawing/2014/main" id="{79B9A8CE-BA92-4977-A7A4-0868535D3F01}"/>
              </a:ext>
            </a:extLst>
          </p:cNvPr>
          <p:cNvSpPr txBox="1"/>
          <p:nvPr/>
        </p:nvSpPr>
        <p:spPr>
          <a:xfrm>
            <a:off x="11289436" y="6630775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61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58" name="TextBox 757">
            <a:hlinkClick r:id="rId68" action="ppaction://hlinksldjump"/>
            <a:extLst>
              <a:ext uri="{FF2B5EF4-FFF2-40B4-BE49-F238E27FC236}">
                <a16:creationId xmlns:a16="http://schemas.microsoft.com/office/drawing/2014/main" id="{33353BA2-4CFE-450F-B72F-24DAAC3E1AAC}"/>
              </a:ext>
            </a:extLst>
          </p:cNvPr>
          <p:cNvSpPr txBox="1"/>
          <p:nvPr/>
        </p:nvSpPr>
        <p:spPr>
          <a:xfrm>
            <a:off x="11735880" y="6630775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62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59" name="TextBox 758">
            <a:hlinkClick r:id="rId69" action="ppaction://hlinksldjump"/>
            <a:extLst>
              <a:ext uri="{FF2B5EF4-FFF2-40B4-BE49-F238E27FC236}">
                <a16:creationId xmlns:a16="http://schemas.microsoft.com/office/drawing/2014/main" id="{4289C0EA-A454-4474-885D-7C9E2F2D5733}"/>
              </a:ext>
            </a:extLst>
          </p:cNvPr>
          <p:cNvSpPr txBox="1"/>
          <p:nvPr/>
        </p:nvSpPr>
        <p:spPr>
          <a:xfrm>
            <a:off x="12182324" y="6630775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63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60" name="TextBox 759">
            <a:hlinkClick r:id="rId70" action="ppaction://hlinksldjump"/>
            <a:extLst>
              <a:ext uri="{FF2B5EF4-FFF2-40B4-BE49-F238E27FC236}">
                <a16:creationId xmlns:a16="http://schemas.microsoft.com/office/drawing/2014/main" id="{A57515A6-C0F6-4A57-AB09-BDBD04712706}"/>
              </a:ext>
            </a:extLst>
          </p:cNvPr>
          <p:cNvSpPr txBox="1"/>
          <p:nvPr/>
        </p:nvSpPr>
        <p:spPr>
          <a:xfrm>
            <a:off x="12640936" y="6630775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64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61" name="TextBox 760">
            <a:hlinkClick r:id="rId71" action="ppaction://hlinksldjump"/>
            <a:extLst>
              <a:ext uri="{FF2B5EF4-FFF2-40B4-BE49-F238E27FC236}">
                <a16:creationId xmlns:a16="http://schemas.microsoft.com/office/drawing/2014/main" id="{9ED53DE6-E610-4D42-8DAA-7F96ECAA5617}"/>
              </a:ext>
            </a:extLst>
          </p:cNvPr>
          <p:cNvSpPr txBox="1"/>
          <p:nvPr/>
        </p:nvSpPr>
        <p:spPr>
          <a:xfrm>
            <a:off x="13117177" y="6630775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65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62" name="TextBox 761">
            <a:hlinkClick r:id="rId72" action="ppaction://hlinksldjump"/>
            <a:extLst>
              <a:ext uri="{FF2B5EF4-FFF2-40B4-BE49-F238E27FC236}">
                <a16:creationId xmlns:a16="http://schemas.microsoft.com/office/drawing/2014/main" id="{3F137CB6-9116-4B34-AF8E-2B994D0035B0}"/>
              </a:ext>
            </a:extLst>
          </p:cNvPr>
          <p:cNvSpPr txBox="1"/>
          <p:nvPr/>
        </p:nvSpPr>
        <p:spPr>
          <a:xfrm>
            <a:off x="13563621" y="6630775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66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63" name="TextBox 762">
            <a:hlinkClick r:id="rId73" action="ppaction://hlinksldjump"/>
            <a:extLst>
              <a:ext uri="{FF2B5EF4-FFF2-40B4-BE49-F238E27FC236}">
                <a16:creationId xmlns:a16="http://schemas.microsoft.com/office/drawing/2014/main" id="{216289F4-BDAB-4B59-80B2-08B58CCCF303}"/>
              </a:ext>
            </a:extLst>
          </p:cNvPr>
          <p:cNvSpPr txBox="1"/>
          <p:nvPr/>
        </p:nvSpPr>
        <p:spPr>
          <a:xfrm>
            <a:off x="14010065" y="6630775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67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64" name="TextBox 763">
            <a:hlinkClick r:id="rId74" action="ppaction://hlinksldjump"/>
            <a:extLst>
              <a:ext uri="{FF2B5EF4-FFF2-40B4-BE49-F238E27FC236}">
                <a16:creationId xmlns:a16="http://schemas.microsoft.com/office/drawing/2014/main" id="{2F168128-3DDE-49E1-911B-28DB9C05DF6D}"/>
              </a:ext>
            </a:extLst>
          </p:cNvPr>
          <p:cNvSpPr txBox="1"/>
          <p:nvPr/>
        </p:nvSpPr>
        <p:spPr>
          <a:xfrm>
            <a:off x="14456509" y="6630775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68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67" name="TextBox 766">
            <a:hlinkClick r:id="rId75" action="ppaction://hlinksldjump"/>
            <a:extLst>
              <a:ext uri="{FF2B5EF4-FFF2-40B4-BE49-F238E27FC236}">
                <a16:creationId xmlns:a16="http://schemas.microsoft.com/office/drawing/2014/main" id="{356FE476-727D-4C98-8EC3-75250E13062A}"/>
              </a:ext>
            </a:extLst>
          </p:cNvPr>
          <p:cNvSpPr txBox="1"/>
          <p:nvPr/>
        </p:nvSpPr>
        <p:spPr>
          <a:xfrm>
            <a:off x="10396548" y="6911434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69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68" name="TextBox 767">
            <a:hlinkClick r:id="rId76" action="ppaction://hlinksldjump"/>
            <a:extLst>
              <a:ext uri="{FF2B5EF4-FFF2-40B4-BE49-F238E27FC236}">
                <a16:creationId xmlns:a16="http://schemas.microsoft.com/office/drawing/2014/main" id="{DB0E1982-AC1B-47CD-A43C-794A64501B2E}"/>
              </a:ext>
            </a:extLst>
          </p:cNvPr>
          <p:cNvSpPr txBox="1"/>
          <p:nvPr/>
        </p:nvSpPr>
        <p:spPr>
          <a:xfrm>
            <a:off x="10842992" y="6911434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70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69" name="TextBox 768">
            <a:hlinkClick r:id="rId77" action="ppaction://hlinksldjump"/>
            <a:extLst>
              <a:ext uri="{FF2B5EF4-FFF2-40B4-BE49-F238E27FC236}">
                <a16:creationId xmlns:a16="http://schemas.microsoft.com/office/drawing/2014/main" id="{C7BD37FE-EA07-47B3-9178-94AE02843305}"/>
              </a:ext>
            </a:extLst>
          </p:cNvPr>
          <p:cNvSpPr txBox="1"/>
          <p:nvPr/>
        </p:nvSpPr>
        <p:spPr>
          <a:xfrm>
            <a:off x="11289436" y="6911434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71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70" name="TextBox 769">
            <a:hlinkClick r:id="rId78" action="ppaction://hlinksldjump"/>
            <a:extLst>
              <a:ext uri="{FF2B5EF4-FFF2-40B4-BE49-F238E27FC236}">
                <a16:creationId xmlns:a16="http://schemas.microsoft.com/office/drawing/2014/main" id="{AD4DA48F-48C7-49C9-8288-D8E96A3B8A89}"/>
              </a:ext>
            </a:extLst>
          </p:cNvPr>
          <p:cNvSpPr txBox="1"/>
          <p:nvPr/>
        </p:nvSpPr>
        <p:spPr>
          <a:xfrm>
            <a:off x="11735880" y="6911434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72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71" name="TextBox 770">
            <a:hlinkClick r:id="rId79" action="ppaction://hlinksldjump"/>
            <a:extLst>
              <a:ext uri="{FF2B5EF4-FFF2-40B4-BE49-F238E27FC236}">
                <a16:creationId xmlns:a16="http://schemas.microsoft.com/office/drawing/2014/main" id="{EFA22117-09E1-4495-BEB4-04D291C56FD5}"/>
              </a:ext>
            </a:extLst>
          </p:cNvPr>
          <p:cNvSpPr txBox="1"/>
          <p:nvPr/>
        </p:nvSpPr>
        <p:spPr>
          <a:xfrm>
            <a:off x="12182324" y="6911434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73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72" name="TextBox 771">
            <a:hlinkClick r:id="rId80" action="ppaction://hlinksldjump"/>
            <a:extLst>
              <a:ext uri="{FF2B5EF4-FFF2-40B4-BE49-F238E27FC236}">
                <a16:creationId xmlns:a16="http://schemas.microsoft.com/office/drawing/2014/main" id="{66339EEE-2587-44F5-9CE2-A246EFE0AA10}"/>
              </a:ext>
            </a:extLst>
          </p:cNvPr>
          <p:cNvSpPr txBox="1"/>
          <p:nvPr/>
        </p:nvSpPr>
        <p:spPr>
          <a:xfrm>
            <a:off x="12640936" y="6911434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74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73" name="TextBox 772">
            <a:hlinkClick r:id="rId81" action="ppaction://hlinksldjump"/>
            <a:extLst>
              <a:ext uri="{FF2B5EF4-FFF2-40B4-BE49-F238E27FC236}">
                <a16:creationId xmlns:a16="http://schemas.microsoft.com/office/drawing/2014/main" id="{09CFB880-F051-4890-A363-869B09018363}"/>
              </a:ext>
            </a:extLst>
          </p:cNvPr>
          <p:cNvSpPr txBox="1"/>
          <p:nvPr/>
        </p:nvSpPr>
        <p:spPr>
          <a:xfrm>
            <a:off x="13117177" y="6911434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75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74" name="TextBox 773">
            <a:hlinkClick r:id="rId82" action="ppaction://hlinksldjump"/>
            <a:extLst>
              <a:ext uri="{FF2B5EF4-FFF2-40B4-BE49-F238E27FC236}">
                <a16:creationId xmlns:a16="http://schemas.microsoft.com/office/drawing/2014/main" id="{44C3132A-5386-4C8E-B52C-F3F1B1101060}"/>
              </a:ext>
            </a:extLst>
          </p:cNvPr>
          <p:cNvSpPr txBox="1"/>
          <p:nvPr/>
        </p:nvSpPr>
        <p:spPr>
          <a:xfrm>
            <a:off x="13563621" y="6911434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76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75" name="TextBox 774">
            <a:hlinkClick r:id="rId82" action="ppaction://hlinksldjump"/>
            <a:extLst>
              <a:ext uri="{FF2B5EF4-FFF2-40B4-BE49-F238E27FC236}">
                <a16:creationId xmlns:a16="http://schemas.microsoft.com/office/drawing/2014/main" id="{CB191457-CDE4-44BA-A4C1-06819B1A9020}"/>
              </a:ext>
            </a:extLst>
          </p:cNvPr>
          <p:cNvSpPr txBox="1"/>
          <p:nvPr/>
        </p:nvSpPr>
        <p:spPr>
          <a:xfrm>
            <a:off x="14010065" y="6911434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77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77" name="TextBox 776">
            <a:hlinkClick r:id="rId83" action="ppaction://hlinksldjump"/>
            <a:extLst>
              <a:ext uri="{FF2B5EF4-FFF2-40B4-BE49-F238E27FC236}">
                <a16:creationId xmlns:a16="http://schemas.microsoft.com/office/drawing/2014/main" id="{DA55A7C6-ADF7-47EF-843F-9083D199B39B}"/>
              </a:ext>
            </a:extLst>
          </p:cNvPr>
          <p:cNvSpPr txBox="1"/>
          <p:nvPr/>
        </p:nvSpPr>
        <p:spPr>
          <a:xfrm>
            <a:off x="10396548" y="7288593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79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78" name="TextBox 777">
            <a:hlinkClick r:id="rId84" action="ppaction://hlinksldjump"/>
            <a:extLst>
              <a:ext uri="{FF2B5EF4-FFF2-40B4-BE49-F238E27FC236}">
                <a16:creationId xmlns:a16="http://schemas.microsoft.com/office/drawing/2014/main" id="{86982DF4-5540-4D02-9B1C-99365B5962D9}"/>
              </a:ext>
            </a:extLst>
          </p:cNvPr>
          <p:cNvSpPr txBox="1"/>
          <p:nvPr/>
        </p:nvSpPr>
        <p:spPr>
          <a:xfrm>
            <a:off x="10842992" y="7288593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80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79" name="TextBox 778">
            <a:hlinkClick r:id="rId85" action="ppaction://hlinksldjump"/>
            <a:extLst>
              <a:ext uri="{FF2B5EF4-FFF2-40B4-BE49-F238E27FC236}">
                <a16:creationId xmlns:a16="http://schemas.microsoft.com/office/drawing/2014/main" id="{057104CC-D035-40EA-B324-2264EE9230AC}"/>
              </a:ext>
            </a:extLst>
          </p:cNvPr>
          <p:cNvSpPr txBox="1"/>
          <p:nvPr/>
        </p:nvSpPr>
        <p:spPr>
          <a:xfrm>
            <a:off x="11289436" y="7288593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81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80" name="TextBox 779">
            <a:hlinkClick r:id="rId86" action="ppaction://hlinksldjump"/>
            <a:extLst>
              <a:ext uri="{FF2B5EF4-FFF2-40B4-BE49-F238E27FC236}">
                <a16:creationId xmlns:a16="http://schemas.microsoft.com/office/drawing/2014/main" id="{65BB5213-CCEB-48A1-A1B3-6713CD901F48}"/>
              </a:ext>
            </a:extLst>
          </p:cNvPr>
          <p:cNvSpPr txBox="1"/>
          <p:nvPr/>
        </p:nvSpPr>
        <p:spPr>
          <a:xfrm>
            <a:off x="11735880" y="7288593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82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81" name="TextBox 780">
            <a:hlinkClick r:id="rId87" action="ppaction://hlinksldjump"/>
            <a:extLst>
              <a:ext uri="{FF2B5EF4-FFF2-40B4-BE49-F238E27FC236}">
                <a16:creationId xmlns:a16="http://schemas.microsoft.com/office/drawing/2014/main" id="{5FE39BC8-2B25-490F-A0DE-54298875107C}"/>
              </a:ext>
            </a:extLst>
          </p:cNvPr>
          <p:cNvSpPr txBox="1"/>
          <p:nvPr/>
        </p:nvSpPr>
        <p:spPr>
          <a:xfrm>
            <a:off x="12182324" y="7288593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83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82" name="TextBox 781">
            <a:hlinkClick r:id="rId88" action="ppaction://hlinksldjump"/>
            <a:extLst>
              <a:ext uri="{FF2B5EF4-FFF2-40B4-BE49-F238E27FC236}">
                <a16:creationId xmlns:a16="http://schemas.microsoft.com/office/drawing/2014/main" id="{5DC3C5D7-BF5A-4EE9-A069-F50A89398C0D}"/>
              </a:ext>
            </a:extLst>
          </p:cNvPr>
          <p:cNvSpPr txBox="1"/>
          <p:nvPr/>
        </p:nvSpPr>
        <p:spPr>
          <a:xfrm>
            <a:off x="12640936" y="7288593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84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83" name="TextBox 782">
            <a:hlinkClick r:id="rId89" action="ppaction://hlinksldjump"/>
            <a:extLst>
              <a:ext uri="{FF2B5EF4-FFF2-40B4-BE49-F238E27FC236}">
                <a16:creationId xmlns:a16="http://schemas.microsoft.com/office/drawing/2014/main" id="{D08CF1C6-BC03-4EF0-B59B-3D02F2404771}"/>
              </a:ext>
            </a:extLst>
          </p:cNvPr>
          <p:cNvSpPr txBox="1"/>
          <p:nvPr/>
        </p:nvSpPr>
        <p:spPr>
          <a:xfrm>
            <a:off x="13117177" y="7288593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85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84" name="TextBox 783">
            <a:hlinkClick r:id="rId90" action="ppaction://hlinksldjump"/>
            <a:extLst>
              <a:ext uri="{FF2B5EF4-FFF2-40B4-BE49-F238E27FC236}">
                <a16:creationId xmlns:a16="http://schemas.microsoft.com/office/drawing/2014/main" id="{63E61CEA-C226-43D1-B972-417B39B06D6E}"/>
              </a:ext>
            </a:extLst>
          </p:cNvPr>
          <p:cNvSpPr txBox="1"/>
          <p:nvPr/>
        </p:nvSpPr>
        <p:spPr>
          <a:xfrm>
            <a:off x="13563621" y="7288593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86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85" name="TextBox 784">
            <a:hlinkClick r:id="rId91" action="ppaction://hlinksldjump"/>
            <a:extLst>
              <a:ext uri="{FF2B5EF4-FFF2-40B4-BE49-F238E27FC236}">
                <a16:creationId xmlns:a16="http://schemas.microsoft.com/office/drawing/2014/main" id="{002911FC-7037-4C60-AC8E-5202AC905239}"/>
              </a:ext>
            </a:extLst>
          </p:cNvPr>
          <p:cNvSpPr txBox="1"/>
          <p:nvPr/>
        </p:nvSpPr>
        <p:spPr>
          <a:xfrm>
            <a:off x="14010065" y="7288593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87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86" name="TextBox 785">
            <a:hlinkClick r:id="rId92" action="ppaction://hlinksldjump"/>
            <a:extLst>
              <a:ext uri="{FF2B5EF4-FFF2-40B4-BE49-F238E27FC236}">
                <a16:creationId xmlns:a16="http://schemas.microsoft.com/office/drawing/2014/main" id="{94DE37BE-CC44-411D-8473-FDFC78208D17}"/>
              </a:ext>
            </a:extLst>
          </p:cNvPr>
          <p:cNvSpPr txBox="1"/>
          <p:nvPr/>
        </p:nvSpPr>
        <p:spPr>
          <a:xfrm>
            <a:off x="14456509" y="7288593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88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87" name="TextBox 786">
            <a:hlinkClick r:id="rId93" action="ppaction://hlinksldjump"/>
            <a:extLst>
              <a:ext uri="{FF2B5EF4-FFF2-40B4-BE49-F238E27FC236}">
                <a16:creationId xmlns:a16="http://schemas.microsoft.com/office/drawing/2014/main" id="{03B4EE17-CD54-40E6-965D-D6D020BAD969}"/>
              </a:ext>
            </a:extLst>
          </p:cNvPr>
          <p:cNvSpPr txBox="1"/>
          <p:nvPr/>
        </p:nvSpPr>
        <p:spPr>
          <a:xfrm>
            <a:off x="10396548" y="757649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89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88" name="TextBox 787">
            <a:hlinkClick r:id="rId94" action="ppaction://hlinksldjump"/>
            <a:extLst>
              <a:ext uri="{FF2B5EF4-FFF2-40B4-BE49-F238E27FC236}">
                <a16:creationId xmlns:a16="http://schemas.microsoft.com/office/drawing/2014/main" id="{405AC778-F2FD-40BA-9E85-6A0EA21D5C84}"/>
              </a:ext>
            </a:extLst>
          </p:cNvPr>
          <p:cNvSpPr txBox="1"/>
          <p:nvPr/>
        </p:nvSpPr>
        <p:spPr>
          <a:xfrm>
            <a:off x="10842992" y="757649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90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89" name="TextBox 788">
            <a:hlinkClick r:id="rId95" action="ppaction://hlinksldjump"/>
            <a:extLst>
              <a:ext uri="{FF2B5EF4-FFF2-40B4-BE49-F238E27FC236}">
                <a16:creationId xmlns:a16="http://schemas.microsoft.com/office/drawing/2014/main" id="{F5144BD6-B0DD-4E61-B6BE-EA0CE78A3A88}"/>
              </a:ext>
            </a:extLst>
          </p:cNvPr>
          <p:cNvSpPr txBox="1"/>
          <p:nvPr/>
        </p:nvSpPr>
        <p:spPr>
          <a:xfrm>
            <a:off x="11289436" y="757649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91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90" name="TextBox 789">
            <a:hlinkClick r:id="rId96" action="ppaction://hlinksldjump"/>
            <a:extLst>
              <a:ext uri="{FF2B5EF4-FFF2-40B4-BE49-F238E27FC236}">
                <a16:creationId xmlns:a16="http://schemas.microsoft.com/office/drawing/2014/main" id="{E218553E-E326-4EFC-96C6-2E3693EC9AC8}"/>
              </a:ext>
            </a:extLst>
          </p:cNvPr>
          <p:cNvSpPr txBox="1"/>
          <p:nvPr/>
        </p:nvSpPr>
        <p:spPr>
          <a:xfrm>
            <a:off x="11735880" y="757649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92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91" name="TextBox 790">
            <a:hlinkClick r:id="rId97" action="ppaction://hlinksldjump"/>
            <a:extLst>
              <a:ext uri="{FF2B5EF4-FFF2-40B4-BE49-F238E27FC236}">
                <a16:creationId xmlns:a16="http://schemas.microsoft.com/office/drawing/2014/main" id="{A100C366-DC6F-4D58-A5EA-1CFE8FA572EC}"/>
              </a:ext>
            </a:extLst>
          </p:cNvPr>
          <p:cNvSpPr txBox="1"/>
          <p:nvPr/>
        </p:nvSpPr>
        <p:spPr>
          <a:xfrm>
            <a:off x="12182324" y="757649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93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92" name="TextBox 791">
            <a:hlinkClick r:id="rId98" action="ppaction://hlinksldjump"/>
            <a:extLst>
              <a:ext uri="{FF2B5EF4-FFF2-40B4-BE49-F238E27FC236}">
                <a16:creationId xmlns:a16="http://schemas.microsoft.com/office/drawing/2014/main" id="{640C895C-3B82-4513-AB00-6D12796DE1B8}"/>
              </a:ext>
            </a:extLst>
          </p:cNvPr>
          <p:cNvSpPr txBox="1"/>
          <p:nvPr/>
        </p:nvSpPr>
        <p:spPr>
          <a:xfrm>
            <a:off x="12640936" y="757649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94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93" name="TextBox 792">
            <a:hlinkClick r:id="rId99" action="ppaction://hlinksldjump"/>
            <a:extLst>
              <a:ext uri="{FF2B5EF4-FFF2-40B4-BE49-F238E27FC236}">
                <a16:creationId xmlns:a16="http://schemas.microsoft.com/office/drawing/2014/main" id="{BFA1A13A-024F-4201-8BE4-886F66A015D4}"/>
              </a:ext>
            </a:extLst>
          </p:cNvPr>
          <p:cNvSpPr txBox="1"/>
          <p:nvPr/>
        </p:nvSpPr>
        <p:spPr>
          <a:xfrm>
            <a:off x="13117177" y="757649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95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94" name="TextBox 793">
            <a:hlinkClick r:id="rId100" action="ppaction://hlinksldjump"/>
            <a:extLst>
              <a:ext uri="{FF2B5EF4-FFF2-40B4-BE49-F238E27FC236}">
                <a16:creationId xmlns:a16="http://schemas.microsoft.com/office/drawing/2014/main" id="{76F6EA4E-807C-42C4-A964-1EFC68EE7323}"/>
              </a:ext>
            </a:extLst>
          </p:cNvPr>
          <p:cNvSpPr txBox="1"/>
          <p:nvPr/>
        </p:nvSpPr>
        <p:spPr>
          <a:xfrm>
            <a:off x="13563621" y="757649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96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95" name="TextBox 794">
            <a:hlinkClick r:id="rId101" action="ppaction://hlinksldjump"/>
            <a:extLst>
              <a:ext uri="{FF2B5EF4-FFF2-40B4-BE49-F238E27FC236}">
                <a16:creationId xmlns:a16="http://schemas.microsoft.com/office/drawing/2014/main" id="{363FC0AA-7DBA-4D2F-B23F-B06A7907E566}"/>
              </a:ext>
            </a:extLst>
          </p:cNvPr>
          <p:cNvSpPr txBox="1"/>
          <p:nvPr/>
        </p:nvSpPr>
        <p:spPr>
          <a:xfrm>
            <a:off x="14010065" y="757649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97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97" name="TextBox 796">
            <a:hlinkClick r:id="rId102" action="ppaction://hlinksldjump"/>
            <a:extLst>
              <a:ext uri="{FF2B5EF4-FFF2-40B4-BE49-F238E27FC236}">
                <a16:creationId xmlns:a16="http://schemas.microsoft.com/office/drawing/2014/main" id="{BC8A54FE-9C7F-4629-9F21-3D5FA2DCAA87}"/>
              </a:ext>
            </a:extLst>
          </p:cNvPr>
          <p:cNvSpPr txBox="1"/>
          <p:nvPr/>
        </p:nvSpPr>
        <p:spPr>
          <a:xfrm>
            <a:off x="10396548" y="829754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99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98" name="TextBox 797">
            <a:hlinkClick r:id="rId103" action="ppaction://hlinksldjump"/>
            <a:extLst>
              <a:ext uri="{FF2B5EF4-FFF2-40B4-BE49-F238E27FC236}">
                <a16:creationId xmlns:a16="http://schemas.microsoft.com/office/drawing/2014/main" id="{5C9416C9-E625-4B16-8D07-253CEE3A3285}"/>
              </a:ext>
            </a:extLst>
          </p:cNvPr>
          <p:cNvSpPr txBox="1"/>
          <p:nvPr/>
        </p:nvSpPr>
        <p:spPr>
          <a:xfrm>
            <a:off x="10842992" y="829754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100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99" name="TextBox 798">
            <a:hlinkClick r:id="rId104" action="ppaction://hlinksldjump"/>
            <a:extLst>
              <a:ext uri="{FF2B5EF4-FFF2-40B4-BE49-F238E27FC236}">
                <a16:creationId xmlns:a16="http://schemas.microsoft.com/office/drawing/2014/main" id="{1E19FA8B-3DE2-435A-ADF3-40B3394F4D32}"/>
              </a:ext>
            </a:extLst>
          </p:cNvPr>
          <p:cNvSpPr txBox="1"/>
          <p:nvPr/>
        </p:nvSpPr>
        <p:spPr>
          <a:xfrm>
            <a:off x="11289436" y="829754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101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00" name="TextBox 799">
            <a:hlinkClick r:id="rId105" action="ppaction://hlinksldjump"/>
            <a:extLst>
              <a:ext uri="{FF2B5EF4-FFF2-40B4-BE49-F238E27FC236}">
                <a16:creationId xmlns:a16="http://schemas.microsoft.com/office/drawing/2014/main" id="{3DC05367-3A90-43E5-8C02-B9FCBCDE219D}"/>
              </a:ext>
            </a:extLst>
          </p:cNvPr>
          <p:cNvSpPr txBox="1"/>
          <p:nvPr/>
        </p:nvSpPr>
        <p:spPr>
          <a:xfrm>
            <a:off x="11735880" y="829754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102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01" name="TextBox 800">
            <a:hlinkClick r:id="rId106" action="ppaction://hlinksldjump"/>
            <a:extLst>
              <a:ext uri="{FF2B5EF4-FFF2-40B4-BE49-F238E27FC236}">
                <a16:creationId xmlns:a16="http://schemas.microsoft.com/office/drawing/2014/main" id="{98F64189-6051-438E-85A6-66809FBF7BF2}"/>
              </a:ext>
            </a:extLst>
          </p:cNvPr>
          <p:cNvSpPr txBox="1"/>
          <p:nvPr/>
        </p:nvSpPr>
        <p:spPr>
          <a:xfrm>
            <a:off x="10396548" y="8579917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103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02" name="TextBox 801">
            <a:hlinkClick r:id="rId107" action="ppaction://hlinksldjump"/>
            <a:extLst>
              <a:ext uri="{FF2B5EF4-FFF2-40B4-BE49-F238E27FC236}">
                <a16:creationId xmlns:a16="http://schemas.microsoft.com/office/drawing/2014/main" id="{5EB21E42-8C57-444A-BB94-6CFF5BC28EF7}"/>
              </a:ext>
            </a:extLst>
          </p:cNvPr>
          <p:cNvSpPr txBox="1"/>
          <p:nvPr/>
        </p:nvSpPr>
        <p:spPr>
          <a:xfrm>
            <a:off x="10842992" y="8579917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104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03" name="TextBox 802">
            <a:hlinkClick r:id="rId108" action="ppaction://hlinksldjump"/>
            <a:extLst>
              <a:ext uri="{FF2B5EF4-FFF2-40B4-BE49-F238E27FC236}">
                <a16:creationId xmlns:a16="http://schemas.microsoft.com/office/drawing/2014/main" id="{D69A39C4-135D-428B-9E38-3CC0F23AE721}"/>
              </a:ext>
            </a:extLst>
          </p:cNvPr>
          <p:cNvSpPr txBox="1"/>
          <p:nvPr/>
        </p:nvSpPr>
        <p:spPr>
          <a:xfrm>
            <a:off x="11289436" y="8579917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105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04" name="TextBox 803">
            <a:hlinkClick r:id="rId109" action="ppaction://hlinksldjump"/>
            <a:extLst>
              <a:ext uri="{FF2B5EF4-FFF2-40B4-BE49-F238E27FC236}">
                <a16:creationId xmlns:a16="http://schemas.microsoft.com/office/drawing/2014/main" id="{A7483380-EA91-4971-8601-2FD43F59B35E}"/>
              </a:ext>
            </a:extLst>
          </p:cNvPr>
          <p:cNvSpPr txBox="1"/>
          <p:nvPr/>
        </p:nvSpPr>
        <p:spPr>
          <a:xfrm>
            <a:off x="11735880" y="8579917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106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05" name="TextBox 804">
            <a:hlinkClick r:id="rId110" action="ppaction://hlinksldjump"/>
            <a:extLst>
              <a:ext uri="{FF2B5EF4-FFF2-40B4-BE49-F238E27FC236}">
                <a16:creationId xmlns:a16="http://schemas.microsoft.com/office/drawing/2014/main" id="{41CBB0B3-EDB8-48EA-AB21-C6D2EB934662}"/>
              </a:ext>
            </a:extLst>
          </p:cNvPr>
          <p:cNvSpPr txBox="1"/>
          <p:nvPr/>
        </p:nvSpPr>
        <p:spPr>
          <a:xfrm>
            <a:off x="12182324" y="8579917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107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06" name="TextBox 805">
            <a:hlinkClick r:id="rId111" action="ppaction://hlinksldjump"/>
            <a:extLst>
              <a:ext uri="{FF2B5EF4-FFF2-40B4-BE49-F238E27FC236}">
                <a16:creationId xmlns:a16="http://schemas.microsoft.com/office/drawing/2014/main" id="{29DAFA81-8445-4507-98FE-7827711AB066}"/>
              </a:ext>
            </a:extLst>
          </p:cNvPr>
          <p:cNvSpPr txBox="1"/>
          <p:nvPr/>
        </p:nvSpPr>
        <p:spPr>
          <a:xfrm>
            <a:off x="10396548" y="8895328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108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07" name="TextBox 806">
            <a:hlinkClick r:id="rId112" action="ppaction://hlinksldjump"/>
            <a:extLst>
              <a:ext uri="{FF2B5EF4-FFF2-40B4-BE49-F238E27FC236}">
                <a16:creationId xmlns:a16="http://schemas.microsoft.com/office/drawing/2014/main" id="{BA50FD41-0C86-454F-94BF-60DC55208189}"/>
              </a:ext>
            </a:extLst>
          </p:cNvPr>
          <p:cNvSpPr txBox="1"/>
          <p:nvPr/>
        </p:nvSpPr>
        <p:spPr>
          <a:xfrm>
            <a:off x="10842992" y="8895328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109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08" name="TextBox 807">
            <a:hlinkClick r:id="rId113" action="ppaction://hlinksldjump"/>
            <a:extLst>
              <a:ext uri="{FF2B5EF4-FFF2-40B4-BE49-F238E27FC236}">
                <a16:creationId xmlns:a16="http://schemas.microsoft.com/office/drawing/2014/main" id="{9C05BF38-BA76-46E9-9118-9BB2697EF583}"/>
              </a:ext>
            </a:extLst>
          </p:cNvPr>
          <p:cNvSpPr txBox="1"/>
          <p:nvPr/>
        </p:nvSpPr>
        <p:spPr>
          <a:xfrm>
            <a:off x="11289436" y="8895328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110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09" name="TextBox 808">
            <a:hlinkClick r:id="rId114" action="ppaction://hlinksldjump"/>
            <a:extLst>
              <a:ext uri="{FF2B5EF4-FFF2-40B4-BE49-F238E27FC236}">
                <a16:creationId xmlns:a16="http://schemas.microsoft.com/office/drawing/2014/main" id="{44731B70-8B36-444B-9F33-4B527DD6ED0D}"/>
              </a:ext>
            </a:extLst>
          </p:cNvPr>
          <p:cNvSpPr txBox="1"/>
          <p:nvPr/>
        </p:nvSpPr>
        <p:spPr>
          <a:xfrm>
            <a:off x="11735880" y="8895328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111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10" name="TextBox 809">
            <a:hlinkClick r:id="rId115" action="ppaction://hlinksldjump"/>
            <a:extLst>
              <a:ext uri="{FF2B5EF4-FFF2-40B4-BE49-F238E27FC236}">
                <a16:creationId xmlns:a16="http://schemas.microsoft.com/office/drawing/2014/main" id="{440F5281-D7D8-4B93-AABC-D7FABF9EC1BE}"/>
              </a:ext>
            </a:extLst>
          </p:cNvPr>
          <p:cNvSpPr txBox="1"/>
          <p:nvPr/>
        </p:nvSpPr>
        <p:spPr>
          <a:xfrm>
            <a:off x="12182324" y="8895328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112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11" name="TextBox 810">
            <a:hlinkClick r:id="rId116" action="ppaction://hlinksldjump"/>
            <a:extLst>
              <a:ext uri="{FF2B5EF4-FFF2-40B4-BE49-F238E27FC236}">
                <a16:creationId xmlns:a16="http://schemas.microsoft.com/office/drawing/2014/main" id="{40D5BA4F-820E-482F-AB74-1385B31130F5}"/>
              </a:ext>
            </a:extLst>
          </p:cNvPr>
          <p:cNvSpPr txBox="1"/>
          <p:nvPr/>
        </p:nvSpPr>
        <p:spPr>
          <a:xfrm>
            <a:off x="12640936" y="8895328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113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21" name="TextBox 820">
            <a:hlinkClick r:id="rId117" action="ppaction://hlinksldjump"/>
            <a:extLst>
              <a:ext uri="{FF2B5EF4-FFF2-40B4-BE49-F238E27FC236}">
                <a16:creationId xmlns:a16="http://schemas.microsoft.com/office/drawing/2014/main" id="{F70814A1-C9CE-4DA9-8611-6530EC75379B}"/>
              </a:ext>
            </a:extLst>
          </p:cNvPr>
          <p:cNvSpPr txBox="1"/>
          <p:nvPr/>
        </p:nvSpPr>
        <p:spPr>
          <a:xfrm>
            <a:off x="10396548" y="9639035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116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22" name="TextBox 821">
            <a:hlinkClick r:id="rId118" action="ppaction://hlinksldjump"/>
            <a:extLst>
              <a:ext uri="{FF2B5EF4-FFF2-40B4-BE49-F238E27FC236}">
                <a16:creationId xmlns:a16="http://schemas.microsoft.com/office/drawing/2014/main" id="{88332D3D-28EE-4E52-B521-1E99A19F81CA}"/>
              </a:ext>
            </a:extLst>
          </p:cNvPr>
          <p:cNvSpPr txBox="1"/>
          <p:nvPr/>
        </p:nvSpPr>
        <p:spPr>
          <a:xfrm>
            <a:off x="10842992" y="9639035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117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23" name="TextBox 822">
            <a:hlinkClick r:id="rId119" action="ppaction://hlinksldjump"/>
            <a:extLst>
              <a:ext uri="{FF2B5EF4-FFF2-40B4-BE49-F238E27FC236}">
                <a16:creationId xmlns:a16="http://schemas.microsoft.com/office/drawing/2014/main" id="{1E02989E-D8C6-47E1-808D-E4929EFAB2BD}"/>
              </a:ext>
            </a:extLst>
          </p:cNvPr>
          <p:cNvSpPr txBox="1"/>
          <p:nvPr/>
        </p:nvSpPr>
        <p:spPr>
          <a:xfrm>
            <a:off x="11289436" y="9639035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118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24" name="TextBox 823">
            <a:hlinkClick r:id="rId120" action="ppaction://hlinksldjump"/>
            <a:extLst>
              <a:ext uri="{FF2B5EF4-FFF2-40B4-BE49-F238E27FC236}">
                <a16:creationId xmlns:a16="http://schemas.microsoft.com/office/drawing/2014/main" id="{2D7D5A56-4777-40BC-B4C6-0DCB5A127187}"/>
              </a:ext>
            </a:extLst>
          </p:cNvPr>
          <p:cNvSpPr txBox="1"/>
          <p:nvPr/>
        </p:nvSpPr>
        <p:spPr>
          <a:xfrm>
            <a:off x="10396548" y="999673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121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25" name="TextBox 824">
            <a:hlinkClick r:id="rId121" action="ppaction://hlinksldjump"/>
            <a:extLst>
              <a:ext uri="{FF2B5EF4-FFF2-40B4-BE49-F238E27FC236}">
                <a16:creationId xmlns:a16="http://schemas.microsoft.com/office/drawing/2014/main" id="{4415F870-6E5C-4005-AB30-2932CFAC74AF}"/>
              </a:ext>
            </a:extLst>
          </p:cNvPr>
          <p:cNvSpPr txBox="1"/>
          <p:nvPr/>
        </p:nvSpPr>
        <p:spPr>
          <a:xfrm>
            <a:off x="10842992" y="999673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122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26" name="TextBox 825">
            <a:hlinkClick r:id="rId122" action="ppaction://hlinksldjump"/>
            <a:extLst>
              <a:ext uri="{FF2B5EF4-FFF2-40B4-BE49-F238E27FC236}">
                <a16:creationId xmlns:a16="http://schemas.microsoft.com/office/drawing/2014/main" id="{93B8F69F-B5BE-4299-8A6B-A3C63EBD1E8A}"/>
              </a:ext>
            </a:extLst>
          </p:cNvPr>
          <p:cNvSpPr txBox="1"/>
          <p:nvPr/>
        </p:nvSpPr>
        <p:spPr>
          <a:xfrm>
            <a:off x="11289436" y="999673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123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27" name="TextBox 826">
            <a:hlinkClick r:id="rId123" action="ppaction://hlinksldjump"/>
            <a:extLst>
              <a:ext uri="{FF2B5EF4-FFF2-40B4-BE49-F238E27FC236}">
                <a16:creationId xmlns:a16="http://schemas.microsoft.com/office/drawing/2014/main" id="{82BD5C27-C5D9-4EF6-8C3F-D052C4C6AA0E}"/>
              </a:ext>
            </a:extLst>
          </p:cNvPr>
          <p:cNvSpPr txBox="1"/>
          <p:nvPr/>
        </p:nvSpPr>
        <p:spPr>
          <a:xfrm>
            <a:off x="9733444" y="10321051"/>
            <a:ext cx="324000" cy="216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125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28" name="TextBox 827">
            <a:hlinkClick r:id="rId124" action="ppaction://hlinksldjump"/>
            <a:extLst>
              <a:ext uri="{FF2B5EF4-FFF2-40B4-BE49-F238E27FC236}">
                <a16:creationId xmlns:a16="http://schemas.microsoft.com/office/drawing/2014/main" id="{38ABE213-26B4-4BA9-A077-95DE13BE48CF}"/>
              </a:ext>
            </a:extLst>
          </p:cNvPr>
          <p:cNvSpPr txBox="1"/>
          <p:nvPr/>
        </p:nvSpPr>
        <p:spPr>
          <a:xfrm>
            <a:off x="10396548" y="10321051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126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29" name="TextBox 828">
            <a:hlinkClick r:id="rId125" action="ppaction://hlinksldjump"/>
            <a:extLst>
              <a:ext uri="{FF2B5EF4-FFF2-40B4-BE49-F238E27FC236}">
                <a16:creationId xmlns:a16="http://schemas.microsoft.com/office/drawing/2014/main" id="{8D1526AF-FE7D-4A4C-91E2-BCE7D11E5F0A}"/>
              </a:ext>
            </a:extLst>
          </p:cNvPr>
          <p:cNvSpPr txBox="1"/>
          <p:nvPr/>
        </p:nvSpPr>
        <p:spPr>
          <a:xfrm>
            <a:off x="10842992" y="10321051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127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30" name="TextBox 829">
            <a:extLst>
              <a:ext uri="{FF2B5EF4-FFF2-40B4-BE49-F238E27FC236}">
                <a16:creationId xmlns:a16="http://schemas.microsoft.com/office/drawing/2014/main" id="{BC990CC3-7843-44F1-B2ED-13F3FCFD0473}"/>
              </a:ext>
            </a:extLst>
          </p:cNvPr>
          <p:cNvSpPr txBox="1"/>
          <p:nvPr/>
        </p:nvSpPr>
        <p:spPr>
          <a:xfrm>
            <a:off x="9196015" y="8297549"/>
            <a:ext cx="360676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Grid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31" name="TextBox 830">
            <a:extLst>
              <a:ext uri="{FF2B5EF4-FFF2-40B4-BE49-F238E27FC236}">
                <a16:creationId xmlns:a16="http://schemas.microsoft.com/office/drawing/2014/main" id="{8B14CF2B-0F87-499F-9969-F659D6851841}"/>
              </a:ext>
            </a:extLst>
          </p:cNvPr>
          <p:cNvSpPr txBox="1"/>
          <p:nvPr/>
        </p:nvSpPr>
        <p:spPr>
          <a:xfrm>
            <a:off x="8750380" y="8579917"/>
            <a:ext cx="8063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Mandarin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32" name="TextBox 831">
            <a:extLst>
              <a:ext uri="{FF2B5EF4-FFF2-40B4-BE49-F238E27FC236}">
                <a16:creationId xmlns:a16="http://schemas.microsoft.com/office/drawing/2014/main" id="{87089393-3174-41D8-9552-6580A8D6FD60}"/>
              </a:ext>
            </a:extLst>
          </p:cNvPr>
          <p:cNvSpPr txBox="1"/>
          <p:nvPr/>
        </p:nvSpPr>
        <p:spPr>
          <a:xfrm>
            <a:off x="9136576" y="8895328"/>
            <a:ext cx="4201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Story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33" name="TextBox 832">
            <a:hlinkClick r:id="rId126" action="ppaction://hlinksldjump"/>
            <a:extLst>
              <a:ext uri="{FF2B5EF4-FFF2-40B4-BE49-F238E27FC236}">
                <a16:creationId xmlns:a16="http://schemas.microsoft.com/office/drawing/2014/main" id="{CD7E411E-9E10-42A1-B3C9-C300EFB85769}"/>
              </a:ext>
            </a:extLst>
          </p:cNvPr>
          <p:cNvSpPr txBox="1"/>
          <p:nvPr/>
        </p:nvSpPr>
        <p:spPr>
          <a:xfrm>
            <a:off x="11735880" y="9996739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124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34" name="TextBox 833">
            <a:hlinkClick r:id="rId127" action="ppaction://hlinksldjump"/>
            <a:extLst>
              <a:ext uri="{FF2B5EF4-FFF2-40B4-BE49-F238E27FC236}">
                <a16:creationId xmlns:a16="http://schemas.microsoft.com/office/drawing/2014/main" id="{F419B6B2-9A9A-4275-BE70-69D65F7A6C99}"/>
              </a:ext>
            </a:extLst>
          </p:cNvPr>
          <p:cNvSpPr txBox="1"/>
          <p:nvPr/>
        </p:nvSpPr>
        <p:spPr>
          <a:xfrm>
            <a:off x="11289436" y="10321051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128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35" name="TextBox 834">
            <a:hlinkClick r:id="rId128" action="ppaction://hlinksldjump"/>
            <a:extLst>
              <a:ext uri="{FF2B5EF4-FFF2-40B4-BE49-F238E27FC236}">
                <a16:creationId xmlns:a16="http://schemas.microsoft.com/office/drawing/2014/main" id="{69BDCAFC-3BEC-484B-B495-055BA5D8D67D}"/>
              </a:ext>
            </a:extLst>
          </p:cNvPr>
          <p:cNvSpPr txBox="1"/>
          <p:nvPr/>
        </p:nvSpPr>
        <p:spPr>
          <a:xfrm>
            <a:off x="11735880" y="10321051"/>
            <a:ext cx="324000" cy="215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129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pic>
        <p:nvPicPr>
          <p:cNvPr id="836" name="그림 835" descr="캘린더 인덱스">
            <a:hlinkClick r:id="rId62" action="ppaction://hlinksldjump"/>
            <a:extLst>
              <a:ext uri="{FF2B5EF4-FFF2-40B4-BE49-F238E27FC236}">
                <a16:creationId xmlns:a16="http://schemas.microsoft.com/office/drawing/2014/main" id="{09A6783A-3A0A-4964-A516-048DF1A3E851}"/>
              </a:ext>
            </a:extLst>
          </p:cNvPr>
          <p:cNvPicPr>
            <a:picLocks noChangeAspect="1"/>
          </p:cNvPicPr>
          <p:nvPr/>
        </p:nvPicPr>
        <p:blipFill rotWithShape="1">
          <a:blip r:embed="rId129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837" name="직사각형 836" descr="목표 설정">
            <a:hlinkClick r:id="rId2" action="ppaction://hlinksldjump"/>
            <a:extLst>
              <a:ext uri="{FF2B5EF4-FFF2-40B4-BE49-F238E27FC236}">
                <a16:creationId xmlns:a16="http://schemas.microsoft.com/office/drawing/2014/main" id="{92A2F7AA-3C96-48F7-91D3-22957A1538C5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838" name="직사각형 837">
            <a:hlinkClick r:id="rId59" action="ppaction://hlinksldjump"/>
            <a:extLst>
              <a:ext uri="{FF2B5EF4-FFF2-40B4-BE49-F238E27FC236}">
                <a16:creationId xmlns:a16="http://schemas.microsoft.com/office/drawing/2014/main" id="{F964F4AD-97E8-4C25-833B-D880CA10789E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839" name="직사각형 838" descr="목표 설정">
            <a:hlinkClick r:id="rId57" action="ppaction://hlinksldjump"/>
            <a:extLst>
              <a:ext uri="{FF2B5EF4-FFF2-40B4-BE49-F238E27FC236}">
                <a16:creationId xmlns:a16="http://schemas.microsoft.com/office/drawing/2014/main" id="{0CE7ED50-E0F6-42F9-80C2-EBBC609216FE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840" name="직사각형 839" descr="목표 설정">
            <a:hlinkClick r:id="rId57" action="ppaction://hlinksldjump"/>
            <a:extLst>
              <a:ext uri="{FF2B5EF4-FFF2-40B4-BE49-F238E27FC236}">
                <a16:creationId xmlns:a16="http://schemas.microsoft.com/office/drawing/2014/main" id="{423A38F1-2F71-42D3-8F70-30C37A0071D4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841" name="직사각형 840" descr="목표 설정">
            <a:hlinkClick r:id="rId57" action="ppaction://hlinksldjump"/>
            <a:extLst>
              <a:ext uri="{FF2B5EF4-FFF2-40B4-BE49-F238E27FC236}">
                <a16:creationId xmlns:a16="http://schemas.microsoft.com/office/drawing/2014/main" id="{771C30D8-A985-42D1-AB8E-7C41B718F1E6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842" name="TextBox 841">
            <a:extLst>
              <a:ext uri="{FF2B5EF4-FFF2-40B4-BE49-F238E27FC236}">
                <a16:creationId xmlns:a16="http://schemas.microsoft.com/office/drawing/2014/main" id="{02D7BC00-DE4E-471F-AF6B-672EB416DE4E}"/>
              </a:ext>
            </a:extLst>
          </p:cNvPr>
          <p:cNvSpPr txBox="1"/>
          <p:nvPr/>
        </p:nvSpPr>
        <p:spPr>
          <a:xfrm>
            <a:off x="8177895" y="7928810"/>
            <a:ext cx="9634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Ideation</a:t>
            </a:r>
            <a:endParaRPr lang="ko-KR" altLang="en-US" sz="2000" b="1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45" name="TextBox 844">
            <a:extLst>
              <a:ext uri="{FF2B5EF4-FFF2-40B4-BE49-F238E27FC236}">
                <a16:creationId xmlns:a16="http://schemas.microsoft.com/office/drawing/2014/main" id="{4B55C56B-669F-4D4C-B3B9-8FBC49E16BBF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846" name="TextBox 845">
            <a:extLst>
              <a:ext uri="{FF2B5EF4-FFF2-40B4-BE49-F238E27FC236}">
                <a16:creationId xmlns:a16="http://schemas.microsoft.com/office/drawing/2014/main" id="{C61884BA-EA43-4446-8D92-E580E8B41F9D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847" name="TextBox 846">
            <a:extLst>
              <a:ext uri="{FF2B5EF4-FFF2-40B4-BE49-F238E27FC236}">
                <a16:creationId xmlns:a16="http://schemas.microsoft.com/office/drawing/2014/main" id="{49B2305E-DDE5-461A-AC08-90AD3EA32E17}"/>
              </a:ext>
            </a:extLst>
          </p:cNvPr>
          <p:cNvSpPr txBox="1"/>
          <p:nvPr/>
        </p:nvSpPr>
        <p:spPr>
          <a:xfrm>
            <a:off x="13578660" y="318123"/>
            <a:ext cx="290068" cy="10772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848" name="TextBox 847">
            <a:extLst>
              <a:ext uri="{FF2B5EF4-FFF2-40B4-BE49-F238E27FC236}">
                <a16:creationId xmlns:a16="http://schemas.microsoft.com/office/drawing/2014/main" id="{54DF8DC1-C533-4717-80F8-6FB74C781A5C}"/>
              </a:ext>
            </a:extLst>
          </p:cNvPr>
          <p:cNvSpPr txBox="1"/>
          <p:nvPr/>
        </p:nvSpPr>
        <p:spPr>
          <a:xfrm>
            <a:off x="13100531" y="316057"/>
            <a:ext cx="290068" cy="10772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849" name="TextBox 848">
            <a:extLst>
              <a:ext uri="{FF2B5EF4-FFF2-40B4-BE49-F238E27FC236}">
                <a16:creationId xmlns:a16="http://schemas.microsoft.com/office/drawing/2014/main" id="{60B38610-FB99-4500-9042-7445D9D74DAD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850" name="TextBox 849">
            <a:extLst>
              <a:ext uri="{FF2B5EF4-FFF2-40B4-BE49-F238E27FC236}">
                <a16:creationId xmlns:a16="http://schemas.microsoft.com/office/drawing/2014/main" id="{72538C6A-6EEC-40BC-81DC-F53522F56F94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cxnSp>
        <p:nvCxnSpPr>
          <p:cNvPr id="776" name="직선 연결선 775">
            <a:extLst>
              <a:ext uri="{FF2B5EF4-FFF2-40B4-BE49-F238E27FC236}">
                <a16:creationId xmlns:a16="http://schemas.microsoft.com/office/drawing/2014/main" id="{003B8B95-F9E4-4AC0-B3E0-56E7C9351F9D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9144002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943D5AF6-0035-4A3C-ADFA-9C14CB3E54B4}"/>
              </a:ext>
            </a:extLst>
          </p:cNvPr>
          <p:cNvSpPr txBox="1"/>
          <p:nvPr/>
        </p:nvSpPr>
        <p:spPr>
          <a:xfrm>
            <a:off x="7702226" y="1157138"/>
            <a:ext cx="442941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Who? </a:t>
            </a:r>
            <a:r>
              <a:rPr lang="ko-KR" altLang="en-US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나는</a:t>
            </a:r>
            <a:r>
              <a:rPr lang="en-US" altLang="ko-KR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누구인가</a:t>
            </a:r>
            <a:r>
              <a:rPr lang="en-US" altLang="ko-KR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? </a:t>
            </a:r>
            <a:r>
              <a:rPr lang="ko-KR" altLang="en-US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스스로에게 던져보는 질문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9026222C-4003-4262-8A57-229647D43234}"/>
              </a:ext>
            </a:extLst>
          </p:cNvPr>
          <p:cNvCxnSpPr>
            <a:cxnSpLocks/>
          </p:cNvCxnSpPr>
          <p:nvPr/>
        </p:nvCxnSpPr>
        <p:spPr>
          <a:xfrm>
            <a:off x="9862314" y="2214827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F3D646FC-728B-48F8-9A09-BDC499E6C8FB}"/>
              </a:ext>
            </a:extLst>
          </p:cNvPr>
          <p:cNvSpPr txBox="1"/>
          <p:nvPr/>
        </p:nvSpPr>
        <p:spPr>
          <a:xfrm>
            <a:off x="8089334" y="1890289"/>
            <a:ext cx="172835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나는 어떤 사람인가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</a:p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무엇이 나를 더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4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나답게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만드는가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63AA2CEE-CEB7-4FB0-9737-1F4DB5DCD361}"/>
              </a:ext>
            </a:extLst>
          </p:cNvPr>
          <p:cNvCxnSpPr>
            <a:cxnSpLocks/>
          </p:cNvCxnSpPr>
          <p:nvPr/>
        </p:nvCxnSpPr>
        <p:spPr>
          <a:xfrm>
            <a:off x="9862314" y="3767338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0B6D3FFF-ED37-426D-B17B-47A1190E102B}"/>
              </a:ext>
            </a:extLst>
          </p:cNvPr>
          <p:cNvSpPr txBox="1"/>
          <p:nvPr/>
        </p:nvSpPr>
        <p:spPr>
          <a:xfrm>
            <a:off x="8643975" y="3429169"/>
            <a:ext cx="1173719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무엇을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좋아 하는가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</a:p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싫어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하는가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DF6F7C-E649-4638-ACAA-630A6B298993}"/>
              </a:ext>
            </a:extLst>
          </p:cNvPr>
          <p:cNvCxnSpPr>
            <a:cxnSpLocks/>
          </p:cNvCxnSpPr>
          <p:nvPr/>
        </p:nvCxnSpPr>
        <p:spPr>
          <a:xfrm>
            <a:off x="9862314" y="5306218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16EA8CB0-409F-415A-B461-768E2E414091}"/>
              </a:ext>
            </a:extLst>
          </p:cNvPr>
          <p:cNvSpPr txBox="1"/>
          <p:nvPr/>
        </p:nvSpPr>
        <p:spPr>
          <a:xfrm>
            <a:off x="7871327" y="4968049"/>
            <a:ext cx="1946367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내가 지켜야 할 사람은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나의 든든한 조력자는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누구인가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85E33D91-0DFD-48C5-9C56-AE09332C8A84}"/>
              </a:ext>
            </a:extLst>
          </p:cNvPr>
          <p:cNvCxnSpPr>
            <a:cxnSpLocks/>
          </p:cNvCxnSpPr>
          <p:nvPr/>
        </p:nvCxnSpPr>
        <p:spPr>
          <a:xfrm>
            <a:off x="9862314" y="6845098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7F973B54-9444-4DC0-B29C-5750E9A9EBD5}"/>
              </a:ext>
            </a:extLst>
          </p:cNvPr>
          <p:cNvSpPr txBox="1"/>
          <p:nvPr/>
        </p:nvSpPr>
        <p:spPr>
          <a:xfrm>
            <a:off x="8089333" y="6506929"/>
            <a:ext cx="172835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지금까지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이룬 것은 무엇인가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</a:p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잃은 것은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76C697D6-D581-49A0-B4B6-64D8E020BF8E}"/>
              </a:ext>
            </a:extLst>
          </p:cNvPr>
          <p:cNvCxnSpPr>
            <a:cxnSpLocks/>
          </p:cNvCxnSpPr>
          <p:nvPr/>
        </p:nvCxnSpPr>
        <p:spPr>
          <a:xfrm>
            <a:off x="9862314" y="9922856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E8D3CFDB-99DB-43CD-B1A3-A6AF6BD6D4DD}"/>
              </a:ext>
            </a:extLst>
          </p:cNvPr>
          <p:cNvSpPr txBox="1"/>
          <p:nvPr/>
        </p:nvSpPr>
        <p:spPr>
          <a:xfrm>
            <a:off x="8137421" y="9584687"/>
            <a:ext cx="168026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버려야할 것과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강화 시켜야 할 것은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무엇인가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1409996B-2017-4942-8AA8-7DAC8961081B}"/>
              </a:ext>
            </a:extLst>
          </p:cNvPr>
          <p:cNvCxnSpPr>
            <a:cxnSpLocks/>
          </p:cNvCxnSpPr>
          <p:nvPr/>
        </p:nvCxnSpPr>
        <p:spPr>
          <a:xfrm>
            <a:off x="9862314" y="8383978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988EDB61-D3D2-4818-8ACA-BA055508FC33}"/>
              </a:ext>
            </a:extLst>
          </p:cNvPr>
          <p:cNvSpPr txBox="1"/>
          <p:nvPr/>
        </p:nvSpPr>
        <p:spPr>
          <a:xfrm>
            <a:off x="8355429" y="8045809"/>
            <a:ext cx="1462260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앞으로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이루고 싶은 것은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무엇인가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ED9F799-67ED-4E50-9A0A-7419DD68B674}"/>
              </a:ext>
            </a:extLst>
          </p:cNvPr>
          <p:cNvSpPr txBox="1"/>
          <p:nvPr/>
        </p:nvSpPr>
        <p:spPr>
          <a:xfrm flipH="1">
            <a:off x="9886225" y="1891661"/>
            <a:ext cx="2530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NanumGothic" panose="020D0604000000000000" pitchFamily="34" charset="-127"/>
                <a:ea typeface="NanumGothic" panose="020D0604000000000000"/>
              </a:rPr>
              <a:t>▪</a:t>
            </a:r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r>
              <a:rPr lang="ko-KR" altLang="en-US" sz="900" dirty="0">
                <a:latin typeface="NanumGothic" panose="020D0604000000000000" pitchFamily="34" charset="-127"/>
                <a:ea typeface="NanumGothic" panose="020D0604000000000000"/>
              </a:rPr>
              <a:t>▪</a:t>
            </a:r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11C1870-0AE9-497C-9679-6165E9F31F2F}"/>
              </a:ext>
            </a:extLst>
          </p:cNvPr>
          <p:cNvSpPr txBox="1"/>
          <p:nvPr/>
        </p:nvSpPr>
        <p:spPr>
          <a:xfrm flipH="1">
            <a:off x="9886225" y="3444172"/>
            <a:ext cx="2530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NanumGothic" panose="020D0604000000000000" pitchFamily="34" charset="-127"/>
                <a:ea typeface="NanumGothic" panose="020D0604000000000000"/>
              </a:rPr>
              <a:t>▪</a:t>
            </a:r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r>
              <a:rPr lang="ko-KR" altLang="en-US" sz="900" dirty="0">
                <a:latin typeface="NanumGothic" panose="020D0604000000000000" pitchFamily="34" charset="-127"/>
                <a:ea typeface="NanumGothic" panose="020D0604000000000000"/>
              </a:rPr>
              <a:t>▪</a:t>
            </a:r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3574B4B-D918-4956-AEC3-94CE1ADEC88D}"/>
              </a:ext>
            </a:extLst>
          </p:cNvPr>
          <p:cNvSpPr txBox="1"/>
          <p:nvPr/>
        </p:nvSpPr>
        <p:spPr>
          <a:xfrm flipH="1">
            <a:off x="9886225" y="4968049"/>
            <a:ext cx="2530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NanumGothic" panose="020D0604000000000000" pitchFamily="34" charset="-127"/>
                <a:ea typeface="NanumGothic" panose="020D0604000000000000"/>
              </a:rPr>
              <a:t>▪</a:t>
            </a:r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r>
              <a:rPr lang="ko-KR" altLang="en-US" sz="900" dirty="0">
                <a:latin typeface="NanumGothic" panose="020D0604000000000000" pitchFamily="34" charset="-127"/>
                <a:ea typeface="NanumGothic" panose="020D0604000000000000"/>
              </a:rPr>
              <a:t>▪</a:t>
            </a:r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3BB6ECE-5C5E-4C58-BAE9-2F4C5D66F00B}"/>
              </a:ext>
            </a:extLst>
          </p:cNvPr>
          <p:cNvSpPr txBox="1"/>
          <p:nvPr/>
        </p:nvSpPr>
        <p:spPr>
          <a:xfrm flipH="1">
            <a:off x="9886225" y="6536937"/>
            <a:ext cx="2530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NanumGothic" panose="020D0604000000000000" pitchFamily="34" charset="-127"/>
                <a:ea typeface="NanumGothic" panose="020D0604000000000000"/>
              </a:rPr>
              <a:t>▪</a:t>
            </a:r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r>
              <a:rPr lang="ko-KR" altLang="en-US" sz="900" dirty="0">
                <a:latin typeface="NanumGothic" panose="020D0604000000000000" pitchFamily="34" charset="-127"/>
                <a:ea typeface="NanumGothic" panose="020D0604000000000000"/>
              </a:rPr>
              <a:t>▪</a:t>
            </a:r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20C3C38-F833-43E5-99E7-5D7F3BF9E11A}"/>
              </a:ext>
            </a:extLst>
          </p:cNvPr>
          <p:cNvSpPr txBox="1"/>
          <p:nvPr/>
        </p:nvSpPr>
        <p:spPr>
          <a:xfrm flipH="1">
            <a:off x="9886225" y="8049421"/>
            <a:ext cx="2530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NanumGothic" panose="020D0604000000000000" pitchFamily="34" charset="-127"/>
                <a:ea typeface="NanumGothic" panose="020D0604000000000000"/>
              </a:rPr>
              <a:t>▪</a:t>
            </a:r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r>
              <a:rPr lang="ko-KR" altLang="en-US" sz="900" dirty="0">
                <a:latin typeface="NanumGothic" panose="020D0604000000000000" pitchFamily="34" charset="-127"/>
                <a:ea typeface="NanumGothic" panose="020D0604000000000000"/>
              </a:rPr>
              <a:t>▪</a:t>
            </a:r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01C6A5A-8BE1-4E45-828A-081816A8B8F3}"/>
              </a:ext>
            </a:extLst>
          </p:cNvPr>
          <p:cNvSpPr txBox="1"/>
          <p:nvPr/>
        </p:nvSpPr>
        <p:spPr>
          <a:xfrm flipH="1">
            <a:off x="9886225" y="9597387"/>
            <a:ext cx="2530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NanumGothic" panose="020D0604000000000000" pitchFamily="34" charset="-127"/>
                <a:ea typeface="NanumGothic" panose="020D0604000000000000"/>
              </a:rPr>
              <a:t>▪</a:t>
            </a:r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  <a:p>
            <a:r>
              <a:rPr lang="ko-KR" altLang="en-US" sz="900" dirty="0">
                <a:latin typeface="NanumGothic" panose="020D0604000000000000" pitchFamily="34" charset="-127"/>
                <a:ea typeface="NanumGothic" panose="020D0604000000000000"/>
              </a:rPr>
              <a:t>▪</a:t>
            </a:r>
            <a:endParaRPr lang="en-US" altLang="ko-KR" sz="9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08FC9F2-EDBE-4DC5-B234-5C2A84DD3ED8}"/>
              </a:ext>
            </a:extLst>
          </p:cNvPr>
          <p:cNvSpPr txBox="1"/>
          <p:nvPr/>
        </p:nvSpPr>
        <p:spPr>
          <a:xfrm>
            <a:off x="15213380" y="556354"/>
            <a:ext cx="330250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Why?</a:t>
            </a:r>
            <a:r>
              <a:rPr lang="ko-KR" altLang="en-US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 나는 왜 그 일을 하려 하는가</a:t>
            </a:r>
            <a:r>
              <a:rPr lang="en-US" altLang="ko-KR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600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7760313D-5188-41C7-A8B9-B7FA53F7976C}"/>
              </a:ext>
            </a:extLst>
          </p:cNvPr>
          <p:cNvSpPr txBox="1"/>
          <p:nvPr/>
        </p:nvSpPr>
        <p:spPr>
          <a:xfrm>
            <a:off x="15213381" y="5061195"/>
            <a:ext cx="28937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What? </a:t>
            </a:r>
            <a:r>
              <a:rPr lang="ko-KR" altLang="en-US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나는 무엇을</a:t>
            </a:r>
            <a:r>
              <a:rPr lang="en-US" altLang="ko-KR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할 것인가</a:t>
            </a:r>
            <a:r>
              <a:rPr lang="en-US" altLang="ko-KR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600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8391E27-62DE-45CE-A12D-2C323DF0D86E}"/>
              </a:ext>
            </a:extLst>
          </p:cNvPr>
          <p:cNvSpPr txBox="1"/>
          <p:nvPr/>
        </p:nvSpPr>
        <p:spPr>
          <a:xfrm>
            <a:off x="15400847" y="5978202"/>
            <a:ext cx="125386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Object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목표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9ECC2CB0-34A0-4348-86A2-4A0151D9A5F9}"/>
              </a:ext>
            </a:extLst>
          </p:cNvPr>
          <p:cNvSpPr txBox="1"/>
          <p:nvPr/>
        </p:nvSpPr>
        <p:spPr>
          <a:xfrm>
            <a:off x="15400847" y="7282753"/>
            <a:ext cx="248337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Key Result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핵심 결과 지표</a:t>
            </a: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C5BE2FAB-A331-415E-9F24-4AB4AD8C41E5}"/>
              </a:ext>
            </a:extLst>
          </p:cNvPr>
          <p:cNvGrpSpPr/>
          <p:nvPr/>
        </p:nvGrpSpPr>
        <p:grpSpPr>
          <a:xfrm>
            <a:off x="16536985" y="6390241"/>
            <a:ext cx="5960152" cy="4293905"/>
            <a:chOff x="16536985" y="6390241"/>
            <a:chExt cx="4727579" cy="4293905"/>
          </a:xfrm>
        </p:grpSpPr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FBB00AB5-57C3-4BD6-A89C-361DDBA7EE2A}"/>
                </a:ext>
              </a:extLst>
            </p:cNvPr>
            <p:cNvCxnSpPr>
              <a:cxnSpLocks/>
            </p:cNvCxnSpPr>
            <p:nvPr/>
          </p:nvCxnSpPr>
          <p:spPr>
            <a:xfrm>
              <a:off x="16536985" y="6390241"/>
              <a:ext cx="4727579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1B75FE53-DE33-4172-B524-F146DB17CA7F}"/>
                </a:ext>
              </a:extLst>
            </p:cNvPr>
            <p:cNvCxnSpPr>
              <a:cxnSpLocks/>
            </p:cNvCxnSpPr>
            <p:nvPr/>
          </p:nvCxnSpPr>
          <p:spPr>
            <a:xfrm>
              <a:off x="16536985" y="6920622"/>
              <a:ext cx="4727579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FF159185-DB38-4DCC-A02A-A771133A3632}"/>
                </a:ext>
              </a:extLst>
            </p:cNvPr>
            <p:cNvCxnSpPr>
              <a:cxnSpLocks/>
            </p:cNvCxnSpPr>
            <p:nvPr/>
          </p:nvCxnSpPr>
          <p:spPr>
            <a:xfrm>
              <a:off x="16536985" y="7931226"/>
              <a:ext cx="4727579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2A0591E8-685B-43DF-888C-027E8E995717}"/>
                </a:ext>
              </a:extLst>
            </p:cNvPr>
            <p:cNvCxnSpPr/>
            <p:nvPr/>
          </p:nvCxnSpPr>
          <p:spPr>
            <a:xfrm>
              <a:off x="16536985" y="8481810"/>
              <a:ext cx="4727579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A81E9953-8B22-406D-BF04-85048BBD0EA0}"/>
                </a:ext>
              </a:extLst>
            </p:cNvPr>
            <p:cNvCxnSpPr/>
            <p:nvPr/>
          </p:nvCxnSpPr>
          <p:spPr>
            <a:xfrm>
              <a:off x="16536985" y="9032394"/>
              <a:ext cx="4727579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83C08FC9-1FF7-4405-BF75-AA9FCB2FD2B3}"/>
                </a:ext>
              </a:extLst>
            </p:cNvPr>
            <p:cNvCxnSpPr/>
            <p:nvPr/>
          </p:nvCxnSpPr>
          <p:spPr>
            <a:xfrm>
              <a:off x="16536985" y="9582978"/>
              <a:ext cx="4727579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F061D2E1-74A0-44FE-B76B-A21010985B8A}"/>
                </a:ext>
              </a:extLst>
            </p:cNvPr>
            <p:cNvCxnSpPr/>
            <p:nvPr/>
          </p:nvCxnSpPr>
          <p:spPr>
            <a:xfrm>
              <a:off x="16536985" y="10133562"/>
              <a:ext cx="4727579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AF3AD502-09D1-4E94-9EA4-CC25C475720E}"/>
                </a:ext>
              </a:extLst>
            </p:cNvPr>
            <p:cNvCxnSpPr/>
            <p:nvPr/>
          </p:nvCxnSpPr>
          <p:spPr>
            <a:xfrm>
              <a:off x="16536985" y="10684146"/>
              <a:ext cx="4727579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1" name="화살표: 아래쪽 60">
            <a:extLst>
              <a:ext uri="{FF2B5EF4-FFF2-40B4-BE49-F238E27FC236}">
                <a16:creationId xmlns:a16="http://schemas.microsoft.com/office/drawing/2014/main" id="{80AAE450-9D3D-45B4-92CC-CBBAE36C9D02}"/>
              </a:ext>
            </a:extLst>
          </p:cNvPr>
          <p:cNvSpPr/>
          <p:nvPr/>
        </p:nvSpPr>
        <p:spPr>
          <a:xfrm>
            <a:off x="18528559" y="7161756"/>
            <a:ext cx="744430" cy="194207"/>
          </a:xfrm>
          <a:prstGeom prst="downArrow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812" dirty="0">
              <a:latin typeface="NanumGothic" panose="020D0604000000000000" pitchFamily="34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0423F89-2BF6-48C4-8B1C-7299A5D4CA3A}"/>
              </a:ext>
            </a:extLst>
          </p:cNvPr>
          <p:cNvSpPr txBox="1"/>
          <p:nvPr/>
        </p:nvSpPr>
        <p:spPr>
          <a:xfrm>
            <a:off x="16426757" y="7596697"/>
            <a:ext cx="3770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16BB311-4568-4ECF-9009-A36ACFD32494}"/>
              </a:ext>
            </a:extLst>
          </p:cNvPr>
          <p:cNvSpPr txBox="1"/>
          <p:nvPr/>
        </p:nvSpPr>
        <p:spPr>
          <a:xfrm>
            <a:off x="16426757" y="8147282"/>
            <a:ext cx="3770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460D9A95-F142-4F44-BC37-20BE4C2D53CE}"/>
              </a:ext>
            </a:extLst>
          </p:cNvPr>
          <p:cNvSpPr txBox="1"/>
          <p:nvPr/>
        </p:nvSpPr>
        <p:spPr>
          <a:xfrm>
            <a:off x="16426757" y="8697867"/>
            <a:ext cx="3770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A5CE7495-73EF-4D5E-B1AE-45B41BBDEC84}"/>
              </a:ext>
            </a:extLst>
          </p:cNvPr>
          <p:cNvSpPr txBox="1"/>
          <p:nvPr/>
        </p:nvSpPr>
        <p:spPr>
          <a:xfrm>
            <a:off x="16426757" y="9248452"/>
            <a:ext cx="3770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5C578BDD-05E4-4E01-8ED2-BA62C56D3022}"/>
              </a:ext>
            </a:extLst>
          </p:cNvPr>
          <p:cNvSpPr txBox="1"/>
          <p:nvPr/>
        </p:nvSpPr>
        <p:spPr>
          <a:xfrm>
            <a:off x="16426757" y="9799037"/>
            <a:ext cx="3770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4F7FE738-1FC7-4C1E-8A00-7AB2ECB87BF8}"/>
              </a:ext>
            </a:extLst>
          </p:cNvPr>
          <p:cNvSpPr txBox="1"/>
          <p:nvPr/>
        </p:nvSpPr>
        <p:spPr>
          <a:xfrm>
            <a:off x="16426757" y="10349623"/>
            <a:ext cx="3770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41AF0DC-EFEA-4B95-9978-9535A7F722EF}"/>
              </a:ext>
            </a:extLst>
          </p:cNvPr>
          <p:cNvSpPr txBox="1"/>
          <p:nvPr/>
        </p:nvSpPr>
        <p:spPr>
          <a:xfrm>
            <a:off x="15213380" y="887328"/>
            <a:ext cx="709841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나에 대한 정의와 내가 해야 하는 관계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업무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공부 등 다양한 측면의 키워드들을 적으면서 왜 그 일을 해야 하는지 이유를 찾아보자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DA18957A-651D-4D1D-9403-5A4AED66FD1D}"/>
              </a:ext>
            </a:extLst>
          </p:cNvPr>
          <p:cNvSpPr txBox="1"/>
          <p:nvPr/>
        </p:nvSpPr>
        <p:spPr>
          <a:xfrm>
            <a:off x="15213383" y="5344707"/>
            <a:ext cx="572785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나의 목표는 무엇이고 목표를 이루기 위해 해야 하는 것을 우선순위에 맞게 핵심 결과 지표를 정리해 보자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정답은 없다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끊임 없이 나의 목표와 해야 할 일들을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들여다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보면서 수정하자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FC26CA64-6838-46D4-B6D4-536062D2A998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sp>
        <p:nvSpPr>
          <p:cNvPr id="110" name="액자 109">
            <a:extLst>
              <a:ext uri="{FF2B5EF4-FFF2-40B4-BE49-F238E27FC236}">
                <a16:creationId xmlns:a16="http://schemas.microsoft.com/office/drawing/2014/main" id="{CC0E2DA3-2776-4ED3-8C22-18A53407B078}"/>
              </a:ext>
            </a:extLst>
          </p:cNvPr>
          <p:cNvSpPr/>
          <p:nvPr/>
        </p:nvSpPr>
        <p:spPr>
          <a:xfrm>
            <a:off x="-36516" y="-1"/>
            <a:ext cx="7596191" cy="11160125"/>
          </a:xfrm>
          <a:prstGeom prst="frame">
            <a:avLst>
              <a:gd name="adj1" fmla="val 3176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812" dirty="0">
              <a:latin typeface="NanumGothic" panose="020D0604000000000000" pitchFamily="34" charset="-127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CA21E2CD-D069-46F3-B8D9-2CBF869B4F5B}"/>
              </a:ext>
            </a:extLst>
          </p:cNvPr>
          <p:cNvSpPr txBox="1"/>
          <p:nvPr/>
        </p:nvSpPr>
        <p:spPr>
          <a:xfrm>
            <a:off x="1530281" y="2184049"/>
            <a:ext cx="4426084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40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Planner’s Planner</a:t>
            </a:r>
            <a:endParaRPr lang="ko-KR" altLang="en-US" sz="4000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AA6A6214-FE72-48C8-A5BF-353A05226B9F}"/>
              </a:ext>
            </a:extLst>
          </p:cNvPr>
          <p:cNvSpPr txBox="1"/>
          <p:nvPr/>
        </p:nvSpPr>
        <p:spPr>
          <a:xfrm>
            <a:off x="1853801" y="4732582"/>
            <a:ext cx="3779044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200" b="1" dirty="0">
                <a:solidFill>
                  <a:schemeClr val="bg2">
                    <a:lumMod val="50000"/>
                  </a:schemeClr>
                </a:solidFill>
                <a:latin typeface="나눔손글씨 펜" panose="03040600000000000000"/>
                <a:ea typeface="나눔손글씨 펜" panose="03040600000000000000"/>
              </a:rPr>
              <a:t>당신은 </a:t>
            </a:r>
            <a:r>
              <a:rPr lang="ko-KR" altLang="en-US" sz="3200" b="1" dirty="0" err="1">
                <a:solidFill>
                  <a:schemeClr val="bg2">
                    <a:lumMod val="50000"/>
                  </a:schemeClr>
                </a:solidFill>
                <a:latin typeface="나눔손글씨 펜" panose="03040600000000000000"/>
                <a:ea typeface="나눔손글씨 펜" panose="03040600000000000000"/>
              </a:rPr>
              <a:t>스케쥴러인가</a:t>
            </a:r>
            <a:r>
              <a:rPr lang="en-US" altLang="ko-KR" sz="3200" b="1" dirty="0">
                <a:solidFill>
                  <a:schemeClr val="bg2">
                    <a:lumMod val="50000"/>
                  </a:schemeClr>
                </a:solidFill>
                <a:latin typeface="나눔손글씨 펜" panose="03040600000000000000"/>
                <a:ea typeface="나눔손글씨 펜" panose="03040600000000000000"/>
              </a:rPr>
              <a:t>, </a:t>
            </a:r>
            <a:r>
              <a:rPr lang="ko-KR" altLang="en-US" sz="3200" b="1" dirty="0" err="1">
                <a:solidFill>
                  <a:schemeClr val="bg2">
                    <a:lumMod val="50000"/>
                  </a:schemeClr>
                </a:solidFill>
                <a:latin typeface="나눔손글씨 펜" panose="03040600000000000000"/>
                <a:ea typeface="나눔손글씨 펜" panose="03040600000000000000"/>
              </a:rPr>
              <a:t>플래너인가</a:t>
            </a:r>
            <a:r>
              <a:rPr lang="en-US" altLang="ko-KR" sz="3200" b="1" dirty="0">
                <a:solidFill>
                  <a:schemeClr val="bg2">
                    <a:lumMod val="50000"/>
                  </a:schemeClr>
                </a:solidFill>
                <a:latin typeface="나눔손글씨 펜" panose="03040600000000000000"/>
                <a:ea typeface="나눔손글씨 펜" panose="03040600000000000000"/>
              </a:rPr>
              <a:t>?</a:t>
            </a:r>
          </a:p>
          <a:p>
            <a:pPr algn="ctr"/>
            <a:r>
              <a:rPr lang="en-US" altLang="ko-KR" sz="2000" i="1" dirty="0">
                <a:solidFill>
                  <a:schemeClr val="bg2">
                    <a:lumMod val="50000"/>
                  </a:schemeClr>
                </a:solidFill>
                <a:latin typeface="나눔손글씨 펜"/>
                <a:ea typeface="나눔고딕" panose="020D0604000000000000" pitchFamily="50" charset="-127"/>
              </a:rPr>
              <a:t>Are you Scheduler or Planner?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97117CFF-D56C-4A6E-BD41-8C4766D73BC8}"/>
              </a:ext>
            </a:extLst>
          </p:cNvPr>
          <p:cNvSpPr txBox="1"/>
          <p:nvPr/>
        </p:nvSpPr>
        <p:spPr>
          <a:xfrm>
            <a:off x="2377617" y="6301273"/>
            <a:ext cx="2731412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dist"/>
            <a:r>
              <a:rPr lang="ko-KR" altLang="en-US" sz="1200" b="1" dirty="0">
                <a:solidFill>
                  <a:schemeClr val="bg2">
                    <a:lumMod val="50000"/>
                  </a:schemeClr>
                </a:solidFill>
                <a:latin typeface="NanumGothic" panose="020D0604000000000000" pitchFamily="34" charset="-127"/>
                <a:ea typeface="나눔고딕" panose="020D0604000000000000" pitchFamily="50" charset="-127"/>
              </a:rPr>
              <a:t>기획자는 일이 되게 하는 사람이다</a:t>
            </a:r>
            <a:endParaRPr lang="ko-KR" altLang="en-US" sz="1200" dirty="0">
              <a:solidFill>
                <a:schemeClr val="bg2">
                  <a:lumMod val="50000"/>
                </a:schemeClr>
              </a:solidFill>
              <a:latin typeface="NanumGothic" panose="020D0604000000000000" pitchFamily="34" charset="-127"/>
              <a:ea typeface="나눔고딕" panose="020D0604000000000000" pitchFamily="50" charset="-127"/>
            </a:endParaRPr>
          </a:p>
          <a:p>
            <a:pPr algn="dist"/>
            <a:endParaRPr lang="en-US" altLang="ko-KR" sz="1200" b="1" dirty="0">
              <a:solidFill>
                <a:schemeClr val="bg2">
                  <a:lumMod val="50000"/>
                </a:schemeClr>
              </a:solidFill>
              <a:latin typeface="NanumGothic" panose="020D0604000000000000" pitchFamily="34" charset="-127"/>
              <a:ea typeface="나눔고딕" panose="020D0604000000000000" pitchFamily="50" charset="-127"/>
            </a:endParaRPr>
          </a:p>
          <a:p>
            <a:pPr algn="dist"/>
            <a:r>
              <a:rPr lang="ko-KR" altLang="en-US" sz="1200" b="1" dirty="0">
                <a:solidFill>
                  <a:schemeClr val="bg2">
                    <a:lumMod val="50000"/>
                  </a:schemeClr>
                </a:solidFill>
                <a:latin typeface="NanumGothic" panose="020D0604000000000000" pitchFamily="34" charset="-127"/>
                <a:ea typeface="나눔고딕" panose="020D0604000000000000" pitchFamily="50" charset="-127"/>
              </a:rPr>
              <a:t>목표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NanumGothic" panose="020D0604000000000000" pitchFamily="34" charset="-127"/>
                <a:ea typeface="나눔고딕" panose="020D0604000000000000" pitchFamily="50" charset="-127"/>
              </a:rPr>
              <a:t>를 정하고 </a:t>
            </a:r>
            <a:r>
              <a:rPr lang="ko-KR" altLang="en-US" sz="1200" b="1" dirty="0">
                <a:solidFill>
                  <a:schemeClr val="bg2">
                    <a:lumMod val="50000"/>
                  </a:schemeClr>
                </a:solidFill>
                <a:latin typeface="NanumGothic" panose="020D0604000000000000" pitchFamily="34" charset="-127"/>
                <a:ea typeface="나눔고딕" panose="020D0604000000000000" pitchFamily="50" charset="-127"/>
              </a:rPr>
              <a:t>계획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NanumGothic" panose="020D0604000000000000" pitchFamily="34" charset="-127"/>
                <a:ea typeface="나눔고딕" panose="020D0604000000000000" pitchFamily="50" charset="-127"/>
              </a:rPr>
              <a:t>하고 </a:t>
            </a:r>
            <a:r>
              <a:rPr lang="ko-KR" altLang="en-US" sz="1200" b="1" dirty="0">
                <a:solidFill>
                  <a:schemeClr val="bg2">
                    <a:lumMod val="50000"/>
                  </a:schemeClr>
                </a:solidFill>
                <a:latin typeface="NanumGothic" panose="020D0604000000000000" pitchFamily="34" charset="-127"/>
                <a:ea typeface="나눔고딕" panose="020D0604000000000000" pitchFamily="50" charset="-127"/>
              </a:rPr>
              <a:t>운영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NanumGothic" panose="020D0604000000000000" pitchFamily="34" charset="-127"/>
                <a:ea typeface="나눔고딕" panose="020D0604000000000000" pitchFamily="50" charset="-127"/>
              </a:rPr>
              <a:t>하라</a:t>
            </a:r>
            <a:endParaRPr lang="en-US" altLang="ko-KR" sz="1200" dirty="0">
              <a:solidFill>
                <a:schemeClr val="bg2">
                  <a:lumMod val="50000"/>
                </a:schemeClr>
              </a:solidFill>
              <a:latin typeface="NanumGothic" panose="020D0604000000000000" pitchFamily="34" charset="-127"/>
              <a:ea typeface="나눔고딕" panose="020D0604000000000000" pitchFamily="50" charset="-127"/>
            </a:endParaRPr>
          </a:p>
          <a:p>
            <a:pPr algn="dist"/>
            <a:endParaRPr lang="en-US" altLang="ko-KR" sz="1200" dirty="0">
              <a:solidFill>
                <a:schemeClr val="bg2">
                  <a:lumMod val="50000"/>
                </a:schemeClr>
              </a:solidFill>
              <a:latin typeface="NanumGothic" panose="020D0604000000000000" pitchFamily="34" charset="-127"/>
              <a:ea typeface="나눔고딕" panose="020D0604000000000000" pitchFamily="50" charset="-127"/>
            </a:endParaRPr>
          </a:p>
          <a:p>
            <a:pPr algn="dist"/>
            <a:r>
              <a:rPr lang="ko-KR" altLang="en-US" sz="1200" b="1" dirty="0">
                <a:solidFill>
                  <a:schemeClr val="bg2">
                    <a:lumMod val="50000"/>
                  </a:schemeClr>
                </a:solidFill>
                <a:latin typeface="NanumGothic" panose="020D0604000000000000" pitchFamily="34" charset="-127"/>
                <a:ea typeface="나눔고딕" panose="020D0604000000000000" pitchFamily="50" charset="-127"/>
              </a:rPr>
              <a:t>지속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NanumGothic" panose="020D0604000000000000" pitchFamily="34" charset="-127"/>
                <a:ea typeface="나눔고딕" panose="020D0604000000000000" pitchFamily="50" charset="-127"/>
              </a:rPr>
              <a:t>적인 보완으로 </a:t>
            </a:r>
            <a:r>
              <a:rPr lang="ko-KR" altLang="en-US" sz="1200" b="1" dirty="0">
                <a:solidFill>
                  <a:schemeClr val="bg2">
                    <a:lumMod val="50000"/>
                  </a:schemeClr>
                </a:solidFill>
                <a:latin typeface="NanumGothic" panose="020D0604000000000000" pitchFamily="34" charset="-127"/>
                <a:ea typeface="나눔고딕" panose="020D0604000000000000" pitchFamily="50" charset="-127"/>
              </a:rPr>
              <a:t>완성도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NanumGothic" panose="020D0604000000000000" pitchFamily="34" charset="-127"/>
                <a:ea typeface="나눔고딕" panose="020D0604000000000000" pitchFamily="50" charset="-127"/>
              </a:rPr>
              <a:t>를 높여라</a:t>
            </a:r>
            <a:endParaRPr lang="en-US" altLang="ko-KR" sz="1200" dirty="0">
              <a:solidFill>
                <a:schemeClr val="bg2">
                  <a:lumMod val="50000"/>
                </a:schemeClr>
              </a:solidFill>
              <a:latin typeface="NanumGothic" panose="020D0604000000000000" pitchFamily="34" charset="-127"/>
              <a:ea typeface="나눔고딕" panose="020D0604000000000000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68364BC9-2DB8-44D3-8B5E-9ACAA3F7F8B5}"/>
              </a:ext>
            </a:extLst>
          </p:cNvPr>
          <p:cNvSpPr txBox="1"/>
          <p:nvPr/>
        </p:nvSpPr>
        <p:spPr>
          <a:xfrm>
            <a:off x="1154575" y="1827206"/>
            <a:ext cx="129736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14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6D13BFF1-A326-41A5-A028-74AF7A210209}"/>
              </a:ext>
            </a:extLst>
          </p:cNvPr>
          <p:cNvSpPr txBox="1"/>
          <p:nvPr/>
        </p:nvSpPr>
        <p:spPr>
          <a:xfrm>
            <a:off x="1853801" y="7749891"/>
            <a:ext cx="377904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600" b="1" dirty="0">
                <a:solidFill>
                  <a:schemeClr val="bg2">
                    <a:lumMod val="50000"/>
                  </a:schemeClr>
                </a:solidFill>
                <a:latin typeface="NanumGothic" panose="020D0604000000000000" pitchFamily="34" charset="-127"/>
                <a:ea typeface="나눔고딕" panose="020D0604000000000000" pitchFamily="50" charset="-127"/>
              </a:rPr>
              <a:t>다음 목표는 더 높은 곳에 놓일 것이다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B8F7C0D-CE30-4B80-809B-282A4550E687}"/>
              </a:ext>
            </a:extLst>
          </p:cNvPr>
          <p:cNvSpPr txBox="1"/>
          <p:nvPr/>
        </p:nvSpPr>
        <p:spPr>
          <a:xfrm>
            <a:off x="308266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97570BC1-FCC6-4E4D-BD31-D97A66EFAF79}"/>
              </a:ext>
            </a:extLst>
          </p:cNvPr>
          <p:cNvSpPr/>
          <p:nvPr/>
        </p:nvSpPr>
        <p:spPr>
          <a:xfrm>
            <a:off x="16895164" y="1802954"/>
            <a:ext cx="736298" cy="73629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687" dirty="0">
                <a:latin typeface="NanumGothic" panose="020D0604000000000000" pitchFamily="34" charset="-127"/>
              </a:rPr>
              <a:t>나</a:t>
            </a: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6FA602B2-E49E-44C9-B9E1-65765B242F65}"/>
              </a:ext>
            </a:extLst>
          </p:cNvPr>
          <p:cNvSpPr/>
          <p:nvPr/>
        </p:nvSpPr>
        <p:spPr>
          <a:xfrm>
            <a:off x="20191091" y="1802954"/>
            <a:ext cx="736298" cy="73629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687" dirty="0">
                <a:latin typeface="NanumGothic" panose="020D0604000000000000" pitchFamily="34" charset="-127"/>
              </a:rPr>
              <a:t>일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6F885B90-A3C9-4B33-A431-80D59960B0AD}"/>
              </a:ext>
            </a:extLst>
          </p:cNvPr>
          <p:cNvCxnSpPr>
            <a:cxnSpLocks/>
          </p:cNvCxnSpPr>
          <p:nvPr/>
        </p:nvCxnSpPr>
        <p:spPr>
          <a:xfrm>
            <a:off x="17826791" y="2171103"/>
            <a:ext cx="2168971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화살표: 아래쪽 70">
            <a:extLst>
              <a:ext uri="{FF2B5EF4-FFF2-40B4-BE49-F238E27FC236}">
                <a16:creationId xmlns:a16="http://schemas.microsoft.com/office/drawing/2014/main" id="{7EF72DC6-DCDB-4878-93C9-39BE2C1390FA}"/>
              </a:ext>
            </a:extLst>
          </p:cNvPr>
          <p:cNvSpPr/>
          <p:nvPr/>
        </p:nvSpPr>
        <p:spPr>
          <a:xfrm>
            <a:off x="17070753" y="3211937"/>
            <a:ext cx="385120" cy="194207"/>
          </a:xfrm>
          <a:prstGeom prst="downArrow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812" dirty="0">
              <a:latin typeface="NanumGothic" panose="020D0604000000000000" pitchFamily="34" charset="-127"/>
            </a:endParaRPr>
          </a:p>
        </p:txBody>
      </p:sp>
      <p:sp>
        <p:nvSpPr>
          <p:cNvPr id="72" name="화살표: 아래쪽 71">
            <a:extLst>
              <a:ext uri="{FF2B5EF4-FFF2-40B4-BE49-F238E27FC236}">
                <a16:creationId xmlns:a16="http://schemas.microsoft.com/office/drawing/2014/main" id="{772A4F90-B9F7-4B24-A4E4-21C98BFBDA60}"/>
              </a:ext>
            </a:extLst>
          </p:cNvPr>
          <p:cNvSpPr/>
          <p:nvPr/>
        </p:nvSpPr>
        <p:spPr>
          <a:xfrm>
            <a:off x="20366680" y="3211937"/>
            <a:ext cx="385120" cy="194207"/>
          </a:xfrm>
          <a:prstGeom prst="downArrow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812" dirty="0">
              <a:latin typeface="NanumGothic" panose="020D0604000000000000" pitchFamily="34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A48F81F0-4130-48B3-A282-1D05B8420E10}"/>
              </a:ext>
            </a:extLst>
          </p:cNvPr>
          <p:cNvSpPr txBox="1"/>
          <p:nvPr/>
        </p:nvSpPr>
        <p:spPr>
          <a:xfrm>
            <a:off x="16948163" y="3390151"/>
            <a:ext cx="630301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Vision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611221D6-FD22-4CB4-B1A9-C70B0399AC99}"/>
              </a:ext>
            </a:extLst>
          </p:cNvPr>
          <p:cNvSpPr txBox="1"/>
          <p:nvPr/>
        </p:nvSpPr>
        <p:spPr>
          <a:xfrm>
            <a:off x="20185580" y="3390151"/>
            <a:ext cx="74732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Mission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FCC9988-9D7B-4E1D-B85C-E3B76610DE34}"/>
              </a:ext>
            </a:extLst>
          </p:cNvPr>
          <p:cNvGrpSpPr/>
          <p:nvPr/>
        </p:nvGrpSpPr>
        <p:grpSpPr>
          <a:xfrm>
            <a:off x="15325413" y="4105507"/>
            <a:ext cx="7171728" cy="684679"/>
            <a:chOff x="15749599" y="4105508"/>
            <a:chExt cx="6323356" cy="419100"/>
          </a:xfrm>
        </p:grpSpPr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751A63FC-AF84-4034-BAF9-30D934FE4554}"/>
                </a:ext>
              </a:extLst>
            </p:cNvPr>
            <p:cNvCxnSpPr>
              <a:cxnSpLocks/>
            </p:cNvCxnSpPr>
            <p:nvPr/>
          </p:nvCxnSpPr>
          <p:spPr>
            <a:xfrm>
              <a:off x="15749599" y="4105508"/>
              <a:ext cx="3027429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46AC2875-0395-4E13-956A-4ACC66C3C0C5}"/>
                </a:ext>
              </a:extLst>
            </p:cNvPr>
            <p:cNvCxnSpPr>
              <a:cxnSpLocks/>
            </p:cNvCxnSpPr>
            <p:nvPr/>
          </p:nvCxnSpPr>
          <p:spPr>
            <a:xfrm>
              <a:off x="19045526" y="4105508"/>
              <a:ext cx="3027429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0456F788-DA0E-45A6-B30E-528BE3961188}"/>
                </a:ext>
              </a:extLst>
            </p:cNvPr>
            <p:cNvCxnSpPr>
              <a:cxnSpLocks/>
            </p:cNvCxnSpPr>
            <p:nvPr/>
          </p:nvCxnSpPr>
          <p:spPr>
            <a:xfrm>
              <a:off x="15749599" y="4524608"/>
              <a:ext cx="3027429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36A32B79-278E-4A64-BAFE-3D1C6CA4C610}"/>
                </a:ext>
              </a:extLst>
            </p:cNvPr>
            <p:cNvCxnSpPr>
              <a:cxnSpLocks/>
            </p:cNvCxnSpPr>
            <p:nvPr/>
          </p:nvCxnSpPr>
          <p:spPr>
            <a:xfrm>
              <a:off x="19045526" y="4524608"/>
              <a:ext cx="3027429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07F99586-737B-4DC3-95DF-1F144B9DF1B8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9" name="그림 7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2937270C-26C9-416E-B558-0CCA3358DE4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80" name="직사각형 79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01402487-B6DF-404F-A782-B4B13C5B4A7D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81" name="직사각형 80">
            <a:hlinkClick r:id="rId5" action="ppaction://hlinksldjump"/>
            <a:extLst>
              <a:ext uri="{FF2B5EF4-FFF2-40B4-BE49-F238E27FC236}">
                <a16:creationId xmlns:a16="http://schemas.microsoft.com/office/drawing/2014/main" id="{90CB347C-D7FD-414D-997A-6EE22B682696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82" name="직사각형 8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7EF39F5-0A6C-48DC-AD5D-E27D19818E21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83" name="직사각형 82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6CB2D7B-BE32-423D-BB85-B14E23924BE3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84" name="직사각형 83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CA32753-E01E-4E22-AA7E-2CE29C66F673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DD21076E-C6B7-4A35-B31F-ED6E0B93BC1B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D29AEF24-C82F-4131-ACDD-33C5D72E206D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6E0E4D96-E8D1-403E-87CD-77300A1E1641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420AAE27-9F9E-4747-9EDD-4F1EBD69F942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DAB62838-B114-40E5-A7CF-8FAFBCC8D73B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569FBAE6-192A-4FA8-8297-7EA5DFE6C621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E26C138F-122E-40C5-A698-370657ECC4D5}"/>
              </a:ext>
            </a:extLst>
          </p:cNvPr>
          <p:cNvSpPr txBox="1"/>
          <p:nvPr/>
        </p:nvSpPr>
        <p:spPr>
          <a:xfrm>
            <a:off x="7628723" y="468116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l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Objective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</p:spTree>
    <p:extLst>
      <p:ext uri="{BB962C8B-B14F-4D97-AF65-F5344CB8AC3E}">
        <p14:creationId xmlns:p14="http://schemas.microsoft.com/office/powerpoint/2010/main" val="219681905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직사각형 53">
            <a:extLst>
              <a:ext uri="{FF2B5EF4-FFF2-40B4-BE49-F238E27FC236}">
                <a16:creationId xmlns:a16="http://schemas.microsoft.com/office/drawing/2014/main" id="{A9FCBF28-AB0A-49B3-BD4C-0F31740C12CD}"/>
              </a:ext>
            </a:extLst>
          </p:cNvPr>
          <p:cNvSpPr/>
          <p:nvPr/>
        </p:nvSpPr>
        <p:spPr>
          <a:xfrm>
            <a:off x="15120937" y="0"/>
            <a:ext cx="7559675" cy="111601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NanumGothic" panose="020D0604000000000000" pitchFamily="34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65AFBBF-FE83-4D31-82AD-5CE3F11E6673}"/>
              </a:ext>
            </a:extLst>
          </p:cNvPr>
          <p:cNvSpPr txBox="1"/>
          <p:nvPr/>
        </p:nvSpPr>
        <p:spPr>
          <a:xfrm>
            <a:off x="15157450" y="561363"/>
            <a:ext cx="486222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See </a:t>
            </a:r>
            <a:r>
              <a:rPr lang="ko-KR" altLang="en-US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지난</a:t>
            </a:r>
            <a:r>
              <a:rPr lang="en-US" altLang="ko-KR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일년 나는 무엇을 이루었나</a:t>
            </a:r>
            <a:r>
              <a:rPr lang="en-US" altLang="ko-KR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? </a:t>
            </a:r>
            <a:r>
              <a:rPr lang="ko-KR" altLang="en-US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미흡했던 것은</a:t>
            </a:r>
            <a:r>
              <a:rPr lang="en-US" altLang="ko-KR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? </a:t>
            </a:r>
            <a:endParaRPr lang="ko-KR" altLang="en-US" sz="1600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62A9C39-577F-46BC-BA73-269CBD3765B9}"/>
              </a:ext>
            </a:extLst>
          </p:cNvPr>
          <p:cNvSpPr txBox="1"/>
          <p:nvPr/>
        </p:nvSpPr>
        <p:spPr>
          <a:xfrm>
            <a:off x="15157451" y="882992"/>
            <a:ext cx="378340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다음 목표 설정을 위해 내가 이룬 것과 부족했던 부분을 정리해 보자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AC9F02F8-0EED-4EF2-AE04-16E0FBC6F67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197ED5D5-B1A8-4E23-918C-6CA32A1426A8}"/>
              </a:ext>
            </a:extLst>
          </p:cNvPr>
          <p:cNvSpPr txBox="1"/>
          <p:nvPr/>
        </p:nvSpPr>
        <p:spPr>
          <a:xfrm>
            <a:off x="7872519" y="1669910"/>
            <a:ext cx="161904" cy="19466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9361D832-A440-4E60-A939-215B82AA07D5}"/>
              </a:ext>
            </a:extLst>
          </p:cNvPr>
          <p:cNvSpPr txBox="1"/>
          <p:nvPr/>
        </p:nvSpPr>
        <p:spPr>
          <a:xfrm>
            <a:off x="10275709" y="1669910"/>
            <a:ext cx="161904" cy="19466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D980EBF6-4E6D-4184-A074-656ACE9CBD30}"/>
              </a:ext>
            </a:extLst>
          </p:cNvPr>
          <p:cNvSpPr txBox="1"/>
          <p:nvPr/>
        </p:nvSpPr>
        <p:spPr>
          <a:xfrm>
            <a:off x="12678899" y="1669910"/>
            <a:ext cx="161904" cy="19466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27" name="TextBox 126">
            <a:hlinkClick r:id="rId2" action="ppaction://hlinksldjump"/>
            <a:extLst>
              <a:ext uri="{FF2B5EF4-FFF2-40B4-BE49-F238E27FC236}">
                <a16:creationId xmlns:a16="http://schemas.microsoft.com/office/drawing/2014/main" id="{F9C9FC43-0244-49C4-A1FA-84AFA92B0F2D}"/>
              </a:ext>
            </a:extLst>
          </p:cNvPr>
          <p:cNvSpPr txBox="1"/>
          <p:nvPr/>
        </p:nvSpPr>
        <p:spPr>
          <a:xfrm>
            <a:off x="361101" y="2453890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" name="TextBox 127">
            <a:hlinkClick r:id="rId2" action="ppaction://hlinksldjump"/>
            <a:extLst>
              <a:ext uri="{FF2B5EF4-FFF2-40B4-BE49-F238E27FC236}">
                <a16:creationId xmlns:a16="http://schemas.microsoft.com/office/drawing/2014/main" id="{18EA3AF8-9AD7-4E01-A4BD-4934D40FDDFA}"/>
              </a:ext>
            </a:extLst>
          </p:cNvPr>
          <p:cNvSpPr txBox="1"/>
          <p:nvPr/>
        </p:nvSpPr>
        <p:spPr>
          <a:xfrm>
            <a:off x="361101" y="3151173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" name="TextBox 128">
            <a:hlinkClick r:id="rId2" action="ppaction://hlinksldjump"/>
            <a:extLst>
              <a:ext uri="{FF2B5EF4-FFF2-40B4-BE49-F238E27FC236}">
                <a16:creationId xmlns:a16="http://schemas.microsoft.com/office/drawing/2014/main" id="{3E5A4FF3-E4E2-49C3-9DEC-354D15360CFE}"/>
              </a:ext>
            </a:extLst>
          </p:cNvPr>
          <p:cNvSpPr txBox="1"/>
          <p:nvPr/>
        </p:nvSpPr>
        <p:spPr>
          <a:xfrm>
            <a:off x="361101" y="3848457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" name="TextBox 133">
            <a:hlinkClick r:id="rId2" action="ppaction://hlinksldjump"/>
            <a:extLst>
              <a:ext uri="{FF2B5EF4-FFF2-40B4-BE49-F238E27FC236}">
                <a16:creationId xmlns:a16="http://schemas.microsoft.com/office/drawing/2014/main" id="{AD788F7F-E0D7-42FF-BDFA-61E5EF55FED0}"/>
              </a:ext>
            </a:extLst>
          </p:cNvPr>
          <p:cNvSpPr txBox="1"/>
          <p:nvPr/>
        </p:nvSpPr>
        <p:spPr>
          <a:xfrm>
            <a:off x="361101" y="4545740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" name="TextBox 134">
            <a:hlinkClick r:id="rId2" action="ppaction://hlinksldjump"/>
            <a:extLst>
              <a:ext uri="{FF2B5EF4-FFF2-40B4-BE49-F238E27FC236}">
                <a16:creationId xmlns:a16="http://schemas.microsoft.com/office/drawing/2014/main" id="{39A8D5F9-E57A-4613-A0F3-C022065E09B8}"/>
              </a:ext>
            </a:extLst>
          </p:cNvPr>
          <p:cNvSpPr txBox="1"/>
          <p:nvPr/>
        </p:nvSpPr>
        <p:spPr>
          <a:xfrm>
            <a:off x="361101" y="5243024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" name="TextBox 135">
            <a:hlinkClick r:id="rId2" action="ppaction://hlinksldjump"/>
            <a:extLst>
              <a:ext uri="{FF2B5EF4-FFF2-40B4-BE49-F238E27FC236}">
                <a16:creationId xmlns:a16="http://schemas.microsoft.com/office/drawing/2014/main" id="{FBF6D293-D33D-463E-8974-1FEB9F91DD4F}"/>
              </a:ext>
            </a:extLst>
          </p:cNvPr>
          <p:cNvSpPr txBox="1"/>
          <p:nvPr/>
        </p:nvSpPr>
        <p:spPr>
          <a:xfrm>
            <a:off x="361101" y="5940307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" name="TextBox 152">
            <a:hlinkClick r:id="rId2" action="ppaction://hlinksldjump"/>
            <a:extLst>
              <a:ext uri="{FF2B5EF4-FFF2-40B4-BE49-F238E27FC236}">
                <a16:creationId xmlns:a16="http://schemas.microsoft.com/office/drawing/2014/main" id="{841C50AD-E2DC-4E86-9FB7-873B6A901063}"/>
              </a:ext>
            </a:extLst>
          </p:cNvPr>
          <p:cNvSpPr txBox="1"/>
          <p:nvPr/>
        </p:nvSpPr>
        <p:spPr>
          <a:xfrm>
            <a:off x="361101" y="6637591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" name="TextBox 153">
            <a:hlinkClick r:id="rId2" action="ppaction://hlinksldjump"/>
            <a:extLst>
              <a:ext uri="{FF2B5EF4-FFF2-40B4-BE49-F238E27FC236}">
                <a16:creationId xmlns:a16="http://schemas.microsoft.com/office/drawing/2014/main" id="{0FCF2C0B-A9B8-449F-8BE8-810194116D26}"/>
              </a:ext>
            </a:extLst>
          </p:cNvPr>
          <p:cNvSpPr txBox="1"/>
          <p:nvPr/>
        </p:nvSpPr>
        <p:spPr>
          <a:xfrm>
            <a:off x="361101" y="7334874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" name="TextBox 154">
            <a:hlinkClick r:id="rId2" action="ppaction://hlinksldjump"/>
            <a:extLst>
              <a:ext uri="{FF2B5EF4-FFF2-40B4-BE49-F238E27FC236}">
                <a16:creationId xmlns:a16="http://schemas.microsoft.com/office/drawing/2014/main" id="{A305F89E-72D5-41C0-BF01-EE72988DCEBE}"/>
              </a:ext>
            </a:extLst>
          </p:cNvPr>
          <p:cNvSpPr txBox="1"/>
          <p:nvPr/>
        </p:nvSpPr>
        <p:spPr>
          <a:xfrm>
            <a:off x="361101" y="8032158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" name="TextBox 155">
            <a:hlinkClick r:id="rId2" action="ppaction://hlinksldjump"/>
            <a:extLst>
              <a:ext uri="{FF2B5EF4-FFF2-40B4-BE49-F238E27FC236}">
                <a16:creationId xmlns:a16="http://schemas.microsoft.com/office/drawing/2014/main" id="{702DF951-A9BA-4782-ACA2-4D4C366C3F1A}"/>
              </a:ext>
            </a:extLst>
          </p:cNvPr>
          <p:cNvSpPr txBox="1"/>
          <p:nvPr/>
        </p:nvSpPr>
        <p:spPr>
          <a:xfrm>
            <a:off x="361101" y="8729441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" name="TextBox 156">
            <a:hlinkClick r:id="rId2" action="ppaction://hlinksldjump"/>
            <a:extLst>
              <a:ext uri="{FF2B5EF4-FFF2-40B4-BE49-F238E27FC236}">
                <a16:creationId xmlns:a16="http://schemas.microsoft.com/office/drawing/2014/main" id="{DA3381E4-DB1E-4089-B09B-84A6BD6493AE}"/>
              </a:ext>
            </a:extLst>
          </p:cNvPr>
          <p:cNvSpPr txBox="1"/>
          <p:nvPr/>
        </p:nvSpPr>
        <p:spPr>
          <a:xfrm>
            <a:off x="361101" y="9426725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" name="TextBox 157">
            <a:hlinkClick r:id="rId2" action="ppaction://hlinksldjump"/>
            <a:extLst>
              <a:ext uri="{FF2B5EF4-FFF2-40B4-BE49-F238E27FC236}">
                <a16:creationId xmlns:a16="http://schemas.microsoft.com/office/drawing/2014/main" id="{D1C781D2-F318-481B-A2D3-4EB2FC0E527A}"/>
              </a:ext>
            </a:extLst>
          </p:cNvPr>
          <p:cNvSpPr txBox="1"/>
          <p:nvPr/>
        </p:nvSpPr>
        <p:spPr>
          <a:xfrm>
            <a:off x="361101" y="10124006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B28EA629-7ECD-489F-B9BA-E36165B33C25}"/>
              </a:ext>
            </a:extLst>
          </p:cNvPr>
          <p:cNvGrpSpPr/>
          <p:nvPr/>
        </p:nvGrpSpPr>
        <p:grpSpPr>
          <a:xfrm>
            <a:off x="669748" y="2638133"/>
            <a:ext cx="14414674" cy="7670118"/>
            <a:chOff x="1011698" y="2638133"/>
            <a:chExt cx="14072723" cy="7670118"/>
          </a:xfrm>
        </p:grpSpPr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6E879E25-9EE0-4591-873D-360FDBD34946}"/>
                </a:ext>
              </a:extLst>
            </p:cNvPr>
            <p:cNvCxnSpPr/>
            <p:nvPr/>
          </p:nvCxnSpPr>
          <p:spPr>
            <a:xfrm>
              <a:off x="1011698" y="2638133"/>
              <a:ext cx="1407272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51638EA1-1462-4955-B942-C9B8E0F744B8}"/>
                </a:ext>
              </a:extLst>
            </p:cNvPr>
            <p:cNvCxnSpPr/>
            <p:nvPr/>
          </p:nvCxnSpPr>
          <p:spPr>
            <a:xfrm>
              <a:off x="1011698" y="3335416"/>
              <a:ext cx="1407272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188A4AA7-D475-440A-B0CE-CD265034F853}"/>
                </a:ext>
              </a:extLst>
            </p:cNvPr>
            <p:cNvCxnSpPr/>
            <p:nvPr/>
          </p:nvCxnSpPr>
          <p:spPr>
            <a:xfrm>
              <a:off x="1011698" y="4032700"/>
              <a:ext cx="1407272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6E892D5D-82D0-49F7-93B6-B31CD86AC964}"/>
                </a:ext>
              </a:extLst>
            </p:cNvPr>
            <p:cNvCxnSpPr/>
            <p:nvPr/>
          </p:nvCxnSpPr>
          <p:spPr>
            <a:xfrm>
              <a:off x="1011698" y="4729983"/>
              <a:ext cx="1407272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7B022AB4-D72B-4A13-9B2F-184DCD6C59BF}"/>
                </a:ext>
              </a:extLst>
            </p:cNvPr>
            <p:cNvCxnSpPr/>
            <p:nvPr/>
          </p:nvCxnSpPr>
          <p:spPr>
            <a:xfrm>
              <a:off x="1011698" y="5427267"/>
              <a:ext cx="1407272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F98B6DFE-0376-4775-88D5-DA6F182A6ADD}"/>
                </a:ext>
              </a:extLst>
            </p:cNvPr>
            <p:cNvCxnSpPr/>
            <p:nvPr/>
          </p:nvCxnSpPr>
          <p:spPr>
            <a:xfrm>
              <a:off x="1011698" y="6124550"/>
              <a:ext cx="1407272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82AFC27-F355-45BD-A9DA-BB370423D1BB}"/>
                </a:ext>
              </a:extLst>
            </p:cNvPr>
            <p:cNvCxnSpPr/>
            <p:nvPr/>
          </p:nvCxnSpPr>
          <p:spPr>
            <a:xfrm>
              <a:off x="1011698" y="6821834"/>
              <a:ext cx="1407272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0B5D09E0-3192-4D3F-9F7F-758242A83E9B}"/>
                </a:ext>
              </a:extLst>
            </p:cNvPr>
            <p:cNvCxnSpPr/>
            <p:nvPr/>
          </p:nvCxnSpPr>
          <p:spPr>
            <a:xfrm>
              <a:off x="1011698" y="7519117"/>
              <a:ext cx="1407272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F5D5DEEB-693B-47C1-9911-965531314BEA}"/>
                </a:ext>
              </a:extLst>
            </p:cNvPr>
            <p:cNvCxnSpPr/>
            <p:nvPr/>
          </p:nvCxnSpPr>
          <p:spPr>
            <a:xfrm>
              <a:off x="1011698" y="8216401"/>
              <a:ext cx="1407272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6A09F4A7-F9C8-431B-9308-5D120D8AC4D3}"/>
                </a:ext>
              </a:extLst>
            </p:cNvPr>
            <p:cNvCxnSpPr/>
            <p:nvPr/>
          </p:nvCxnSpPr>
          <p:spPr>
            <a:xfrm>
              <a:off x="1011698" y="8913684"/>
              <a:ext cx="1407272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0AA46806-50D7-41E2-B607-FFAE8C596B14}"/>
                </a:ext>
              </a:extLst>
            </p:cNvPr>
            <p:cNvCxnSpPr/>
            <p:nvPr/>
          </p:nvCxnSpPr>
          <p:spPr>
            <a:xfrm>
              <a:off x="1011698" y="9610968"/>
              <a:ext cx="1407272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6CF59F0F-606B-46B2-92F5-BA7F455FAFF8}"/>
                </a:ext>
              </a:extLst>
            </p:cNvPr>
            <p:cNvCxnSpPr/>
            <p:nvPr/>
          </p:nvCxnSpPr>
          <p:spPr>
            <a:xfrm>
              <a:off x="1011698" y="10308251"/>
              <a:ext cx="14072723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0" name="직선 연결선 169">
            <a:extLst>
              <a:ext uri="{FF2B5EF4-FFF2-40B4-BE49-F238E27FC236}">
                <a16:creationId xmlns:a16="http://schemas.microsoft.com/office/drawing/2014/main" id="{A0EDDF85-244B-4EB0-8FB5-6A9308685A33}"/>
              </a:ext>
            </a:extLst>
          </p:cNvPr>
          <p:cNvCxnSpPr/>
          <p:nvPr/>
        </p:nvCxnSpPr>
        <p:spPr>
          <a:xfrm>
            <a:off x="282733" y="2289491"/>
            <a:ext cx="1480169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19EEF957-0A46-4113-A48F-E0BC8E4DBDD5}"/>
              </a:ext>
            </a:extLst>
          </p:cNvPr>
          <p:cNvCxnSpPr/>
          <p:nvPr/>
        </p:nvCxnSpPr>
        <p:spPr>
          <a:xfrm>
            <a:off x="282733" y="2986775"/>
            <a:ext cx="1480169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B9F4F879-DECE-45CC-AF2D-AE15CA847848}"/>
              </a:ext>
            </a:extLst>
          </p:cNvPr>
          <p:cNvCxnSpPr/>
          <p:nvPr/>
        </p:nvCxnSpPr>
        <p:spPr>
          <a:xfrm>
            <a:off x="282735" y="1664824"/>
            <a:ext cx="1480169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3BBB60C5-18F5-41A4-AF70-46324989BA85}"/>
              </a:ext>
            </a:extLst>
          </p:cNvPr>
          <p:cNvCxnSpPr/>
          <p:nvPr/>
        </p:nvCxnSpPr>
        <p:spPr>
          <a:xfrm>
            <a:off x="282733" y="3684058"/>
            <a:ext cx="1480169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6378244C-FB4A-4FD4-8B50-1195A1CA2F8C}"/>
              </a:ext>
            </a:extLst>
          </p:cNvPr>
          <p:cNvCxnSpPr/>
          <p:nvPr/>
        </p:nvCxnSpPr>
        <p:spPr>
          <a:xfrm>
            <a:off x="282733" y="4381342"/>
            <a:ext cx="1480169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B3AF288C-7932-4E6B-BA58-E8E4C34B0698}"/>
              </a:ext>
            </a:extLst>
          </p:cNvPr>
          <p:cNvCxnSpPr/>
          <p:nvPr/>
        </p:nvCxnSpPr>
        <p:spPr>
          <a:xfrm>
            <a:off x="282733" y="5078625"/>
            <a:ext cx="1480169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C35E2469-E224-4CA6-92BE-9CF242642DAC}"/>
              </a:ext>
            </a:extLst>
          </p:cNvPr>
          <p:cNvCxnSpPr/>
          <p:nvPr/>
        </p:nvCxnSpPr>
        <p:spPr>
          <a:xfrm>
            <a:off x="282733" y="5775909"/>
            <a:ext cx="1480169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01BF3AF9-5F51-4EE9-ACDC-1F91562EDF27}"/>
              </a:ext>
            </a:extLst>
          </p:cNvPr>
          <p:cNvCxnSpPr/>
          <p:nvPr/>
        </p:nvCxnSpPr>
        <p:spPr>
          <a:xfrm>
            <a:off x="282733" y="6473192"/>
            <a:ext cx="1480169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DEDFC939-E2E6-4B67-8328-1F871F3B8839}"/>
              </a:ext>
            </a:extLst>
          </p:cNvPr>
          <p:cNvCxnSpPr/>
          <p:nvPr/>
        </p:nvCxnSpPr>
        <p:spPr>
          <a:xfrm>
            <a:off x="282733" y="7170476"/>
            <a:ext cx="1480169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2F0CD47E-4DE8-4FAC-8374-0B575A1D0D9E}"/>
              </a:ext>
            </a:extLst>
          </p:cNvPr>
          <p:cNvCxnSpPr/>
          <p:nvPr/>
        </p:nvCxnSpPr>
        <p:spPr>
          <a:xfrm>
            <a:off x="282733" y="7867759"/>
            <a:ext cx="1480169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158F20C3-78D4-43CA-A604-0B820918CD3A}"/>
              </a:ext>
            </a:extLst>
          </p:cNvPr>
          <p:cNvCxnSpPr/>
          <p:nvPr/>
        </p:nvCxnSpPr>
        <p:spPr>
          <a:xfrm>
            <a:off x="282733" y="8565042"/>
            <a:ext cx="1480169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A4C1866B-92C0-4ABC-9B31-0279F51A09D1}"/>
              </a:ext>
            </a:extLst>
          </p:cNvPr>
          <p:cNvCxnSpPr/>
          <p:nvPr/>
        </p:nvCxnSpPr>
        <p:spPr>
          <a:xfrm>
            <a:off x="282733" y="9262326"/>
            <a:ext cx="1480169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280B110A-BF24-438D-89F9-6474CB4B0CAF}"/>
              </a:ext>
            </a:extLst>
          </p:cNvPr>
          <p:cNvCxnSpPr/>
          <p:nvPr/>
        </p:nvCxnSpPr>
        <p:spPr>
          <a:xfrm>
            <a:off x="282733" y="9959609"/>
            <a:ext cx="1480169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1E65D630-620F-49D9-9BA9-3FE5D2B4787B}"/>
              </a:ext>
            </a:extLst>
          </p:cNvPr>
          <p:cNvCxnSpPr/>
          <p:nvPr/>
        </p:nvCxnSpPr>
        <p:spPr>
          <a:xfrm>
            <a:off x="282733" y="10656888"/>
            <a:ext cx="1480169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70BA4099-715E-4AD6-9B16-7A7493FFFEB1}"/>
              </a:ext>
            </a:extLst>
          </p:cNvPr>
          <p:cNvCxnSpPr>
            <a:cxnSpLocks/>
          </p:cNvCxnSpPr>
          <p:nvPr/>
        </p:nvCxnSpPr>
        <p:spPr>
          <a:xfrm>
            <a:off x="3040790" y="1664824"/>
            <a:ext cx="0" cy="899206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직선 연결선 184">
            <a:extLst>
              <a:ext uri="{FF2B5EF4-FFF2-40B4-BE49-F238E27FC236}">
                <a16:creationId xmlns:a16="http://schemas.microsoft.com/office/drawing/2014/main" id="{1037329E-5057-4191-8575-4B43EE9927DF}"/>
              </a:ext>
            </a:extLst>
          </p:cNvPr>
          <p:cNvCxnSpPr>
            <a:cxnSpLocks/>
          </p:cNvCxnSpPr>
          <p:nvPr/>
        </p:nvCxnSpPr>
        <p:spPr>
          <a:xfrm>
            <a:off x="5449516" y="1664824"/>
            <a:ext cx="0" cy="899206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9ACA6C6A-33B6-497C-9525-A1A0A040AAAD}"/>
              </a:ext>
            </a:extLst>
          </p:cNvPr>
          <p:cNvCxnSpPr>
            <a:cxnSpLocks/>
          </p:cNvCxnSpPr>
          <p:nvPr/>
        </p:nvCxnSpPr>
        <p:spPr>
          <a:xfrm>
            <a:off x="632064" y="1664824"/>
            <a:ext cx="0" cy="899206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7" name="TextBox 186">
            <a:extLst>
              <a:ext uri="{FF2B5EF4-FFF2-40B4-BE49-F238E27FC236}">
                <a16:creationId xmlns:a16="http://schemas.microsoft.com/office/drawing/2014/main" id="{7B879FCA-38FB-41CF-990B-0D9291C18ABD}"/>
              </a:ext>
            </a:extLst>
          </p:cNvPr>
          <p:cNvSpPr txBox="1"/>
          <p:nvPr/>
        </p:nvSpPr>
        <p:spPr>
          <a:xfrm>
            <a:off x="174364" y="562036"/>
            <a:ext cx="35125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How? </a:t>
            </a:r>
            <a:r>
              <a:rPr lang="ko-KR" altLang="en-US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나는 이 일을 어떻게 할 것인가</a:t>
            </a:r>
            <a:r>
              <a:rPr lang="en-US" altLang="ko-KR" sz="1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600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847DEAA0-EDF9-4D91-9C64-E98C99F58CF5}"/>
              </a:ext>
            </a:extLst>
          </p:cNvPr>
          <p:cNvSpPr txBox="1"/>
          <p:nvPr/>
        </p:nvSpPr>
        <p:spPr>
          <a:xfrm>
            <a:off x="662949" y="1669910"/>
            <a:ext cx="161904" cy="19466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C4692C14-CC34-45C6-9E61-A27F5FCFE171}"/>
              </a:ext>
            </a:extLst>
          </p:cNvPr>
          <p:cNvSpPr txBox="1"/>
          <p:nvPr/>
        </p:nvSpPr>
        <p:spPr>
          <a:xfrm>
            <a:off x="3066139" y="1669910"/>
            <a:ext cx="161904" cy="19466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4C801490-2315-4D66-87F9-E42C71E090A8}"/>
              </a:ext>
            </a:extLst>
          </p:cNvPr>
          <p:cNvSpPr txBox="1"/>
          <p:nvPr/>
        </p:nvSpPr>
        <p:spPr>
          <a:xfrm>
            <a:off x="5469329" y="1669910"/>
            <a:ext cx="161904" cy="19466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58B445A2-F30E-445A-8C64-45B37177D2A4}"/>
              </a:ext>
            </a:extLst>
          </p:cNvPr>
          <p:cNvSpPr txBox="1"/>
          <p:nvPr/>
        </p:nvSpPr>
        <p:spPr>
          <a:xfrm>
            <a:off x="174370" y="893010"/>
            <a:ext cx="228460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핵심 결과 지표를 실천할 계획을 세우자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44" name="그림 143" descr="캘린더 인덱스">
            <a:hlinkClick r:id="rId3" action="ppaction://hlinksldjump"/>
            <a:extLst>
              <a:ext uri="{FF2B5EF4-FFF2-40B4-BE49-F238E27FC236}">
                <a16:creationId xmlns:a16="http://schemas.microsoft.com/office/drawing/2014/main" id="{9474684D-997A-4667-B6C6-D08D297B976A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5" name="직사각형 144" descr="목표 설정">
            <a:hlinkClick r:id="rId5" action="ppaction://hlinksldjump"/>
            <a:extLst>
              <a:ext uri="{FF2B5EF4-FFF2-40B4-BE49-F238E27FC236}">
                <a16:creationId xmlns:a16="http://schemas.microsoft.com/office/drawing/2014/main" id="{957BBE09-DB6B-41FF-879D-B93CF00554FA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6" name="직사각형 145">
            <a:hlinkClick r:id="rId6" action="ppaction://hlinksldjump"/>
            <a:extLst>
              <a:ext uri="{FF2B5EF4-FFF2-40B4-BE49-F238E27FC236}">
                <a16:creationId xmlns:a16="http://schemas.microsoft.com/office/drawing/2014/main" id="{5B026B8E-6FB4-4E63-9668-C874E078AF95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7" name="직사각형 146" descr="목표 설정">
            <a:hlinkClick r:id="rId7" action="ppaction://hlinksldjump"/>
            <a:extLst>
              <a:ext uri="{FF2B5EF4-FFF2-40B4-BE49-F238E27FC236}">
                <a16:creationId xmlns:a16="http://schemas.microsoft.com/office/drawing/2014/main" id="{C889C292-7A07-4FA4-9F94-778B6F1C8811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8" name="직사각형 147" descr="목표 설정">
            <a:hlinkClick r:id="rId7" action="ppaction://hlinksldjump"/>
            <a:extLst>
              <a:ext uri="{FF2B5EF4-FFF2-40B4-BE49-F238E27FC236}">
                <a16:creationId xmlns:a16="http://schemas.microsoft.com/office/drawing/2014/main" id="{7DF97A41-9F73-4549-93E8-23FE352199A6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9" name="직사각형 148" descr="목표 설정">
            <a:hlinkClick r:id="rId7" action="ppaction://hlinksldjump"/>
            <a:extLst>
              <a:ext uri="{FF2B5EF4-FFF2-40B4-BE49-F238E27FC236}">
                <a16:creationId xmlns:a16="http://schemas.microsoft.com/office/drawing/2014/main" id="{37740000-9C8E-4B3E-9F05-96226068CCEC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9839F672-BB39-44F6-A091-BF52DF95E812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75D241A5-D762-4437-AE92-8F0CF4F32F43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1CD2A719-B1F9-47D9-A4E9-96C3269EF8BB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5EA555D1-CFEA-49CB-8D57-5DB49A7F326E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B9ABB190-DEAE-47E8-A56B-BAE0CA48A2D1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F7D0EBD5-0BEA-4D01-A62F-5B195674039A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cxnSp>
        <p:nvCxnSpPr>
          <p:cNvPr id="195" name="직선 연결선 194">
            <a:extLst>
              <a:ext uri="{FF2B5EF4-FFF2-40B4-BE49-F238E27FC236}">
                <a16:creationId xmlns:a16="http://schemas.microsoft.com/office/drawing/2014/main" id="{F9103201-4C88-4CA4-80FC-D08DEDB1688F}"/>
              </a:ext>
            </a:extLst>
          </p:cNvPr>
          <p:cNvCxnSpPr>
            <a:cxnSpLocks/>
          </p:cNvCxnSpPr>
          <p:nvPr/>
        </p:nvCxnSpPr>
        <p:spPr>
          <a:xfrm>
            <a:off x="7858242" y="1664824"/>
            <a:ext cx="0" cy="899206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0A43D3B7-6512-4681-A0CE-BE284168DCEA}"/>
              </a:ext>
            </a:extLst>
          </p:cNvPr>
          <p:cNvCxnSpPr>
            <a:cxnSpLocks/>
          </p:cNvCxnSpPr>
          <p:nvPr/>
        </p:nvCxnSpPr>
        <p:spPr>
          <a:xfrm>
            <a:off x="12675694" y="1664824"/>
            <a:ext cx="0" cy="899206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8F4A5C50-CCD8-4C7B-B65A-10EE7B653726}"/>
              </a:ext>
            </a:extLst>
          </p:cNvPr>
          <p:cNvCxnSpPr>
            <a:cxnSpLocks/>
          </p:cNvCxnSpPr>
          <p:nvPr/>
        </p:nvCxnSpPr>
        <p:spPr>
          <a:xfrm>
            <a:off x="15522676" y="2028570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38F7224C-97A8-453E-9192-0C2CFA25339C}"/>
              </a:ext>
            </a:extLst>
          </p:cNvPr>
          <p:cNvCxnSpPr/>
          <p:nvPr/>
        </p:nvCxnSpPr>
        <p:spPr>
          <a:xfrm>
            <a:off x="15522676" y="8630195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976698D2-6103-4F73-AE42-2EEDF29C2288}"/>
              </a:ext>
            </a:extLst>
          </p:cNvPr>
          <p:cNvCxnSpPr/>
          <p:nvPr/>
        </p:nvCxnSpPr>
        <p:spPr>
          <a:xfrm>
            <a:off x="15522676" y="9138012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512392D4-EC6D-41B1-99DE-17E9941282E0}"/>
              </a:ext>
            </a:extLst>
          </p:cNvPr>
          <p:cNvCxnSpPr/>
          <p:nvPr/>
        </p:nvCxnSpPr>
        <p:spPr>
          <a:xfrm>
            <a:off x="15522676" y="9645830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C810D5CD-110F-4870-83AB-568903C3EDC8}"/>
              </a:ext>
            </a:extLst>
          </p:cNvPr>
          <p:cNvCxnSpPr/>
          <p:nvPr/>
        </p:nvCxnSpPr>
        <p:spPr>
          <a:xfrm>
            <a:off x="15522676" y="10153647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53556305-4F0C-4E2A-9014-911D6E1F1EC3}"/>
              </a:ext>
            </a:extLst>
          </p:cNvPr>
          <p:cNvCxnSpPr/>
          <p:nvPr/>
        </p:nvCxnSpPr>
        <p:spPr>
          <a:xfrm>
            <a:off x="15522676" y="10661469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2B7D6BBB-5B70-413A-8FE0-2935FF5AF0B0}"/>
              </a:ext>
            </a:extLst>
          </p:cNvPr>
          <p:cNvSpPr txBox="1"/>
          <p:nvPr/>
        </p:nvSpPr>
        <p:spPr>
          <a:xfrm>
            <a:off x="15412449" y="1687131"/>
            <a:ext cx="346570" cy="292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374EB2B-AE5E-43EA-9B5B-DF5AFE1C947A}"/>
              </a:ext>
            </a:extLst>
          </p:cNvPr>
          <p:cNvSpPr txBox="1"/>
          <p:nvPr/>
        </p:nvSpPr>
        <p:spPr>
          <a:xfrm>
            <a:off x="15412449" y="3220284"/>
            <a:ext cx="346570" cy="292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8DF5092-516B-4F1E-954A-2465257A08E3}"/>
              </a:ext>
            </a:extLst>
          </p:cNvPr>
          <p:cNvSpPr txBox="1"/>
          <p:nvPr/>
        </p:nvSpPr>
        <p:spPr>
          <a:xfrm>
            <a:off x="15412449" y="4753437"/>
            <a:ext cx="346570" cy="292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4874CB7-BFEA-4D9E-A5F0-D77C95A38F75}"/>
              </a:ext>
            </a:extLst>
          </p:cNvPr>
          <p:cNvSpPr txBox="1"/>
          <p:nvPr/>
        </p:nvSpPr>
        <p:spPr>
          <a:xfrm>
            <a:off x="15412449" y="6286590"/>
            <a:ext cx="346570" cy="292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B1126E6-054B-4048-AA7E-1F146B0BE3CC}"/>
              </a:ext>
            </a:extLst>
          </p:cNvPr>
          <p:cNvSpPr txBox="1"/>
          <p:nvPr/>
        </p:nvSpPr>
        <p:spPr>
          <a:xfrm>
            <a:off x="15412449" y="7819743"/>
            <a:ext cx="346570" cy="292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FF797C7-9388-4DAA-AF0B-3C3FF3389FCC}"/>
              </a:ext>
            </a:extLst>
          </p:cNvPr>
          <p:cNvSpPr txBox="1"/>
          <p:nvPr/>
        </p:nvSpPr>
        <p:spPr>
          <a:xfrm>
            <a:off x="15412449" y="9352894"/>
            <a:ext cx="346570" cy="292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BAB89EC4-B84E-45FB-A6F6-4E57742A3ADB}"/>
              </a:ext>
            </a:extLst>
          </p:cNvPr>
          <p:cNvCxnSpPr>
            <a:cxnSpLocks/>
          </p:cNvCxnSpPr>
          <p:nvPr/>
        </p:nvCxnSpPr>
        <p:spPr>
          <a:xfrm>
            <a:off x="19139880" y="2028570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2CEDC552-08EA-4E91-85F1-D03EBF9303A9}"/>
              </a:ext>
            </a:extLst>
          </p:cNvPr>
          <p:cNvCxnSpPr/>
          <p:nvPr/>
        </p:nvCxnSpPr>
        <p:spPr>
          <a:xfrm>
            <a:off x="19139880" y="8630195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9B4E275D-DE96-4910-B071-EAD3BBDA8D04}"/>
              </a:ext>
            </a:extLst>
          </p:cNvPr>
          <p:cNvCxnSpPr/>
          <p:nvPr/>
        </p:nvCxnSpPr>
        <p:spPr>
          <a:xfrm>
            <a:off x="19139880" y="9138012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F39F545-77F1-47EC-A51E-D8008621CC34}"/>
              </a:ext>
            </a:extLst>
          </p:cNvPr>
          <p:cNvCxnSpPr/>
          <p:nvPr/>
        </p:nvCxnSpPr>
        <p:spPr>
          <a:xfrm>
            <a:off x="19139880" y="9645830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A203A009-CD61-4402-9941-141F88839BA7}"/>
              </a:ext>
            </a:extLst>
          </p:cNvPr>
          <p:cNvCxnSpPr/>
          <p:nvPr/>
        </p:nvCxnSpPr>
        <p:spPr>
          <a:xfrm>
            <a:off x="19139880" y="10153647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C7E9615E-5D10-47A6-8D23-86C1AFB595C7}"/>
              </a:ext>
            </a:extLst>
          </p:cNvPr>
          <p:cNvCxnSpPr/>
          <p:nvPr/>
        </p:nvCxnSpPr>
        <p:spPr>
          <a:xfrm>
            <a:off x="19139880" y="10661469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2AC0433D-8BA5-49D4-A83F-D60252BA9E83}"/>
              </a:ext>
            </a:extLst>
          </p:cNvPr>
          <p:cNvSpPr txBox="1"/>
          <p:nvPr/>
        </p:nvSpPr>
        <p:spPr>
          <a:xfrm>
            <a:off x="19029653" y="1687131"/>
            <a:ext cx="346570" cy="292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4BC7C72-9193-4D97-B29C-F192008D619C}"/>
              </a:ext>
            </a:extLst>
          </p:cNvPr>
          <p:cNvSpPr txBox="1"/>
          <p:nvPr/>
        </p:nvSpPr>
        <p:spPr>
          <a:xfrm>
            <a:off x="19029653" y="3220284"/>
            <a:ext cx="346570" cy="292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A96250D-8AF1-4BE2-8767-91645F8A20BE}"/>
              </a:ext>
            </a:extLst>
          </p:cNvPr>
          <p:cNvSpPr txBox="1"/>
          <p:nvPr/>
        </p:nvSpPr>
        <p:spPr>
          <a:xfrm>
            <a:off x="19029653" y="4753437"/>
            <a:ext cx="346570" cy="292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838191B-05F0-418A-B875-81F8E6F7EC26}"/>
              </a:ext>
            </a:extLst>
          </p:cNvPr>
          <p:cNvSpPr txBox="1"/>
          <p:nvPr/>
        </p:nvSpPr>
        <p:spPr>
          <a:xfrm>
            <a:off x="19029653" y="6286590"/>
            <a:ext cx="346570" cy="292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F0767AE-0925-41E5-9EFD-D63D2379AF32}"/>
              </a:ext>
            </a:extLst>
          </p:cNvPr>
          <p:cNvSpPr txBox="1"/>
          <p:nvPr/>
        </p:nvSpPr>
        <p:spPr>
          <a:xfrm>
            <a:off x="19029653" y="7819743"/>
            <a:ext cx="346570" cy="292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5B141ED-71E7-4EDE-9F8B-F0A7166AF181}"/>
              </a:ext>
            </a:extLst>
          </p:cNvPr>
          <p:cNvSpPr txBox="1"/>
          <p:nvPr/>
        </p:nvSpPr>
        <p:spPr>
          <a:xfrm>
            <a:off x="19029653" y="9352894"/>
            <a:ext cx="346570" cy="292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E962DD5D-C074-4690-9450-27845CD690D7}"/>
              </a:ext>
            </a:extLst>
          </p:cNvPr>
          <p:cNvCxnSpPr>
            <a:cxnSpLocks/>
          </p:cNvCxnSpPr>
          <p:nvPr/>
        </p:nvCxnSpPr>
        <p:spPr>
          <a:xfrm>
            <a:off x="15522676" y="2536388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9A89F978-EED5-49A5-9020-439C6C1067BC}"/>
              </a:ext>
            </a:extLst>
          </p:cNvPr>
          <p:cNvCxnSpPr>
            <a:cxnSpLocks/>
          </p:cNvCxnSpPr>
          <p:nvPr/>
        </p:nvCxnSpPr>
        <p:spPr>
          <a:xfrm>
            <a:off x="19139880" y="2536388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7B1A778D-8DFC-415A-A08C-8C31864B6158}"/>
              </a:ext>
            </a:extLst>
          </p:cNvPr>
          <p:cNvCxnSpPr>
            <a:cxnSpLocks/>
          </p:cNvCxnSpPr>
          <p:nvPr/>
        </p:nvCxnSpPr>
        <p:spPr>
          <a:xfrm>
            <a:off x="15522676" y="3044205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A7354794-6C19-4A6B-B826-3697A52F666C}"/>
              </a:ext>
            </a:extLst>
          </p:cNvPr>
          <p:cNvCxnSpPr>
            <a:cxnSpLocks/>
          </p:cNvCxnSpPr>
          <p:nvPr/>
        </p:nvCxnSpPr>
        <p:spPr>
          <a:xfrm>
            <a:off x="19139880" y="3044205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2610E7E9-F9B2-493B-ACE8-271290B4B257}"/>
              </a:ext>
            </a:extLst>
          </p:cNvPr>
          <p:cNvCxnSpPr>
            <a:cxnSpLocks/>
          </p:cNvCxnSpPr>
          <p:nvPr/>
        </p:nvCxnSpPr>
        <p:spPr>
          <a:xfrm>
            <a:off x="15522676" y="3552022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D1FFD7FB-09AF-45F2-B766-50CFCD075865}"/>
              </a:ext>
            </a:extLst>
          </p:cNvPr>
          <p:cNvCxnSpPr>
            <a:cxnSpLocks/>
          </p:cNvCxnSpPr>
          <p:nvPr/>
        </p:nvCxnSpPr>
        <p:spPr>
          <a:xfrm>
            <a:off x="19139880" y="3552022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2A1AE43B-E867-4D12-A947-B9EFCED4EE70}"/>
              </a:ext>
            </a:extLst>
          </p:cNvPr>
          <p:cNvCxnSpPr>
            <a:cxnSpLocks/>
          </p:cNvCxnSpPr>
          <p:nvPr/>
        </p:nvCxnSpPr>
        <p:spPr>
          <a:xfrm>
            <a:off x="15522676" y="4567657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39F70FEA-F2B8-4BF5-8CA8-FB9750B872DA}"/>
              </a:ext>
            </a:extLst>
          </p:cNvPr>
          <p:cNvCxnSpPr>
            <a:cxnSpLocks/>
          </p:cNvCxnSpPr>
          <p:nvPr/>
        </p:nvCxnSpPr>
        <p:spPr>
          <a:xfrm>
            <a:off x="19139880" y="4567657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32CB66B4-34CE-418B-B40E-62DE351739C2}"/>
              </a:ext>
            </a:extLst>
          </p:cNvPr>
          <p:cNvCxnSpPr>
            <a:cxnSpLocks/>
          </p:cNvCxnSpPr>
          <p:nvPr/>
        </p:nvCxnSpPr>
        <p:spPr>
          <a:xfrm>
            <a:off x="15522676" y="5583291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FB25F506-B427-4873-BD70-B9F7D39FF1D3}"/>
              </a:ext>
            </a:extLst>
          </p:cNvPr>
          <p:cNvCxnSpPr>
            <a:cxnSpLocks/>
          </p:cNvCxnSpPr>
          <p:nvPr/>
        </p:nvCxnSpPr>
        <p:spPr>
          <a:xfrm>
            <a:off x="19139880" y="5583291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B8CAD9EF-4AFB-4609-A269-DFB7E1EE74A7}"/>
              </a:ext>
            </a:extLst>
          </p:cNvPr>
          <p:cNvCxnSpPr>
            <a:cxnSpLocks/>
          </p:cNvCxnSpPr>
          <p:nvPr/>
        </p:nvCxnSpPr>
        <p:spPr>
          <a:xfrm>
            <a:off x="15522676" y="6598926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1F89785-8F58-4683-8D3F-97CC35BF4B69}"/>
              </a:ext>
            </a:extLst>
          </p:cNvPr>
          <p:cNvCxnSpPr>
            <a:cxnSpLocks/>
          </p:cNvCxnSpPr>
          <p:nvPr/>
        </p:nvCxnSpPr>
        <p:spPr>
          <a:xfrm>
            <a:off x="19139880" y="6598926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90B6807F-980E-466C-B000-F3B935538C86}"/>
              </a:ext>
            </a:extLst>
          </p:cNvPr>
          <p:cNvCxnSpPr>
            <a:cxnSpLocks/>
          </p:cNvCxnSpPr>
          <p:nvPr/>
        </p:nvCxnSpPr>
        <p:spPr>
          <a:xfrm>
            <a:off x="15522676" y="7614560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0B0B252C-5725-4B23-B665-62D335F42979}"/>
              </a:ext>
            </a:extLst>
          </p:cNvPr>
          <p:cNvCxnSpPr>
            <a:cxnSpLocks/>
          </p:cNvCxnSpPr>
          <p:nvPr/>
        </p:nvCxnSpPr>
        <p:spPr>
          <a:xfrm>
            <a:off x="19139880" y="7614560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CCB3B93-AB56-43C6-8DFB-06CD36E99444}"/>
              </a:ext>
            </a:extLst>
          </p:cNvPr>
          <p:cNvCxnSpPr>
            <a:cxnSpLocks/>
          </p:cNvCxnSpPr>
          <p:nvPr/>
        </p:nvCxnSpPr>
        <p:spPr>
          <a:xfrm>
            <a:off x="15522676" y="8122378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034AA491-CE75-4CA5-80D6-AD82190C0CEC}"/>
              </a:ext>
            </a:extLst>
          </p:cNvPr>
          <p:cNvCxnSpPr>
            <a:cxnSpLocks/>
          </p:cNvCxnSpPr>
          <p:nvPr/>
        </p:nvCxnSpPr>
        <p:spPr>
          <a:xfrm>
            <a:off x="19139880" y="8122378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FE6A63AB-9A60-439E-838D-9789176FAECC}"/>
              </a:ext>
            </a:extLst>
          </p:cNvPr>
          <p:cNvCxnSpPr>
            <a:cxnSpLocks/>
          </p:cNvCxnSpPr>
          <p:nvPr/>
        </p:nvCxnSpPr>
        <p:spPr>
          <a:xfrm>
            <a:off x="15522676" y="7106743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CF54CF27-7E65-4188-829A-E7D3EF2A46A3}"/>
              </a:ext>
            </a:extLst>
          </p:cNvPr>
          <p:cNvCxnSpPr>
            <a:cxnSpLocks/>
          </p:cNvCxnSpPr>
          <p:nvPr/>
        </p:nvCxnSpPr>
        <p:spPr>
          <a:xfrm>
            <a:off x="19139880" y="7106743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7569B89A-8F31-45EA-91D8-04DFFE139F34}"/>
              </a:ext>
            </a:extLst>
          </p:cNvPr>
          <p:cNvCxnSpPr>
            <a:cxnSpLocks/>
          </p:cNvCxnSpPr>
          <p:nvPr/>
        </p:nvCxnSpPr>
        <p:spPr>
          <a:xfrm>
            <a:off x="15522676" y="6091109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D22E2381-3C25-40E3-9C02-C8CB5A0F4400}"/>
              </a:ext>
            </a:extLst>
          </p:cNvPr>
          <p:cNvCxnSpPr>
            <a:cxnSpLocks/>
          </p:cNvCxnSpPr>
          <p:nvPr/>
        </p:nvCxnSpPr>
        <p:spPr>
          <a:xfrm>
            <a:off x="19139880" y="6091109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6A211E68-AB00-4F97-8AA6-64560F23BCBD}"/>
              </a:ext>
            </a:extLst>
          </p:cNvPr>
          <p:cNvCxnSpPr>
            <a:cxnSpLocks/>
          </p:cNvCxnSpPr>
          <p:nvPr/>
        </p:nvCxnSpPr>
        <p:spPr>
          <a:xfrm>
            <a:off x="15522676" y="5075474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38C7E956-C8B0-4309-98F3-24CA6F41505D}"/>
              </a:ext>
            </a:extLst>
          </p:cNvPr>
          <p:cNvCxnSpPr>
            <a:cxnSpLocks/>
          </p:cNvCxnSpPr>
          <p:nvPr/>
        </p:nvCxnSpPr>
        <p:spPr>
          <a:xfrm>
            <a:off x="19139880" y="5075474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17A7E380-9481-4FFB-97E0-0E0CA23E8B73}"/>
              </a:ext>
            </a:extLst>
          </p:cNvPr>
          <p:cNvCxnSpPr>
            <a:cxnSpLocks/>
          </p:cNvCxnSpPr>
          <p:nvPr/>
        </p:nvCxnSpPr>
        <p:spPr>
          <a:xfrm>
            <a:off x="15522676" y="4059840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2955FA2D-88D1-4D40-8D0D-53FBE55E57AE}"/>
              </a:ext>
            </a:extLst>
          </p:cNvPr>
          <p:cNvCxnSpPr>
            <a:cxnSpLocks/>
          </p:cNvCxnSpPr>
          <p:nvPr/>
        </p:nvCxnSpPr>
        <p:spPr>
          <a:xfrm>
            <a:off x="19139880" y="4059840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직선 연결선 197">
            <a:extLst>
              <a:ext uri="{FF2B5EF4-FFF2-40B4-BE49-F238E27FC236}">
                <a16:creationId xmlns:a16="http://schemas.microsoft.com/office/drawing/2014/main" id="{57B44607-F1F2-44DD-9DA2-FB8CED6D9615}"/>
              </a:ext>
            </a:extLst>
          </p:cNvPr>
          <p:cNvCxnSpPr>
            <a:cxnSpLocks/>
          </p:cNvCxnSpPr>
          <p:nvPr/>
        </p:nvCxnSpPr>
        <p:spPr>
          <a:xfrm>
            <a:off x="10266968" y="1664824"/>
            <a:ext cx="0" cy="899206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TextBox 118">
            <a:extLst>
              <a:ext uri="{FF2B5EF4-FFF2-40B4-BE49-F238E27FC236}">
                <a16:creationId xmlns:a16="http://schemas.microsoft.com/office/drawing/2014/main" id="{6A735509-E101-42A1-B834-F7C22BFD7F22}"/>
              </a:ext>
            </a:extLst>
          </p:cNvPr>
          <p:cNvSpPr txBox="1"/>
          <p:nvPr/>
        </p:nvSpPr>
        <p:spPr>
          <a:xfrm>
            <a:off x="17044765" y="1310355"/>
            <a:ext cx="52129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성과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EB7E5FD5-F233-4597-8684-C4369C10D126}"/>
              </a:ext>
            </a:extLst>
          </p:cNvPr>
          <p:cNvSpPr txBox="1"/>
          <p:nvPr/>
        </p:nvSpPr>
        <p:spPr>
          <a:xfrm>
            <a:off x="20613878" y="1310355"/>
            <a:ext cx="52129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미흡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4632313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37" name="직선 연결선 636">
            <a:extLst>
              <a:ext uri="{FF2B5EF4-FFF2-40B4-BE49-F238E27FC236}">
                <a16:creationId xmlns:a16="http://schemas.microsoft.com/office/drawing/2014/main" id="{92AC405A-34C2-49C1-82C7-398E0411E93D}"/>
              </a:ext>
            </a:extLst>
          </p:cNvPr>
          <p:cNvCxnSpPr>
            <a:cxnSpLocks/>
          </p:cNvCxnSpPr>
          <p:nvPr/>
        </p:nvCxnSpPr>
        <p:spPr>
          <a:xfrm>
            <a:off x="71438" y="1029958"/>
            <a:ext cx="22537728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9" name="직선 연결선 638">
            <a:extLst>
              <a:ext uri="{FF2B5EF4-FFF2-40B4-BE49-F238E27FC236}">
                <a16:creationId xmlns:a16="http://schemas.microsoft.com/office/drawing/2014/main" id="{172611D1-6EA0-495B-8D43-11DFB774823A}"/>
              </a:ext>
            </a:extLst>
          </p:cNvPr>
          <p:cNvCxnSpPr>
            <a:cxnSpLocks/>
          </p:cNvCxnSpPr>
          <p:nvPr/>
        </p:nvCxnSpPr>
        <p:spPr>
          <a:xfrm>
            <a:off x="71438" y="1399235"/>
            <a:ext cx="22537728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5" name="TextBox 684">
            <a:extLst>
              <a:ext uri="{FF2B5EF4-FFF2-40B4-BE49-F238E27FC236}">
                <a16:creationId xmlns:a16="http://schemas.microsoft.com/office/drawing/2014/main" id="{1EC74BC4-DD85-480C-9950-CCDA6BC1BA55}"/>
              </a:ext>
            </a:extLst>
          </p:cNvPr>
          <p:cNvSpPr txBox="1"/>
          <p:nvPr/>
        </p:nvSpPr>
        <p:spPr>
          <a:xfrm>
            <a:off x="1451648" y="1091486"/>
            <a:ext cx="716543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January</a:t>
            </a:r>
            <a:endParaRPr lang="ko-KR" altLang="en-US" sz="1600" b="1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86" name="TextBox 685">
            <a:extLst>
              <a:ext uri="{FF2B5EF4-FFF2-40B4-BE49-F238E27FC236}">
                <a16:creationId xmlns:a16="http://schemas.microsoft.com/office/drawing/2014/main" id="{D06DBB78-2F5A-406D-A351-C7736B53F099}"/>
              </a:ext>
            </a:extLst>
          </p:cNvPr>
          <p:cNvSpPr txBox="1"/>
          <p:nvPr/>
        </p:nvSpPr>
        <p:spPr>
          <a:xfrm>
            <a:off x="3208982" y="1091486"/>
            <a:ext cx="819135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February</a:t>
            </a:r>
            <a:endParaRPr lang="ko-KR" altLang="en-US" sz="1600" b="1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87" name="TextBox 686">
            <a:extLst>
              <a:ext uri="{FF2B5EF4-FFF2-40B4-BE49-F238E27FC236}">
                <a16:creationId xmlns:a16="http://schemas.microsoft.com/office/drawing/2014/main" id="{6B89DB93-FC82-400B-9DEE-424EBFBDA626}"/>
              </a:ext>
            </a:extLst>
          </p:cNvPr>
          <p:cNvSpPr txBox="1"/>
          <p:nvPr/>
        </p:nvSpPr>
        <p:spPr>
          <a:xfrm>
            <a:off x="5122610" y="1091486"/>
            <a:ext cx="609141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March</a:t>
            </a:r>
            <a:endParaRPr lang="ko-KR" altLang="en-US" sz="1600" b="1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8E40D0FB-2B62-44F5-868A-0A202BEEC35F}"/>
              </a:ext>
            </a:extLst>
          </p:cNvPr>
          <p:cNvSpPr txBox="1"/>
          <p:nvPr/>
        </p:nvSpPr>
        <p:spPr>
          <a:xfrm>
            <a:off x="7012193" y="1091486"/>
            <a:ext cx="44723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April</a:t>
            </a:r>
            <a:endParaRPr lang="ko-KR" altLang="en-US" sz="1600" b="1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7C4E49A3-CABA-4E2D-9ED4-CC09CBC40134}"/>
              </a:ext>
            </a:extLst>
          </p:cNvPr>
          <p:cNvSpPr txBox="1"/>
          <p:nvPr/>
        </p:nvSpPr>
        <p:spPr>
          <a:xfrm>
            <a:off x="8841663" y="1091486"/>
            <a:ext cx="405559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May</a:t>
            </a:r>
            <a:endParaRPr lang="ko-KR" altLang="en-US" sz="1600" b="1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E9C66ECE-BE25-4A39-AE33-5EABB63BC827}"/>
              </a:ext>
            </a:extLst>
          </p:cNvPr>
          <p:cNvSpPr txBox="1"/>
          <p:nvPr/>
        </p:nvSpPr>
        <p:spPr>
          <a:xfrm>
            <a:off x="10635065" y="1091486"/>
            <a:ext cx="43601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June</a:t>
            </a:r>
            <a:endParaRPr lang="ko-KR" altLang="en-US" sz="1600" b="1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7739E4CB-22AC-4B2A-8A26-C669CE687100}"/>
              </a:ext>
            </a:extLst>
          </p:cNvPr>
          <p:cNvSpPr txBox="1"/>
          <p:nvPr/>
        </p:nvSpPr>
        <p:spPr>
          <a:xfrm>
            <a:off x="12490182" y="1091486"/>
            <a:ext cx="343043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July</a:t>
            </a:r>
            <a:endParaRPr lang="ko-KR" altLang="en-US" sz="1600" b="1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664CBF1B-8E50-4A68-8804-ACB198D948B1}"/>
              </a:ext>
            </a:extLst>
          </p:cNvPr>
          <p:cNvSpPr txBox="1"/>
          <p:nvPr/>
        </p:nvSpPr>
        <p:spPr>
          <a:xfrm>
            <a:off x="14128094" y="1091486"/>
            <a:ext cx="684482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August</a:t>
            </a:r>
            <a:endParaRPr lang="ko-KR" altLang="en-US" sz="1600" b="1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F73FA5A8-0731-49B3-ACA8-A76A1024570D}"/>
              </a:ext>
            </a:extLst>
          </p:cNvPr>
          <p:cNvSpPr txBox="1"/>
          <p:nvPr/>
        </p:nvSpPr>
        <p:spPr>
          <a:xfrm>
            <a:off x="15762799" y="1091486"/>
            <a:ext cx="1032334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September</a:t>
            </a:r>
            <a:endParaRPr lang="ko-KR" altLang="en-US" sz="1600" b="1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id="{8FC35C8F-B336-4944-8582-6F01B5B702BC}"/>
              </a:ext>
            </a:extLst>
          </p:cNvPr>
          <p:cNvSpPr txBox="1"/>
          <p:nvPr/>
        </p:nvSpPr>
        <p:spPr>
          <a:xfrm>
            <a:off x="17702075" y="1091486"/>
            <a:ext cx="771044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October</a:t>
            </a:r>
            <a:endParaRPr lang="ko-KR" altLang="en-US" sz="1600" b="1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45" name="TextBox 444">
            <a:extLst>
              <a:ext uri="{FF2B5EF4-FFF2-40B4-BE49-F238E27FC236}">
                <a16:creationId xmlns:a16="http://schemas.microsoft.com/office/drawing/2014/main" id="{55B68FC1-E44B-48B6-8ABC-AB19DC7AC093}"/>
              </a:ext>
            </a:extLst>
          </p:cNvPr>
          <p:cNvSpPr txBox="1"/>
          <p:nvPr/>
        </p:nvSpPr>
        <p:spPr>
          <a:xfrm>
            <a:off x="19404908" y="1091486"/>
            <a:ext cx="982640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November</a:t>
            </a:r>
            <a:endParaRPr lang="ko-KR" altLang="en-US" sz="1600" b="1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46" name="TextBox 445">
            <a:extLst>
              <a:ext uri="{FF2B5EF4-FFF2-40B4-BE49-F238E27FC236}">
                <a16:creationId xmlns:a16="http://schemas.microsoft.com/office/drawing/2014/main" id="{27DFBDAD-A577-4309-AE77-F764455CA527}"/>
              </a:ext>
            </a:extLst>
          </p:cNvPr>
          <p:cNvSpPr txBox="1"/>
          <p:nvPr/>
        </p:nvSpPr>
        <p:spPr>
          <a:xfrm>
            <a:off x="21219951" y="1091486"/>
            <a:ext cx="96981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December</a:t>
            </a:r>
            <a:endParaRPr lang="ko-KR" altLang="en-US" sz="1600" b="1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671" name="직선 연결선 670">
            <a:extLst>
              <a:ext uri="{FF2B5EF4-FFF2-40B4-BE49-F238E27FC236}">
                <a16:creationId xmlns:a16="http://schemas.microsoft.com/office/drawing/2014/main" id="{C9F7E47B-A550-48FB-801B-93D2ED4B1C0C}"/>
              </a:ext>
            </a:extLst>
          </p:cNvPr>
          <p:cNvCxnSpPr>
            <a:cxnSpLocks/>
          </p:cNvCxnSpPr>
          <p:nvPr/>
        </p:nvCxnSpPr>
        <p:spPr>
          <a:xfrm>
            <a:off x="905603" y="1030324"/>
            <a:ext cx="0" cy="9631679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2" name="직선 연결선 671">
            <a:extLst>
              <a:ext uri="{FF2B5EF4-FFF2-40B4-BE49-F238E27FC236}">
                <a16:creationId xmlns:a16="http://schemas.microsoft.com/office/drawing/2014/main" id="{2E25A9A8-39B6-4B25-B7DE-314024403BB1}"/>
              </a:ext>
            </a:extLst>
          </p:cNvPr>
          <p:cNvCxnSpPr>
            <a:cxnSpLocks/>
          </p:cNvCxnSpPr>
          <p:nvPr/>
        </p:nvCxnSpPr>
        <p:spPr>
          <a:xfrm>
            <a:off x="2714234" y="1030324"/>
            <a:ext cx="0" cy="9631679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3" name="직선 연결선 672">
            <a:extLst>
              <a:ext uri="{FF2B5EF4-FFF2-40B4-BE49-F238E27FC236}">
                <a16:creationId xmlns:a16="http://schemas.microsoft.com/office/drawing/2014/main" id="{23CD7E05-8643-4B69-B63A-CB2007BB8FE6}"/>
              </a:ext>
            </a:extLst>
          </p:cNvPr>
          <p:cNvCxnSpPr>
            <a:cxnSpLocks/>
          </p:cNvCxnSpPr>
          <p:nvPr/>
        </p:nvCxnSpPr>
        <p:spPr>
          <a:xfrm>
            <a:off x="4522865" y="1030324"/>
            <a:ext cx="0" cy="9631679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직선 연결선 451">
            <a:extLst>
              <a:ext uri="{FF2B5EF4-FFF2-40B4-BE49-F238E27FC236}">
                <a16:creationId xmlns:a16="http://schemas.microsoft.com/office/drawing/2014/main" id="{C0A38D0A-7C1E-4AE1-AA4A-BD573EA9665F}"/>
              </a:ext>
            </a:extLst>
          </p:cNvPr>
          <p:cNvCxnSpPr>
            <a:cxnSpLocks/>
          </p:cNvCxnSpPr>
          <p:nvPr/>
        </p:nvCxnSpPr>
        <p:spPr>
          <a:xfrm>
            <a:off x="6331496" y="1030324"/>
            <a:ext cx="0" cy="9631679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3" name="직선 연결선 452">
            <a:extLst>
              <a:ext uri="{FF2B5EF4-FFF2-40B4-BE49-F238E27FC236}">
                <a16:creationId xmlns:a16="http://schemas.microsoft.com/office/drawing/2014/main" id="{2095775F-1AB1-431F-BC0E-F8DB20F99F3E}"/>
              </a:ext>
            </a:extLst>
          </p:cNvPr>
          <p:cNvCxnSpPr>
            <a:cxnSpLocks/>
          </p:cNvCxnSpPr>
          <p:nvPr/>
        </p:nvCxnSpPr>
        <p:spPr>
          <a:xfrm>
            <a:off x="8140127" y="1030324"/>
            <a:ext cx="0" cy="9631679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4" name="직선 연결선 453">
            <a:extLst>
              <a:ext uri="{FF2B5EF4-FFF2-40B4-BE49-F238E27FC236}">
                <a16:creationId xmlns:a16="http://schemas.microsoft.com/office/drawing/2014/main" id="{D2CAB6EB-E64B-4267-820E-1AA67997A291}"/>
              </a:ext>
            </a:extLst>
          </p:cNvPr>
          <p:cNvCxnSpPr>
            <a:cxnSpLocks/>
          </p:cNvCxnSpPr>
          <p:nvPr/>
        </p:nvCxnSpPr>
        <p:spPr>
          <a:xfrm>
            <a:off x="9948758" y="1030324"/>
            <a:ext cx="0" cy="9631679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직선 연결선 454">
            <a:extLst>
              <a:ext uri="{FF2B5EF4-FFF2-40B4-BE49-F238E27FC236}">
                <a16:creationId xmlns:a16="http://schemas.microsoft.com/office/drawing/2014/main" id="{0739EEFD-B4EF-4EA2-A761-1C9DD2CDB21D}"/>
              </a:ext>
            </a:extLst>
          </p:cNvPr>
          <p:cNvCxnSpPr>
            <a:cxnSpLocks/>
          </p:cNvCxnSpPr>
          <p:nvPr/>
        </p:nvCxnSpPr>
        <p:spPr>
          <a:xfrm>
            <a:off x="11757389" y="1030324"/>
            <a:ext cx="0" cy="9631679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6" name="직선 연결선 455">
            <a:extLst>
              <a:ext uri="{FF2B5EF4-FFF2-40B4-BE49-F238E27FC236}">
                <a16:creationId xmlns:a16="http://schemas.microsoft.com/office/drawing/2014/main" id="{3B0583EF-885F-4E07-A5C8-401DF8E128AD}"/>
              </a:ext>
            </a:extLst>
          </p:cNvPr>
          <p:cNvCxnSpPr>
            <a:cxnSpLocks/>
          </p:cNvCxnSpPr>
          <p:nvPr/>
        </p:nvCxnSpPr>
        <p:spPr>
          <a:xfrm>
            <a:off x="13566020" y="1030324"/>
            <a:ext cx="0" cy="9631679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7" name="직선 연결선 456">
            <a:extLst>
              <a:ext uri="{FF2B5EF4-FFF2-40B4-BE49-F238E27FC236}">
                <a16:creationId xmlns:a16="http://schemas.microsoft.com/office/drawing/2014/main" id="{BA7BE7E3-3AC9-49BB-A0F6-DA614E30D89C}"/>
              </a:ext>
            </a:extLst>
          </p:cNvPr>
          <p:cNvCxnSpPr>
            <a:cxnSpLocks/>
          </p:cNvCxnSpPr>
          <p:nvPr/>
        </p:nvCxnSpPr>
        <p:spPr>
          <a:xfrm>
            <a:off x="15374651" y="1030324"/>
            <a:ext cx="0" cy="9631679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8" name="직선 연결선 457">
            <a:extLst>
              <a:ext uri="{FF2B5EF4-FFF2-40B4-BE49-F238E27FC236}">
                <a16:creationId xmlns:a16="http://schemas.microsoft.com/office/drawing/2014/main" id="{65852496-85A3-4B6F-BEA0-1F4C4861E05F}"/>
              </a:ext>
            </a:extLst>
          </p:cNvPr>
          <p:cNvCxnSpPr>
            <a:cxnSpLocks/>
          </p:cNvCxnSpPr>
          <p:nvPr/>
        </p:nvCxnSpPr>
        <p:spPr>
          <a:xfrm>
            <a:off x="17183282" y="1030324"/>
            <a:ext cx="0" cy="9631679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9" name="직선 연결선 458">
            <a:extLst>
              <a:ext uri="{FF2B5EF4-FFF2-40B4-BE49-F238E27FC236}">
                <a16:creationId xmlns:a16="http://schemas.microsoft.com/office/drawing/2014/main" id="{59318AD8-5AA2-4ECA-829E-28754F0EB038}"/>
              </a:ext>
            </a:extLst>
          </p:cNvPr>
          <p:cNvCxnSpPr>
            <a:cxnSpLocks/>
          </p:cNvCxnSpPr>
          <p:nvPr/>
        </p:nvCxnSpPr>
        <p:spPr>
          <a:xfrm>
            <a:off x="18991913" y="1030324"/>
            <a:ext cx="0" cy="9631679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0" name="직선 연결선 459">
            <a:extLst>
              <a:ext uri="{FF2B5EF4-FFF2-40B4-BE49-F238E27FC236}">
                <a16:creationId xmlns:a16="http://schemas.microsoft.com/office/drawing/2014/main" id="{474F09E8-D08C-4673-9BC9-3A20091EEC5B}"/>
              </a:ext>
            </a:extLst>
          </p:cNvPr>
          <p:cNvCxnSpPr>
            <a:cxnSpLocks/>
          </p:cNvCxnSpPr>
          <p:nvPr/>
        </p:nvCxnSpPr>
        <p:spPr>
          <a:xfrm>
            <a:off x="20800544" y="1030324"/>
            <a:ext cx="0" cy="9631679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직선 연결선 558">
            <a:extLst>
              <a:ext uri="{FF2B5EF4-FFF2-40B4-BE49-F238E27FC236}">
                <a16:creationId xmlns:a16="http://schemas.microsoft.com/office/drawing/2014/main" id="{E57FFB21-AA01-49A2-A868-5C3ABF02263D}"/>
              </a:ext>
            </a:extLst>
          </p:cNvPr>
          <p:cNvCxnSpPr>
            <a:cxnSpLocks/>
          </p:cNvCxnSpPr>
          <p:nvPr/>
        </p:nvCxnSpPr>
        <p:spPr>
          <a:xfrm>
            <a:off x="71437" y="2270318"/>
            <a:ext cx="2253772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0" name="TextBox 559">
            <a:extLst>
              <a:ext uri="{FF2B5EF4-FFF2-40B4-BE49-F238E27FC236}">
                <a16:creationId xmlns:a16="http://schemas.microsoft.com/office/drawing/2014/main" id="{A485992B-2E5D-4930-9FAD-BAA25E37135E}"/>
              </a:ext>
            </a:extLst>
          </p:cNvPr>
          <p:cNvSpPr txBox="1"/>
          <p:nvPr/>
        </p:nvSpPr>
        <p:spPr>
          <a:xfrm>
            <a:off x="71584" y="1450035"/>
            <a:ext cx="834017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공휴일</a:t>
            </a:r>
          </a:p>
        </p:txBody>
      </p:sp>
      <p:sp>
        <p:nvSpPr>
          <p:cNvPr id="561" name="TextBox 560">
            <a:extLst>
              <a:ext uri="{FF2B5EF4-FFF2-40B4-BE49-F238E27FC236}">
                <a16:creationId xmlns:a16="http://schemas.microsoft.com/office/drawing/2014/main" id="{7F7873A8-16FA-41F8-BA9D-1D04E1FC2DF0}"/>
              </a:ext>
            </a:extLst>
          </p:cNvPr>
          <p:cNvSpPr txBox="1"/>
          <p:nvPr/>
        </p:nvSpPr>
        <p:spPr>
          <a:xfrm>
            <a:off x="945919" y="145003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새해</a:t>
            </a:r>
          </a:p>
        </p:txBody>
      </p:sp>
      <p:sp>
        <p:nvSpPr>
          <p:cNvPr id="562" name="TextBox 561">
            <a:extLst>
              <a:ext uri="{FF2B5EF4-FFF2-40B4-BE49-F238E27FC236}">
                <a16:creationId xmlns:a16="http://schemas.microsoft.com/office/drawing/2014/main" id="{3D2D95BA-8073-4561-99A8-62F7CAE62C23}"/>
              </a:ext>
            </a:extLst>
          </p:cNvPr>
          <p:cNvSpPr txBox="1"/>
          <p:nvPr/>
        </p:nvSpPr>
        <p:spPr>
          <a:xfrm>
            <a:off x="2754550" y="145003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11~13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설 연휴</a:t>
            </a:r>
          </a:p>
        </p:txBody>
      </p:sp>
      <p:cxnSp>
        <p:nvCxnSpPr>
          <p:cNvPr id="563" name="직선 연결선 562">
            <a:extLst>
              <a:ext uri="{FF2B5EF4-FFF2-40B4-BE49-F238E27FC236}">
                <a16:creationId xmlns:a16="http://schemas.microsoft.com/office/drawing/2014/main" id="{36360D53-E3B3-41FB-9D07-E006C48A73E8}"/>
              </a:ext>
            </a:extLst>
          </p:cNvPr>
          <p:cNvCxnSpPr>
            <a:cxnSpLocks/>
          </p:cNvCxnSpPr>
          <p:nvPr/>
        </p:nvCxnSpPr>
        <p:spPr>
          <a:xfrm>
            <a:off x="71437" y="7656016"/>
            <a:ext cx="2253772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5" name="직선 연결선 564">
            <a:extLst>
              <a:ext uri="{FF2B5EF4-FFF2-40B4-BE49-F238E27FC236}">
                <a16:creationId xmlns:a16="http://schemas.microsoft.com/office/drawing/2014/main" id="{3E12DC6B-981F-4F2B-9D9A-BBA157D77C8C}"/>
              </a:ext>
            </a:extLst>
          </p:cNvPr>
          <p:cNvCxnSpPr>
            <a:cxnSpLocks/>
          </p:cNvCxnSpPr>
          <p:nvPr/>
        </p:nvCxnSpPr>
        <p:spPr>
          <a:xfrm>
            <a:off x="71437" y="9464303"/>
            <a:ext cx="2253772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7" name="TextBox 566">
            <a:extLst>
              <a:ext uri="{FF2B5EF4-FFF2-40B4-BE49-F238E27FC236}">
                <a16:creationId xmlns:a16="http://schemas.microsoft.com/office/drawing/2014/main" id="{ABCD444B-9D05-40D8-B581-89D2311527CF}"/>
              </a:ext>
            </a:extLst>
          </p:cNvPr>
          <p:cNvSpPr txBox="1"/>
          <p:nvPr/>
        </p:nvSpPr>
        <p:spPr>
          <a:xfrm>
            <a:off x="71584" y="2321118"/>
            <a:ext cx="834017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절기 명절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69" name="TextBox 568">
            <a:extLst>
              <a:ext uri="{FF2B5EF4-FFF2-40B4-BE49-F238E27FC236}">
                <a16:creationId xmlns:a16="http://schemas.microsoft.com/office/drawing/2014/main" id="{5D0356EC-9635-4784-AAC9-EAEF682165CC}"/>
              </a:ext>
            </a:extLst>
          </p:cNvPr>
          <p:cNvSpPr txBox="1"/>
          <p:nvPr/>
        </p:nvSpPr>
        <p:spPr>
          <a:xfrm>
            <a:off x="71584" y="7706816"/>
            <a:ext cx="834017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빅 이벤트</a:t>
            </a:r>
          </a:p>
        </p:txBody>
      </p:sp>
      <p:sp>
        <p:nvSpPr>
          <p:cNvPr id="571" name="TextBox 570">
            <a:extLst>
              <a:ext uri="{FF2B5EF4-FFF2-40B4-BE49-F238E27FC236}">
                <a16:creationId xmlns:a16="http://schemas.microsoft.com/office/drawing/2014/main" id="{B540DF36-0E69-443D-AC2D-4C6F4CC80F23}"/>
              </a:ext>
            </a:extLst>
          </p:cNvPr>
          <p:cNvSpPr txBox="1"/>
          <p:nvPr/>
        </p:nvSpPr>
        <p:spPr>
          <a:xfrm>
            <a:off x="71584" y="9515103"/>
            <a:ext cx="834017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시즌 이슈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키워드</a:t>
            </a:r>
          </a:p>
        </p:txBody>
      </p:sp>
      <p:cxnSp>
        <p:nvCxnSpPr>
          <p:cNvPr id="572" name="직선 연결선 571">
            <a:extLst>
              <a:ext uri="{FF2B5EF4-FFF2-40B4-BE49-F238E27FC236}">
                <a16:creationId xmlns:a16="http://schemas.microsoft.com/office/drawing/2014/main" id="{C11F05F7-1049-4E7D-A759-C0C10A74D675}"/>
              </a:ext>
            </a:extLst>
          </p:cNvPr>
          <p:cNvCxnSpPr>
            <a:cxnSpLocks/>
          </p:cNvCxnSpPr>
          <p:nvPr/>
        </p:nvCxnSpPr>
        <p:spPr>
          <a:xfrm>
            <a:off x="71437" y="5992249"/>
            <a:ext cx="2253772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3" name="TextBox 572">
            <a:extLst>
              <a:ext uri="{FF2B5EF4-FFF2-40B4-BE49-F238E27FC236}">
                <a16:creationId xmlns:a16="http://schemas.microsoft.com/office/drawing/2014/main" id="{71B34DC8-A38A-47F5-AE77-9AB552BFFE17}"/>
              </a:ext>
            </a:extLst>
          </p:cNvPr>
          <p:cNvSpPr txBox="1"/>
          <p:nvPr/>
        </p:nvSpPr>
        <p:spPr>
          <a:xfrm>
            <a:off x="71584" y="6066199"/>
            <a:ext cx="834017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데이 마케팅</a:t>
            </a:r>
          </a:p>
        </p:txBody>
      </p:sp>
      <p:sp>
        <p:nvSpPr>
          <p:cNvPr id="574" name="TextBox 573">
            <a:extLst>
              <a:ext uri="{FF2B5EF4-FFF2-40B4-BE49-F238E27FC236}">
                <a16:creationId xmlns:a16="http://schemas.microsoft.com/office/drawing/2014/main" id="{79E964F2-A593-456D-95A6-0A84EE055FE0}"/>
              </a:ext>
            </a:extLst>
          </p:cNvPr>
          <p:cNvSpPr txBox="1"/>
          <p:nvPr/>
        </p:nvSpPr>
        <p:spPr>
          <a:xfrm>
            <a:off x="4563181" y="145003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삼일절</a:t>
            </a:r>
          </a:p>
        </p:txBody>
      </p:sp>
      <p:sp>
        <p:nvSpPr>
          <p:cNvPr id="576" name="TextBox 575">
            <a:extLst>
              <a:ext uri="{FF2B5EF4-FFF2-40B4-BE49-F238E27FC236}">
                <a16:creationId xmlns:a16="http://schemas.microsoft.com/office/drawing/2014/main" id="{8D729805-909C-4D0F-8020-A075A3E1DCAB}"/>
              </a:ext>
            </a:extLst>
          </p:cNvPr>
          <p:cNvSpPr txBox="1"/>
          <p:nvPr/>
        </p:nvSpPr>
        <p:spPr>
          <a:xfrm>
            <a:off x="8180443" y="145003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어린이날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19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석가 탄신일</a:t>
            </a: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82FBA2FF-61AA-4F5D-9AFD-3B061C5B6980}"/>
              </a:ext>
            </a:extLst>
          </p:cNvPr>
          <p:cNvSpPr txBox="1"/>
          <p:nvPr/>
        </p:nvSpPr>
        <p:spPr>
          <a:xfrm>
            <a:off x="9989074" y="145003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현충일</a:t>
            </a:r>
          </a:p>
        </p:txBody>
      </p:sp>
      <p:sp>
        <p:nvSpPr>
          <p:cNvPr id="578" name="TextBox 577">
            <a:extLst>
              <a:ext uri="{FF2B5EF4-FFF2-40B4-BE49-F238E27FC236}">
                <a16:creationId xmlns:a16="http://schemas.microsoft.com/office/drawing/2014/main" id="{A5FC66B1-A6F2-4EED-B1EF-331AA99E4CAD}"/>
              </a:ext>
            </a:extLst>
          </p:cNvPr>
          <p:cNvSpPr txBox="1"/>
          <p:nvPr/>
        </p:nvSpPr>
        <p:spPr>
          <a:xfrm>
            <a:off x="11797705" y="145003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79" name="TextBox 578">
            <a:extLst>
              <a:ext uri="{FF2B5EF4-FFF2-40B4-BE49-F238E27FC236}">
                <a16:creationId xmlns:a16="http://schemas.microsoft.com/office/drawing/2014/main" id="{D4319B03-0D5E-4DA9-A313-B051EE190858}"/>
              </a:ext>
            </a:extLst>
          </p:cNvPr>
          <p:cNvSpPr txBox="1"/>
          <p:nvPr/>
        </p:nvSpPr>
        <p:spPr>
          <a:xfrm>
            <a:off x="13606336" y="145003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광복절</a:t>
            </a:r>
          </a:p>
        </p:txBody>
      </p:sp>
      <p:sp>
        <p:nvSpPr>
          <p:cNvPr id="580" name="TextBox 579">
            <a:extLst>
              <a:ext uri="{FF2B5EF4-FFF2-40B4-BE49-F238E27FC236}">
                <a16:creationId xmlns:a16="http://schemas.microsoft.com/office/drawing/2014/main" id="{7469A9A5-C3CC-4B2A-A4C7-66D0E16D2AE7}"/>
              </a:ext>
            </a:extLst>
          </p:cNvPr>
          <p:cNvSpPr txBox="1"/>
          <p:nvPr/>
        </p:nvSpPr>
        <p:spPr>
          <a:xfrm>
            <a:off x="15414967" y="145003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20~22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추석 연휴</a:t>
            </a:r>
          </a:p>
        </p:txBody>
      </p:sp>
      <p:sp>
        <p:nvSpPr>
          <p:cNvPr id="581" name="TextBox 580">
            <a:extLst>
              <a:ext uri="{FF2B5EF4-FFF2-40B4-BE49-F238E27FC236}">
                <a16:creationId xmlns:a16="http://schemas.microsoft.com/office/drawing/2014/main" id="{E8EDA80A-639A-4C94-89BA-7057879A3DFC}"/>
              </a:ext>
            </a:extLst>
          </p:cNvPr>
          <p:cNvSpPr txBox="1"/>
          <p:nvPr/>
        </p:nvSpPr>
        <p:spPr>
          <a:xfrm>
            <a:off x="17223598" y="145003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개천절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한글날</a:t>
            </a:r>
          </a:p>
        </p:txBody>
      </p:sp>
      <p:sp>
        <p:nvSpPr>
          <p:cNvPr id="582" name="TextBox 581">
            <a:extLst>
              <a:ext uri="{FF2B5EF4-FFF2-40B4-BE49-F238E27FC236}">
                <a16:creationId xmlns:a16="http://schemas.microsoft.com/office/drawing/2014/main" id="{A3DCEB08-4FBB-4E3E-822D-FAECAB438E99}"/>
              </a:ext>
            </a:extLst>
          </p:cNvPr>
          <p:cNvSpPr txBox="1"/>
          <p:nvPr/>
        </p:nvSpPr>
        <p:spPr>
          <a:xfrm>
            <a:off x="19032229" y="145003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83" name="TextBox 582">
            <a:extLst>
              <a:ext uri="{FF2B5EF4-FFF2-40B4-BE49-F238E27FC236}">
                <a16:creationId xmlns:a16="http://schemas.microsoft.com/office/drawing/2014/main" id="{2532D993-ABE4-4D38-A9A7-275734C54F9A}"/>
              </a:ext>
            </a:extLst>
          </p:cNvPr>
          <p:cNvSpPr txBox="1"/>
          <p:nvPr/>
        </p:nvSpPr>
        <p:spPr>
          <a:xfrm>
            <a:off x="20840860" y="145003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성탄일</a:t>
            </a:r>
          </a:p>
        </p:txBody>
      </p:sp>
      <p:sp>
        <p:nvSpPr>
          <p:cNvPr id="586" name="TextBox 585">
            <a:extLst>
              <a:ext uri="{FF2B5EF4-FFF2-40B4-BE49-F238E27FC236}">
                <a16:creationId xmlns:a16="http://schemas.microsoft.com/office/drawing/2014/main" id="{5B8A5FD3-6894-439E-9210-3E372FDBBBFC}"/>
              </a:ext>
            </a:extLst>
          </p:cNvPr>
          <p:cNvSpPr txBox="1"/>
          <p:nvPr/>
        </p:nvSpPr>
        <p:spPr>
          <a:xfrm>
            <a:off x="6371812" y="145003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87" name="TextBox 586">
            <a:extLst>
              <a:ext uri="{FF2B5EF4-FFF2-40B4-BE49-F238E27FC236}">
                <a16:creationId xmlns:a16="http://schemas.microsoft.com/office/drawing/2014/main" id="{DCFFCB64-F07C-465B-A1F2-97237F6B16D0}"/>
              </a:ext>
            </a:extLst>
          </p:cNvPr>
          <p:cNvSpPr txBox="1"/>
          <p:nvPr/>
        </p:nvSpPr>
        <p:spPr>
          <a:xfrm>
            <a:off x="945919" y="2321118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소한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대한</a:t>
            </a:r>
          </a:p>
        </p:txBody>
      </p:sp>
      <p:sp>
        <p:nvSpPr>
          <p:cNvPr id="588" name="TextBox 587">
            <a:extLst>
              <a:ext uri="{FF2B5EF4-FFF2-40B4-BE49-F238E27FC236}">
                <a16:creationId xmlns:a16="http://schemas.microsoft.com/office/drawing/2014/main" id="{E2479949-418E-4F04-9449-614273B97FA9}"/>
              </a:ext>
            </a:extLst>
          </p:cNvPr>
          <p:cNvSpPr txBox="1"/>
          <p:nvPr/>
        </p:nvSpPr>
        <p:spPr>
          <a:xfrm>
            <a:off x="2754550" y="2321118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입춘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우수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26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정월 대보름</a:t>
            </a:r>
          </a:p>
        </p:txBody>
      </p:sp>
      <p:sp>
        <p:nvSpPr>
          <p:cNvPr id="589" name="TextBox 588">
            <a:extLst>
              <a:ext uri="{FF2B5EF4-FFF2-40B4-BE49-F238E27FC236}">
                <a16:creationId xmlns:a16="http://schemas.microsoft.com/office/drawing/2014/main" id="{4D860067-9F51-4285-896C-34F281451E37}"/>
              </a:ext>
            </a:extLst>
          </p:cNvPr>
          <p:cNvSpPr txBox="1"/>
          <p:nvPr/>
        </p:nvSpPr>
        <p:spPr>
          <a:xfrm>
            <a:off x="4563181" y="2321118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경칩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춘분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90" name="TextBox 589">
            <a:extLst>
              <a:ext uri="{FF2B5EF4-FFF2-40B4-BE49-F238E27FC236}">
                <a16:creationId xmlns:a16="http://schemas.microsoft.com/office/drawing/2014/main" id="{10DC50BB-5FC0-43F4-A564-59F675F64B97}"/>
              </a:ext>
            </a:extLst>
          </p:cNvPr>
          <p:cNvSpPr txBox="1"/>
          <p:nvPr/>
        </p:nvSpPr>
        <p:spPr>
          <a:xfrm>
            <a:off x="8180443" y="2321118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입하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소만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91" name="TextBox 590">
            <a:extLst>
              <a:ext uri="{FF2B5EF4-FFF2-40B4-BE49-F238E27FC236}">
                <a16:creationId xmlns:a16="http://schemas.microsoft.com/office/drawing/2014/main" id="{3A41B726-7636-4364-875A-919E21BA5AAE}"/>
              </a:ext>
            </a:extLst>
          </p:cNvPr>
          <p:cNvSpPr txBox="1"/>
          <p:nvPr/>
        </p:nvSpPr>
        <p:spPr>
          <a:xfrm>
            <a:off x="9989074" y="2321118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망종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단오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하지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92" name="TextBox 591">
            <a:extLst>
              <a:ext uri="{FF2B5EF4-FFF2-40B4-BE49-F238E27FC236}">
                <a16:creationId xmlns:a16="http://schemas.microsoft.com/office/drawing/2014/main" id="{7BAAB08D-E72F-4D79-BBED-CE4A88563C5F}"/>
              </a:ext>
            </a:extLst>
          </p:cNvPr>
          <p:cNvSpPr txBox="1"/>
          <p:nvPr/>
        </p:nvSpPr>
        <p:spPr>
          <a:xfrm>
            <a:off x="11797705" y="2321118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소서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초복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중복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유두절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93" name="TextBox 592">
            <a:extLst>
              <a:ext uri="{FF2B5EF4-FFF2-40B4-BE49-F238E27FC236}">
                <a16:creationId xmlns:a16="http://schemas.microsoft.com/office/drawing/2014/main" id="{2368A9D0-96E8-45AB-8CAF-3B115912CE93}"/>
              </a:ext>
            </a:extLst>
          </p:cNvPr>
          <p:cNvSpPr txBox="1"/>
          <p:nvPr/>
        </p:nvSpPr>
        <p:spPr>
          <a:xfrm>
            <a:off x="13606336" y="2321118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입추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말복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칠석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23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처서</a:t>
            </a:r>
          </a:p>
        </p:txBody>
      </p:sp>
      <p:sp>
        <p:nvSpPr>
          <p:cNvPr id="594" name="TextBox 593">
            <a:extLst>
              <a:ext uri="{FF2B5EF4-FFF2-40B4-BE49-F238E27FC236}">
                <a16:creationId xmlns:a16="http://schemas.microsoft.com/office/drawing/2014/main" id="{83CD6B4A-2D95-4964-B00B-CE8EE5309156}"/>
              </a:ext>
            </a:extLst>
          </p:cNvPr>
          <p:cNvSpPr txBox="1"/>
          <p:nvPr/>
        </p:nvSpPr>
        <p:spPr>
          <a:xfrm>
            <a:off x="15414967" y="2321118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백로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23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추분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95" name="TextBox 594">
            <a:extLst>
              <a:ext uri="{FF2B5EF4-FFF2-40B4-BE49-F238E27FC236}">
                <a16:creationId xmlns:a16="http://schemas.microsoft.com/office/drawing/2014/main" id="{090399E4-0A5A-4A12-8286-3290CF9E82FE}"/>
              </a:ext>
            </a:extLst>
          </p:cNvPr>
          <p:cNvSpPr txBox="1"/>
          <p:nvPr/>
        </p:nvSpPr>
        <p:spPr>
          <a:xfrm>
            <a:off x="17223598" y="2321118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한로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중앙절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23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상강</a:t>
            </a:r>
          </a:p>
        </p:txBody>
      </p:sp>
      <p:sp>
        <p:nvSpPr>
          <p:cNvPr id="596" name="TextBox 595">
            <a:extLst>
              <a:ext uri="{FF2B5EF4-FFF2-40B4-BE49-F238E27FC236}">
                <a16:creationId xmlns:a16="http://schemas.microsoft.com/office/drawing/2014/main" id="{BB877A26-ADAF-4C76-ACFE-57FC8204F5B0}"/>
              </a:ext>
            </a:extLst>
          </p:cNvPr>
          <p:cNvSpPr txBox="1"/>
          <p:nvPr/>
        </p:nvSpPr>
        <p:spPr>
          <a:xfrm>
            <a:off x="19032229" y="2321118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입동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22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소설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97" name="TextBox 596">
            <a:extLst>
              <a:ext uri="{FF2B5EF4-FFF2-40B4-BE49-F238E27FC236}">
                <a16:creationId xmlns:a16="http://schemas.microsoft.com/office/drawing/2014/main" id="{963A003D-361F-4F56-BC5C-1ED99651C7EB}"/>
              </a:ext>
            </a:extLst>
          </p:cNvPr>
          <p:cNvSpPr txBox="1"/>
          <p:nvPr/>
        </p:nvSpPr>
        <p:spPr>
          <a:xfrm>
            <a:off x="20840860" y="2321118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대설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22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동지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98" name="TextBox 597">
            <a:extLst>
              <a:ext uri="{FF2B5EF4-FFF2-40B4-BE49-F238E27FC236}">
                <a16:creationId xmlns:a16="http://schemas.microsoft.com/office/drawing/2014/main" id="{ADED2D05-C530-4818-8296-863BF865D6F7}"/>
              </a:ext>
            </a:extLst>
          </p:cNvPr>
          <p:cNvSpPr txBox="1"/>
          <p:nvPr/>
        </p:nvSpPr>
        <p:spPr>
          <a:xfrm>
            <a:off x="6371812" y="2321118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청명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한식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곡우</a:t>
            </a:r>
          </a:p>
        </p:txBody>
      </p:sp>
      <p:sp>
        <p:nvSpPr>
          <p:cNvPr id="599" name="TextBox 598">
            <a:extLst>
              <a:ext uri="{FF2B5EF4-FFF2-40B4-BE49-F238E27FC236}">
                <a16:creationId xmlns:a16="http://schemas.microsoft.com/office/drawing/2014/main" id="{9BE1B0AB-BC3D-49D0-8040-35A9F6138193}"/>
              </a:ext>
            </a:extLst>
          </p:cNvPr>
          <p:cNvSpPr txBox="1"/>
          <p:nvPr/>
        </p:nvSpPr>
        <p:spPr>
          <a:xfrm>
            <a:off x="945919" y="6066199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배 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다이어리 데이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00" name="TextBox 599">
            <a:extLst>
              <a:ext uri="{FF2B5EF4-FFF2-40B4-BE49-F238E27FC236}">
                <a16:creationId xmlns:a16="http://schemas.microsoft.com/office/drawing/2014/main" id="{04A348AD-AF7A-46F6-8483-FE22684A3BB8}"/>
              </a:ext>
            </a:extLst>
          </p:cNvPr>
          <p:cNvSpPr txBox="1"/>
          <p:nvPr/>
        </p:nvSpPr>
        <p:spPr>
          <a:xfrm>
            <a:off x="2754550" y="6066199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인삼데이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2080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베리데이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딸기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발렌타인 데이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22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커플 데이</a:t>
            </a:r>
          </a:p>
        </p:txBody>
      </p:sp>
      <p:sp>
        <p:nvSpPr>
          <p:cNvPr id="601" name="TextBox 600">
            <a:extLst>
              <a:ext uri="{FF2B5EF4-FFF2-40B4-BE49-F238E27FC236}">
                <a16:creationId xmlns:a16="http://schemas.microsoft.com/office/drawing/2014/main" id="{C5404396-1275-47DD-8AF5-317E1DA0DFF7}"/>
              </a:ext>
            </a:extLst>
          </p:cNvPr>
          <p:cNvSpPr txBox="1"/>
          <p:nvPr/>
        </p:nvSpPr>
        <p:spPr>
          <a:xfrm>
            <a:off x="4563181" y="6066199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삼겹살 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화이트 데이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02" name="TextBox 601">
            <a:extLst>
              <a:ext uri="{FF2B5EF4-FFF2-40B4-BE49-F238E27FC236}">
                <a16:creationId xmlns:a16="http://schemas.microsoft.com/office/drawing/2014/main" id="{88E0E9D8-FDEC-4511-99D1-0C2913CC86DA}"/>
              </a:ext>
            </a:extLst>
          </p:cNvPr>
          <p:cNvSpPr txBox="1"/>
          <p:nvPr/>
        </p:nvSpPr>
        <p:spPr>
          <a:xfrm>
            <a:off x="8180443" y="6066199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오일데이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,/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리바이스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501</a:t>
            </a: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오이데이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오리데이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로즈데이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03" name="TextBox 602">
            <a:extLst>
              <a:ext uri="{FF2B5EF4-FFF2-40B4-BE49-F238E27FC236}">
                <a16:creationId xmlns:a16="http://schemas.microsoft.com/office/drawing/2014/main" id="{300C98C1-AD71-4415-AA78-DFCA7EE8D2CD}"/>
              </a:ext>
            </a:extLst>
          </p:cNvPr>
          <p:cNvSpPr txBox="1"/>
          <p:nvPr/>
        </p:nvSpPr>
        <p:spPr>
          <a:xfrm>
            <a:off x="9989074" y="6066199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유기농 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육육데이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키스데이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04" name="TextBox 603">
            <a:extLst>
              <a:ext uri="{FF2B5EF4-FFF2-40B4-BE49-F238E27FC236}">
                <a16:creationId xmlns:a16="http://schemas.microsoft.com/office/drawing/2014/main" id="{C6BADE70-E81A-4E8A-B907-F1A9E5CE2CA7}"/>
              </a:ext>
            </a:extLst>
          </p:cNvPr>
          <p:cNvSpPr txBox="1"/>
          <p:nvPr/>
        </p:nvSpPr>
        <p:spPr>
          <a:xfrm>
            <a:off x="11797705" y="6066199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체리데이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추어 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찰떡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궁합데이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실버데이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복숭아 데이</a:t>
            </a:r>
          </a:p>
        </p:txBody>
      </p:sp>
      <p:sp>
        <p:nvSpPr>
          <p:cNvPr id="605" name="TextBox 604">
            <a:extLst>
              <a:ext uri="{FF2B5EF4-FFF2-40B4-BE49-F238E27FC236}">
                <a16:creationId xmlns:a16="http://schemas.microsoft.com/office/drawing/2014/main" id="{8C50B453-A37E-4D66-99C2-CC3FC9A5A246}"/>
              </a:ext>
            </a:extLst>
          </p:cNvPr>
          <p:cNvSpPr txBox="1"/>
          <p:nvPr/>
        </p:nvSpPr>
        <p:spPr>
          <a:xfrm>
            <a:off x="13606336" y="6066199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꽈베기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데이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/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라면데이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장어 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그렌데이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/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뮤직데이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06" name="TextBox 605">
            <a:extLst>
              <a:ext uri="{FF2B5EF4-FFF2-40B4-BE49-F238E27FC236}">
                <a16:creationId xmlns:a16="http://schemas.microsoft.com/office/drawing/2014/main" id="{CE593867-9A01-4EA8-8C40-AC403445D785}"/>
              </a:ext>
            </a:extLst>
          </p:cNvPr>
          <p:cNvSpPr txBox="1"/>
          <p:nvPr/>
        </p:nvSpPr>
        <p:spPr>
          <a:xfrm>
            <a:off x="15414967" y="6066199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구이 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구구데이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초코파이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포토 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07" name="TextBox 606">
            <a:extLst>
              <a:ext uri="{FF2B5EF4-FFF2-40B4-BE49-F238E27FC236}">
                <a16:creationId xmlns:a16="http://schemas.microsoft.com/office/drawing/2014/main" id="{4F1E178A-8D37-49D3-939A-C4CAF1574AEE}"/>
              </a:ext>
            </a:extLst>
          </p:cNvPr>
          <p:cNvSpPr txBox="1"/>
          <p:nvPr/>
        </p:nvSpPr>
        <p:spPr>
          <a:xfrm>
            <a:off x="17223598" y="6066199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쌀데이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/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천사데이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백세주 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와인 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사과 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할로윈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/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에이스 데이</a:t>
            </a:r>
          </a:p>
        </p:txBody>
      </p:sp>
      <p:sp>
        <p:nvSpPr>
          <p:cNvPr id="608" name="TextBox 607">
            <a:extLst>
              <a:ext uri="{FF2B5EF4-FFF2-40B4-BE49-F238E27FC236}">
                <a16:creationId xmlns:a16="http://schemas.microsoft.com/office/drawing/2014/main" id="{E854F206-53C1-4BCC-A914-C1FF84CB7DA3}"/>
              </a:ext>
            </a:extLst>
          </p:cNvPr>
          <p:cNvSpPr txBox="1"/>
          <p:nvPr/>
        </p:nvSpPr>
        <p:spPr>
          <a:xfrm>
            <a:off x="19032229" y="6066199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한우데이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브라데이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빼빼로데이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/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광군제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우비 데이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/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오렌지 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22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김치 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26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블랙 프라이 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셋쩨주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목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보졸레누보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데이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10" name="TextBox 609">
            <a:extLst>
              <a:ext uri="{FF2B5EF4-FFF2-40B4-BE49-F238E27FC236}">
                <a16:creationId xmlns:a16="http://schemas.microsoft.com/office/drawing/2014/main" id="{E479A5FD-9842-4773-9974-22F8742D0BB5}"/>
              </a:ext>
            </a:extLst>
          </p:cNvPr>
          <p:cNvSpPr txBox="1"/>
          <p:nvPr/>
        </p:nvSpPr>
        <p:spPr>
          <a:xfrm>
            <a:off x="20840860" y="6066199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벌꿀 데이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/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고래밥데이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허그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데이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/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머니 데이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11" name="TextBox 610">
            <a:extLst>
              <a:ext uri="{FF2B5EF4-FFF2-40B4-BE49-F238E27FC236}">
                <a16:creationId xmlns:a16="http://schemas.microsoft.com/office/drawing/2014/main" id="{C85324BE-5482-478F-9A10-68BBC8F61BD3}"/>
              </a:ext>
            </a:extLst>
          </p:cNvPr>
          <p:cNvSpPr txBox="1"/>
          <p:nvPr/>
        </p:nvSpPr>
        <p:spPr>
          <a:xfrm>
            <a:off x="6371812" y="6066199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블랙 데이</a:t>
            </a:r>
          </a:p>
        </p:txBody>
      </p:sp>
      <p:sp>
        <p:nvSpPr>
          <p:cNvPr id="612" name="TextBox 611">
            <a:extLst>
              <a:ext uri="{FF2B5EF4-FFF2-40B4-BE49-F238E27FC236}">
                <a16:creationId xmlns:a16="http://schemas.microsoft.com/office/drawing/2014/main" id="{148AF7D9-780E-437A-9F51-1EF3EE19F054}"/>
              </a:ext>
            </a:extLst>
          </p:cNvPr>
          <p:cNvSpPr txBox="1"/>
          <p:nvPr/>
        </p:nvSpPr>
        <p:spPr>
          <a:xfrm>
            <a:off x="945919" y="7706816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서울 영상광고제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6~9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CES</a:t>
            </a: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13~15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COSNE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13" name="TextBox 612">
            <a:extLst>
              <a:ext uri="{FF2B5EF4-FFF2-40B4-BE49-F238E27FC236}">
                <a16:creationId xmlns:a16="http://schemas.microsoft.com/office/drawing/2014/main" id="{6DC386DB-54C0-4F8C-B065-2B228C96C238}"/>
              </a:ext>
            </a:extLst>
          </p:cNvPr>
          <p:cNvSpPr txBox="1"/>
          <p:nvPr/>
        </p:nvSpPr>
        <p:spPr>
          <a:xfrm>
            <a:off x="2754550" y="7706816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24~28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서울리빙디자인페어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28~3.3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라스베가스 소비재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박람회</a:t>
            </a:r>
          </a:p>
        </p:txBody>
      </p:sp>
      <p:sp>
        <p:nvSpPr>
          <p:cNvPr id="614" name="TextBox 613">
            <a:extLst>
              <a:ext uri="{FF2B5EF4-FFF2-40B4-BE49-F238E27FC236}">
                <a16:creationId xmlns:a16="http://schemas.microsoft.com/office/drawing/2014/main" id="{FA37F0E0-FB61-481A-8778-5852E235204A}"/>
              </a:ext>
            </a:extLst>
          </p:cNvPr>
          <p:cNvSpPr txBox="1"/>
          <p:nvPr/>
        </p:nvSpPr>
        <p:spPr>
          <a:xfrm>
            <a:off x="4563181" y="7706816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디지털 마케팅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서밋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26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대한민국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축체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박람회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30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홍퐁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Fashion Access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15" name="TextBox 614">
            <a:extLst>
              <a:ext uri="{FF2B5EF4-FFF2-40B4-BE49-F238E27FC236}">
                <a16:creationId xmlns:a16="http://schemas.microsoft.com/office/drawing/2014/main" id="{18531307-2745-4E87-AE15-F619377437FA}"/>
              </a:ext>
            </a:extLst>
          </p:cNvPr>
          <p:cNvSpPr txBox="1"/>
          <p:nvPr/>
        </p:nvSpPr>
        <p:spPr>
          <a:xfrm>
            <a:off x="8180443" y="7706816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코스모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뷰티 서울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16" name="TextBox 615">
            <a:extLst>
              <a:ext uri="{FF2B5EF4-FFF2-40B4-BE49-F238E27FC236}">
                <a16:creationId xmlns:a16="http://schemas.microsoft.com/office/drawing/2014/main" id="{F8376DC5-522B-481A-85A6-68D59C74344A}"/>
              </a:ext>
            </a:extLst>
          </p:cNvPr>
          <p:cNvSpPr txBox="1"/>
          <p:nvPr/>
        </p:nvSpPr>
        <p:spPr>
          <a:xfrm>
            <a:off x="9989074" y="7706816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칸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라이언즈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광주 국제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IoT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가전 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 로봇 박람회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MWC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17" name="TextBox 616">
            <a:extLst>
              <a:ext uri="{FF2B5EF4-FFF2-40B4-BE49-F238E27FC236}">
                <a16:creationId xmlns:a16="http://schemas.microsoft.com/office/drawing/2014/main" id="{403033DD-23EB-4615-BEAA-0C7310CA5E89}"/>
              </a:ext>
            </a:extLst>
          </p:cNvPr>
          <p:cNvSpPr txBox="1"/>
          <p:nvPr/>
        </p:nvSpPr>
        <p:spPr>
          <a:xfrm>
            <a:off x="11797705" y="7706816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컨텐츠 마케팅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서밋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워터밤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페스티벌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23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도쿄 올림픽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18" name="TextBox 617">
            <a:extLst>
              <a:ext uri="{FF2B5EF4-FFF2-40B4-BE49-F238E27FC236}">
                <a16:creationId xmlns:a16="http://schemas.microsoft.com/office/drawing/2014/main" id="{D29B27E5-AC9D-4367-A6CC-9A1D9ED8D404}"/>
              </a:ext>
            </a:extLst>
          </p:cNvPr>
          <p:cNvSpPr txBox="1"/>
          <p:nvPr/>
        </p:nvSpPr>
        <p:spPr>
          <a:xfrm>
            <a:off x="13606336" y="7706816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19" name="TextBox 618">
            <a:extLst>
              <a:ext uri="{FF2B5EF4-FFF2-40B4-BE49-F238E27FC236}">
                <a16:creationId xmlns:a16="http://schemas.microsoft.com/office/drawing/2014/main" id="{EF095512-29FA-4F9D-8BC5-932AC4327468}"/>
              </a:ext>
            </a:extLst>
          </p:cNvPr>
          <p:cNvSpPr txBox="1"/>
          <p:nvPr/>
        </p:nvSpPr>
        <p:spPr>
          <a:xfrm>
            <a:off x="15414967" y="7706816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IFC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20" name="TextBox 619">
            <a:extLst>
              <a:ext uri="{FF2B5EF4-FFF2-40B4-BE49-F238E27FC236}">
                <a16:creationId xmlns:a16="http://schemas.microsoft.com/office/drawing/2014/main" id="{5F5CC3C5-F604-45AB-9233-1579AF6458EE}"/>
              </a:ext>
            </a:extLst>
          </p:cNvPr>
          <p:cNvSpPr txBox="1"/>
          <p:nvPr/>
        </p:nvSpPr>
        <p:spPr>
          <a:xfrm>
            <a:off x="17223598" y="7706816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계룡세계군문화엑스포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문화의달 행사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사천 에어쇼</a:t>
            </a:r>
          </a:p>
        </p:txBody>
      </p:sp>
      <p:sp>
        <p:nvSpPr>
          <p:cNvPr id="621" name="TextBox 620">
            <a:extLst>
              <a:ext uri="{FF2B5EF4-FFF2-40B4-BE49-F238E27FC236}">
                <a16:creationId xmlns:a16="http://schemas.microsoft.com/office/drawing/2014/main" id="{8092751A-44C2-4107-9A2B-1A18AA6A3310}"/>
              </a:ext>
            </a:extLst>
          </p:cNvPr>
          <p:cNvSpPr txBox="1"/>
          <p:nvPr/>
        </p:nvSpPr>
        <p:spPr>
          <a:xfrm>
            <a:off x="19032229" y="7706816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대학수학능령시험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22" name="TextBox 621">
            <a:extLst>
              <a:ext uri="{FF2B5EF4-FFF2-40B4-BE49-F238E27FC236}">
                <a16:creationId xmlns:a16="http://schemas.microsoft.com/office/drawing/2014/main" id="{3B693E16-9F2A-467D-96B6-D94EDD4485F3}"/>
              </a:ext>
            </a:extLst>
          </p:cNvPr>
          <p:cNvSpPr txBox="1"/>
          <p:nvPr/>
        </p:nvSpPr>
        <p:spPr>
          <a:xfrm>
            <a:off x="20840860" y="7706816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23" name="TextBox 622">
            <a:extLst>
              <a:ext uri="{FF2B5EF4-FFF2-40B4-BE49-F238E27FC236}">
                <a16:creationId xmlns:a16="http://schemas.microsoft.com/office/drawing/2014/main" id="{A5C25E8A-E4DA-4DB0-87E8-77CD7E4A1FA3}"/>
              </a:ext>
            </a:extLst>
          </p:cNvPr>
          <p:cNvSpPr txBox="1"/>
          <p:nvPr/>
        </p:nvSpPr>
        <p:spPr>
          <a:xfrm>
            <a:off x="6371812" y="7706816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IFS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프랜차이즈 서울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월드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IT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쇼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30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고양 꽃 박람회</a:t>
            </a:r>
          </a:p>
        </p:txBody>
      </p:sp>
      <p:sp>
        <p:nvSpPr>
          <p:cNvPr id="684" name="TextBox 683">
            <a:extLst>
              <a:ext uri="{FF2B5EF4-FFF2-40B4-BE49-F238E27FC236}">
                <a16:creationId xmlns:a16="http://schemas.microsoft.com/office/drawing/2014/main" id="{D58575DD-631E-4964-8C9D-FD3D83C0DD3C}"/>
              </a:ext>
            </a:extLst>
          </p:cNvPr>
          <p:cNvSpPr txBox="1"/>
          <p:nvPr/>
        </p:nvSpPr>
        <p:spPr>
          <a:xfrm>
            <a:off x="945919" y="9515103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새해문자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신년운세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해맞이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새해목표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다이어리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떡국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연말정산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방한용품</a:t>
            </a:r>
          </a:p>
        </p:txBody>
      </p:sp>
      <p:sp>
        <p:nvSpPr>
          <p:cNvPr id="729" name="TextBox 728">
            <a:extLst>
              <a:ext uri="{FF2B5EF4-FFF2-40B4-BE49-F238E27FC236}">
                <a16:creationId xmlns:a16="http://schemas.microsoft.com/office/drawing/2014/main" id="{B8B9497F-C03E-4D1F-80EC-756B3E303BC2}"/>
              </a:ext>
            </a:extLst>
          </p:cNvPr>
          <p:cNvSpPr txBox="1"/>
          <p:nvPr/>
        </p:nvSpPr>
        <p:spPr>
          <a:xfrm>
            <a:off x="2754550" y="9515103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설날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연휴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차례음식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선물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세뱃돈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새학기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이월상품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귀향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귀성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교통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대보름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30" name="TextBox 729">
            <a:extLst>
              <a:ext uri="{FF2B5EF4-FFF2-40B4-BE49-F238E27FC236}">
                <a16:creationId xmlns:a16="http://schemas.microsoft.com/office/drawing/2014/main" id="{3B99408F-6760-4310-B666-5505A8DCE599}"/>
              </a:ext>
            </a:extLst>
          </p:cNvPr>
          <p:cNvSpPr txBox="1"/>
          <p:nvPr/>
        </p:nvSpPr>
        <p:spPr>
          <a:xfrm>
            <a:off x="4563181" y="9515103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봄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꽃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나들이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입학식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황사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미세먼지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#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볓꽃개화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옷차림</a:t>
            </a:r>
          </a:p>
        </p:txBody>
      </p:sp>
      <p:sp>
        <p:nvSpPr>
          <p:cNvPr id="731" name="TextBox 730">
            <a:extLst>
              <a:ext uri="{FF2B5EF4-FFF2-40B4-BE49-F238E27FC236}">
                <a16:creationId xmlns:a16="http://schemas.microsoft.com/office/drawing/2014/main" id="{C254DBEF-73A1-4339-B2A7-176EEE6FFE20}"/>
              </a:ext>
            </a:extLst>
          </p:cNvPr>
          <p:cNvSpPr txBox="1"/>
          <p:nvPr/>
        </p:nvSpPr>
        <p:spPr>
          <a:xfrm>
            <a:off x="8180443" y="9515103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결혼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어린이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어버이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스승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가족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꽃 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선물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데이트 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장미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축제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가족</a:t>
            </a:r>
          </a:p>
        </p:txBody>
      </p:sp>
      <p:sp>
        <p:nvSpPr>
          <p:cNvPr id="732" name="TextBox 731">
            <a:extLst>
              <a:ext uri="{FF2B5EF4-FFF2-40B4-BE49-F238E27FC236}">
                <a16:creationId xmlns:a16="http://schemas.microsoft.com/office/drawing/2014/main" id="{CBD1C36D-3B3A-440C-AED7-62574EED9F33}"/>
              </a:ext>
            </a:extLst>
          </p:cNvPr>
          <p:cNvSpPr txBox="1"/>
          <p:nvPr/>
        </p:nvSpPr>
        <p:spPr>
          <a:xfrm>
            <a:off x="9989074" y="9515103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초여름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장마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여름방학 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종강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아르바이트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캠핑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휴가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기말고사</a:t>
            </a:r>
          </a:p>
        </p:txBody>
      </p:sp>
      <p:sp>
        <p:nvSpPr>
          <p:cNvPr id="733" name="TextBox 732">
            <a:extLst>
              <a:ext uri="{FF2B5EF4-FFF2-40B4-BE49-F238E27FC236}">
                <a16:creationId xmlns:a16="http://schemas.microsoft.com/office/drawing/2014/main" id="{9D8AF357-87D4-4583-BB15-AADA1633BD04}"/>
              </a:ext>
            </a:extLst>
          </p:cNvPr>
          <p:cNvSpPr txBox="1"/>
          <p:nvPr/>
        </p:nvSpPr>
        <p:spPr>
          <a:xfrm>
            <a:off x="11797705" y="9515103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휴가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해변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수영복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태양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열대야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에어컨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전기세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수박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모기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선크림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수영복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34" name="TextBox 733">
            <a:extLst>
              <a:ext uri="{FF2B5EF4-FFF2-40B4-BE49-F238E27FC236}">
                <a16:creationId xmlns:a16="http://schemas.microsoft.com/office/drawing/2014/main" id="{352697F3-5531-4A16-86B5-D4871010A2CC}"/>
              </a:ext>
            </a:extLst>
          </p:cNvPr>
          <p:cNvSpPr txBox="1"/>
          <p:nvPr/>
        </p:nvSpPr>
        <p:spPr>
          <a:xfrm>
            <a:off x="13606336" y="9515103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워터파크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말복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해외여행 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수박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늦여름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에어컨설치 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워터파크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카드할인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수능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100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일전</a:t>
            </a:r>
          </a:p>
        </p:txBody>
      </p:sp>
      <p:sp>
        <p:nvSpPr>
          <p:cNvPr id="735" name="TextBox 734">
            <a:extLst>
              <a:ext uri="{FF2B5EF4-FFF2-40B4-BE49-F238E27FC236}">
                <a16:creationId xmlns:a16="http://schemas.microsoft.com/office/drawing/2014/main" id="{DFFEB46C-CCE8-4855-9837-1A6F3529A466}"/>
              </a:ext>
            </a:extLst>
          </p:cNvPr>
          <p:cNvSpPr txBox="1"/>
          <p:nvPr/>
        </p:nvSpPr>
        <p:spPr>
          <a:xfrm>
            <a:off x="15414967" y="9515103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가을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추석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선물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연휴 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효도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차량점검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교통정보 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이사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여행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개강</a:t>
            </a:r>
          </a:p>
        </p:txBody>
      </p:sp>
      <p:sp>
        <p:nvSpPr>
          <p:cNvPr id="736" name="TextBox 735">
            <a:extLst>
              <a:ext uri="{FF2B5EF4-FFF2-40B4-BE49-F238E27FC236}">
                <a16:creationId xmlns:a16="http://schemas.microsoft.com/office/drawing/2014/main" id="{357F53C0-E26A-404D-B381-22163C9538ED}"/>
              </a:ext>
            </a:extLst>
          </p:cNvPr>
          <p:cNvSpPr txBox="1"/>
          <p:nvPr/>
        </p:nvSpPr>
        <p:spPr>
          <a:xfrm>
            <a:off x="17223598" y="9515103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단풍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등산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여행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자전거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중간고사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체육대회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패션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할로윈데이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중간고사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지역축제</a:t>
            </a:r>
          </a:p>
        </p:txBody>
      </p:sp>
      <p:sp>
        <p:nvSpPr>
          <p:cNvPr id="737" name="TextBox 736">
            <a:extLst>
              <a:ext uri="{FF2B5EF4-FFF2-40B4-BE49-F238E27FC236}">
                <a16:creationId xmlns:a16="http://schemas.microsoft.com/office/drawing/2014/main" id="{0E96BC59-5A36-4CA1-8BEA-560A88A784B6}"/>
              </a:ext>
            </a:extLst>
          </p:cNvPr>
          <p:cNvSpPr txBox="1"/>
          <p:nvPr/>
        </p:nvSpPr>
        <p:spPr>
          <a:xfrm>
            <a:off x="19032229" y="9515103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미세먼지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수능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수험생할인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블랙프라이데이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#11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김장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월동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동복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38" name="TextBox 737">
            <a:extLst>
              <a:ext uri="{FF2B5EF4-FFF2-40B4-BE49-F238E27FC236}">
                <a16:creationId xmlns:a16="http://schemas.microsoft.com/office/drawing/2014/main" id="{0663CBA3-C0FB-4EEC-8C9A-249B5122E0D4}"/>
              </a:ext>
            </a:extLst>
          </p:cNvPr>
          <p:cNvSpPr txBox="1"/>
          <p:nvPr/>
        </p:nvSpPr>
        <p:spPr>
          <a:xfrm>
            <a:off x="20840860" y="9515103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크리스마스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기말고사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방학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첫눈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모임장소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기부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계획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결산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피부관리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모임 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대학입시</a:t>
            </a:r>
          </a:p>
        </p:txBody>
      </p:sp>
      <p:sp>
        <p:nvSpPr>
          <p:cNvPr id="739" name="TextBox 738">
            <a:extLst>
              <a:ext uri="{FF2B5EF4-FFF2-40B4-BE49-F238E27FC236}">
                <a16:creationId xmlns:a16="http://schemas.microsoft.com/office/drawing/2014/main" id="{5743CC1A-34BA-4685-B5FC-62E2F2C74725}"/>
              </a:ext>
            </a:extLst>
          </p:cNvPr>
          <p:cNvSpPr txBox="1"/>
          <p:nvPr/>
        </p:nvSpPr>
        <p:spPr>
          <a:xfrm>
            <a:off x="6371812" y="9515103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여행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결혼박람회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뻧꽃축제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프로야구개박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중간고사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#MT</a:t>
            </a: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신입생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과학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#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거짓말</a:t>
            </a:r>
          </a:p>
        </p:txBody>
      </p:sp>
      <p:pic>
        <p:nvPicPr>
          <p:cNvPr id="283" name="그림 282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C95AFF37-42D7-4BBF-AA1F-72A0839BB79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84" name="직사각형 283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4A816272-6E95-4D92-B8B4-5C6FF6D7848A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hlinkClick r:id="rId5" action="ppaction://hlinksldjump"/>
            <a:extLst>
              <a:ext uri="{FF2B5EF4-FFF2-40B4-BE49-F238E27FC236}">
                <a16:creationId xmlns:a16="http://schemas.microsoft.com/office/drawing/2014/main" id="{01784F90-AAB5-4369-9597-FE1F07B41C35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119A146-57AD-44BE-8C43-FC3697CE02AD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직사각형 28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2DDF60E-D37F-4996-A1C2-A9C05649F12D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8" name="직사각형 28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0991239-C698-430E-A5C8-96CCD8DA5C60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170CFFDD-A166-4701-B1EF-E6DA126369BC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9D0B9CBE-4157-4DB4-A2D6-2ED89C8765ED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6005AAED-5525-4B94-8EFA-9698293B9D8B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BEB1FE5B-539B-4BA3-9B15-395403359992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3" name="TextBox 292">
            <a:extLst>
              <a:ext uri="{FF2B5EF4-FFF2-40B4-BE49-F238E27FC236}">
                <a16:creationId xmlns:a16="http://schemas.microsoft.com/office/drawing/2014/main" id="{4B3A12EE-42B9-4DED-BD91-CE7B42600B22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94" name="TextBox 293">
            <a:extLst>
              <a:ext uri="{FF2B5EF4-FFF2-40B4-BE49-F238E27FC236}">
                <a16:creationId xmlns:a16="http://schemas.microsoft.com/office/drawing/2014/main" id="{EADD41DE-52BE-4D84-87B0-7625DD86B179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C6B09E73-CD4E-49E0-9C5F-949BA6242B0A}"/>
              </a:ext>
            </a:extLst>
          </p:cNvPr>
          <p:cNvSpPr txBox="1"/>
          <p:nvPr/>
        </p:nvSpPr>
        <p:spPr>
          <a:xfrm>
            <a:off x="71584" y="3629295"/>
            <a:ext cx="834017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기념일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,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216861DE-9ED8-4766-B180-16329660604D}"/>
              </a:ext>
            </a:extLst>
          </p:cNvPr>
          <p:cNvSpPr txBox="1"/>
          <p:nvPr/>
        </p:nvSpPr>
        <p:spPr>
          <a:xfrm>
            <a:off x="945919" y="362929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7" name="TextBox 296">
            <a:extLst>
              <a:ext uri="{FF2B5EF4-FFF2-40B4-BE49-F238E27FC236}">
                <a16:creationId xmlns:a16="http://schemas.microsoft.com/office/drawing/2014/main" id="{E83A9687-9D46-45AB-BEA5-ABF04A372FB3}"/>
              </a:ext>
            </a:extLst>
          </p:cNvPr>
          <p:cNvSpPr txBox="1"/>
          <p:nvPr/>
        </p:nvSpPr>
        <p:spPr>
          <a:xfrm>
            <a:off x="2754550" y="362929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세계 습지의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세계 암의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국제 모국어의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민주화운동</a:t>
            </a: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552AB67C-F9BC-4FCF-AF1C-D63BFC17FC68}"/>
              </a:ext>
            </a:extLst>
          </p:cNvPr>
          <p:cNvSpPr txBox="1"/>
          <p:nvPr/>
        </p:nvSpPr>
        <p:spPr>
          <a:xfrm>
            <a:off x="4563181" y="362929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납세자의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민주의거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/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국제여성의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의거 기념일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17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상공의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22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세계 물의 날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061476FD-DC5E-46E0-A180-6D5AF660F2E5}"/>
              </a:ext>
            </a:extLst>
          </p:cNvPr>
          <p:cNvSpPr txBox="1"/>
          <p:nvPr/>
        </p:nvSpPr>
        <p:spPr>
          <a:xfrm>
            <a:off x="8180443" y="362929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근로자의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어버이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유권자의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식품 안전의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스승의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17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성년의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19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발명의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세계 시민의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부부의 날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방재의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세계 금연의 날</a:t>
            </a: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F6E75A79-19C1-46FB-B591-676762BD9364}"/>
              </a:ext>
            </a:extLst>
          </p:cNvPr>
          <p:cNvSpPr txBox="1"/>
          <p:nvPr/>
        </p:nvSpPr>
        <p:spPr>
          <a:xfrm>
            <a:off x="9989074" y="362929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의병의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환경의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민주항쟁기념일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세계헌혈자의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노인학대 예방의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625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전쟁일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철도의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04" name="TextBox 303">
            <a:extLst>
              <a:ext uri="{FF2B5EF4-FFF2-40B4-BE49-F238E27FC236}">
                <a16:creationId xmlns:a16="http://schemas.microsoft.com/office/drawing/2014/main" id="{24D38F6A-A5FE-4905-9C75-61FC909639E9}"/>
              </a:ext>
            </a:extLst>
          </p:cNvPr>
          <p:cNvSpPr txBox="1"/>
          <p:nvPr/>
        </p:nvSpPr>
        <p:spPr>
          <a:xfrm>
            <a:off x="11797705" y="362929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세계 비닐봉투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안쓰는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세계 인구의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정보의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17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제헌절</a:t>
            </a:r>
          </a:p>
        </p:txBody>
      </p:sp>
      <p:sp>
        <p:nvSpPr>
          <p:cNvPr id="305" name="TextBox 304">
            <a:extLst>
              <a:ext uri="{FF2B5EF4-FFF2-40B4-BE49-F238E27FC236}">
                <a16:creationId xmlns:a16="http://schemas.microsoft.com/office/drawing/2014/main" id="{50C7C5D0-89B1-4B20-B90E-44C5EDC8AC8C}"/>
              </a:ext>
            </a:extLst>
          </p:cNvPr>
          <p:cNvSpPr txBox="1"/>
          <p:nvPr/>
        </p:nvSpPr>
        <p:spPr>
          <a:xfrm>
            <a:off x="13606336" y="362929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세계 고양이의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국제 청소년의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E636722F-9C3C-4B21-97B6-5E29B5EC3E34}"/>
              </a:ext>
            </a:extLst>
          </p:cNvPr>
          <p:cNvSpPr txBox="1"/>
          <p:nvPr/>
        </p:nvSpPr>
        <p:spPr>
          <a:xfrm>
            <a:off x="15414967" y="362929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지식재산의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해양경찰의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청년의 날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국제 평화의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27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국제 관광의 날</a:t>
            </a:r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21B73298-2E5A-431C-9A40-48629102456C}"/>
              </a:ext>
            </a:extLst>
          </p:cNvPr>
          <p:cNvSpPr txBox="1"/>
          <p:nvPr/>
        </p:nvSpPr>
        <p:spPr>
          <a:xfrm>
            <a:off x="17223598" y="362929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국군의 날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/ </a:t>
            </a:r>
            <a:r>
              <a:rPr lang="en-US" altLang="ko-KR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lools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데이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노인의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세계 한인의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재향 군인의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커밍아웃의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체육의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문화의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경찰의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독도의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26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금융의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교정의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29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지방자치의 날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263D2099-2F2D-4AD9-A894-4E6F4C356CE4}"/>
              </a:ext>
            </a:extLst>
          </p:cNvPr>
          <p:cNvSpPr txBox="1"/>
          <p:nvPr/>
        </p:nvSpPr>
        <p:spPr>
          <a:xfrm>
            <a:off x="19032229" y="362929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학생 독립운동 기념일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소방의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농업인의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17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순국선열의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19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아동학대 예방의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26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아무것도 사지 않는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39EBC23F-4292-4354-AFAC-F2C916969EA8}"/>
              </a:ext>
            </a:extLst>
          </p:cNvPr>
          <p:cNvSpPr txBox="1"/>
          <p:nvPr/>
        </p:nvSpPr>
        <p:spPr>
          <a:xfrm>
            <a:off x="20840860" y="362929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소비자의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무역의 날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국제 인간 연대의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27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원자력의 날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E792332F-B52A-4B6F-A3A4-AF3B22A9DE03}"/>
              </a:ext>
            </a:extLst>
          </p:cNvPr>
          <p:cNvSpPr txBox="1"/>
          <p:nvPr/>
        </p:nvSpPr>
        <p:spPr>
          <a:xfrm>
            <a:off x="6371812" y="3629295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향토예비군의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희생자 추념일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식목일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보건의 날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/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재보궐선거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임시정부수립일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국민 안전의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장애인의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21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 </a:t>
            </a:r>
            <a:r>
              <a:rPr lang="ko-KR" altLang="en-US" sz="10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과학의날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22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지구의 날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/ 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정보통신의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25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법의 날</a:t>
            </a:r>
            <a:endParaRPr lang="en-US" altLang="ko-KR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28</a:t>
            </a:r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일 충무공 탄신일 </a:t>
            </a:r>
          </a:p>
        </p:txBody>
      </p:sp>
      <p:cxnSp>
        <p:nvCxnSpPr>
          <p:cNvPr id="311" name="직선 연결선 310">
            <a:extLst>
              <a:ext uri="{FF2B5EF4-FFF2-40B4-BE49-F238E27FC236}">
                <a16:creationId xmlns:a16="http://schemas.microsoft.com/office/drawing/2014/main" id="{14AE53A8-C30C-4672-8514-83C866126169}"/>
              </a:ext>
            </a:extLst>
          </p:cNvPr>
          <p:cNvCxnSpPr>
            <a:cxnSpLocks/>
          </p:cNvCxnSpPr>
          <p:nvPr/>
        </p:nvCxnSpPr>
        <p:spPr>
          <a:xfrm>
            <a:off x="0" y="3578495"/>
            <a:ext cx="2253772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3" name="TextBox 312">
            <a:extLst>
              <a:ext uri="{FF2B5EF4-FFF2-40B4-BE49-F238E27FC236}">
                <a16:creationId xmlns:a16="http://schemas.microsoft.com/office/drawing/2014/main" id="{DFE077A3-FC7D-41B1-8F59-5AF746568C41}"/>
              </a:ext>
            </a:extLst>
          </p:cNvPr>
          <p:cNvSpPr txBox="1"/>
          <p:nvPr/>
        </p:nvSpPr>
        <p:spPr>
          <a:xfrm>
            <a:off x="13606336" y="8186281"/>
            <a:ext cx="1728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314" name="직선 연결선 313">
            <a:extLst>
              <a:ext uri="{FF2B5EF4-FFF2-40B4-BE49-F238E27FC236}">
                <a16:creationId xmlns:a16="http://schemas.microsoft.com/office/drawing/2014/main" id="{1D5F7CB4-D881-44AE-BEE3-2899B28597D9}"/>
              </a:ext>
            </a:extLst>
          </p:cNvPr>
          <p:cNvCxnSpPr>
            <a:cxnSpLocks/>
          </p:cNvCxnSpPr>
          <p:nvPr/>
        </p:nvCxnSpPr>
        <p:spPr>
          <a:xfrm>
            <a:off x="72235" y="10673584"/>
            <a:ext cx="2253772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5" name="TextBox 314">
            <a:extLst>
              <a:ext uri="{FF2B5EF4-FFF2-40B4-BE49-F238E27FC236}">
                <a16:creationId xmlns:a16="http://schemas.microsoft.com/office/drawing/2014/main" id="{EBED1DD0-956B-435D-8031-6EDAEB08CC99}"/>
              </a:ext>
            </a:extLst>
          </p:cNvPr>
          <p:cNvSpPr txBox="1"/>
          <p:nvPr/>
        </p:nvSpPr>
        <p:spPr>
          <a:xfrm>
            <a:off x="106374" y="468116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l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Marketing Calendar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</p:spTree>
    <p:extLst>
      <p:ext uri="{BB962C8B-B14F-4D97-AF65-F5344CB8AC3E}">
        <p14:creationId xmlns:p14="http://schemas.microsoft.com/office/powerpoint/2010/main" val="25865621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dirty="0">
              <a:solidFill>
                <a:schemeClr val="accent2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3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1809392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w1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1517688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January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31375599-D2CF-4EF9-9FA9-3CB5BE771B2A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B3104618-96CF-4079-B2B8-1E73931BA8DB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777CD9D2-FEE9-41F5-BA80-7FB1D7B0252B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53C3B2A7-0CE9-4D10-9C2E-D91199A4BF64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31248043-FD24-478C-BA28-000EA80EE618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새해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85629C10-DEA5-4FBB-B6E9-14C8C06C00AD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44DF8B9B-D053-47B2-89A8-F77F79BF6586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0C54B246-9DF1-4796-84F5-196968222F50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219" name="그림 21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278E2D1A-04D0-4DD3-88EF-A6146358F7B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63" name="직사각형 262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B525D61C-B186-4A2B-81D7-B2A34CCF319F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직사각형 263">
            <a:hlinkClick r:id="rId5" action="ppaction://hlinksldjump"/>
            <a:extLst>
              <a:ext uri="{FF2B5EF4-FFF2-40B4-BE49-F238E27FC236}">
                <a16:creationId xmlns:a16="http://schemas.microsoft.com/office/drawing/2014/main" id="{02CBBA16-2009-40C0-814A-BF54D4AAC98A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직사각형 264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5441298-7482-4BCA-A50C-783A337E7DF7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직사각형 26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D9C7E2D-F3F9-4709-BC4F-7DA904163985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직사각형 26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6FA6473-ABA3-48C7-8731-773D63DAD596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2F650160-2FD8-4E56-945B-4A1DFFE7057C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6FC2AB97-5EDA-4136-AC40-F1436AB3081C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4CB97A0D-2FF7-4A6C-A7EF-8E17783A19C6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ACF0E56A-3742-4BAC-9FA6-5E988E38BFD9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A4F92F6B-FF7F-4C22-A6F7-6B8884073F15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9193412-D107-4471-97EA-445BB77E38A6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7EAF1F8C-E927-49F9-809B-5A6CD4AB8568}"/>
              </a:ext>
            </a:extLst>
          </p:cNvPr>
          <p:cNvSpPr txBox="1"/>
          <p:nvPr/>
        </p:nvSpPr>
        <p:spPr>
          <a:xfrm>
            <a:off x="106374" y="468116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l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Weekly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</p:spTree>
    <p:extLst>
      <p:ext uri="{BB962C8B-B14F-4D97-AF65-F5344CB8AC3E}">
        <p14:creationId xmlns:p14="http://schemas.microsoft.com/office/powerpoint/2010/main" val="425159185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9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10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w2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January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7E4DEFA5-9193-4A64-8E09-FCB3352A8219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A1576BF6-EF47-413A-B4CC-F32076EC340E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42FADB4B-76F5-4F88-9099-081DCF7A1A67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9927E51B-3A93-4DE7-8226-1962084F0A06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AD3CFF5E-4E4F-413A-AF50-C230CD217F92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D188BFCD-2C06-45F3-BDA4-6EB7B467925B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677EFCD5-3B43-4F94-AAF9-787CB7376DAD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543F2A53-DFBA-4198-9107-AA4A5FFBD672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9" name="직사각형 288">
            <a:extLst>
              <a:ext uri="{FF2B5EF4-FFF2-40B4-BE49-F238E27FC236}">
                <a16:creationId xmlns:a16="http://schemas.microsoft.com/office/drawing/2014/main" id="{4EB60818-370D-49F0-8E03-F0A12B774985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0" name="직사각형 289">
            <a:extLst>
              <a:ext uri="{FF2B5EF4-FFF2-40B4-BE49-F238E27FC236}">
                <a16:creationId xmlns:a16="http://schemas.microsoft.com/office/drawing/2014/main" id="{75AC9572-6BFD-4656-8931-70879DC8E43F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1" name="직사각형 290">
            <a:extLst>
              <a:ext uri="{FF2B5EF4-FFF2-40B4-BE49-F238E27FC236}">
                <a16:creationId xmlns:a16="http://schemas.microsoft.com/office/drawing/2014/main" id="{3FFB0961-1E8D-4F6C-921E-870F20E9852C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2" name="직사각형 291">
            <a:extLst>
              <a:ext uri="{FF2B5EF4-FFF2-40B4-BE49-F238E27FC236}">
                <a16:creationId xmlns:a16="http://schemas.microsoft.com/office/drawing/2014/main" id="{A6809ED1-121C-41FE-8250-3DBD37ADE501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6E80920B-87A0-4182-B184-F92F74B2B431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4" name="TextBox 293">
            <a:extLst>
              <a:ext uri="{FF2B5EF4-FFF2-40B4-BE49-F238E27FC236}">
                <a16:creationId xmlns:a16="http://schemas.microsoft.com/office/drawing/2014/main" id="{580E6DAE-0B38-4967-84CF-91EC710400BE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FC69A026-1532-4FFE-A155-17951A96563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9A8B243C-7B47-40B3-BA35-247639DF4B9A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F94B2154-9B2D-44FE-A63A-748C88842D55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3C2F87E-A73C-442E-A0B5-E6E7C1681A23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3" name="직사각형 262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2E8EA2E-29CA-4A92-A6CD-CE3A431D4CE7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C340290-8B8A-4A8E-BB72-4FDD1985A5F0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022D76F8-9119-488C-907F-F0C6A491092C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55A379B1-E324-4EE8-9646-3266D98F173F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C0F60003-3739-4144-9572-E0CD909F900A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3130022D-D2B0-4025-95C4-855BA2C0E37E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5C3C5F90-1363-4E73-A06B-57027E02E519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E28E52E9-07C0-4DF9-BD7C-766E6CA997D1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64939632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16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17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w3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January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E83E5DDD-3054-4A86-8406-DF1D7F28855A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B68B1425-11D8-47CF-A768-2DCD8224D1F6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80E2C568-134E-4845-8333-7A3D153063D0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B9F1836A-E539-4E6E-8789-DF41279D47AA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BD234F90-8EBB-4BBD-BF26-A73155844FE9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971DAFCB-FAD0-453F-9076-6C88C2E4D969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FF8D8C38-4DF0-4FB9-BAA1-3C53F010091A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50E57BFB-6D60-4F2F-A64C-2EC5C7A9790E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3" name="직사각형 262">
            <a:extLst>
              <a:ext uri="{FF2B5EF4-FFF2-40B4-BE49-F238E27FC236}">
                <a16:creationId xmlns:a16="http://schemas.microsoft.com/office/drawing/2014/main" id="{DD9A8ADE-EEBD-483F-BFCF-AE8741B031A2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DB7749C6-4F7E-4ECC-A88C-2E22AE83C48C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EA86EB17-C552-4ABF-9EFC-60105D6EA810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6BAB7C06-396A-40E3-84BF-25DFA61295EB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ECE8766B-0786-4942-AA88-4B046CEBBFAB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13192817-EF4B-4463-87C9-1B503C623CC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C9CC68D3-7997-4C46-AA18-34B27E338A3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F4F4E032-7F9D-4DF0-B77E-14F293B5AF6A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A6053DA1-9218-42C8-8670-9FA9C5AE234F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BE5B784-274D-452E-93CF-1EFDCAD88D2A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DC78AE1-A879-4DD5-805D-F5CD5D1DE504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직사각형 272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16C381B-8B44-4315-9ED3-3CE012D32674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9F69D166-117B-45DC-96E6-4EF39C227177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5216464E-504B-4993-B01B-F026F7BE832E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79C6FDD5-674F-4A06-8C5E-D7E7F60095FE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2CE9AFD1-C2DF-42B1-8A8C-74976A430115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77CD999D-5858-4EC8-99A7-1BD6A1F53CAD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E3BDB9AC-6413-44AD-87C2-6E93427C2736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47981758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23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24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w4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January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0538C929-ABB4-47DA-8B1B-2BC59F5E2E7F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592072F7-F099-4F42-A22A-3B26781365D4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87BD3E77-73BF-4FB8-BED8-8496194D5427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1056A72B-E813-42F3-A377-697D08A64DF5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5577271C-E0CD-4280-8EE5-FD3A974F4FE2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D934B9EB-0353-43A2-8586-32D0F818C882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2372C7AD-6D51-4EF8-8D8D-522968024CF3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D11205AC-9789-40A4-B243-16D74EB9704E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3" name="직사각형 262">
            <a:extLst>
              <a:ext uri="{FF2B5EF4-FFF2-40B4-BE49-F238E27FC236}">
                <a16:creationId xmlns:a16="http://schemas.microsoft.com/office/drawing/2014/main" id="{B6192A03-6DD1-4D9C-908C-CAE04BF661FC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D1414583-B664-48D3-8E4A-A0B3D617CB60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직사각형 264">
            <a:extLst>
              <a:ext uri="{FF2B5EF4-FFF2-40B4-BE49-F238E27FC236}">
                <a16:creationId xmlns:a16="http://schemas.microsoft.com/office/drawing/2014/main" id="{4AF9D325-7B17-4BFC-89DA-8B16013B7ADE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7B4F394A-B5EE-4489-833D-0FDD1B619470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813AE22D-1C17-49C7-945E-C8F008D6EA96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EEEB88AF-D050-4C7C-B70A-6B0DC9B6E4C0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558BFA3F-D126-4FA5-A181-C4DEE519284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E16EAF9D-FF8F-4CC7-B2BE-43C95ECE61FC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463125FF-C8E2-4940-B8A4-671AF6A7574C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직사각형 26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D5790AC-74E5-4DDA-A420-7BB5A74DBD32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9AF4073-8CE3-42F4-A65C-9F23DCF09031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FA279C6-E6CF-4948-98DB-A1BC6CD9CD52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533E0F3D-B7E7-4C23-AE59-1E7D57D202D1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4FAB0437-FE7E-43AF-ACBA-E38C94D5F5FE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9FC27901-F224-4C01-AC54-A7335F5F49E6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EA417346-ABEE-4E99-8ACB-CA0080A8AED6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9E8C44DF-9922-4405-8510-958AC7BD6D35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27739C91-A7C8-479C-9110-BCD3A1CB2BFC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94212242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30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31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w5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January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05AF23F9-6744-4901-8A84-6DC713A10448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1FF061D8-A4FA-487C-B8A3-5F0DC471D833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09DDEE65-CF8A-44E5-815E-7E71C6BFA8E3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1B6EF35C-F539-4570-AD3D-C77FF6297B76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EC08D6DD-1017-44C7-B86D-AE5449C007DE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D4EDE16F-5500-4041-8EDC-05509F46D54C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38CED272-EC4C-486C-982A-53741E8E4489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38B0A92F-7F0A-4DBE-9671-3A675F474757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>
            <a:extLst>
              <a:ext uri="{FF2B5EF4-FFF2-40B4-BE49-F238E27FC236}">
                <a16:creationId xmlns:a16="http://schemas.microsoft.com/office/drawing/2014/main" id="{70F839F2-9D73-4F33-A79F-07671A162885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ED652D62-80E7-4FAA-99BA-4EC7F5CA958D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직사각형 272">
            <a:extLst>
              <a:ext uri="{FF2B5EF4-FFF2-40B4-BE49-F238E27FC236}">
                <a16:creationId xmlns:a16="http://schemas.microsoft.com/office/drawing/2014/main" id="{8CAC7F18-9442-4DA7-96FC-4EF6D74AE5EE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C88151C3-C234-4E9B-A5DD-B675CA0241C4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F89EA602-01E2-422A-915F-47060F7849AD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D10C2B98-8874-482D-8A69-E54EDA374FE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C6AEDB8D-8848-4D8D-B5CD-905A8D7F515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B0255667-22E3-4BC9-B168-F9F56D97A026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193E83A0-651A-43E4-BC60-C5DBA0D442C4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D98ECCB-7EA7-4821-9112-D4F0C1729F6C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직사각형 27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EF5B2C0-3012-4542-9F40-7504DCD9195A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8" name="직사각형 2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FDD17DA-E284-40C0-8AE3-EFDF59B0197C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06ACD720-077A-40AD-985C-2D8A6B74BE7D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A6F66692-9EF1-41D2-BC8B-CC883B94AC95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8DF0025-5285-4206-B913-650582CCB3A9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345987B4-F363-4867-877A-2A5F98D48490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4CDA1DC9-A77A-42F4-AC00-59D1F4BFB816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B2A352E7-FDF8-4CAB-99F6-E2F489EDC9CA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76767388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6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7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w6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February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DE310859-70BC-40AA-B411-5D1D5327B43D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EEC14095-45E8-4028-9D31-4CFF1E05C6DD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808C3565-AA15-4CE3-8A18-17A1C52EC863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EF8ADDB0-16CF-43BA-AE30-689B27A43F9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EED5F5C7-E972-449F-845D-EB6D7DB9832D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2932D551-2271-4EA3-A92C-CBE529BD11E7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DB19185B-0F55-4C61-A847-9F339FBDA2E0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7CB1796E-3B29-4503-B59D-6B352C965B5F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E0A7E0E3-BABB-4008-B3CF-BBBF7C527DFB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A78B1F8A-DD27-46F2-9774-6A8D87FC2569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840EB8D2-B32B-4D7D-9927-3ACD061EEE6B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65AB006D-2D3E-4D5A-834C-4224991EBE54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77F1A6EC-31CA-4EA5-83C9-3BC5AF1ABCCF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FD6EA2B6-7206-4770-B0D1-FFD66D6B0560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705665D2-6935-4424-9D2F-03AD1E7F86C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318FF3DF-7BDB-40A5-A8E3-2979DEA37DD0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7899756F-7A22-424F-9719-E895DA2C09B8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DA1CAFD-A0FB-43E4-85D6-3D6AFF6D1EB4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B4FE39F-58DC-4904-8452-48D23651292B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5B82BE8-D16D-458D-BD02-83B02CF60878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FC7B13C2-C538-4920-9E45-7BEC7130226F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E8674C24-83BE-4927-ACDE-A70206144E60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F0C72C59-F46E-4E79-B7FD-8D28DE69D27B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9C574D25-6A9E-46E0-A7BA-B3C060908CC4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A5003F9F-5CEE-404D-B8C8-A256D6B7B9BD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B16FC858-DA07-4E20-8621-B10BE7D7C6C6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86020817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13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14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w7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February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03331258-BB30-49FE-AEAC-6A7E7398E7DC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5B1E6CBD-2FA3-47FF-92C4-C63B4AF779B6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38C4B96F-2A52-4338-B422-3B8696462DEB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0ED95EC5-2E0C-4BC3-8B7E-F107B70F4D17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FFE64A95-70E5-40CD-A9FA-47DB75C95831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A37E742D-B839-488B-8096-CA5DD079ACBE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1A870F97-5D63-4F67-87C1-1A3702D2323B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01C63118-389F-4BE1-9103-44395E7E3320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C9F4F46A-4289-47B2-B077-1173B030B978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2152C855-A609-4011-838C-0D9C0AD8F9CC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64B87F96-A57E-44AB-922B-A5953923FA87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28950D89-689D-4628-BF70-66A7C8BC9101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0F4D3B99-1B28-4648-A206-520942508E56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729712F6-704B-493E-9C88-CE62D61D8D08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AF7A72DE-78C8-47CA-B6FD-0709C9D44E1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F3A2E8DE-3CA8-4944-A006-FC9C33B6A164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EDDA5B47-061F-4B26-8194-027FABEAC849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B035032-F915-4F93-80A7-CA000ECCF102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BEA8970-1EEC-4C2A-9116-821E647D2543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0846EB6-D589-4AF2-B765-E5BD18476F4B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65A3616A-0E76-42FF-9F34-E4F8CA46E7EC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89697BDD-8BCF-4B12-B1D8-1C905E79737C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ED395DC5-06C7-45A1-A5DB-8DB47B6995D3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A1253C1A-BBD0-42FF-84F1-6D9E39F3FCE5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771B25E0-47D1-414B-ABEA-62A3E08DE4F5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A7570D2F-A073-4941-B748-D88924600CD9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35433535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20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21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w8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February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A73080EC-AB4B-438E-BFFE-CBE88CBD3115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4EEF74D9-8A38-4F5F-9964-6A94B1219222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9BB8025D-EC56-4D61-BF7E-4164B85C3146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6BF5E8F4-CC0A-4942-ABDD-D6B6393DB0A3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B6B1F8C1-891C-4F49-9660-DB1D96B57FFA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2652D714-E003-4026-AD21-0B7D4933ED66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A43E0462-C0DF-4A67-8855-199B79E076FD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A1901DB3-9B52-4F8F-A9AD-799654DF6C57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ACFD71A2-D1B0-4CF7-A89F-32DF0D177CD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2DD52804-7185-4015-A3A9-73B1EA445C36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5643D2A5-1708-46F9-80CE-C49D043A1A4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7F9F049E-E51A-4EDE-AC97-F1887124A3BF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8CBEABE1-4292-4660-B61F-7EC5DF563EE8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0884A020-91BF-4395-9A6F-60FB6C8F8EF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F6ED2D73-1697-444C-863F-D6CF0EFF10C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A2D458E2-953F-4819-B585-211B9CCC95BD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6EED20AF-7C52-4038-8231-430F48F418CA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790573F-8470-4E6F-B106-06CB531CF47D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50C3677-9BB6-4BAF-8443-2BA61A5B68F4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096975C-3561-4F74-93AC-79334C4A7725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0F6ED326-B127-4DAC-98C9-D50E51C989A7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4F069AE5-52B2-44E1-BEFD-182EC31276D1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D0A02B9-62DB-4458-AD29-20FD7B0F2567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C9701894-6A94-4E11-92F6-AD174002EA85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8E247D8A-98A5-4F50-8F62-77BA19BF0A35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3320E238-9964-4102-AF1E-4B923EB524F9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62053901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27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28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w9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February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A05F55A5-A790-4A4B-A9E4-ADDFFB8D5C8A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3BE2131A-224F-4D6A-9982-D245CD535DB1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3A520C77-B014-465F-A793-549A8C1EDD31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C57EB124-DEF0-47CD-A6FF-C54030DB1B5C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697DC8C3-47A8-4CEA-B312-7EC11FB8D50B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E73CCB29-8B00-4BEB-A3AA-96B051D56886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4F0180DD-EA58-415C-9E31-869B0F78FE1B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82B5B4DC-5E1D-492E-B2FC-2F938A187B4D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45C48E60-4773-4DD0-BCB2-3320CAAC5246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E4A869BB-03D7-43D7-8EE2-06545D436F6D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054BD062-214B-403B-8478-BBE38C1D2918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39E9F813-AC3F-47EC-8F51-F16F4505AFA3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740C1028-8D53-4D68-A478-C931964C2C8C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D142F846-6D8B-4E01-9AD5-C8EFC536E17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9DABD3C0-254A-4E4F-B11A-E793FCE6EB3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21995149-4C78-4CAB-B7CE-DCFCD742EC1A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B2ED9B78-2D53-4628-9089-39DC5FDFB74C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AC42BA6-17FF-4531-8E9E-405B48EFA4A0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02E5A4B-C2E9-42F9-886D-132F90819F17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0A9E63C-5B25-4DE1-A7A4-9FB23E050889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7071C0F4-B0CB-4191-BD7B-EC76FD67ACD6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19BCC68E-E584-4856-9B97-6CA6793B699B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6A6061F0-F8AE-49B7-8847-D8938FD2062F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1C9C7034-065E-4DE1-9740-3AECCA50D6DB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5BA5D392-3207-4774-9D16-AB7BF1385BC3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478C0E01-8C1B-46DB-8281-E25E677CB459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54904511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dirty="0">
              <a:solidFill>
                <a:schemeClr val="accent2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6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7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w10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March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1978DB0D-1EAC-4416-BA10-E8E3963FA896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ED8FC5A1-8777-41AD-8355-918D01C90C0C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D01FC993-341C-482E-A1CD-BA42007BE7C1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AF24549B-33A8-4869-907B-EA65F4B23FA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12860C0B-B0CA-4763-B476-0C46E8C38520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DB888F75-FFFE-419B-9F6B-7503C489D5F3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54898F94-F587-4F95-A562-688A262E8532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C558AAAF-900C-40EE-B5FF-64E9CAF0B651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740E1BA4-7EF7-4225-8CEB-CBA7C95019DA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62655366-A0C9-4E13-BA9B-058EFBC8700A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599FDB9C-149D-4716-9A00-080034F6BFAE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DCE52037-C9B0-4A1B-A602-75004A6A2B1B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A2ED58DD-9360-4F63-82CD-7524754435C6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D81F98F9-7173-4544-BF71-938DA5BF44B1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BC6F66AF-9B13-43C1-B156-FC7C028D244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F88FAFC0-5787-4805-B8FC-09EB2A2CE7A7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D7A0C719-B599-41C6-B819-FCB8598D7170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8322193-697C-459A-9B70-8736C0CC1C96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1B6279A-4D7A-4057-9594-6530170C8980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049C31B-8F93-4DC5-AF6E-78930DF5FB25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2728E8DC-C35F-4130-B7D2-C6E28BD4D501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8D3C43C8-5C76-4994-91FC-457549E3273F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DD96D965-EE0D-46DA-B832-E47B2C717658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096CA8E5-A8BC-4FF8-9ED1-CD03D1276AC0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AC7C080D-EE70-48DC-B767-0BD2E9794BF5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B25EA688-6009-4D9E-AA11-D2093C5ED19D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63953082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13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14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w11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March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6EA04A41-AC0C-473F-9B5E-B38506F1E683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EDC9F34E-15C2-42AC-8D3A-1D5DC4954C7B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6F6FBA56-54EF-43A9-9609-9C47334F7E0E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19E2D65E-3CF8-4113-927C-206CBA9D5CF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6AFB501B-0AB5-4973-9005-6B3BA3225538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51D96B8A-B2A1-4B7E-BAF4-3BD217C1F976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569B0B83-EDB0-4DAC-A90E-734AC806D88F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E4C1D51F-FF69-48D6-9537-06DA73B17100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53F442EB-C48D-4EDD-8914-37A2865A1014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0CA963F7-7085-4C03-961B-9402125808DF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2052A412-C5AD-482D-BDD9-B1059B12AAB6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CA830E3F-79E5-4ED1-B5AA-77CFD85518BA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02699340-05C1-483D-8241-9DBFCA2B778B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1FB9D3D5-4AF3-4B42-B9EF-2CA5030DDC33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92487185-887A-4FF5-8711-8EF6E67F2CC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53C7023B-A0C4-4181-A637-19AC6DCC7C72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BED80EB0-016E-4DA6-A5DE-2310EC64E225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A96CE32-C022-41C4-A26B-39998B0FD3C5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71DA94D-1C8B-457F-83D5-095634B40FD5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6FC9C0A-DCCE-497C-AA08-BFC35F4924EB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A2CE09B7-E98C-4616-959A-825B4AE1CCAA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3EE1071C-790C-499B-9266-33C049C4B4DE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8659ABA0-E211-4F0A-BE9B-41A86170A8AA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173D455A-237C-4008-9734-B8A3AD155454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D154E2F8-871F-49C3-BE03-EB8095E01BF2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B875AFBE-7A04-4444-98FA-B8F106766094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08640949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20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21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w12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March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4D9C0937-62D8-4B85-B0A5-8A155C63E416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82186664-62DE-48C8-B25C-B6D1400FF7E2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4D7DEF14-06B2-4B54-9051-7258EA8465A9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621C8CE1-54D0-4E5F-827E-0F62F4BD4F37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16312931-1B40-4097-A627-3990309D4EDB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7ED55907-44DE-4F15-85FC-AADCBE146932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0FDF316C-7800-4544-A6CC-7208EB8AC717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1EB2DCB2-0E10-4B1C-8971-F66F2C0C2DE7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961B7500-A094-4351-BCC3-CF19ABD19491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2201BD18-4DE5-4BE6-849A-D9CA1AB557A1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E1665222-F270-4C0B-9ADD-0C3F111B4A13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1C7B4BE3-643C-4700-B3FC-1C34D2F5E040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06E04389-8D6B-4874-A989-E703E36861CE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8D16A4CC-6632-4B6C-89E9-1010650B3781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10742C54-0AA9-4EE5-B5E8-59AE27D7CF2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7BF9C9E2-B079-4F3C-8AD7-C489A5446F28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E8BA6448-272D-479D-ACF5-7DA992EE9F90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5E24DE9-CC1B-439C-8C7C-D8221CE4D89C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163EBF6-A343-4A9B-83E2-99327D7D8C7A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0A0526E-017C-40CC-925C-2987C012FF28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A31D7F22-F758-4BC0-8BDE-A05B2FFF5C93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D3C01647-5C5F-4811-A8A3-C1D6F644A5BC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1C140B5D-875A-43E4-A69E-0C2DF67A55C7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B060885C-D604-4CD6-B79D-57A4C6912938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4BE662DB-9948-42F0-98BF-095685BAB1CB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FAFD0381-DCA2-40A8-9699-EFFB4B8D961D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01838205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27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28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w13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March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674658A4-292E-4CBA-82D7-1FCED9EBA9E0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49A868F6-E5F6-4803-BD51-737296E211AC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5A02CACE-699F-4829-9CA9-89BDB29F3818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EF915B8E-98A6-4A57-8FC2-792B458F828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4D3B7E09-EE68-4C68-833F-8078DCCE4CE2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9662DEDA-2399-45C3-929B-4C1EDE4AEF5B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C50FEBE8-086A-48EF-AB54-B6EEBEACAEA9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BE662C4A-0B5F-4338-9159-3394BD684835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A9DED217-441B-4A7B-BBA6-BB625AA688D8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D0306A88-57B9-4FD7-9877-28485AB04D90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E7C4B629-39CB-477C-B681-A21383065CEE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A7C4E7D7-93D0-4DA7-9FD7-EF2C28DB851F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DAC9A936-2B07-4B66-982D-53FC9F46722C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8495EDD0-3BD9-4136-B5EE-C91AD4C27E73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53B3E953-E3FE-4212-BD82-63B318D2AD1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C97CDF38-27EE-46D1-8D88-604254FFA240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2957DCB6-BAE0-4EEF-B09C-716E76CDC484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6B3727B-BCD3-4A69-BD2A-8DF96CEB38FB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881918E-BE0A-42F9-A8C3-96939548F4B6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3136B47-5677-4586-91BF-F7EEC1592045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5B7CA57F-34F4-45EF-8156-5C8811609423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C7E1D9C9-DC2B-4F28-AA70-406D3D5C3596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EC7CD476-D788-4B00-A6D3-AB9754245DC2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6517BDDE-D93D-4C48-99EB-D30CEDF9029E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AE98EFC0-53A8-481D-9DA3-40A7FAC9EADA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88834DF0-5FF2-4EA6-81BF-EAB6C7D9B166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7062327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3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4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w14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March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143F37B2-99D8-416C-B77C-2E0D5330C96A}"/>
              </a:ext>
            </a:extLst>
          </p:cNvPr>
          <p:cNvSpPr txBox="1"/>
          <p:nvPr/>
        </p:nvSpPr>
        <p:spPr>
          <a:xfrm>
            <a:off x="11422876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April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F871E073-2ED4-4D85-B4BD-FE1196942567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BA2BE6CD-5364-4C85-8C23-007A94C510C1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E1E73B91-4A89-4963-9675-F55D2AB0DDE7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7B4E4CBA-3B95-4640-ABC8-AD33BA747F54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DA057D7C-CD61-4CD1-B4DB-85CC01AA7912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6E863BA7-EABE-43EE-8E44-44345214555C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8C98D79B-2845-4533-B5EA-1B44C87A244F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7AA51319-5EF4-40A2-9149-F9F82FBC5C80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3" name="직사각형 262">
            <a:extLst>
              <a:ext uri="{FF2B5EF4-FFF2-40B4-BE49-F238E27FC236}">
                <a16:creationId xmlns:a16="http://schemas.microsoft.com/office/drawing/2014/main" id="{711CC49C-7E27-4943-8151-0804F4AF340B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직사각형 264">
            <a:extLst>
              <a:ext uri="{FF2B5EF4-FFF2-40B4-BE49-F238E27FC236}">
                <a16:creationId xmlns:a16="http://schemas.microsoft.com/office/drawing/2014/main" id="{F4BFE7DE-39E5-4780-AA19-E364A76903FF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9EC72E33-BED6-4033-9922-815BD07C6772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241EBB62-A09E-4292-A4A1-EC57B07A628E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직사각형 286">
            <a:extLst>
              <a:ext uri="{FF2B5EF4-FFF2-40B4-BE49-F238E27FC236}">
                <a16:creationId xmlns:a16="http://schemas.microsoft.com/office/drawing/2014/main" id="{8146DBAE-675D-49D4-8618-CA87A8F284E6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81E9D778-EF83-4A16-9A51-44D04559456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67E62BE8-A4B3-402B-BDC0-F96A6180A80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AD4EA8DB-8E15-470A-8683-DD6C1E4BD02B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26664020-61B4-4DFF-BFE6-0B5D4C316511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직사각형 272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B9C6C4D-49C8-4B59-8ABB-BFFC6BF455FA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4" name="직사각형 273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EFA77F0-8362-4E6B-B969-4EAF5E7E9752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5" name="직사각형 274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8FD4074-D7AD-48B9-BA76-55B3BEB76B1E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1C562440-1837-4831-844B-E9C8FF7794C0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83954433-2128-402B-9907-2169844C2025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DA361799-5DE8-4772-B6CF-223C07BE5F0E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59E2C42A-5702-4D65-842C-3B7735C7E8BF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3AA4315E-1BD2-4608-BD12-B679B034AE86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80EE0D87-8B87-48C4-9FA9-21D05FBFFC8C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84002067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10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11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w15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April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119375B0-5455-4350-B675-9181CE4B0778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71C2116D-CFBC-4176-8BDB-65DC4C723C43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77BC844C-9064-4E2B-8053-C68B6B75A4FC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10B902C5-191F-4EEC-B82E-EDB95F30E76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B0C97CDB-980D-4668-9FBC-3FE2A841DE0C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8D0D3C12-B0C7-4447-8D95-AFF25DE6B05E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E2344A3B-F48C-4283-80CA-53B697086C63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373A0364-A841-4F42-8905-78B845071970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048280E4-5DF7-46B6-BF8D-C339744CCF59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7054D79B-44D7-4664-AB4D-DB345AF93FD8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36D0DA30-8474-4C71-AC32-81BE7D4A7B5D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B4D68988-FC23-4211-A738-798BDE198EC8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DE6B1842-8CE4-4C2C-B2D7-FFD4C53DAA92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B4070D47-E8FE-4979-8484-F4797AAC15E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40ED604E-953E-448F-BF03-90B31F91A62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64935F65-1CCA-431B-B9EA-DD384B49DE34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42AF636B-C0F5-4F04-87D7-BE9B79C52B21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7191809-6AAC-4B2A-9FF9-6DC5CEEC6FBD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A4EE006-BB29-48A2-ACD6-3654124D157B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C0E38A2-7C42-4E70-AA3A-9380FE49E2C5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23D23D6B-752E-481E-BE70-B14359777FD5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E14114CD-6290-4E08-B3D1-4DCC7EEBB732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129BA139-3ECD-4E5F-B36B-5D8DB8202570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D7BF431D-4485-4E72-8345-10B72A5A84AB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8F306364-A121-4AC4-8CBE-965EC54F24C5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90DFB26E-2F59-41C5-9DCE-8DAC7DFDFB50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3588071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17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18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w16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April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0CA1778B-E895-4473-B3B2-6B3765CEEDDE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7F8A8BF4-E40C-4D2C-939F-C1B907296E3A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6EB5865A-FE89-450A-963B-07FFA5D78086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678AC8CE-09F2-4293-95BD-456867383354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102029B9-4E43-4A5B-A7C9-F59D4E87792A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ED62F94A-9466-4553-9BBA-2D2F3F9B3718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1C565B06-CA35-45E8-AC6C-9FDE73660896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38B587E0-4630-4241-B735-93D96C0C1C8A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26DD57DC-55A0-473B-9DFF-1F2A4A37CF14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A3ECC7F3-E021-4FED-94E6-BD3EABDF52C0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15BF4CD6-0845-4240-BB44-E02A115FA591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B58C24BB-82A6-4435-927F-B8DA42D519D6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996740E-0AB6-4ECB-9DE4-D6B21A5923A3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BF73FC79-261E-4B4D-B3AA-E57494CD692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4A9085EA-3BC5-43EF-87F9-1D954DD6C9C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F919CBCA-AC43-4AA3-9F09-381B39F039AB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549B3F93-B630-4CEB-ADE4-7DE5D48587CA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5623705-C2CC-4781-BCE7-6F4ABDF9C564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381DECE-5658-4B86-96C3-EAA8168BB085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D8D61CB-0518-440B-9311-8F173F3960B7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FC8EEE85-3D23-4684-A4B7-404773FEFEB5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DEC8566A-7E76-409B-B4E4-A911184EB0DF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3A65C811-AF42-4538-8C8D-F6A4E1CFAD81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74A158F1-DBC8-4BD3-8907-493618868187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9CB74D9B-4380-4056-9CCE-D144D30AD4D4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DF04BEAD-4088-42F0-B523-BBB67E904DBB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1168348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14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25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w17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April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93019247-63F2-48D5-BBCC-2664F4281BE1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9EB3205D-D57C-4CFB-9420-40C9E3643CA5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04B417D4-EE0D-40F4-84A3-E1C5D2226910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AB67F3BA-32ED-4DFF-88FE-40E1D5491FA0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37D6715E-B48B-4521-96C1-28C862706750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EBF4316E-D00D-4C65-A9DF-4CC850335950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FA47473C-45CC-45D1-87E2-CD7B18EB6523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10DC0CEF-AFD8-4234-A25D-F36470CDEC87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192A9BB9-F0F9-4875-ABE9-528E9C18C9B5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C41367A9-FD22-48E4-BE17-B2A98AD2B5BB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60E94BE3-BEDE-4983-BB64-F5BB89AE9F2B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E8634160-E89C-4CB7-94EE-819C12730263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685540B6-1D3B-4897-8490-12677ABD8228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F41B051D-4BA0-4E0F-9516-2AB525857FD8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F431F278-949D-4D02-ACBE-97B89C7D34E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C7E61066-372B-4917-BA32-177F68292BEC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B731B63F-45BF-433B-93A7-B28AA21505E6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1F4D84E-41CB-4940-A988-53E09B97ABBD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A602316-BDA3-478B-BD3F-BEBB9A03CD04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DCD29E2-E519-42DB-B139-09EE47D9F601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D2B35C67-4825-4491-8FDE-8BB6DA17A3B4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5A7B55B8-7BF2-4E1C-8492-FBAE38EF59EF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02243891-384C-49F7-B308-349D2A8317AF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15D8FBE2-479A-4A02-91EB-D45DC5D0359D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ADDE1706-1801-4973-9B8A-7B09DE6FEB88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9447FC2F-763B-4F79-B775-FD41A1C4FED6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70347988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w18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April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F4EBAC78-59BF-44A4-80E0-FB71CAFD0EE7}"/>
              </a:ext>
            </a:extLst>
          </p:cNvPr>
          <p:cNvSpPr txBox="1"/>
          <p:nvPr/>
        </p:nvSpPr>
        <p:spPr>
          <a:xfrm>
            <a:off x="19009176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May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BC232B18-89A1-4F58-96DA-E2FFA31D3CD9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407E6944-3036-440B-AAD6-D7D47BDE1837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625AD1CD-6419-407A-9D6C-6242633ADD18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660602B7-FDE3-47E4-8991-8D8E75644B0C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EAEAE1B1-0B57-4124-8188-6FBB83ABDB9F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180FBD3C-9964-4F06-B12D-170E81816804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281504DA-1532-44DB-A557-9C6A9243F8E6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2FC0DC92-3BB4-412D-897C-7DD80160640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2D600B21-50BA-4DEA-806C-6CF9AE4D7821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CC72DF14-DE79-4C76-8BD2-2E38585F1598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72C8124-DD94-4231-B6B9-0C99D8142970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3" name="직사각형 262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EED81B8-9251-46F1-9408-8B773365905D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직사각형 264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9E4B59B-B38B-496C-90FA-1A9E7741C742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2F42ADA1-0C9F-425F-BD0D-92BDD31217C7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1B8C73DA-2CAE-4BDD-A5CD-78A9274E8117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2B9F66E3-D2BA-4CBD-9551-FA25C834B219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CC99E9FD-1847-48DC-BE4E-210002022133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2DF9E93D-E2CE-4281-9D44-3D868983F041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149DD040-FA57-4232-A6F4-F0EF192DCA54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40461006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5</a:t>
            </a:r>
            <a:endParaRPr lang="ko-KR" altLang="en-US" dirty="0">
              <a:solidFill>
                <a:schemeClr val="accent2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8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9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w19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May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1A9AC75-493B-4833-8F2E-F688123FCB6E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5B820DA9-70BE-45FE-BC12-A8963CC1439D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BB411B62-459A-4CDE-80CE-C430CE00027F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393D5FA0-6C67-4EBA-A482-647ECB4090D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EF6ECC15-A8DE-48FC-85DE-A7F00C90D734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2CFD6D28-0999-4209-A56E-98839A134362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5771DB73-4B85-4026-99AB-7185F08F1BCA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B07BB6BF-15F1-4562-9895-FB20147CBB45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040AA289-0EB8-4978-A3CB-A6143848DCD6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D6AC6C50-684D-44DD-B982-7712088C2B62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0815E207-EA36-4DC7-965C-CABA58D527E2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BE2FD5E9-D35F-44CC-8C28-3918626913CB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1852D71B-4017-4A3B-B03B-72203F6B0B9C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4CC416E2-2957-4B3D-9745-3B32A6EBC78F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A47E0BD5-0A8D-4494-9372-B9606827B96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78863EB3-986F-44AB-9B67-C3A393056F04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442FA69B-A187-49AA-8503-9075B55CA2B7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4D2A4BD-5476-41FD-A5EB-471869A5625F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5DDB816-CA5A-4480-B960-D7BCD3C4334C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670096B-82EF-4685-8B24-7A70F1078BF9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C366B2A-E789-4410-9135-0307725EB31D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11F48649-8E86-4114-A855-1CCA6E5D7CD9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8A0E14BB-28D4-4613-9EA7-8B20CFBEF321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9672F16A-185C-4652-ACB8-725428E8179A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40484A29-D17A-4A93-BAB3-6F95BB4FEE8A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090A0B2D-876E-4A16-84C7-372BDDD5AD3E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45239078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15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16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w20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May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30391146-33FE-44B3-97FA-9DB18046F69D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4887CFF9-5BC3-4BDE-BB3A-01527BBC03DD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6F6D1D27-E14C-4A9C-BC12-D6FD414E26E0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FA364410-E066-4478-96AA-714294A00543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2A925076-DC88-4714-AB86-33568DB058FB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3E2BFD6A-E281-435C-B792-C72B6C9C7B81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711FDF7B-F98E-460B-88A6-B277ED7D96A7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982BD360-D5D9-4251-820B-C975D9ACA7D5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7F011E93-60B5-4438-9643-42BAA1C9EDF3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F12F71C3-28FA-4C08-899B-7A9557745604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D27AF8FE-51F5-4085-A77A-746B61DF9469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73CE3A86-AA1C-4D95-9E2E-977D4168BF9B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EF9AE4E9-408C-4774-A42A-4938F72368CE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4E9A927C-7196-4D7C-9BD7-7C1E42EDDBA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81CB0476-2ED9-4BDA-B292-C06A79D946A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A058452F-39CC-4509-A5AF-55976A4CC565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A79E09D6-FDD1-459D-A209-506E2FE5BFDB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D38B562-F0B0-4980-9F73-415801914D48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E78AB7C-4676-44BA-96E3-1BDAE15077CA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E7BD71C-23D3-4D8A-9556-F6C3428D7502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EF07C7CA-9ABC-4AA2-9268-A598CB80C4CE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FB6F51D1-740D-40EE-9D19-5B6643299694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CC9D7B1C-6348-4B9E-919B-F96484090A94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99E75DE6-3AB4-480E-A60F-D4FC7700BF23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3E978C8E-EA0B-45B5-A85C-EC24AB39D248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F9F035B2-F04B-4B69-AB29-75112E1AAF2E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45964936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19</a:t>
            </a:r>
            <a:endParaRPr lang="ko-KR" altLang="en-US" dirty="0">
              <a:solidFill>
                <a:schemeClr val="accent2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22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23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w21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May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67900793-A6EA-47E9-9F17-E46B0B2220A3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46341EE0-62A5-40C0-B655-683CD52FE756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A2E876A2-6510-4CED-B472-3AE29B54E926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F0473F96-1B5E-465C-AAD7-72CC10C3D983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2E7EB911-0B98-41E5-A8A0-AA451743B2D6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70153D1D-4C63-471F-9A4A-0683D3CBA349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37A86E87-16E1-4C71-8490-7C129D884270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CD50F291-9B7C-4B8A-AC16-C9658FCB614A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D3C906BA-03CF-4D9C-83AE-CBE0F3C87DA2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1AC29A34-DD8F-4BB7-9650-874FD69981E0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3E8AAF89-8442-4D22-A43F-031371E81ED5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3E909911-D0E2-46A0-A3D8-CE8A5A0F92F4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62207354-725D-41C3-9759-4E8D3C316F7A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1EA07274-6EF9-4DBB-9607-20E1A6412741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AFBCA8F0-E1E4-48E2-8488-3A4BBBCF0F1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CA38E470-753A-4E26-A1D1-6DA5D39CC6BF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B46334EC-848F-47BB-9F3B-E0890568A121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73A5CC7-1AE3-4313-9BB4-73EC03AFDC68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D3C2455-0842-40A6-8C77-564669CE4757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4FC7E56-329E-4A64-874F-4BEC09E7AE87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655C6B6A-B368-4D9E-B405-23782C3C5480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F3CF260F-BAFE-497C-855F-5C0E9563D204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1031E566-E83E-4C91-8ABC-656BEB81ADEA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9EF2C3E3-52F0-4D24-B199-700F8955D4DA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DCD8248C-95FD-434F-B3DF-239FF9735DFE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59F6C1F2-D3C1-4543-B25B-753E7C879E5D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55229512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29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30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w22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May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837CE96-B8CD-442F-98C7-D15C41157294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A8CC4DF2-E204-411E-9A5E-B6F8048B2DE7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477BDBB1-4954-43E8-BB7A-72E70C36FD96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5AE283E3-9AE5-4503-A238-395915B008B2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94260D0E-9843-4A36-BD15-603B6E553917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9E5D510D-C71B-4460-BA0B-CCB90C1CE99F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E8D16D38-19E0-4BB9-8FB1-3011E5E64A8C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149FC0E7-0EBE-4914-893D-F6D517AA6B85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EA9AB967-5486-4020-A1C2-7735294730AB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57839101-AB86-499E-88EF-A301685409BE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D3D3D46D-72F6-4F9D-A9AF-545A58DFA903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DEE2F3B8-16A1-4650-A7F1-DF5E91B26F42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54201710-5395-499C-BAF6-A12DDDCA90B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9E6BD18C-5575-4FC6-B4CF-F0F9F1CC8258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A0579E18-AF88-4390-8BFF-282B4A61D04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BF73EEBA-C459-4C15-BB63-1618F6967575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576A905F-0638-4A2F-A145-121C636C63A7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776115E-FD9E-40C1-82A0-03F5B1700FAD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4927420-F2A1-4888-B959-1DB589DDF715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50A3F19-E553-4593-827A-A7902950F8B3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503534C1-6418-4DAA-8773-6D16EC8DBA74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3D6D6C9C-AE27-4C97-B9DE-27F2C16CFB58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9E84D05-4D20-4D06-A352-DA2C70EF0EBA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284ECC8D-25B8-43B1-8F08-D5B563CE0EFD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98F0C5C4-9537-4BA5-8AA0-2B50C3732FBE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381F4D51-CC4B-4106-A8D4-4BFFE0B51C00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68827196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5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6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w23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May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6F89CF5-6D33-4EC3-9186-5B5515303E3C}"/>
              </a:ext>
            </a:extLst>
          </p:cNvPr>
          <p:cNvSpPr txBox="1"/>
          <p:nvPr/>
        </p:nvSpPr>
        <p:spPr>
          <a:xfrm>
            <a:off x="387086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June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F1ED4ABA-EA95-4D44-84ED-CCBDF6C18120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A0AC24CC-771C-4E29-B5A7-73E848A6B067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33915E4B-1627-4324-B018-9D23EAC87477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03B00E62-C4AA-4E61-9174-FB0BE0DA1AA2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95C9F183-0D39-49CB-BAF4-E2936315FADB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6D566CFC-B270-4B95-9361-990E9E5D7502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9E533759-4131-4F61-9376-7EBA9B711BAB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0C1475DB-43AD-48A6-A95C-845710B59BBC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F3094A86-001A-4F46-864C-7AD2B12BFCE5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2C62EA0B-4C29-410A-B29E-9E6F2D87865E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1785FB6D-293C-449C-82BD-AF52D27517F2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71473D2F-397C-4D37-AF98-7DCB1AE754E3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직사각형 286">
            <a:extLst>
              <a:ext uri="{FF2B5EF4-FFF2-40B4-BE49-F238E27FC236}">
                <a16:creationId xmlns:a16="http://schemas.microsoft.com/office/drawing/2014/main" id="{4E30C2C1-C752-4D6A-8FC9-67C9DAEFD48C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0F0772B0-AB64-4628-ADCF-7C6CB714711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8079432C-851D-49F1-9708-50612BDB9AA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0FBB0AD1-4E04-4146-A6AB-2650102B3E79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642C3471-6401-41FF-849C-353274D85747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8591026-3147-426C-ABD9-8031F3681A75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직사각형 272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E136A58-F8CF-4040-A49B-F1F17FFBD93C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4" name="직사각형 273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18AA702-8433-4983-AE96-C6DA11F65643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240FA78E-2A64-443D-9C1E-DE53C503C52D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7543FBFD-C62E-44FD-B3A9-E3C364C6EDE1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5766FECC-4C4C-458B-87D5-01A0C92259AB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3D6C3848-8F95-48F7-9FEB-2B7E2FD8840D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A699EE25-E9E1-4301-BB2C-06E42AA4B16C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F70E3AF4-82E8-481F-8898-68A27A1972F6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9623750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12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13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w24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June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1F0E8BC1-4779-47E2-AF86-FFE558324835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C2BA4365-F8C0-4D7B-B19D-5120EACADFAB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D1B60B9A-B81E-4B1F-9A89-1312D0F2C278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EC48C860-DF52-4651-BCC9-5C62C804D98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0D0FF6FE-F6B4-45CE-A4BC-371C56FF424B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BEDAACBC-9FBF-4BE7-BC5B-2A3513753D15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19D8A6E9-565C-4ADA-8DE9-B9508759517E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24C14694-395F-4754-9F33-65D300AD068D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222D6C59-9861-4E72-8878-634658E6D2F3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BDA4C103-2BDA-458E-9508-74EFA4F597A7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A89D35A8-1C39-4A36-B66B-3B9F7CD9EB8C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99D339E0-0BA8-4203-B449-DB4213CA21C3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80971F12-2A16-4FFD-B778-A5C1E60D8C7F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0F0EEB2C-F397-4785-9EDC-A612A572BC0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F97D0855-7F52-4F28-AB98-6BD7AA36C4D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94A90A94-FB1A-4686-B1BC-9499FE3E8DC5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0D1E3BE4-2840-4C56-9A59-0FD4D823915A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A75B208-07DB-4D15-AB43-E7E9AB8639C3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A569A01-25E3-496A-9E57-10EA2450D31E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F3833D1-585B-4A25-900B-2198004BCA87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E323F01F-7A6A-4731-AE2D-D33D2ADE6EDB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1BEB379C-36B6-4C21-AB73-3456BF28E6AE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4A622EEA-FCFB-4CFE-A8A8-1E92F5106E67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CECF9B2B-A53E-48B2-87E7-5472F99DDACD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FB061D47-4577-4D46-9130-FEC1607C2DC1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C3FFF3DB-ECBE-4C3A-BA87-FDD70A726008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22135396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19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20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w25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June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5BBAF0A0-0F2E-4689-9F10-3048A51305FD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84A23242-3788-4D69-B174-661E78366370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ED7FC903-28DB-4E49-A5F6-226B11C638D0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B77130C7-041B-475D-A6E1-C0CA37A02136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3CDC0779-A6A5-473E-ACDC-877ADECB7ED7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533CDF84-1EF7-4539-9CB2-E2D520894A63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90C70FDD-4302-4BDC-B6B1-A13BE7F95375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13FDF3C2-29AB-4CEE-AD75-153343236A3E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79DB7CCD-70AE-4640-AC61-CC72E120D977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6B8318F9-D2E5-4152-8494-423E03076B69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96B52694-3FBC-4815-A7C5-A1DFACEA03F8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694D666F-CD0B-4994-8D51-7D3CFD9D4806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7AF3DA8A-A524-4CFA-919A-ED6D93011FC1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E9B2CA9C-4C1A-485E-AB91-CE9477A4530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22A01D2A-B16D-4880-A57B-7056C5CC967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886E2A7F-CF82-47E2-B2FB-0B625E9B87EB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635A1B84-338B-46B1-B2B6-8C23DB6B48FC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4D308D7-DB16-4B3D-967C-997CC59AAFBF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BBF8866-5345-4BB9-A02B-FB960340E613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E1AE1DD-BF86-4008-84DD-D28BD6590C4F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827F6303-3C62-4A80-9335-88CD8132F336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FE22C1C2-3CA3-406C-826F-6185D42CBECF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ABF55E2F-2376-4280-A2E9-B31ED7A84C97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E346000E-A13E-4BF8-A34A-A74E7D3AFF41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10863B50-9F45-4B7F-8C25-D07A9F34BBA9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F409964D-8644-4027-9007-594AED1FC561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426782170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26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27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w26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June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76C02F45-7BBC-4DC4-A696-6C03B43607AA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E4BEC03D-8451-48C1-8938-3EEA50BBB749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E46A8CCC-F543-462C-A4FF-6EE36B231AF2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6821A25B-A4A2-4509-905E-2254D2919C3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A5A0FED1-C194-42CC-A28D-940C6EC11FCA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F8A930FE-6AE1-404F-B4D6-2A38BF693D3B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CBD396D5-30E8-4D45-98C7-0ED1200FC707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F471FC61-B704-48ED-B827-21F51003C23A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44693AA1-2078-4F83-9100-6BDDDBB97C1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EDE77DDA-BECD-4934-A21D-17AAE2E342B2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BE779F64-4801-4066-8F78-4BD122252B94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AB17FA24-D696-4F69-AE1C-04E6008A6CC1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44ED60D0-0D48-496E-B5F4-7E99C39C33C8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1B418C94-26FF-4C29-9659-B5AD3E3C4F7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784DC706-E256-4A56-9A2B-185FA253B35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72BF1887-B37C-4EBB-B0B1-B3267AAE20FA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72EB05A9-8608-45AC-B97C-43F4E81B20C7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73AA92E-A098-4B63-83A5-B5ED650C8D78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56371B6-6ACC-4C86-8F75-5B6D63D15062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1112155-18B2-4056-A237-3C354DB22F05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F27AD1A1-16A6-45AB-9107-2AF67EB4B0CE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3824882A-D666-4534-90D9-5B995F39F38D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27B71A5-17D7-4256-BD3D-47F3FA4FC370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90D3872A-EF9D-49AE-9800-C41712F94471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52BA7E61-5B1A-4CAF-92A4-9015F32793BA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FBA256DE-7F5B-45F3-A914-B36EC45C95BE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57990728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3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4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w27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June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3B661BEE-F7CB-4B4A-B2DF-C9FEA519746E}"/>
              </a:ext>
            </a:extLst>
          </p:cNvPr>
          <p:cNvSpPr txBox="1"/>
          <p:nvPr/>
        </p:nvSpPr>
        <p:spPr>
          <a:xfrm>
            <a:off x="1143684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July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FE01F2C3-D520-45F0-AA76-09B9F46F9BD2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3C612069-7E15-4A25-9776-77BC77CF1D89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2D1176EF-CBA5-4EE9-9A60-9C2C889F89BD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1ABD1C6F-C928-4822-B4CB-01566E68C0F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677BEF8C-D410-464A-BC95-5ECA5171C574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0EF34B62-CCEA-49AA-916C-B36FA73DAF65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E87755E5-902E-4377-972B-6211D1ABEAEE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339F187D-9921-4B92-81D7-6A25086EF281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DB8AD29C-E213-4403-8661-0E0F6D1F3D7E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78BA7118-4E1B-42EE-82C6-05A1E1C91238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B82EEE9A-F683-4126-82BB-8EB669254355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819840DA-F9EB-4B58-A529-C3E83E164434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직사각형 286">
            <a:extLst>
              <a:ext uri="{FF2B5EF4-FFF2-40B4-BE49-F238E27FC236}">
                <a16:creationId xmlns:a16="http://schemas.microsoft.com/office/drawing/2014/main" id="{F5C6EC6D-A2BC-46AC-98D0-70CBF9F4D49F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A7913AF3-3953-4BB2-9343-F9B21E20C7B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1A823D6F-BF4E-406D-B022-1B5F3EF732D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7886E74B-D52D-400E-8736-C05E5AC1FB8B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8E9DFB6C-36F6-4C8C-A649-DB50A642C653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DDBBA3A-7FDD-4421-BE83-9B00A9A0DE10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직사각형 272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5864E05-5D5C-488E-9B84-50CE65CDFF87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4" name="직사각형 273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4528C5F-639A-4447-9FA2-81EB2F3053E7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BF8FCC85-D3FB-49C9-A41A-6F77CB1E83D9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8C5891EF-5559-47D1-A80A-3222D2A6A277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0108EBBF-7C29-4475-A552-EAE49E468A56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0BE4E069-0F0E-410E-A0A1-3BF171A7E4CB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56920A35-2469-40EC-A20A-D4FE74F6CF4A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7708239C-D74C-4B53-93E9-825F5DEC2210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41643762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10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11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w28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July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01F15811-B13B-4ACE-8B8B-087FE6AC9735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571998AD-144F-4F08-8839-58A9AF4FC3DC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DCAC8821-8991-47F3-816B-C32198C1BB05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82559CBA-D40F-4131-AE8A-E7D94747566F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64FBD253-E823-44F9-820E-55ED285E2C36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194470F9-79C5-4495-807E-5A76CCEA7102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DD017AE6-57EE-4E4A-B421-28C1F94CA9F5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20028750-A66E-495F-B846-ED6D264B6EFE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8204840C-7392-464A-AB5D-3FA19823EF36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AAA31526-B220-4642-B8D1-EFC16ED2158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5F1C51A3-4480-4F49-AB5B-D1032498D102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552F88A3-F5D3-4DEA-AED7-608CDCD5ABFE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56DDF574-76F9-454F-BA04-AB9A315ECE2A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2DB4023E-FCB4-4E2C-84C6-E4390982620D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DA3E9195-735F-4907-9E86-ED3D16DE293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42889235-ECFF-4115-A3A5-16224E1DA5E6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6902466C-0A3D-4191-81F2-8E218FB6CEA6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D8C8180-4228-4112-AF2D-798B5CBECCEF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3FCBD07-3AF0-47FF-B796-705DEADB2BAD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376F8BE-70D4-4431-9344-97909580F4BF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76D63F1-C683-4E33-AA30-81B3B2245920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487FF085-3570-4208-9B86-4489C2F6EDDA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CBB29630-EA14-4C5C-8F1B-B01512FD96EE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919FCB9B-8BFD-4077-8336-B261A0268EA9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2323011C-7656-4B2D-B922-BD033154F361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C775E36D-7DE2-4054-9782-D79E77FD4CE3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65650009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17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18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w29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July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AE9E904E-2DB2-40C5-B679-85C8ACC80FC7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8AADF5D0-E415-4235-B880-9C7A2DFA25DD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69A570EE-F738-4A87-B822-F4009F3E5BFA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68E027A2-E8F4-4954-AA2C-FB063E17B7A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994BC637-CAF3-4F22-A382-3E17E2EA4492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7897D776-BA06-457C-9810-1A6CDA1861B9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7BD16E4D-ED81-479E-B9C5-115BE1A8E8EF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94AB8C3E-0C18-4692-B845-D2C6C60A0DA2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9" name="직사각형 288">
            <a:extLst>
              <a:ext uri="{FF2B5EF4-FFF2-40B4-BE49-F238E27FC236}">
                <a16:creationId xmlns:a16="http://schemas.microsoft.com/office/drawing/2014/main" id="{39FB00DE-40FC-40F8-A36A-1293072D73AF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0" name="직사각형 289">
            <a:extLst>
              <a:ext uri="{FF2B5EF4-FFF2-40B4-BE49-F238E27FC236}">
                <a16:creationId xmlns:a16="http://schemas.microsoft.com/office/drawing/2014/main" id="{4D426107-E7E7-40A4-AC62-2FD8E71E5DF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1" name="직사각형 290">
            <a:extLst>
              <a:ext uri="{FF2B5EF4-FFF2-40B4-BE49-F238E27FC236}">
                <a16:creationId xmlns:a16="http://schemas.microsoft.com/office/drawing/2014/main" id="{0F85E46F-3489-43A4-B673-D87400CAF3B1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2" name="직사각형 291">
            <a:extLst>
              <a:ext uri="{FF2B5EF4-FFF2-40B4-BE49-F238E27FC236}">
                <a16:creationId xmlns:a16="http://schemas.microsoft.com/office/drawing/2014/main" id="{C4B08ADD-FDC3-446D-8E58-D79189E07EC7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8470FABC-DF3C-43D7-A37C-C9B74620D44D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4" name="TextBox 293">
            <a:extLst>
              <a:ext uri="{FF2B5EF4-FFF2-40B4-BE49-F238E27FC236}">
                <a16:creationId xmlns:a16="http://schemas.microsoft.com/office/drawing/2014/main" id="{6FCDE98D-467B-44E1-83A8-916EE60F0917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AF2ED208-FBAA-4DFF-AAEF-0C2BDB08D33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DD20F51C-345A-4BA3-9CEB-D29318C9550B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C9214668-510B-404A-98EC-0AFF4902EEA3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CA28556-1A80-490A-A4EA-0B922D94308D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E9142E0-7A6E-453A-847B-29F659EA78CA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40ABCFC-8273-44C4-8787-2ABEB777D466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FD260B63-6D6A-4D41-83AA-AC6AE7768A05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8443FE3E-6096-43D0-8B85-AFC795F92BB8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B374CFC5-0A2E-401E-A1C6-E489C19CB2BF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7280AAA0-7532-4CEE-A69E-13EDA1BE4D2E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D722C347-705E-4F1A-AAAC-50E1E55C4CCB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184DCB79-853A-4356-807D-8A63EA2D82AC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92952227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24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25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w30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July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8D8F4468-9336-44BA-AA5A-EB9C94CCC152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4D470BE4-7F93-4D40-B299-6ED7095AF6CF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BA075FCE-7BAC-4998-9FD5-E863DBF265E8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8FE28F0A-C500-4F9C-8EF3-0A4AC9FFE4B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77FB743E-5DD4-4127-88BD-14BD3E713F01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909A4C4D-2FAB-4E0F-91E8-430ED751D01E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CB3D1E6E-0A95-423C-8D1A-D482BA106EFA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095BF945-45FF-4E1D-93C7-493F4BE8A9AA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C179296B-5A75-431E-9155-CDD3050A098E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1ADC9DA2-8850-4311-8143-F25C58206536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717C4F30-6D04-4638-B488-056C9DED418E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D1989439-4898-4669-9F04-D1A3B8194B9F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7F39249D-11D2-4F25-A49D-F266CD085620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16D39561-ACF7-42BC-BB64-31DD8C160AF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25387110-C812-4B88-81CD-8A2BFF9AC4A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D7ABBEE7-BC44-4A69-9D41-43A198BE66D9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7FD07FA1-F9EB-4566-8344-0934E72E736A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D8B5556-AD51-4FA5-B60E-5A32C45F8A0A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5783A0A-DF26-4E9E-A229-052A6E6E994E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E1E8F7A-2757-423C-8E1A-9A24CFE53B02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DE12F2C9-62ED-4F76-A1E2-B548CFE9A99E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473FAA13-846F-4AE7-B71B-721A0AD74A6D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6DA6E630-A83B-4E0E-8803-97D8BD3FE645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5E3F1FC2-474C-4B54-A1CF-BD65A691757C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7F19B719-A069-480D-A966-30309147F9AB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20AAFFB4-4F67-442B-B707-70C5E7C9A76F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23312969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31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w31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July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424BD41-4B73-40B3-92BC-E75A9639EE93}"/>
              </a:ext>
            </a:extLst>
          </p:cNvPr>
          <p:cNvSpPr txBox="1"/>
          <p:nvPr/>
        </p:nvSpPr>
        <p:spPr>
          <a:xfrm>
            <a:off x="1899273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August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FC00677B-6419-4B3B-8A20-3E4CCD06AEBB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8942A036-199D-4D82-9A12-A71D84F35648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8EAE0BFC-FFE2-4306-9F2B-438012BC3FDA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EF5F361E-E25D-49D0-8B38-1490F2D5980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4E4BF35C-A98F-4DB3-8EB5-9A70177E005D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E365868B-72CD-4A75-BC58-4AB582D30B65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F60C3C89-3B80-4DA7-B27B-DA5DF61001D2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9516C17D-986A-4BBF-8641-9ED6BC321FA1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421963BF-B7D8-45FB-AECF-F001D6227A1E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4543DBAA-1AAF-422D-99EA-52D56F80D662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E474CD07-B12E-4262-8FA1-68C9373A05AA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46013A41-0614-4F55-9E1E-943DF44BA511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직사각형 286">
            <a:extLst>
              <a:ext uri="{FF2B5EF4-FFF2-40B4-BE49-F238E27FC236}">
                <a16:creationId xmlns:a16="http://schemas.microsoft.com/office/drawing/2014/main" id="{61FAA946-6594-44B8-B1E0-0E17FD7D582F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2C06659A-E408-454B-86A2-D84DBC64A3A2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9978916A-5752-4E72-9577-4EF86B406AE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9F340509-9FEE-498D-9901-0559CF7F24E2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99F295F2-2252-4468-A801-B945523966D0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EB401B9-EBAC-495B-92D2-F9879D9AFE9B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직사각형 272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929F01E-A3D1-45EB-A361-7A4076C0CA0D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4" name="직사각형 273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4309EED-37AF-4BD6-81D6-DC4C8EA65BB9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2993012D-E3DC-4E18-9DCF-BD7EC1F39CFA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9CA82749-6B3A-4FE0-B8FC-FE61599B57A4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8BE60F78-D40C-4576-BD80-5213FE9875FD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32D40A48-DFFB-482D-A5F1-1DCA45FA3473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01E5B543-337B-4C42-A3E3-5CD0E0913C13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6AD1B86F-C931-43D7-91FE-1666EF5F3C4E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75277230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7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8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w32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August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1EB32A7D-2A18-4500-BFA4-59AD79F21F4A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4BA5E1CB-7A6D-4479-A35C-E697232A5597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172974EC-3C35-4CFE-9FD6-3238D85D6207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EE410481-39E0-4D16-A41E-FCDB2536AF96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2E2E06D4-A3BA-4D97-968C-95A5047C4525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59065D92-9446-432D-ADAC-6868CA40AE2B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D694A763-895C-49D7-BAE0-0AB07862CA2E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B3AA4414-E2E3-40DB-B417-45D796AF4E14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019BD606-95F3-425A-9BF2-9ADAADFFBDFA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FBCBACBB-3E63-494D-846C-8D7076645E30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F1430968-92C8-46BE-8B7A-D9C6E2E478BC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CD7BF19A-CD03-46F1-A923-E83381113FF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3DB01581-55C7-4EF9-9ED8-99A0983B85BF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44E1A04A-82BB-4122-B254-514D6DFF4BEE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FEAB4638-E6B5-47C1-8014-F33574DCF25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2B8ACE8C-6CC2-430E-9B8E-7CAB00CA690A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190448F0-2225-47E8-AFE1-D12E613D5604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87C11E6-462A-43B0-A8C8-F6A9F5B4FDB6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754850A-7728-4D76-AFDE-C7C08442F47B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15EEB48-2C18-4155-8879-BABE426D8047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1DC00CC2-7A56-4A87-91BA-B416F31EDBA5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BAA902F8-2EE7-4450-A602-5159A9ED0810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D5BD6381-294C-4067-A61B-748EFA47A1B1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D76553B7-AE6C-44D0-A339-6C6447831AB3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FCF1DDB3-BF73-4D21-8978-9FD03C32E650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5E87DEC3-DD15-4F72-B2F8-2EE7530FBBD6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79171628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14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15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w33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August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E6A87BEF-FA2F-4D10-89F8-EE5949363A78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951B3712-1FEC-413E-A12C-8F60161F77B0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8B05B075-00AD-4647-851B-8E27ED22BBBE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499D8FDE-DCFE-4584-BE9A-EE23303A7BB2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9F169BCF-4F60-40AC-8E0F-B6002B3BA322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93EEBDBA-E88A-4350-892C-272B046824B5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7FBD059F-FA5C-4AF8-BB13-9F42051E4767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711AD84A-E0CE-45C5-A13A-AA5E83812D3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49E6D3FB-6F85-4338-A1AF-48C3D1597E09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4E11014F-5CD3-4659-93CF-AD9179A66281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19B0601F-8B74-4A3A-97C3-B2869DF56D32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7D9560D5-AE68-43BA-A750-247BA736E82A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97E6ECE4-88C4-4DA2-B874-98C1232DDA4E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BE9A0EDB-8DB4-4746-9DCF-8E1C7BA1608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EA66FD9E-C916-4418-A676-EAB870BF57E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83C12A7E-26F6-462E-831A-3B83F9C04363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FD3D5819-6617-4D19-966D-B83916D31F41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21EE7DD-5CB8-4F6F-A668-A3468CF91C05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44E0C6B-CFB1-40DB-A644-2591E834B2D3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61A334F-93B1-4C46-B4C7-690A311CA3C3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2366F4DC-7ED4-4D82-905D-4A0567BA70F6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33470661-A81A-4C61-B01A-974142773C66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4C34FDC4-7405-4B88-ACD1-A1BEDFFB6D17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9D4735C1-5345-4CC2-9BDD-5F081D18868C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325875F6-B0E8-411F-8D49-BF5671D4F201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9E32E0C9-60B7-4E3D-A462-74CFD82926B8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52157979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21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22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w34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August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195B9892-87DB-4C3F-9BC0-E0081DD26BDF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B81F52E9-E43E-43D5-A17D-2A0A50AA7070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C6398BFD-DBB7-42ED-9F56-9099F64372AA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925592A8-84FC-4C55-8494-E1577FE69BB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7CB9E04E-E8AC-489B-8C7F-ED65642A82A8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BF67656C-7B78-41CF-9227-0B9C8B645D4F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9CC2A751-B2DE-4CBE-B91C-336ADB17D4DC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01CC0381-D7B6-4D8A-93C1-A879EAF413A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C2DA0A56-806B-4561-AF71-F39EE372675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B7736CBB-6338-4AC6-B7D2-880167219267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225A9D30-2F34-4D74-BE7F-507649F840A9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EFC78968-74DF-48F9-9687-774C619B1CFF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05A26F75-5D10-4187-9A03-8959EE17E61F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B25BCAEE-C895-4069-A918-397C661A2167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760035C6-9372-4C09-82C1-1DA0BC7035D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6B59213E-726A-4C95-986C-B98733E37B89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64C61C33-4B9C-4D55-8603-81816BB2F052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152C178-33F3-4DF4-BA87-A3B5926E6744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CAFD9AE-42FF-4EBF-98F3-384AA5337F44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A2FA2AE-20B8-4939-8D49-8151E074D8C7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B73D7736-2EE0-47F1-9F29-2AE0307A92A5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3E0000AB-E231-429B-9A66-78ED02ADEB53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704635EF-E459-4C5F-86F7-EEB2BEFD4307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25927511-8A0C-4EFE-ADE7-680FF5A1780B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FFB79B2D-D80B-40ED-BBFD-4F704227B8D5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121A5C22-45C5-4B85-96F8-B61747875218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87102957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28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29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w35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August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B6CADC5D-ABBA-4420-AAFB-9A610DFCD7EB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F60B907F-AF02-41A7-83E5-9BF7F7A0CFF2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36A65063-FCA3-49D4-95CD-AA2E71EEF22B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C7FA704E-A76E-4585-B6EB-4A191F86B3C2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D385578B-77D0-4D66-8010-B3DF8FFCE7D6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6D2D71B2-CFD3-4B62-8037-1AF861D11E01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A8DA0D90-8A9F-4D03-879D-2B31135FCD83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5E9A948F-7705-427C-B646-EDD9608E402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5D874737-79CE-4469-BC27-2D1411331774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9C6EA4CB-E1EA-4F0E-99D4-E41D032C5857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AD2A4004-AB73-4F42-94ED-72EB22F91E75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DC5E53FB-13D3-4AD5-B990-1A45612848BC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48F8CBDB-3E4B-4C69-A030-FA334E255D93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C005B647-964A-4454-8E4F-E452C686D151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2D4DE9A9-D1F6-4135-8C7E-98A6E808DD8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3343A725-3E5F-4E0C-846B-6BD408C9C6DF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EFC5CF57-333B-453A-890E-3DA884DE658C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4231AB8-DF51-4526-9D30-6C6644148130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554D441-C144-43AA-A6B6-34FF672A29F4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C23DAD3-7416-4AE4-9305-D0484D86DCBD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D78DE579-2897-421B-BC41-3B7B69DF577D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C446801D-1D62-414A-9F1C-8C7DBA45E106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6FC01561-970D-4A35-840E-60D6FC806F18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9F1A14AC-3677-42C6-8C2E-3F92D6EA6CFD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B4EAEFB9-0DAB-4CF1-8F4A-F153926A0579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D9A3C92C-78E8-4C50-940C-71363CE7BAAD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411668922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4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5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w36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August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2B02E86C-8EE4-42CF-99F7-8A6E0B2D2518}"/>
              </a:ext>
            </a:extLst>
          </p:cNvPr>
          <p:cNvSpPr txBox="1"/>
          <p:nvPr/>
        </p:nvSpPr>
        <p:spPr>
          <a:xfrm>
            <a:off x="7668076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September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14B26B28-90B5-4C70-9151-DB11FB64C823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C88DB630-223A-4A38-8ACA-40A88C8D87A8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A63740CA-D87E-4619-A2F7-6D7765449D3A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8B7B365F-3E68-4DCC-8DB7-11E9970252F5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AC334428-40B9-48BA-8FFB-3EEAF212CBE6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294D034C-FC2B-47B4-9781-A0288AD801D6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CDCF9E5B-E6AB-4284-B8C0-43481F31E74F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3CE94227-8401-4DAE-A569-AF11F2359228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E56192EB-3C40-4C93-8129-AA2216D7816A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D153407C-D13C-483F-9545-4A37536ECE4A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42707828-8F88-4FAE-92D9-19E093406122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645E0401-120D-4F96-A3C8-1BEE48E32A07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직사각형 286">
            <a:extLst>
              <a:ext uri="{FF2B5EF4-FFF2-40B4-BE49-F238E27FC236}">
                <a16:creationId xmlns:a16="http://schemas.microsoft.com/office/drawing/2014/main" id="{85116C39-DD7D-4D4F-AFDB-018FB24E8C10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EC63D935-C16A-4265-B07B-5154BB59C23D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CF19ADC4-8ECD-48DD-BF65-0A5C5BEA656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82DB1091-960A-462E-B217-6266CF4C5C4A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74B7A991-0612-4491-B829-6C256A9A2400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8905018-4C31-403E-A989-1D662CCEBC50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직사각형 272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B112143-A955-4D29-B147-E754F44B44A7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4" name="직사각형 273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7E39B21-4899-4EC1-8B8C-C700E60D830D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12F7CD39-C518-4BA6-ABDD-4E8483147B09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64AA5AFA-2473-4A77-9EBC-52673E17D145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A54A0C6E-0ECB-45EA-A244-38F703C9D76E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CE49372C-1B40-4492-833B-9142FDC50962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0F7F285D-3A6A-4224-80AC-61A47F504324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EB2B69A8-8E94-4148-BD87-B710F0D406F6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91862561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11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12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w37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September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5602133-745A-4FDC-BF10-A509F1B152C6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098EB897-7D1F-4E9D-96AA-B7AB079820FC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E64FE962-2077-4612-899D-830C7DBB6768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CE52D489-A71B-4EDC-B75C-0384B42AC199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DF80DAA5-C4FF-4538-A72D-D27BC1FA7149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F175F0AA-1ACF-4FF7-9B8D-925073C1F2EA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FBC66BA0-2647-4351-9137-E16F06FD93F4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E18689EA-9355-40D4-8DD8-68C496C8E421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061E304C-47D1-4E3A-818C-1FA87A60BDDD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7469DB7F-D102-4E23-AA00-E4D29AAA1DC1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69CE1CA9-A0CD-4812-89BC-631CABE1B38A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F4F081DB-F0CF-49B1-8FF6-D7256A60D401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9607B49D-4D9F-44DA-824F-0BBE122D00D8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D80D3F79-2906-4CCD-B67F-F97A31F01572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B71E7C2F-FB6C-4819-915D-3106D96ED19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11D36032-6111-4F0A-BA05-AEAA91BB68D0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802F57FD-E46B-4B58-AAA7-61B7513CA121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550445A-BF2A-4C50-9086-F7498BD0D3A1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98DAF06-6845-4618-9422-06580B697DD5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1C6086B-47E6-46BF-ACD3-DCA61D398858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DE0F55F-20A1-4014-8791-5FBC81EFF541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AAC7BAEB-8580-4614-8554-54A25E431180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CD6EC242-7D99-4AAF-AAC1-F8D4415426C1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91EB6163-0BFB-49E3-9DEB-5CFA06850EA5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ABE4E48A-6C6E-4F96-AE26-F017FF37E042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287E5256-FB6B-40B8-960C-FC9E4278B32D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71200907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18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19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w38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September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15D9184-29B5-405B-A5D7-275A9BB422A5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0A31B545-0E50-4F90-8DF5-002996C00743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2129FC13-408D-4D06-B350-6406FCEF2039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1A2A4BF0-68C1-4B46-9D62-DBE7629F7826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445491E9-75AB-45C5-90D2-8B7012625A01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303828C5-884F-4F75-B5C2-A3B8D712E68F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BF392957-02D6-41C3-9729-09B55D1F08BD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7569DBC0-10CF-422A-8B0C-3417624BF34D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D0B6B999-038F-42B9-AA24-0336D76F1691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14AB9362-0E62-4860-BEC8-E0B0F0D3A45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DB5A69E2-214C-4D23-8D16-CF0E5746FB5C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E009CDC0-9A74-46E8-BADE-B3E581F6472A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4841AB18-DDBD-4369-9A86-C364642D22D9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B2CF772F-B2CB-404F-AC76-62103006D78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0F4AD5FB-EB15-450A-A2D4-FB5B364F6A9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9A9BE5B1-8CA4-466D-B804-E55F08E7ED1A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E27B4949-5943-47F9-95E5-5EA3470131C9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F1AA80B-86A0-4604-A2BF-A3AD6B73BFF8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A27EF08-91FD-4B06-A195-B410339A850B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BAFAEDE-9305-4B0F-A133-797AE3FDD968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ED9BF913-15D4-4FD7-A9BC-C23797ACD032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3E6A9A3B-B639-4CEF-823E-E6A10EBAD8A0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511527FE-DA12-48A5-990F-DE20A009F04C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E5808DB9-6712-4A1A-AE53-2CC75FEC6D49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6032A34F-871C-4D3A-A760-E7F580CBAE7A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C2CAE6D4-5ACC-4A06-95AA-DAF6C9BB0364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42485698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25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26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w39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September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E4E66531-E33A-4F01-83B2-875E148BF01B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A7F9B1F2-9153-400D-8C94-4553197EF346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695AE2F3-8B1D-441D-BB93-B8FEBA671249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13D35C89-AA06-4CDE-88FF-D8621DD69523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2E85E6DE-E683-4E14-BD3B-B9EC156AE1AA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D601043C-AA79-4044-8D8E-7F56DFD25EF0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851158DC-8971-459D-984C-25ABE953D078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7C2DB6D4-97CF-484D-A832-1E2A35807161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63B773CE-4DA7-4659-82C0-DB679E10B2BC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168B54C4-2959-41A6-9E14-3DD99FCA4F11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F56935A9-3B4F-4720-83E7-85703B537514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17786D2D-6456-4F5A-92F2-9545C4B96A47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8CABA071-0F12-426B-A13C-A182D9D8B07B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A72971B4-3688-4D7A-839B-B0ED650504E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FC5B522D-AFBB-4987-A49C-0CE1A603A69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6694BDDA-1F35-4859-AA68-8152B00361EA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022284B2-9BAC-4541-A776-9F39B79C7334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B622BAC-34CD-4C9A-BE8B-397294ED1873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74822A2-0CAA-425E-AEF1-3F059D27A980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53FE69B-99AA-4A3D-B3A7-59D65BD014E0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8AA82526-51B9-4E17-8CAC-2C2A62B9C999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EA78D72F-5A3E-44D8-960C-426203552D58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6D38993C-4599-4622-9E82-C720007D0B4F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06418DDB-EE3A-4C58-B3C9-603F952C4669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95931D16-DAD7-4032-89DA-FD9C5E1DB247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0F7F5E26-3DBB-493A-9F71-10B08D7DDDD2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72391984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00B0F0"/>
                </a:solidFill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dirty="0">
              <a:solidFill>
                <a:srgbClr val="00B0F0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3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w40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September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rgbClr val="00B0F0"/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569CF15-5026-4186-941B-FB8F35D5C6B9}"/>
              </a:ext>
            </a:extLst>
          </p:cNvPr>
          <p:cNvSpPr txBox="1"/>
          <p:nvPr/>
        </p:nvSpPr>
        <p:spPr>
          <a:xfrm>
            <a:off x="1521983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October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C36EFCF6-BDB9-4C29-A343-19E8A2150544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2655CAE3-4889-4FD6-872D-F47C4EFD731B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D5235100-E1F6-44B5-AAB9-1DC5BD0A02B8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EB92A369-B4A8-4632-9CD7-30886B1F8EBF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332E4DCD-8D79-4C3C-8A6A-EF94257DDC2B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E499EA59-D578-444B-9CE7-0B69D3D91922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3121A336-E43F-4015-9E3F-FF8D14D293BD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9" name="직사각형 288">
            <a:extLst>
              <a:ext uri="{FF2B5EF4-FFF2-40B4-BE49-F238E27FC236}">
                <a16:creationId xmlns:a16="http://schemas.microsoft.com/office/drawing/2014/main" id="{D57F271F-82F1-4329-99D8-7928C4882E25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0" name="직사각형 289">
            <a:extLst>
              <a:ext uri="{FF2B5EF4-FFF2-40B4-BE49-F238E27FC236}">
                <a16:creationId xmlns:a16="http://schemas.microsoft.com/office/drawing/2014/main" id="{21246CB5-419A-4E2E-A282-6B50727EEE74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1" name="직사각형 290">
            <a:extLst>
              <a:ext uri="{FF2B5EF4-FFF2-40B4-BE49-F238E27FC236}">
                <a16:creationId xmlns:a16="http://schemas.microsoft.com/office/drawing/2014/main" id="{0A1FC588-A6F4-485C-9B17-D8E883743D2A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2" name="직사각형 291">
            <a:extLst>
              <a:ext uri="{FF2B5EF4-FFF2-40B4-BE49-F238E27FC236}">
                <a16:creationId xmlns:a16="http://schemas.microsoft.com/office/drawing/2014/main" id="{DB02A5EC-29A2-48F8-8229-2A7B491A12D3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8EAAC9EB-9ED7-44BC-B76B-EFFA0235FBBF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7AADE67-1466-4436-B97A-4DCE4F09398E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CE1BF4F2-F036-4307-8310-9AE40D49A803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58D97ED5-B71E-4687-A886-B750D83F326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08A037CD-D83E-440B-A989-7194E95D4CA1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85EBC9F5-B810-434A-B7C2-68846654F07B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77ADEAB-03BF-4614-B206-AD11F837EBCA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직사각형 263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CB5732F-7D94-4667-A6B8-1D40883B0545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B58560E-0108-4816-BCAA-5A905B0C2E51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DE7D182B-837C-4010-BE1C-5225DB81AF26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17B4A8D2-CE87-4991-B0C7-5A8EC1A5041E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2D81130D-52F5-45C4-897D-24CE8D8041E3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6CDDBD25-573F-4B61-A3D5-6CF008F60795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A32D1AE4-EBA1-4317-B9A9-85FF56CC0A17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1C7A0CE2-AD78-46EF-9B3F-19386FC10B03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69721861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9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10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w41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October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5ACEC4D3-4677-433B-9C86-4BFF6AC5DC34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F96A51C4-28CA-49CC-AA54-BA0BC6E74B91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6F276991-AB11-48FB-AF77-CD82E19776DE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7C482967-8F6D-4FF6-9628-F677B229100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4A009851-3B9D-4721-94C2-09808ACF6B46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FBA3871F-ECCE-48D0-B2A7-803997FD8BB2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CDA8A526-8094-4DF2-B43E-B71EDF469C01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A6D60442-2DE4-4046-9B2E-1739789750F2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9" name="직사각형 288">
            <a:extLst>
              <a:ext uri="{FF2B5EF4-FFF2-40B4-BE49-F238E27FC236}">
                <a16:creationId xmlns:a16="http://schemas.microsoft.com/office/drawing/2014/main" id="{A16A900E-3733-485D-922B-C2BC6AFC8917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0" name="직사각형 289">
            <a:extLst>
              <a:ext uri="{FF2B5EF4-FFF2-40B4-BE49-F238E27FC236}">
                <a16:creationId xmlns:a16="http://schemas.microsoft.com/office/drawing/2014/main" id="{4D305DFD-38D9-464F-B9B8-956C16118F54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1" name="직사각형 290">
            <a:extLst>
              <a:ext uri="{FF2B5EF4-FFF2-40B4-BE49-F238E27FC236}">
                <a16:creationId xmlns:a16="http://schemas.microsoft.com/office/drawing/2014/main" id="{246D7160-554F-4884-AA5F-2468BF6F8AC3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2" name="직사각형 291">
            <a:extLst>
              <a:ext uri="{FF2B5EF4-FFF2-40B4-BE49-F238E27FC236}">
                <a16:creationId xmlns:a16="http://schemas.microsoft.com/office/drawing/2014/main" id="{2969A1F5-8883-4D2B-BAAD-26829D20B79E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6A30C9C5-F6BE-47E8-B22B-D4C44AC77AA2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94" name="TextBox 293">
            <a:extLst>
              <a:ext uri="{FF2B5EF4-FFF2-40B4-BE49-F238E27FC236}">
                <a16:creationId xmlns:a16="http://schemas.microsoft.com/office/drawing/2014/main" id="{FF6E4C77-E33A-48C2-9877-7E5232D982E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02DFB981-D85F-4B0A-B4DF-C48C9C20522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3CEE4531-7945-42D0-97BA-C56DC262D859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0FF1DE38-EBE2-4C64-95A4-B5585C95A24A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5BBDD2C-2202-47EB-B47D-AFB5017D4D53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7D531F7-903D-41C4-AB1E-963E14D4E6A3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A54BDDD-39F9-49F5-90F6-EA869DC99081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422AC43C-B634-41AE-B782-5FBB517130C5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16CCB068-6C38-4A42-98E8-41CF72DEBCA4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D8B28C2C-1E8C-47AF-B9F0-3FF6A9B23D26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72C25835-B861-4456-9FDB-7357318054AB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4E9AA485-891A-4F80-A4AD-0E99C0B4EE93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ADA2F47A-A114-4640-8ADA-3C54BCE5D0A7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97193326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16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17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w42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October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7C4D9FC0-366B-4E55-B64E-D5502C2D28C4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0129C64D-797B-492B-BAC3-2CFC6AB5E442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FA9C326C-F470-4725-8C46-E6382FBF295A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28823D5D-949A-49E5-A6D5-7A8E0EFEB02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D4C3CE2E-50AF-4F7A-83F2-78EC5EBC3D2F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5C43C0E9-2C9E-40CD-96CF-84678B4005EC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3B26FE1A-F47A-4317-A5C3-B054355186C2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7E069900-1280-4ED1-B12E-C7E8A011282E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AEAA7314-BAA3-4262-94C8-EFB722D4E48F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470C6507-9AE0-4C63-A1B9-EA29C96D2CE5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BC37F231-BA56-49BA-9528-2DC1F6BB5DC6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A7798ECD-CA45-46B5-90CD-57FD30535B81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9450253-8CBA-47CE-9498-4FC8457AF7F6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D2DA6D40-2C5B-47FD-AF36-DF8DFF3D8C2D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EAA2CE22-6376-47F9-BC31-1C86F514FCF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164E2B43-B18D-4F5E-982C-9DBA1CA525F6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2AE1EDA2-18EB-4B49-ABE6-D4E46260C095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3449667-5199-4356-B639-3E15B0A767F5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CDC363F-3C97-4581-9EC8-E96E758D7EEA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219306E-CD6F-4C6B-9B88-1E80F5BAF05F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A6A45FFA-223A-4252-AC1E-8BD3D69A72A4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3F2001DC-8718-4DD4-8337-5FEF2B858379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950F91D-591C-442C-88F6-92A72A9514B0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9B25955D-82AC-4182-883A-D49E5D33280A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3EA07298-5A02-46F7-9B14-DC2DAEED8E10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B9FA268A-D813-4DA0-ABE3-43907656421B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970002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23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24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w43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October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A21F43D8-1811-4517-ACB7-8B27F51799F7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12AFADAA-9C4B-4305-B1B6-72D8C997F520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C92E55D4-3414-4860-9534-D1B4A60AAF7B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9C5EA45E-52D9-4530-83A2-719B2E2E125F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76E28235-9877-45FC-859E-6CA91A99228B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AD05B9A7-7312-4076-AC76-B0C7E19CA55C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01BA7B83-5E27-4890-9592-AA6EF7D7C8E0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AD855766-DEB0-41E7-B6CE-3AB3555663C4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3F263DE9-5512-43C5-8463-734DC39E8C35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A8D903F2-B10D-4207-90B8-B68F27F75D5A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7EDAA6E6-0170-497D-875C-42F37AE185A6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AAE27770-6D19-4F56-AAA8-A45181556D54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1716A728-2CFB-4C6B-806F-2E6E0BE2A19B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40C9ECBF-2320-4930-B9B8-BB35ED8D8AA6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9CBA0CE1-2FCC-4807-8745-B2FCCA918E3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1118FA9A-0C7D-4C0E-AB4F-7DF7E5261212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ACBDA485-3F99-4C70-AB26-631141FBDA10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65C4FE3-992E-475F-A724-F2931D11087B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3EFB1F8-41EF-4B89-91F2-3466EA045361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AD001AD-D6F0-4D8D-A428-28CA2B4FE682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8FCB4E9A-5377-451A-85A2-61AAB26E9F55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0072E1F3-5256-43A2-B4BD-399E039AB25C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826FCA42-D04D-4B04-8CC9-5D545AF4CFCE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944F85DD-6C16-48A6-8C38-41A91F032F6C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C7BF0930-8BD8-42DD-BCA3-391898CC93FE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6746E90E-FBD1-4DDC-821E-5A791A4BEFA1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51245215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30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31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w44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October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D017C738-73E5-4582-850C-6F84A3AEE5A9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E1C5DA81-1D40-4092-AD78-FBB0A33051D0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C12AD503-DE7B-4288-A123-F40A1788F68D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4B30A5D4-2461-4373-AE4A-87ED52960D24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ABF660B0-A557-4B14-AE0A-B4DE646B4ADF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480B2A26-57A8-48A6-9ACB-7DCFDE5B72C9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D82CDCAA-AF37-4B59-8C5E-436D71681930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F50226B2-65E4-47EA-B9B1-BE9F811F9C75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3AD35FE4-D5CE-49E2-A815-540F552F1818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435249C5-184F-4159-9DF1-429AC0BBAA69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4F42A857-15DE-49C6-9D16-215794DDBCD3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5F6A6EBF-F98D-4473-A441-05AB3D9D520C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BE6F04F6-9174-4AC2-BA84-BA65D6D4DCD2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03ACBF72-DC4D-4225-B460-9F98429214E0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97ED3D39-E7D5-4C40-A698-B8572DC76CA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ECCD5445-966A-4583-BD6D-C340B8BE2C68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B3FF2EC1-C1D9-49BC-A3B9-1E87F335B7E9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260F3BC-782F-4CE3-BF9B-5F9D6D599D2D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EB5F060-BF74-4198-922E-D0E470CF07A5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8F3C0CD-53CC-429E-88D1-944B332B1D6D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7B2B625F-7745-42E7-B66A-5DDD845A5DAB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A21CA026-CCD1-4A9E-AA6F-224FDEE3EC15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9443764-CFD8-4930-8298-06099512B8CA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BBB9E528-E656-4881-B1B6-E46030FB9C8E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5F63CC66-3D8D-4592-9CA3-84F47AE694E8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C2BC8C31-909B-4445-A198-28EDCCB896B3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333892472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6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7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w45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November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980A6B51-4128-4C32-A4B5-45069F91E6AD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E1E800DF-F512-4DE9-A48E-40D271DDC244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776299B8-C80C-45D5-A715-FD567E8F57AA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DF387105-CF1E-4F5B-BA6F-A19DAAE2025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844B04B2-FAF9-4B59-818D-43EE7671B9A0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C88A4D1A-6A10-4379-8333-8816117BFA8E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7EE16D9F-253F-472E-9C94-A841B0CA5A67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193C1788-BF53-4046-B99A-79800CB4241D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24B62C93-82D0-4665-9D00-3EE90AFCB94B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5E02733E-368B-4467-A611-110FD42D4E2C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1EEAD152-0D0C-4574-BECB-FE245991719B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986C0E60-5C25-45AA-AA45-93134DED8B9F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DD5BC968-7149-45E6-9636-04BCF9C842C8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4F5B085F-6904-4A32-A3C8-06259B980DA1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1B581CA7-4A30-4FDF-9C1C-324E2148AE4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2CFCF713-1634-433D-91AE-A782F3AC7623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80AC7F41-AEC1-4AA5-8615-B6BDDA5079F2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9977CBB-8F19-4AFC-97DD-E5CD030E477A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5D4886A-45DD-47B4-81A0-1756D609966F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15B7C40-431F-4AAE-8994-807B9944F4D8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CBFDF1F6-BFD8-4D99-8F44-F125AC867226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A00DED2E-1F53-4AB8-9934-B77CD3DC885B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DB1A205B-8D51-4DD6-AD4B-6666B9BC1CAA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3F6B37B1-700E-4107-B9EC-BE8227E9C8F6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D7B59A22-05A3-4A2A-9D85-3AD0481FD36C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B0B6F676-DEAE-44C3-B7DE-D9D9076C8FF3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3649673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13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14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w46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November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B2C0D06-7C9E-4880-947E-4FD1FA27CFDB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75905372-4FAB-4699-8ED5-DE3781933FC0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33EA0092-B998-40B6-89B5-9380FB0EF18A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296D7ACE-7156-4451-A4C1-9283ED44FEEF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C6D81B5C-82C7-444B-B3DE-7C41AB381170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424BE899-E19D-430F-8D6F-6C0EE9F4FA39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464901A8-14F5-4962-AD09-7BF64447DF08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F459DDE1-2AA4-41C0-B8C4-4B44C241F1B7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F0D868F3-512C-4A6C-9E30-B65A96E6871F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86FB44A1-B1E4-4F5D-97F4-73B32F33D577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82C57527-2BEE-4079-96F9-D03F78DA7448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043F37CE-5086-4375-8D2F-81D15427D84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D1358844-0B2C-4CE9-9FA7-B797D8AE9A1D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B6F761E1-3707-4085-AEB6-E14006761BB8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69631A40-8C4C-44D6-8D0D-B0A64FBD038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0ADAAB35-EBDF-460C-9154-DC1CD1D13717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12E17DB3-9647-4575-BFE2-89247FB7D5E9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2913AFD-36C4-4BD5-9D32-5D42C8362956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D98CF68-2221-4AB6-ADC4-6F1B224A8BDD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48DE3F2-46E6-4180-9DAA-440588A83F65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0CD3156C-4186-43D0-948D-75EC7AB44197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B6EC8E4F-E3E5-421C-A9F3-7091F10A4A06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2D445A89-601C-498E-9D97-2F49BDF0A840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5FE6C3B0-2B30-4D5C-BBC7-DB128ECFE91A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097304D5-5017-4339-A1C9-F946F0EB6040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5F8CD368-A234-445B-9DD7-F0AE3D2CD8F5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20776705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20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21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w47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November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5F7806D0-CDA9-4083-BF4E-CBF1A4FE2F27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A814C770-20D0-49F1-8798-32D438E9E11B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861B8B3A-E7E3-41AA-B31A-1E0D06CEE446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3F17F05C-7719-4702-9738-E498641488F1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92A28283-FB9D-45D9-A8DD-1B4324E78675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D080D69F-A80D-4F62-BA53-949ABB074BFD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32F31BB7-B8D2-42EA-841D-9C9C1CD7AA03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4DCA306B-533A-40CB-A9BA-93CD488AE09C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092E9842-E83E-4FAC-875C-DAD1D9DE1C4B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FFBCE5E0-D882-4BED-961C-55A266F7EC62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566D1F84-38A7-4DE0-9D53-C9DC2798D1B2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33FAFE3B-26C5-4659-A12B-27B54D548A5B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22A1F428-A14B-4855-A7A2-B7355C5E2C2D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B19085CE-98BB-4BE5-A05E-E8754E964BD7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1EF401FA-B29A-4A52-A0E4-23F3FAF89A1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3644F4CD-F7CC-48BC-8EE6-7ECB4987093E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BFA7BAE8-0520-4AA6-98F0-F6604F1CA107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CF3464F-1658-481B-9495-3304C828E150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14EE26B-BA85-4D39-AAA2-859B5FF0BFBF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262C8F3-90B6-4DCA-A41F-2873DB687906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7F2D2453-3885-45E0-A406-42B8AB8D5E32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66F66B0B-F5B5-4481-B5F9-009440572AF7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2F91328A-F56C-409A-ACEE-DAF3DE0A1BEA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D29CBEBE-F2C9-461B-A8CD-37C44324E25A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B770D03B-C641-4B3C-95DC-2C904BB1B24F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CF9708D1-EC97-4E89-9CF9-F9ACF4AD01CA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555291716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27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28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w48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November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2462B335-0583-4E28-AF76-8BC313058170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DE8E2DC1-FB08-486F-B6BD-1A70BF80B7CC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CDAAD05E-7A1D-4507-BC8D-B0CC7F6B8086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B56E89FE-6025-4C60-B251-98D37FFF0C0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ADFE397F-0FC6-4958-8780-ECF7BC52EBC2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5F0DD006-0DDB-4479-8FF8-52241429AE8F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44B2241C-9C60-4134-B078-49083DE82379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47F9DFB0-653D-45E0-8168-812E07E3F2AC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48EC6157-FA0D-48C6-B7B4-5F81C1D7D0BD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D5213E5D-7067-4A8E-BCE3-A3E0E9832D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5BD4AA07-3DE8-4486-8EE2-5613AF4CF430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E034B55A-76A8-4A7C-8730-B8FACF97324C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B167B992-9DE5-4C27-94A3-FFA0B229F650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ED3D5A2B-C7D6-4C5C-9746-202A7AF80816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6F7B48BC-E78E-44B6-A073-CAC9E278B4D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9C31CD37-5FBA-4E3A-81B8-6277814C04E3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0A8F027C-BDE3-4A97-8134-40694039C08D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E71C218-6F80-464F-A97B-B3A5DBB68ADA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B73C5C5-7119-49A8-860D-C62F69329F95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D7D6FD6-4D22-4E97-A50C-40E8FA9B7A51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7A550C23-8C42-4715-96A4-C9FD75D99374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31AFDC9E-40EA-48AB-9257-E99996A4E0EA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5362F721-5152-4F18-A2A3-815FDE2E0FC9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283A2A7C-00E6-40D2-8C74-0E4CB95FC36E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D6E477F4-D373-4AEC-BDE4-7862D4578119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CE92ECB8-B1B4-482C-B19E-B62EDEF2FD06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433216415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4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5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w49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November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42FA9C83-4907-4455-AABC-6C199CF02433}"/>
              </a:ext>
            </a:extLst>
          </p:cNvPr>
          <p:cNvSpPr txBox="1"/>
          <p:nvPr/>
        </p:nvSpPr>
        <p:spPr>
          <a:xfrm>
            <a:off x="7653855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December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417AA745-6B41-4492-9746-15327A4A19DE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07331270-8AF3-4189-B450-EB9BD97AA582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DDE5149F-3262-49C0-98F1-D8BC5DB611A3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FA20AC08-A963-4E0B-9415-33D497422E19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5286F704-1096-4280-BDE3-5123F4309AE8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94F5A5A3-D0BE-477C-9511-1215EB4AFED5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7E5F0510-3991-49BB-B84C-5123F054ECB8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B7EC3CF0-ECF7-4B41-A68C-ADB4035C07FB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661BCA1B-617F-4D83-91D4-4DAEB17CC492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F7AF976B-CD24-414A-B644-5FD58C916B1F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8ED45ADE-5134-4082-97F7-C7EEDA0F39EB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485929AE-FCB5-4AB5-9744-9434B95ACA63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직사각형 286">
            <a:extLst>
              <a:ext uri="{FF2B5EF4-FFF2-40B4-BE49-F238E27FC236}">
                <a16:creationId xmlns:a16="http://schemas.microsoft.com/office/drawing/2014/main" id="{7C99E273-478E-454A-A702-84C358B0C86D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23323A4F-91DA-429B-B33D-659D9503C29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8E28FDAA-3C0C-4730-BB1A-583FF8CEF96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AABE596C-55AA-45D2-89EA-C22320FD14FA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C0C9A4F7-860E-428C-9BA0-029D3BB5E38A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E8FE7C0-A9D4-4BA2-8839-746382B02F34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직사각형 272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7CB3CAB-D501-4B31-9AD7-4572A025396F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4" name="직사각형 273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6BC7DA1-3ADC-4280-8E22-363FCA0065B0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14FA55E1-A20E-45C9-B26A-81066D2EA6F4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7078BD8D-FF28-481F-8F36-A7A0C53E7743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983B33A7-91E3-4EF0-BDA5-9D212DC48286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27C8E844-F7FC-4302-97BA-43513460B2B1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4FEDEE06-460E-4585-B72D-19AF334F6C2F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E53E2744-609E-4171-B51D-87918DE10C9E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79556595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11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12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w50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December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19466BE-4F1A-4F0C-956F-CE571451D8C5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B51FE34A-1190-4BFA-9161-DFE326A7A221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6DEFA050-C78B-4CD6-B4FF-177F41AAC495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663FE3A2-70B8-47D9-8826-5C77F68F3BB2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2C14D39F-3D59-41F3-9C5B-792C2C17863E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E9D8C2B4-98D2-49CB-BDC5-B73C38B69932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DB424497-7CD7-4556-81B4-0AB7E08F7DCA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0558ADD6-F8B2-4A4E-AA07-F0A9DDEB3C0D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33DBF60D-40EA-421D-9D33-692A8E81193A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A4C7EF98-DBBA-47D0-845E-415F045A101A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A1C74B5E-B8FC-49B3-994B-71F10A1060F7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0C305252-29EC-4172-90F7-CC32462F1549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81B48C85-7ABA-4B27-BA1A-4B553ADBF1F2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E0195182-2D86-4D11-BF20-9B7464E2529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5D4150C4-B306-48C2-80ED-02A72B877D4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C1033706-845A-4B99-AE54-972F1ACE1026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477A9977-7DD2-40E7-AA4F-F271EA12ED53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715347D-AA35-472E-AA99-D7C8042CB284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D8E8793-29BA-4CF8-80F4-127A0FDE59BD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36A782D-A12C-494F-8051-29419E8F9A23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66F1D39B-22B0-45A5-A752-4275AF3761A3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DB469AB5-91E4-4089-8829-979D85671A72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F438E47A-3875-493A-AAEB-9684FF120401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62592555-4AC5-4774-9864-4D7B5D241222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F792A0F5-7AA9-44D9-A775-8E76D05EB78A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B031F478-9C37-4DAA-8A3C-8DC048E3C27A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063283633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17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18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19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w51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December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27D743EC-08E1-44C9-A806-7A31519EB079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148C0172-5B8A-4A2A-84D9-B50CFAAE5971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FA1818D5-8D61-451C-9BDB-3DE2E7DBCE1B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09CB335E-2AA5-4263-87DE-64B543DBD8C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E917D72B-1E6E-435F-8C12-A87F69971247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5A9AE21C-FF02-4B9B-AB6D-00EFEA5D4E5C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5C7DBAB1-E190-406D-AFEA-18439EFA5B90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5AB7E9F0-6E89-4CE2-A31C-F7B52744AA3D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305F4669-97C5-4097-BA95-B85A9A8035AF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E4572F9D-B308-463C-BAE7-AA7075642364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B51DA4C6-7B23-4BD1-AAED-46C951FAD517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F3067B08-83D8-4818-A45D-DBEBD6900806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E8030C07-8DBB-4E7D-AC5B-D1E99ADB5E8C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42A73D40-0A44-4FE1-B660-3E7F2D970F12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890FE67F-A511-4E38-B81F-EAA14D7CD8E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D1FD481C-F2AB-4063-A157-0F50CCB94CDF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D233B8A8-AAD4-442D-BE59-E59F75591573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5822066-72CA-40F8-BEE7-2B38C2C03459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48BD4F8-91C3-4278-8AC6-5CBD36A178CC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5DB7479-635F-42D9-B54D-E496E804A5E3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9EC24F62-9210-4BB1-9966-451F0A4FB955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7659F93C-5515-40EC-9263-2067514D7AAF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5158ED98-98A6-44D3-B9FB-BA9B64CE038F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961A0118-2B4D-457F-806B-7F14B6BFC514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3563E447-CA7C-4479-830A-E2A73C991AB5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A5DC605F-DD58-4A91-A297-A43A6B5E962E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547032506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25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26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w52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December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277D5A44-A4B7-4D5E-A0EC-A7900E8703EE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791718BA-8F9A-485C-BBBB-0217273C7162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EE0EC6BF-3A98-45A9-A3D3-B993332847A0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E97CEE03-F892-4F1B-97FE-4F25B4E93B2C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C8D39223-2B2A-455E-8544-104FBD09522D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07AE6442-B73A-409B-B07A-E0D61A98C46E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6E163E3A-DDCF-4CA4-84FE-E63BB35384BF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F126ED49-EF08-4377-8358-0EB4D9C7B15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07AF769F-0380-427D-AA84-476BF9AA986A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31C7183F-F798-4F22-A46C-298CA9BC980E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4EA94869-F606-41D7-BF67-D3A7E87A456E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30C3E1F4-6923-4682-BBEC-35E4A688E4B9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BA16EE83-0EFF-4E95-9B87-F840ACA916D9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E6CE83E8-FA88-4BF4-AA17-383BE24AF1C3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E2D7007D-8114-4558-A8CA-803434BE2B5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CAB4B8EF-03FF-4F88-86CD-572F9C1A3E12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29F87845-AFD8-4BE1-A78F-C4E7B3A59A95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직사각형 26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C78B59B-E77A-4248-8708-B1723A97A9BE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직사각형 27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402ACDB-F0B0-4139-81F4-FBCD36BE616D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직사각형 27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A2927AF-92E9-4DC7-AB59-D73B4F3EBE9E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C4C40F23-407A-45BE-8995-6AEB521EFFEF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DAB84963-F291-4BE5-B356-F6D7B19AB740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9CD12E8-05E5-45F2-B0F9-77E604D88624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C8827624-8D92-4D4B-A239-C5E6FB9C3E17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0671D37B-B895-4225-9B31-40CB29AB04E7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94864999-55F0-488D-A420-262142541AE8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201417946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31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dirty="0">
              <a:solidFill>
                <a:srgbClr val="FF8B8B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Gothic" panose="020D0604000000000000" pitchFamily="34" charset="-127"/>
                <a:ea typeface="NanumGothic" panose="020D0604000000000000"/>
              </a:rPr>
              <a:t>w53</a:t>
            </a:r>
            <a:endParaRPr lang="ko-KR" altLang="en-US" sz="20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December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수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목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토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Gothic" panose="020D0604000000000000" pitchFamily="34" charset="-127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280B864C-9D65-4BE6-8E75-8BF323049969}"/>
              </a:ext>
            </a:extLst>
          </p:cNvPr>
          <p:cNvSpPr txBox="1"/>
          <p:nvPr/>
        </p:nvSpPr>
        <p:spPr>
          <a:xfrm>
            <a:off x="1899273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January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96141F82-CBF9-4557-906D-AA460C377551}"/>
              </a:ext>
            </a:extLst>
          </p:cNvPr>
          <p:cNvSpPr txBox="1"/>
          <p:nvPr/>
        </p:nvSpPr>
        <p:spPr>
          <a:xfrm>
            <a:off x="18992736" y="468116"/>
            <a:ext cx="962247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2022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2AED4C5C-2911-4AD6-9804-1D16C8D08F34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41C21CD4-E0AA-462B-9F3B-A6E3D714A771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87731BBE-A7F1-4C9A-95B3-5669DA45D8B6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EF8CC42C-5A36-45DB-B795-73F1084B395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D8BD1E02-4ECD-4949-98E7-3C54FF92F7D2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EBD56E0F-0ED8-4E69-A295-21E5367BEF33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6A579E1C-531B-420F-9E46-235B0BA5FBF6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D6B2A1B4-1ACF-407E-A8D4-0946D09B3A3E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65" name="직사각형 264">
            <a:extLst>
              <a:ext uri="{FF2B5EF4-FFF2-40B4-BE49-F238E27FC236}">
                <a16:creationId xmlns:a16="http://schemas.microsoft.com/office/drawing/2014/main" id="{BE83A1B8-04E1-444E-B43C-085AD70B737B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E062E9CE-B71A-45CE-9B92-8EABE08899BA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1B55EA0E-0115-41DA-9785-0932E0F23B70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7" name="직사각형 286">
            <a:extLst>
              <a:ext uri="{FF2B5EF4-FFF2-40B4-BE49-F238E27FC236}">
                <a16:creationId xmlns:a16="http://schemas.microsoft.com/office/drawing/2014/main" id="{EF2BABD0-53AC-4163-89D1-80A8F066556F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2A73A239-D7E6-40D9-B81D-8329A128BDF8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t"/>
          <a:lstStyle/>
          <a:p>
            <a:endParaRPr lang="ko-KR" altLang="en-US" sz="10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0BA00FE9-CB50-40F0-BD98-A4F6F789057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99" name="그림 198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7093188C-BB34-4554-B5A2-2D19B12AC02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1" name="직사각형 200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55F10A45-49C4-4D5C-8EBB-F84410C209B8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8" name="직사각형 207">
            <a:hlinkClick r:id="rId5" action="ppaction://hlinksldjump"/>
            <a:extLst>
              <a:ext uri="{FF2B5EF4-FFF2-40B4-BE49-F238E27FC236}">
                <a16:creationId xmlns:a16="http://schemas.microsoft.com/office/drawing/2014/main" id="{A69AA3DE-CF36-403D-97D7-EE8B7BCE6687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3" name="직사각형 272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4EEB063-333F-4FDF-B9CC-36FB1F2A4322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4" name="직사각형 273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7802599-7184-4EAA-AAB1-BC6F696370CF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5" name="직사각형 274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BB9EFAE-26BC-4A05-8568-23F209C89550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FB680DDF-1527-4171-9BF2-52CA0ADB117F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B3B111DB-FA6F-4AFD-81B6-D7276E1038C1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9518F784-0642-4724-B5D7-FFEA54CAE6EF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1FC155AA-89DD-4D7E-8F3E-9D4E8A170AAA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08B069BF-A0EE-4B5C-9FD7-21D31D501EBF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C0BE4FB1-12D5-403E-BB25-14DF41D6A3AF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47294870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442500C9-55BE-45DC-9DB0-578A0904BDA3}"/>
              </a:ext>
            </a:extLst>
          </p:cNvPr>
          <p:cNvSpPr/>
          <p:nvPr/>
        </p:nvSpPr>
        <p:spPr>
          <a:xfrm>
            <a:off x="1" y="2"/>
            <a:ext cx="7559674" cy="1116012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NanumGothic" panose="020D0604000000000000" pitchFamily="34" charset="-127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TextBox 175">
            <a:extLst>
              <a:ext uri="{FF2B5EF4-FFF2-40B4-BE49-F238E27FC236}">
                <a16:creationId xmlns:a16="http://schemas.microsoft.com/office/drawing/2014/main" id="{83435AB7-6776-47E1-AF89-127C0F5B687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9DACA3E4-38E7-4F21-972F-8B136C98D862}"/>
              </a:ext>
            </a:extLst>
          </p:cNvPr>
          <p:cNvCxnSpPr>
            <a:cxnSpLocks/>
          </p:cNvCxnSpPr>
          <p:nvPr/>
        </p:nvCxnSpPr>
        <p:spPr>
          <a:xfrm>
            <a:off x="786384" y="1991137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TextBox 176">
            <a:hlinkClick r:id="rId2" action="ppaction://hlinksldjump"/>
            <a:extLst>
              <a:ext uri="{FF2B5EF4-FFF2-40B4-BE49-F238E27FC236}">
                <a16:creationId xmlns:a16="http://schemas.microsoft.com/office/drawing/2014/main" id="{1D47DCF4-7919-453A-A6DF-214A1C265582}"/>
              </a:ext>
            </a:extLst>
          </p:cNvPr>
          <p:cNvSpPr txBox="1"/>
          <p:nvPr/>
        </p:nvSpPr>
        <p:spPr>
          <a:xfrm>
            <a:off x="6265463" y="1083669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58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8" name="TextBox 177">
            <a:hlinkClick r:id="rId3" action="ppaction://hlinksldjump"/>
            <a:extLst>
              <a:ext uri="{FF2B5EF4-FFF2-40B4-BE49-F238E27FC236}">
                <a16:creationId xmlns:a16="http://schemas.microsoft.com/office/drawing/2014/main" id="{84725130-3194-4032-9509-A5C930A99B4D}"/>
              </a:ext>
            </a:extLst>
          </p:cNvPr>
          <p:cNvSpPr txBox="1"/>
          <p:nvPr/>
        </p:nvSpPr>
        <p:spPr>
          <a:xfrm>
            <a:off x="6265463" y="1565537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59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9" name="TextBox 178">
            <a:hlinkClick r:id="rId4" action="ppaction://hlinksldjump"/>
            <a:extLst>
              <a:ext uri="{FF2B5EF4-FFF2-40B4-BE49-F238E27FC236}">
                <a16:creationId xmlns:a16="http://schemas.microsoft.com/office/drawing/2014/main" id="{70644112-6003-4D4F-B576-87BD65D2485B}"/>
              </a:ext>
            </a:extLst>
          </p:cNvPr>
          <p:cNvSpPr txBox="1"/>
          <p:nvPr/>
        </p:nvSpPr>
        <p:spPr>
          <a:xfrm>
            <a:off x="6265463" y="2047405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60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0" name="TextBox 179">
            <a:hlinkClick r:id="rId5" action="ppaction://hlinksldjump"/>
            <a:extLst>
              <a:ext uri="{FF2B5EF4-FFF2-40B4-BE49-F238E27FC236}">
                <a16:creationId xmlns:a16="http://schemas.microsoft.com/office/drawing/2014/main" id="{09ECFE59-ABA2-421F-BED0-C6AA639DBF6E}"/>
              </a:ext>
            </a:extLst>
          </p:cNvPr>
          <p:cNvSpPr txBox="1"/>
          <p:nvPr/>
        </p:nvSpPr>
        <p:spPr>
          <a:xfrm>
            <a:off x="6265463" y="2529273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61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1" name="TextBox 180">
            <a:hlinkClick r:id="rId6" action="ppaction://hlinksldjump"/>
            <a:extLst>
              <a:ext uri="{FF2B5EF4-FFF2-40B4-BE49-F238E27FC236}">
                <a16:creationId xmlns:a16="http://schemas.microsoft.com/office/drawing/2014/main" id="{A781E49D-5924-4448-B5D9-2D86542C972C}"/>
              </a:ext>
            </a:extLst>
          </p:cNvPr>
          <p:cNvSpPr txBox="1"/>
          <p:nvPr/>
        </p:nvSpPr>
        <p:spPr>
          <a:xfrm>
            <a:off x="6265463" y="3011141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62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2" name="TextBox 181">
            <a:hlinkClick r:id="rId7" action="ppaction://hlinksldjump"/>
            <a:extLst>
              <a:ext uri="{FF2B5EF4-FFF2-40B4-BE49-F238E27FC236}">
                <a16:creationId xmlns:a16="http://schemas.microsoft.com/office/drawing/2014/main" id="{9381F8BD-3C9D-4795-B682-C29C76483F9F}"/>
              </a:ext>
            </a:extLst>
          </p:cNvPr>
          <p:cNvSpPr txBox="1"/>
          <p:nvPr/>
        </p:nvSpPr>
        <p:spPr>
          <a:xfrm>
            <a:off x="6265463" y="3493009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63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3" name="TextBox 182">
            <a:hlinkClick r:id="rId8" action="ppaction://hlinksldjump"/>
            <a:extLst>
              <a:ext uri="{FF2B5EF4-FFF2-40B4-BE49-F238E27FC236}">
                <a16:creationId xmlns:a16="http://schemas.microsoft.com/office/drawing/2014/main" id="{9E1BBC90-EA58-454B-943F-B1E67C110746}"/>
              </a:ext>
            </a:extLst>
          </p:cNvPr>
          <p:cNvSpPr txBox="1"/>
          <p:nvPr/>
        </p:nvSpPr>
        <p:spPr>
          <a:xfrm>
            <a:off x="6265463" y="3974877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64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4" name="TextBox 183">
            <a:hlinkClick r:id="rId9" action="ppaction://hlinksldjump"/>
            <a:extLst>
              <a:ext uri="{FF2B5EF4-FFF2-40B4-BE49-F238E27FC236}">
                <a16:creationId xmlns:a16="http://schemas.microsoft.com/office/drawing/2014/main" id="{1DB71A81-56BB-4A08-A041-D77E8F4A7344}"/>
              </a:ext>
            </a:extLst>
          </p:cNvPr>
          <p:cNvSpPr txBox="1"/>
          <p:nvPr/>
        </p:nvSpPr>
        <p:spPr>
          <a:xfrm>
            <a:off x="6265463" y="4456745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65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5" name="TextBox 184">
            <a:hlinkClick r:id="rId10" action="ppaction://hlinksldjump"/>
            <a:extLst>
              <a:ext uri="{FF2B5EF4-FFF2-40B4-BE49-F238E27FC236}">
                <a16:creationId xmlns:a16="http://schemas.microsoft.com/office/drawing/2014/main" id="{695352D8-8F90-439E-BFD1-9D48B6F909B4}"/>
              </a:ext>
            </a:extLst>
          </p:cNvPr>
          <p:cNvSpPr txBox="1"/>
          <p:nvPr/>
        </p:nvSpPr>
        <p:spPr>
          <a:xfrm>
            <a:off x="6265463" y="4938613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66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6" name="TextBox 185">
            <a:hlinkClick r:id="rId11" action="ppaction://hlinksldjump"/>
            <a:extLst>
              <a:ext uri="{FF2B5EF4-FFF2-40B4-BE49-F238E27FC236}">
                <a16:creationId xmlns:a16="http://schemas.microsoft.com/office/drawing/2014/main" id="{6B6F96AD-9076-461A-9787-9BF2A7416F44}"/>
              </a:ext>
            </a:extLst>
          </p:cNvPr>
          <p:cNvSpPr txBox="1"/>
          <p:nvPr/>
        </p:nvSpPr>
        <p:spPr>
          <a:xfrm>
            <a:off x="6265463" y="5420481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67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7" name="TextBox 186">
            <a:hlinkClick r:id="rId12" action="ppaction://hlinksldjump"/>
            <a:extLst>
              <a:ext uri="{FF2B5EF4-FFF2-40B4-BE49-F238E27FC236}">
                <a16:creationId xmlns:a16="http://schemas.microsoft.com/office/drawing/2014/main" id="{FE0E363A-6BD8-46CD-8C2C-88442B52613B}"/>
              </a:ext>
            </a:extLst>
          </p:cNvPr>
          <p:cNvSpPr txBox="1"/>
          <p:nvPr/>
        </p:nvSpPr>
        <p:spPr>
          <a:xfrm>
            <a:off x="6265463" y="5902349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68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8" name="TextBox 187">
            <a:hlinkClick r:id="rId13" action="ppaction://hlinksldjump"/>
            <a:extLst>
              <a:ext uri="{FF2B5EF4-FFF2-40B4-BE49-F238E27FC236}">
                <a16:creationId xmlns:a16="http://schemas.microsoft.com/office/drawing/2014/main" id="{1C1972AF-0804-450A-B29D-F2A57B6BCF0D}"/>
              </a:ext>
            </a:extLst>
          </p:cNvPr>
          <p:cNvSpPr txBox="1"/>
          <p:nvPr/>
        </p:nvSpPr>
        <p:spPr>
          <a:xfrm>
            <a:off x="6265463" y="6384217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69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9" name="TextBox 188">
            <a:hlinkClick r:id="rId14" action="ppaction://hlinksldjump"/>
            <a:extLst>
              <a:ext uri="{FF2B5EF4-FFF2-40B4-BE49-F238E27FC236}">
                <a16:creationId xmlns:a16="http://schemas.microsoft.com/office/drawing/2014/main" id="{6397D937-A82A-440B-A318-C6ECFAF63BE7}"/>
              </a:ext>
            </a:extLst>
          </p:cNvPr>
          <p:cNvSpPr txBox="1"/>
          <p:nvPr/>
        </p:nvSpPr>
        <p:spPr>
          <a:xfrm>
            <a:off x="6265463" y="6866085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70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15" action="ppaction://hlinksldjump"/>
            <a:extLst>
              <a:ext uri="{FF2B5EF4-FFF2-40B4-BE49-F238E27FC236}">
                <a16:creationId xmlns:a16="http://schemas.microsoft.com/office/drawing/2014/main" id="{CEDFE96D-A0AE-4B82-9E4B-E21DEF4AE110}"/>
              </a:ext>
            </a:extLst>
          </p:cNvPr>
          <p:cNvSpPr txBox="1"/>
          <p:nvPr/>
        </p:nvSpPr>
        <p:spPr>
          <a:xfrm>
            <a:off x="6265463" y="7347953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71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hlinkClick r:id="rId16" action="ppaction://hlinksldjump"/>
            <a:extLst>
              <a:ext uri="{FF2B5EF4-FFF2-40B4-BE49-F238E27FC236}">
                <a16:creationId xmlns:a16="http://schemas.microsoft.com/office/drawing/2014/main" id="{D905522D-444B-4CFC-BDE0-C092AB6641CF}"/>
              </a:ext>
            </a:extLst>
          </p:cNvPr>
          <p:cNvSpPr txBox="1"/>
          <p:nvPr/>
        </p:nvSpPr>
        <p:spPr>
          <a:xfrm>
            <a:off x="6265463" y="7829821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72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2" name="TextBox 191">
            <a:hlinkClick r:id="rId17" action="ppaction://hlinksldjump"/>
            <a:extLst>
              <a:ext uri="{FF2B5EF4-FFF2-40B4-BE49-F238E27FC236}">
                <a16:creationId xmlns:a16="http://schemas.microsoft.com/office/drawing/2014/main" id="{4A2644DB-AD04-44FD-95B3-94368E886C02}"/>
              </a:ext>
            </a:extLst>
          </p:cNvPr>
          <p:cNvSpPr txBox="1"/>
          <p:nvPr/>
        </p:nvSpPr>
        <p:spPr>
          <a:xfrm>
            <a:off x="6265463" y="8311689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73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3" name="TextBox 192">
            <a:hlinkClick r:id="rId18" action="ppaction://hlinksldjump"/>
            <a:extLst>
              <a:ext uri="{FF2B5EF4-FFF2-40B4-BE49-F238E27FC236}">
                <a16:creationId xmlns:a16="http://schemas.microsoft.com/office/drawing/2014/main" id="{6A62B1C7-EE9E-45BF-AE57-4F5DF947258A}"/>
              </a:ext>
            </a:extLst>
          </p:cNvPr>
          <p:cNvSpPr txBox="1"/>
          <p:nvPr/>
        </p:nvSpPr>
        <p:spPr>
          <a:xfrm>
            <a:off x="6265463" y="8793557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74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4" name="TextBox 193">
            <a:hlinkClick r:id="rId19" action="ppaction://hlinksldjump"/>
            <a:extLst>
              <a:ext uri="{FF2B5EF4-FFF2-40B4-BE49-F238E27FC236}">
                <a16:creationId xmlns:a16="http://schemas.microsoft.com/office/drawing/2014/main" id="{62C0BB06-272B-443E-9BA9-BC90716C8101}"/>
              </a:ext>
            </a:extLst>
          </p:cNvPr>
          <p:cNvSpPr txBox="1"/>
          <p:nvPr/>
        </p:nvSpPr>
        <p:spPr>
          <a:xfrm>
            <a:off x="6265463" y="9275425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75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5" name="TextBox 194">
            <a:hlinkClick r:id="rId20" action="ppaction://hlinksldjump"/>
            <a:extLst>
              <a:ext uri="{FF2B5EF4-FFF2-40B4-BE49-F238E27FC236}">
                <a16:creationId xmlns:a16="http://schemas.microsoft.com/office/drawing/2014/main" id="{44B94182-A84C-413D-862A-F88DD9E326FF}"/>
              </a:ext>
            </a:extLst>
          </p:cNvPr>
          <p:cNvSpPr txBox="1"/>
          <p:nvPr/>
        </p:nvSpPr>
        <p:spPr>
          <a:xfrm>
            <a:off x="6265463" y="9757293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76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6" name="TextBox 195">
            <a:hlinkClick r:id="rId21" action="ppaction://hlinksldjump"/>
            <a:extLst>
              <a:ext uri="{FF2B5EF4-FFF2-40B4-BE49-F238E27FC236}">
                <a16:creationId xmlns:a16="http://schemas.microsoft.com/office/drawing/2014/main" id="{D98CE4F8-AE0B-4EF2-859B-EAADC5F804E6}"/>
              </a:ext>
            </a:extLst>
          </p:cNvPr>
          <p:cNvSpPr txBox="1"/>
          <p:nvPr/>
        </p:nvSpPr>
        <p:spPr>
          <a:xfrm>
            <a:off x="6265463" y="10239161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77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3E262D01-39E2-4018-8739-94AB4FA0220A}"/>
              </a:ext>
            </a:extLst>
          </p:cNvPr>
          <p:cNvCxnSpPr>
            <a:cxnSpLocks/>
          </p:cNvCxnSpPr>
          <p:nvPr/>
        </p:nvCxnSpPr>
        <p:spPr>
          <a:xfrm>
            <a:off x="786383" y="2473005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A7EB1176-14C6-463C-9304-3008B4A1E376}"/>
              </a:ext>
            </a:extLst>
          </p:cNvPr>
          <p:cNvCxnSpPr>
            <a:cxnSpLocks/>
          </p:cNvCxnSpPr>
          <p:nvPr/>
        </p:nvCxnSpPr>
        <p:spPr>
          <a:xfrm>
            <a:off x="786384" y="1509269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05F03E9A-641D-4536-AF23-3A6749BA8913}"/>
              </a:ext>
            </a:extLst>
          </p:cNvPr>
          <p:cNvCxnSpPr>
            <a:cxnSpLocks/>
          </p:cNvCxnSpPr>
          <p:nvPr/>
        </p:nvCxnSpPr>
        <p:spPr>
          <a:xfrm>
            <a:off x="786383" y="295487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D9E07596-DC6B-4E9F-8C8A-938C11D5AB3D}"/>
              </a:ext>
            </a:extLst>
          </p:cNvPr>
          <p:cNvCxnSpPr>
            <a:cxnSpLocks/>
          </p:cNvCxnSpPr>
          <p:nvPr/>
        </p:nvCxnSpPr>
        <p:spPr>
          <a:xfrm>
            <a:off x="786383" y="3436741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9F64D876-56C2-47DE-9C86-BC7731A6793C}"/>
              </a:ext>
            </a:extLst>
          </p:cNvPr>
          <p:cNvCxnSpPr>
            <a:cxnSpLocks/>
          </p:cNvCxnSpPr>
          <p:nvPr/>
        </p:nvCxnSpPr>
        <p:spPr>
          <a:xfrm>
            <a:off x="786383" y="3918609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5F6C6105-6C68-4250-B107-7C795504CC93}"/>
              </a:ext>
            </a:extLst>
          </p:cNvPr>
          <p:cNvCxnSpPr>
            <a:cxnSpLocks/>
          </p:cNvCxnSpPr>
          <p:nvPr/>
        </p:nvCxnSpPr>
        <p:spPr>
          <a:xfrm>
            <a:off x="786383" y="4400477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C0F0B27C-9E8F-4A6C-8DEB-548B696AD0F7}"/>
              </a:ext>
            </a:extLst>
          </p:cNvPr>
          <p:cNvCxnSpPr>
            <a:cxnSpLocks/>
          </p:cNvCxnSpPr>
          <p:nvPr/>
        </p:nvCxnSpPr>
        <p:spPr>
          <a:xfrm>
            <a:off x="786383" y="4882345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1F9C6114-0329-47E0-AE7E-DF8A5D48DEE5}"/>
              </a:ext>
            </a:extLst>
          </p:cNvPr>
          <p:cNvCxnSpPr>
            <a:cxnSpLocks/>
          </p:cNvCxnSpPr>
          <p:nvPr/>
        </p:nvCxnSpPr>
        <p:spPr>
          <a:xfrm>
            <a:off x="786383" y="536421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F6B33B45-1397-4121-A3BC-71DA43486BEE}"/>
              </a:ext>
            </a:extLst>
          </p:cNvPr>
          <p:cNvCxnSpPr>
            <a:cxnSpLocks/>
          </p:cNvCxnSpPr>
          <p:nvPr/>
        </p:nvCxnSpPr>
        <p:spPr>
          <a:xfrm>
            <a:off x="786383" y="5846081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직선 연결선 213">
            <a:extLst>
              <a:ext uri="{FF2B5EF4-FFF2-40B4-BE49-F238E27FC236}">
                <a16:creationId xmlns:a16="http://schemas.microsoft.com/office/drawing/2014/main" id="{BBBC6F90-43B8-4192-A6AD-A3AB334F80AF}"/>
              </a:ext>
            </a:extLst>
          </p:cNvPr>
          <p:cNvCxnSpPr>
            <a:cxnSpLocks/>
          </p:cNvCxnSpPr>
          <p:nvPr/>
        </p:nvCxnSpPr>
        <p:spPr>
          <a:xfrm>
            <a:off x="786383" y="6327949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52210309-A4A1-4D31-938F-F14EDE222B7F}"/>
              </a:ext>
            </a:extLst>
          </p:cNvPr>
          <p:cNvCxnSpPr>
            <a:cxnSpLocks/>
          </p:cNvCxnSpPr>
          <p:nvPr/>
        </p:nvCxnSpPr>
        <p:spPr>
          <a:xfrm>
            <a:off x="786383" y="6809817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6" name="직선 연결선 215">
            <a:extLst>
              <a:ext uri="{FF2B5EF4-FFF2-40B4-BE49-F238E27FC236}">
                <a16:creationId xmlns:a16="http://schemas.microsoft.com/office/drawing/2014/main" id="{A51B5386-1638-4E2B-A81E-8BAC0784C095}"/>
              </a:ext>
            </a:extLst>
          </p:cNvPr>
          <p:cNvCxnSpPr>
            <a:cxnSpLocks/>
          </p:cNvCxnSpPr>
          <p:nvPr/>
        </p:nvCxnSpPr>
        <p:spPr>
          <a:xfrm>
            <a:off x="786383" y="7291685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직선 연결선 216">
            <a:extLst>
              <a:ext uri="{FF2B5EF4-FFF2-40B4-BE49-F238E27FC236}">
                <a16:creationId xmlns:a16="http://schemas.microsoft.com/office/drawing/2014/main" id="{D52089F8-C00D-48E4-9F04-303B1E3F2063}"/>
              </a:ext>
            </a:extLst>
          </p:cNvPr>
          <p:cNvCxnSpPr>
            <a:cxnSpLocks/>
          </p:cNvCxnSpPr>
          <p:nvPr/>
        </p:nvCxnSpPr>
        <p:spPr>
          <a:xfrm>
            <a:off x="786383" y="777355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1581EED0-BD75-47CC-BD93-2E31E909EB69}"/>
              </a:ext>
            </a:extLst>
          </p:cNvPr>
          <p:cNvCxnSpPr>
            <a:cxnSpLocks/>
          </p:cNvCxnSpPr>
          <p:nvPr/>
        </p:nvCxnSpPr>
        <p:spPr>
          <a:xfrm>
            <a:off x="786383" y="8255421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528C0196-065D-4FF6-83B8-776C38C3EA65}"/>
              </a:ext>
            </a:extLst>
          </p:cNvPr>
          <p:cNvCxnSpPr>
            <a:cxnSpLocks/>
          </p:cNvCxnSpPr>
          <p:nvPr/>
        </p:nvCxnSpPr>
        <p:spPr>
          <a:xfrm>
            <a:off x="786383" y="8737289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AFB2FFF6-32C0-40C2-B953-61DADAF5E160}"/>
              </a:ext>
            </a:extLst>
          </p:cNvPr>
          <p:cNvCxnSpPr>
            <a:cxnSpLocks/>
          </p:cNvCxnSpPr>
          <p:nvPr/>
        </p:nvCxnSpPr>
        <p:spPr>
          <a:xfrm>
            <a:off x="786383" y="9219157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3CC7D79E-4235-4059-9F05-761E941F00B2}"/>
              </a:ext>
            </a:extLst>
          </p:cNvPr>
          <p:cNvCxnSpPr>
            <a:cxnSpLocks/>
          </p:cNvCxnSpPr>
          <p:nvPr/>
        </p:nvCxnSpPr>
        <p:spPr>
          <a:xfrm>
            <a:off x="786383" y="9701025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CDFD6FD8-80E6-4B9F-B794-DCA48FDA36C8}"/>
              </a:ext>
            </a:extLst>
          </p:cNvPr>
          <p:cNvCxnSpPr>
            <a:cxnSpLocks/>
          </p:cNvCxnSpPr>
          <p:nvPr/>
        </p:nvCxnSpPr>
        <p:spPr>
          <a:xfrm>
            <a:off x="786383" y="1018289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265FD008-EF51-413A-9E8B-9F388F9B09EC}"/>
              </a:ext>
            </a:extLst>
          </p:cNvPr>
          <p:cNvCxnSpPr>
            <a:cxnSpLocks/>
          </p:cNvCxnSpPr>
          <p:nvPr/>
        </p:nvCxnSpPr>
        <p:spPr>
          <a:xfrm>
            <a:off x="786383" y="1066475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5" name="TextBox 234">
            <a:extLst>
              <a:ext uri="{FF2B5EF4-FFF2-40B4-BE49-F238E27FC236}">
                <a16:creationId xmlns:a16="http://schemas.microsoft.com/office/drawing/2014/main" id="{2B4D953A-E050-415C-8BD5-5CF189A4EA8C}"/>
              </a:ext>
            </a:extLst>
          </p:cNvPr>
          <p:cNvSpPr txBox="1"/>
          <p:nvPr/>
        </p:nvSpPr>
        <p:spPr>
          <a:xfrm>
            <a:off x="71453" y="468116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l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6" name="TextBox 235">
            <a:hlinkClick r:id="rId2" action="ppaction://hlinksldjump"/>
            <a:extLst>
              <a:ext uri="{FF2B5EF4-FFF2-40B4-BE49-F238E27FC236}">
                <a16:creationId xmlns:a16="http://schemas.microsoft.com/office/drawing/2014/main" id="{72C91344-2791-4395-AB5E-F525B5EC3E15}"/>
              </a:ext>
            </a:extLst>
          </p:cNvPr>
          <p:cNvSpPr txBox="1"/>
          <p:nvPr/>
        </p:nvSpPr>
        <p:spPr>
          <a:xfrm>
            <a:off x="1218638" y="468116"/>
            <a:ext cx="465671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sz="36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lang="ko-KR" altLang="en-US" sz="3600" dirty="0">
              <a:solidFill>
                <a:srgbClr val="FF0000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DB7D6790-5A27-432B-9381-25C807794B86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4" name="TextBox 173">
            <a:hlinkClick r:id="rId22" action="ppaction://hlinksldjump"/>
            <a:extLst>
              <a:ext uri="{FF2B5EF4-FFF2-40B4-BE49-F238E27FC236}">
                <a16:creationId xmlns:a16="http://schemas.microsoft.com/office/drawing/2014/main" id="{253E0423-EFAC-487A-A4CF-93C566A3114A}"/>
              </a:ext>
            </a:extLst>
          </p:cNvPr>
          <p:cNvSpPr txBox="1"/>
          <p:nvPr/>
        </p:nvSpPr>
        <p:spPr>
          <a:xfrm>
            <a:off x="1779095" y="468116"/>
            <a:ext cx="465671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pic>
        <p:nvPicPr>
          <p:cNvPr id="175" name="그림 174" descr="캘린더 인덱스">
            <a:hlinkClick r:id="rId23" action="ppaction://hlinksldjump"/>
            <a:extLst>
              <a:ext uri="{FF2B5EF4-FFF2-40B4-BE49-F238E27FC236}">
                <a16:creationId xmlns:a16="http://schemas.microsoft.com/office/drawing/2014/main" id="{A98CEBA0-780D-4848-9C74-8D099C4D593B}"/>
              </a:ext>
            </a:extLst>
          </p:cNvPr>
          <p:cNvPicPr>
            <a:picLocks noChangeAspect="1"/>
          </p:cNvPicPr>
          <p:nvPr/>
        </p:nvPicPr>
        <p:blipFill rotWithShape="1">
          <a:blip r:embed="rId24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97" name="직사각형 196" descr="목표 설정">
            <a:hlinkClick r:id="rId25" action="ppaction://hlinksldjump"/>
            <a:extLst>
              <a:ext uri="{FF2B5EF4-FFF2-40B4-BE49-F238E27FC236}">
                <a16:creationId xmlns:a16="http://schemas.microsoft.com/office/drawing/2014/main" id="{BEAFA081-BE0E-4813-8700-938636C170D7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8" name="직사각형 197">
            <a:hlinkClick r:id="rId26" action="ppaction://hlinksldjump"/>
            <a:extLst>
              <a:ext uri="{FF2B5EF4-FFF2-40B4-BE49-F238E27FC236}">
                <a16:creationId xmlns:a16="http://schemas.microsoft.com/office/drawing/2014/main" id="{4B15594E-A671-4C44-9CAF-AD1CD8ADAA8B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9" name="직사각형 198" descr="목표 설정">
            <a:hlinkClick r:id="rId2" action="ppaction://hlinksldjump"/>
            <a:extLst>
              <a:ext uri="{FF2B5EF4-FFF2-40B4-BE49-F238E27FC236}">
                <a16:creationId xmlns:a16="http://schemas.microsoft.com/office/drawing/2014/main" id="{13A2E9F2-ACC8-457A-B4FA-295918CCF81B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0" name="직사각형 199" descr="목표 설정">
            <a:hlinkClick r:id="rId2" action="ppaction://hlinksldjump"/>
            <a:extLst>
              <a:ext uri="{FF2B5EF4-FFF2-40B4-BE49-F238E27FC236}">
                <a16:creationId xmlns:a16="http://schemas.microsoft.com/office/drawing/2014/main" id="{55652D84-2429-492A-B6E4-3014E66EC31F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1" name="직사각형 200" descr="목표 설정">
            <a:hlinkClick r:id="rId2" action="ppaction://hlinksldjump"/>
            <a:extLst>
              <a:ext uri="{FF2B5EF4-FFF2-40B4-BE49-F238E27FC236}">
                <a16:creationId xmlns:a16="http://schemas.microsoft.com/office/drawing/2014/main" id="{9BA9908E-E2FB-4FB9-B54A-3312ABDBA142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C62BF53F-DC69-423A-B4A1-5D3096953EFE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6F8E6A3E-3685-4214-AD30-29AF0D3B2F1D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116DB43B-F217-490C-9FE7-678CED6C883D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4AE72DE1-6CB8-41C9-9E18-4ED8D176470D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6CAA6F3C-17E7-4FDE-8901-EB94738B3D94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D58278E2-7EE0-44F2-AE1D-7FF05C9906FE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10559617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2E9540A1-CD61-4D13-BE5A-DFC18DBC6F42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E33AB5CD-CAB7-4815-8CAC-85A7F94291D4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7A347EB8-BF39-4BB2-BAB9-D1638FB006B8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6" name="그림 175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CBD1A85D-D897-451E-8A90-05C41199CC7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직사각형 176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EFEE1D11-02F5-40A0-92AF-7E173607873F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>
            <a:hlinkClick r:id="rId5" action="ppaction://hlinksldjump"/>
            <a:extLst>
              <a:ext uri="{FF2B5EF4-FFF2-40B4-BE49-F238E27FC236}">
                <a16:creationId xmlns:a16="http://schemas.microsoft.com/office/drawing/2014/main" id="{FC551E91-1879-44F1-BEB1-24F91E855818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E0AF8E3-FD4E-4AD9-B18F-C5D9243CBCD0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0A36B85-AF1F-4DAC-AE3B-1D8AC09ABA7D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직사각형 18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B1E7ED8-D35D-4FD4-9D82-A590B275BA7B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8F721AAB-42BC-410B-8D2C-8EDA8F54BA91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7BBBC53B-951C-40E6-9C0B-804109177A6E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9EC6B477-7F2A-49D0-9449-A43F2D683882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16637F45-0AA2-469C-B46C-2F897AE1EB93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02B4B182-0509-441D-8CE3-55ACD34D7A84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103A45AB-26B1-4CA8-94AF-A6BEE814D513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4278199500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8410270D-8BB2-4F4A-ABD7-F42307487F6D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0571283-2183-486B-BF23-49A69CBE5633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120D181C-1512-4587-9E8B-DA814808AEF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1FC4ABA3-2FB5-4015-A8A0-F934E2EE4C21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9D706B13-2095-4694-A8DD-05C653BF2148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E4DBE86-4316-4F62-9E4A-82375BAF4ACA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D6024EF-E4BF-47F9-9C40-18EBDE831D6F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88F854F-50D7-44B0-90E5-299B3978097D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45888A2E-E11F-4E1E-95AA-94B28EE4C20B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9AA27D85-7E08-455F-9FD6-E4E755B9B8D2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1E0B7F79-AB7A-45F9-B571-A2A18BD6B3E4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BDCDF3AD-CA16-4B8D-BB75-D1FDCEBCCF84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7D274D4A-62FE-48B5-B39A-455A7BD7CAFF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4FF79BF4-2E9D-4B71-9D40-DB1332A39056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698202146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A7AF707B-942B-43ED-9B92-EE2DC302B779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158CDDCF-2B6A-4A47-9CC4-B46A58C656F2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6FFAE6DB-D746-454E-8AFA-AAA7221AFBC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9A107853-4D19-434C-A096-BF65A64F2F41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14C5BE5F-FCA8-41DC-9556-C508CE9DFC86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65B2522-CF18-4D81-A81B-893120B8133D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9762960-4D0F-4B5F-A54E-9D4D9F9FFC52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C68DEF5-BA7E-4602-B640-D68169CB92A7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49915455-6664-4FAF-9616-420422959A52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E87E42BB-DFD5-4212-A9F0-F372710559CC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DD36AD41-3D95-401C-9136-282BBFFEE3B3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27CF4B1F-DC12-44F7-819E-9FC34840B748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64960259-C9B0-4FAB-92FC-97413316441D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12D50777-1B8A-46B1-A580-5C0D06B1393F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049569302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53CA09E9-0964-4610-A16F-9172DC971596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E8014BF0-D354-42F7-87DF-B66E8284B051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8979C08A-760A-487A-8315-DB955515510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68DA7921-2ED1-4AE7-8389-09A9CCED1304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1C694EC8-D5DF-415A-B348-7CF3686B23D8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0E17B67-E362-4A1E-97F8-02BA9E12CC9C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29630D6-9701-4D2D-B25B-6E6AAF505C63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EBE4BD2-7A18-4ACB-9E4D-3E37B011DF1D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C8BE3D70-E752-430C-AA0C-232860F819EA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2174F35B-3E0E-486A-82F0-9715EF993E5E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FE96DE6-3765-4B99-9174-B29FF980AE68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ACC70F20-701F-44B0-BD56-19599DD38869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5FE9346E-3671-41D6-B243-3125A5BAD44E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E8677710-3407-49B0-945E-EB21BADEE7BA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46229484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D6A6B487-9C68-42D7-BEA8-612C5B17E57F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8B37ABE4-0F57-4B02-B30A-7A3ECF79A669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928FB271-3175-4459-AC6B-0D0774349E5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9A79FAAF-8477-4F81-B739-EB3155B825AC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E77E489C-46D6-4DF0-85E4-9DEED7188EC8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1322CE9-0B68-494C-B63B-69B3C16EDB3D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B603DD3-53A0-42FA-A74A-E614A7450C9E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B97581A-3B98-498B-828A-1CEFB5F6B81C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35A95A8E-9AC8-4341-9294-93AF5840C5BA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30AAA0C7-1C0A-4CA0-B9BB-1BF9DC66BAE6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EDBB6A42-92A2-4BD9-9BF0-0266F170DAB7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3C23E56C-615D-47E3-A46A-E798C6B93CB9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970B4A0E-C40F-4F13-8BC9-C7A4058E9F61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899487D5-9B94-40B0-892C-222D5771D9C6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416708522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C50E7635-A6C5-48B7-B77E-29D862AFA5C0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E188A1CC-4D2A-45C7-B639-21930F3B33B4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34BC9B7E-1D0A-4228-9412-D3323E6C747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2F042B74-3F9E-4327-9497-CDAA8D4D063E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C33FB148-11E5-42E8-AF49-921E2A7393BF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75F5828-4E8D-4075-B8DB-10BB20795A80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B06E897-9766-407F-9393-43426C1DABE6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1055FB2-8B3D-4AC2-9CEB-8B73A8B7AD8A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9912C8D0-726B-4FDF-82A6-8A7410E22663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75653DFB-828A-40CA-9CE4-4EE13E402619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6FE72D6A-AF3B-4E4C-AA3F-721A713A81C5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A652E933-40EF-4C0C-BC9A-3BA53947C349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BADB0CBB-7E8A-4BE4-AEE5-4C69E62158FD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E6837ED9-DAF6-44D7-B2E8-9DE98BEE3271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41046876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79C5B9B5-C8B3-4880-A584-E6CDDE7B5567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5E084B27-C51F-436E-84FE-5BC051411185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2D79C62A-2534-4B17-ADAB-822BD03DE44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AC157EB0-8B87-4821-BDD0-AA761FE7D1E9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2CE4673D-299C-43FF-8D5D-60C22B5DB332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ED876CE-6796-4A77-9769-513BF3E05616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6486617-9D87-4EA2-8637-723086D510C7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031BB9E-4945-4296-AF53-FFBAE2ACD2D1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2FF3F026-1A0F-4C86-922D-90A711F07902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538FCD4C-4F6C-49B7-A048-9388E82FE099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75FE4D8F-452D-439A-83B2-8877EB5E9FDF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AD3FD307-76F9-4DEE-81D2-04AF629FC8EB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BDE9EC36-8F66-4956-9131-E25541E695B8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5FCEF0E2-9FBD-4ACF-AEB9-25BCE84548D3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6531762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67C8D04C-D983-4E08-8D24-4B6213A813E7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34B59054-C6AB-4229-9802-C17E088A0FC8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99D5A29C-6ACE-4F2C-AAE6-9345F92265A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8B5FBDB3-63D1-4446-8B74-3EA28D691580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2AAF2828-77ED-4B30-AF3C-1D4F648B1551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F4B09E6-CADF-4BF7-BD27-E84CB1428A05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619B660-DC8F-4CA3-810E-2FBCE2BCA790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2C5E383-BDFD-41AD-85DA-D6FBBF3D99E1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3F59B3EB-6B6A-4B0B-A82C-2E03B964BB63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C4364915-6747-4765-9913-2409F66AB46A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D7AA97F-77EB-4BB7-992C-1A7D7FAEF0C0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7D59A99C-C6CA-452A-90B2-18DA1E413FDA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6641CFDC-2EAA-41B9-98FA-89CF51EE948A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07625F8C-825D-4298-8146-36F20532B7A6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61393693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1CDCFEFD-0527-490F-B648-6167026E882C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0882500-4BA0-41A7-8D20-42B4B2E6A5F6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8A15BDE5-3A38-4079-90EE-84FD4066E0B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B9D6B06A-1D49-4F36-B2A8-97DF83B7DFE1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6F937E2E-57A5-48C3-A3C2-0CDCD73CC4F1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9A2DBB8-85F0-410F-B534-F5138743459A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2001F49-23D7-4A44-A2A2-D456808477A7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13CEC7A-4247-4027-8F25-C3E76C68B377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58C81632-1D96-4F37-B85D-3D7D9DDC6796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E842EEBF-78E9-40F9-9F9A-304CEB876BFE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CB1F9954-63D0-447A-BFC7-AB5DAA6A2414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04663F32-026B-48B5-9F53-19E04748F295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4386C6EC-C60E-4279-B8BB-92FBB3D7B1A1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E54A2817-BD20-48D7-912C-0BC317A9968F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423596378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4C5BCDF1-7565-43DB-99CA-35F77CC21AA2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F23E8C6A-7A3A-40F5-BCCE-8F942333F0F4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0746B98D-1628-4F11-AEC3-FFE92CFDE88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B5C52CB3-81C7-499F-A903-D3E93407D473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0F5E0055-AD49-4B60-9C5B-DC34C6BEEE28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8878DB8-5244-4CCE-9DDC-CD419A6FA30C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F44BE7B-11CC-4657-9FDE-675F185AEA1D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0626D75-0A6E-4A42-987E-24A44CA79620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64AE3A25-1BA0-4CD9-97CE-31B77B1B84A3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78F4748D-E2C7-437A-8B1A-4B35A52405E7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3357E1B8-0BF1-4820-9F9E-70DA25686899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B08A465A-AD9B-412F-920E-5431FA83E3E4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5576B66B-B45D-4BA9-A49A-9663DC4BEBC0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C252A4EF-C2D1-4477-948D-E1FCCA19ABCF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68435639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099A8ED2-30D7-4F25-881C-539255E3ABCF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E61AF962-BE6F-4EAE-AC4F-27135111612E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E43F5403-74C9-496C-8E38-C71A4405305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A3161135-ACB0-41F2-A174-39EF14F3CAB2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52178E5F-0174-47EB-82D4-B9220ACFA31B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CD34598-43FB-4360-82CE-7CA716A3C633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4D42901-C8BC-4B84-954C-AE02974A5C59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CCAECBA-DCA4-4ACE-BAA5-8A7302B51696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045165C0-E6CA-4823-A98A-AB96FA439A67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6C2707E2-F0F2-4E92-9141-17EA054A5D90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478E44C3-9197-4CD5-BE3F-4073977D754A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EFFE6C26-6382-4074-8628-FB7C9646E8EF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5983223F-A429-423C-910D-41D34419D791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9359C309-F98A-4682-B068-2A3CF0FCDFB4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083934537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5F37CCBF-0170-4F8C-8E7E-CC12F2E67B24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D1F7E5-9CB1-4ED3-BBB8-4A8F9F2EAC9D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502274E0-DB55-456C-B0F2-BC9BD1A666D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261BF426-2175-464A-9A72-C0E41EC4CC1F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28121C50-51B4-4D5D-A86D-4A5C6125DBFA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19B6088-F42D-4882-8CD4-E508D083D860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743D8FC-0ACA-470A-B911-460D326F73D0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7AB6A30-B1FC-4173-96F4-A853AD288B34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531F0B2A-6BD9-4D8D-A2A2-60EE07A7D1BC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D542809E-D7C1-4CC4-AE5F-F62438B9971A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087748A4-84D4-4465-B3AE-E72CBEC86A87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2CA194F2-912D-4011-AAB1-A36EE4C1EE5D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2C7EB630-974F-452A-89F9-7580AE9B362E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50C9A251-1451-470D-B2C5-07F2E9501F12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51951083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8782E0BE-15A7-47F4-AC6A-270DFCA4DD1D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EBC3BECC-C989-40BF-8424-28B367758F13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1B604203-1A73-42FF-A6B5-90B1F57BA8A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C53C0B0F-74EF-4602-A6A8-A5F33A3856F9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1F9FC353-8BE9-484B-B264-B6B46D7B29F3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92F6B1C-522B-481C-AFE0-6CB6D662D0C6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138F44E-80E0-4051-B5B0-E4E115545AD8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9A4DE74-CF1C-4056-89FD-71BFED73C861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35378449-DF8F-4528-8A83-0F031401AA22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6A173D06-BFCB-449A-B9E7-11D4377C9768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44FF5F0F-003E-497E-AE8D-E6DB41DE6929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B78BD636-F559-46FE-A907-5EB15B95C780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D3737ECF-39B6-4B74-A03F-BCE0AD8CD296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EF4EF2B4-AB76-4A1B-8605-02E4EBE37CFE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717014665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62CC9652-5429-4731-A77C-947C2D17CE10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EC9EFF4C-A6FE-45AD-B9A8-12CAB7A9B792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AC3C4322-1FDE-4FCD-A5E3-1470EA5290E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6509304B-6392-48EB-8995-36A2FE30CBA4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9EEA1971-3D89-4D27-BA11-C7FA89FE2BDF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97CE287-FD43-43F1-90AE-F374EDF280E9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5A314BA-D720-4AB3-AA6C-8C46C7E35752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398DFC4-30D7-4FAA-BC58-066D8291D2D7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1A712704-E81D-4396-8ADD-1F9052676F96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82C4A0E7-EA13-4429-93A5-E6DD6F1F33C4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09D2537A-00AF-402A-B71F-B361C3AE338A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C0467F39-50E8-464E-9D0D-F60969862A67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B495888D-57CF-4DCF-8865-119D1A04FF6C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41915970-41B8-413D-9C63-488CA9A4A56A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48368120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601C6DF5-F948-4A79-B078-C6E916B06E61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7D3548ED-7D62-4216-9C33-991E156E5F77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DCCB3E1B-0DA6-4C03-B0CB-1CADBCEDDDA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E6969984-316E-44E3-BC72-60E62FC19122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F6A46560-A54F-4E50-8DD8-DA61AA525C5D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037FC03-0968-4BE9-B5DA-4E13677B8764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487F19A-D68E-4942-A174-9B1E48771BF4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F70DEBA-F07B-4610-9574-06FFE174F8B5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6FB727C9-1AEA-4C4F-A6BF-2E72E4732880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9098B6A-E3B5-4B3F-81DC-52B52E74AB9D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5F4D3066-B065-4B38-8ED8-793F36B06BC6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71C7E646-41DD-4C88-BB8A-8E6BC45C7F09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158075AC-8DD9-4489-98FB-290CED7FC157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3A36CB14-BC21-44DD-9C4D-1E874737EEA9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29800940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FB7C9844-9E39-427C-AA9C-45CAB21E5AA3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27803A45-1439-4917-8D40-2D6F3E749AFA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1C6E0D71-738B-4248-94EE-2E79EB1A9E9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B56F0DFE-4D5F-4988-B424-C303662BAD60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BB30F995-0C62-4953-86B0-B03CC4C8015A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A535DF6-0D18-4A72-BA12-D587CA57AF76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49C9CD2-3BAC-498B-9AD4-C2DB12304BCE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B99023E-822B-4EA3-9D7C-6D0922C7D791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148C7AEF-32AF-424D-AE8C-18FB9FACCBBB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63F4F12-DF76-4BDA-8AAC-165C378030C3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1B8FF4E5-8A3F-4DEC-B9B3-BFD66520EC00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C0FAFF62-1BE3-4B90-8BB0-F7F88D21B827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DD250E22-F0F9-466B-9530-56743468721E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D112CEA-0709-4CDD-805C-D88293FA9D4A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068111779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6F1568A8-AEE1-47D2-A741-48EC48DF4BC5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ACC1A8DF-FAEB-4CFE-91D1-E36E11BB58DC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8DF39886-BB67-4776-A203-A19BE385BD4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42C94B2B-218E-492E-8970-8184D1CA29DD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21689DD8-4CC9-4444-B727-9EB5CFE0DFD2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A34AA99-04C2-4027-9DA4-97C4DE76D68E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4015F26-FBFA-4D55-BA31-4DBE5CBAF3B0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034884E-3CA5-4C2C-9756-FF662BE1D414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4F98A329-D5E0-4DD7-9582-85A9CD7F7B89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B7310805-0B84-4405-BDB2-E2F273ACA612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A09B0CCA-844D-4AE5-AB17-8D5DC40ECE9D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70010D4F-B559-4CA1-AB95-F3D10A4D4DA7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C65C9BDC-2BB3-4905-8079-1D094C12A6F9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32F74B1D-25E0-4182-ACC0-82C26D4F25DA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17340758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07B65F8E-20E0-410F-9163-548C7E410CE9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805885D7-843D-4290-AB73-A8969C069BED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34F79B14-56A5-4AA4-A586-966C54F7D20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0A046EE2-D06C-4482-8408-EA7534CB9C48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EED78C3C-65B1-485E-A13A-84FA16EF566F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7D3D3A5-8BAC-4380-94F3-9F5660E81534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76B421F-F177-44B8-8FBA-33001FC4639C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3C0FDB8-B2C7-4001-A820-8CF54CCA39FD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DB496A69-3A04-4E5C-9423-AD555C6BB6FE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6050E96B-AC4D-4002-B51E-E1B7867E56E2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26726076-ADE9-468F-9391-2F87D2C80F7F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765BFC43-9ADD-4CA3-9839-709CFBA5FD70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600C8E00-6899-4C70-B392-2883871563E7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B99CE4D1-B45F-4CAD-AD72-A90FA2623113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751000001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EBA5C21D-DF2E-4546-9D88-08B08353D55C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73E0ED05-0ADD-4362-87E7-DF26A5CFDAE4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7882A860-26B0-406E-ACC3-8715C4BEC4A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CFC7C5F9-DCA5-4258-97D7-7245FF79E3A0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5A0BEC7C-B443-4335-9F85-B570B14BCF33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CB08AD9-B21C-4E9C-8801-1CCCB24384DF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045ECEE-33FC-4FE2-B69C-01E6B0B19B1F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023F20A-247E-42F0-BE25-04661E6AFD3B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19641F9A-7DB3-4E2E-B97D-FBD667D3B885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86AD578A-3825-48FA-B475-C56C8F61F790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3CABE3EF-4BFF-436E-8BF8-B8B73E9607D2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68675EB5-D429-49CF-B29D-D17674DA7EB4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387AAB9A-A1CA-426A-8FA8-ED709945C599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A392C8CC-67C8-4591-B995-730F06422EBA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02399740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17D5C420-B303-402E-8456-BD249D78C0D5}"/>
              </a:ext>
            </a:extLst>
          </p:cNvPr>
          <p:cNvSpPr/>
          <p:nvPr/>
        </p:nvSpPr>
        <p:spPr>
          <a:xfrm>
            <a:off x="0" y="0"/>
            <a:ext cx="7559675" cy="11185209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NanumGothic" panose="020D0604000000000000" pitchFamily="34" charset="-127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TextBox 175">
            <a:extLst>
              <a:ext uri="{FF2B5EF4-FFF2-40B4-BE49-F238E27FC236}">
                <a16:creationId xmlns:a16="http://schemas.microsoft.com/office/drawing/2014/main" id="{83435AB7-6776-47E1-AF89-127C0F5B687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9DACA3E4-38E7-4F21-972F-8B136C98D862}"/>
              </a:ext>
            </a:extLst>
          </p:cNvPr>
          <p:cNvCxnSpPr>
            <a:cxnSpLocks/>
          </p:cNvCxnSpPr>
          <p:nvPr/>
        </p:nvCxnSpPr>
        <p:spPr>
          <a:xfrm>
            <a:off x="786384" y="1991137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TextBox 176">
            <a:hlinkClick r:id="rId2" action="ppaction://hlinksldjump"/>
            <a:extLst>
              <a:ext uri="{FF2B5EF4-FFF2-40B4-BE49-F238E27FC236}">
                <a16:creationId xmlns:a16="http://schemas.microsoft.com/office/drawing/2014/main" id="{1D47DCF4-7919-453A-A6DF-214A1C265582}"/>
              </a:ext>
            </a:extLst>
          </p:cNvPr>
          <p:cNvSpPr txBox="1"/>
          <p:nvPr/>
        </p:nvSpPr>
        <p:spPr>
          <a:xfrm>
            <a:off x="6265463" y="1083669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78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8" name="TextBox 177">
            <a:hlinkClick r:id="rId3" action="ppaction://hlinksldjump"/>
            <a:extLst>
              <a:ext uri="{FF2B5EF4-FFF2-40B4-BE49-F238E27FC236}">
                <a16:creationId xmlns:a16="http://schemas.microsoft.com/office/drawing/2014/main" id="{84725130-3194-4032-9509-A5C930A99B4D}"/>
              </a:ext>
            </a:extLst>
          </p:cNvPr>
          <p:cNvSpPr txBox="1"/>
          <p:nvPr/>
        </p:nvSpPr>
        <p:spPr>
          <a:xfrm>
            <a:off x="6265463" y="1565537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79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9" name="TextBox 178">
            <a:hlinkClick r:id="rId4" action="ppaction://hlinksldjump"/>
            <a:extLst>
              <a:ext uri="{FF2B5EF4-FFF2-40B4-BE49-F238E27FC236}">
                <a16:creationId xmlns:a16="http://schemas.microsoft.com/office/drawing/2014/main" id="{70644112-6003-4D4F-B576-87BD65D2485B}"/>
              </a:ext>
            </a:extLst>
          </p:cNvPr>
          <p:cNvSpPr txBox="1"/>
          <p:nvPr/>
        </p:nvSpPr>
        <p:spPr>
          <a:xfrm>
            <a:off x="6265463" y="2047405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80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0" name="TextBox 179">
            <a:hlinkClick r:id="rId5" action="ppaction://hlinksldjump"/>
            <a:extLst>
              <a:ext uri="{FF2B5EF4-FFF2-40B4-BE49-F238E27FC236}">
                <a16:creationId xmlns:a16="http://schemas.microsoft.com/office/drawing/2014/main" id="{09ECFE59-ABA2-421F-BED0-C6AA639DBF6E}"/>
              </a:ext>
            </a:extLst>
          </p:cNvPr>
          <p:cNvSpPr txBox="1"/>
          <p:nvPr/>
        </p:nvSpPr>
        <p:spPr>
          <a:xfrm>
            <a:off x="6265463" y="2529273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81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1" name="TextBox 180">
            <a:hlinkClick r:id="rId6" action="ppaction://hlinksldjump"/>
            <a:extLst>
              <a:ext uri="{FF2B5EF4-FFF2-40B4-BE49-F238E27FC236}">
                <a16:creationId xmlns:a16="http://schemas.microsoft.com/office/drawing/2014/main" id="{A781E49D-5924-4448-B5D9-2D86542C972C}"/>
              </a:ext>
            </a:extLst>
          </p:cNvPr>
          <p:cNvSpPr txBox="1"/>
          <p:nvPr/>
        </p:nvSpPr>
        <p:spPr>
          <a:xfrm>
            <a:off x="6265463" y="3011141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82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2" name="TextBox 181">
            <a:hlinkClick r:id="rId7" action="ppaction://hlinksldjump"/>
            <a:extLst>
              <a:ext uri="{FF2B5EF4-FFF2-40B4-BE49-F238E27FC236}">
                <a16:creationId xmlns:a16="http://schemas.microsoft.com/office/drawing/2014/main" id="{9381F8BD-3C9D-4795-B682-C29C76483F9F}"/>
              </a:ext>
            </a:extLst>
          </p:cNvPr>
          <p:cNvSpPr txBox="1"/>
          <p:nvPr/>
        </p:nvSpPr>
        <p:spPr>
          <a:xfrm>
            <a:off x="6265463" y="3493009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83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3" name="TextBox 182">
            <a:hlinkClick r:id="rId8" action="ppaction://hlinksldjump"/>
            <a:extLst>
              <a:ext uri="{FF2B5EF4-FFF2-40B4-BE49-F238E27FC236}">
                <a16:creationId xmlns:a16="http://schemas.microsoft.com/office/drawing/2014/main" id="{9E1BBC90-EA58-454B-943F-B1E67C110746}"/>
              </a:ext>
            </a:extLst>
          </p:cNvPr>
          <p:cNvSpPr txBox="1"/>
          <p:nvPr/>
        </p:nvSpPr>
        <p:spPr>
          <a:xfrm>
            <a:off x="6265463" y="3974877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84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4" name="TextBox 183">
            <a:hlinkClick r:id="rId9" action="ppaction://hlinksldjump"/>
            <a:extLst>
              <a:ext uri="{FF2B5EF4-FFF2-40B4-BE49-F238E27FC236}">
                <a16:creationId xmlns:a16="http://schemas.microsoft.com/office/drawing/2014/main" id="{1DB71A81-56BB-4A08-A041-D77E8F4A7344}"/>
              </a:ext>
            </a:extLst>
          </p:cNvPr>
          <p:cNvSpPr txBox="1"/>
          <p:nvPr/>
        </p:nvSpPr>
        <p:spPr>
          <a:xfrm>
            <a:off x="6265463" y="4456745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85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5" name="TextBox 184">
            <a:hlinkClick r:id="rId10" action="ppaction://hlinksldjump"/>
            <a:extLst>
              <a:ext uri="{FF2B5EF4-FFF2-40B4-BE49-F238E27FC236}">
                <a16:creationId xmlns:a16="http://schemas.microsoft.com/office/drawing/2014/main" id="{695352D8-8F90-439E-BFD1-9D48B6F909B4}"/>
              </a:ext>
            </a:extLst>
          </p:cNvPr>
          <p:cNvSpPr txBox="1"/>
          <p:nvPr/>
        </p:nvSpPr>
        <p:spPr>
          <a:xfrm>
            <a:off x="6265463" y="4938613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86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6" name="TextBox 185">
            <a:hlinkClick r:id="rId11" action="ppaction://hlinksldjump"/>
            <a:extLst>
              <a:ext uri="{FF2B5EF4-FFF2-40B4-BE49-F238E27FC236}">
                <a16:creationId xmlns:a16="http://schemas.microsoft.com/office/drawing/2014/main" id="{6B6F96AD-9076-461A-9787-9BF2A7416F44}"/>
              </a:ext>
            </a:extLst>
          </p:cNvPr>
          <p:cNvSpPr txBox="1"/>
          <p:nvPr/>
        </p:nvSpPr>
        <p:spPr>
          <a:xfrm>
            <a:off x="6265463" y="5420481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87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7" name="TextBox 186">
            <a:hlinkClick r:id="rId12" action="ppaction://hlinksldjump"/>
            <a:extLst>
              <a:ext uri="{FF2B5EF4-FFF2-40B4-BE49-F238E27FC236}">
                <a16:creationId xmlns:a16="http://schemas.microsoft.com/office/drawing/2014/main" id="{FE0E363A-6BD8-46CD-8C2C-88442B52613B}"/>
              </a:ext>
            </a:extLst>
          </p:cNvPr>
          <p:cNvSpPr txBox="1"/>
          <p:nvPr/>
        </p:nvSpPr>
        <p:spPr>
          <a:xfrm>
            <a:off x="6265463" y="5902349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88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8" name="TextBox 187">
            <a:hlinkClick r:id="rId13" action="ppaction://hlinksldjump"/>
            <a:extLst>
              <a:ext uri="{FF2B5EF4-FFF2-40B4-BE49-F238E27FC236}">
                <a16:creationId xmlns:a16="http://schemas.microsoft.com/office/drawing/2014/main" id="{1C1972AF-0804-450A-B29D-F2A57B6BCF0D}"/>
              </a:ext>
            </a:extLst>
          </p:cNvPr>
          <p:cNvSpPr txBox="1"/>
          <p:nvPr/>
        </p:nvSpPr>
        <p:spPr>
          <a:xfrm>
            <a:off x="6265463" y="6384217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89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9" name="TextBox 188">
            <a:hlinkClick r:id="rId14" action="ppaction://hlinksldjump"/>
            <a:extLst>
              <a:ext uri="{FF2B5EF4-FFF2-40B4-BE49-F238E27FC236}">
                <a16:creationId xmlns:a16="http://schemas.microsoft.com/office/drawing/2014/main" id="{6397D937-A82A-440B-A318-C6ECFAF63BE7}"/>
              </a:ext>
            </a:extLst>
          </p:cNvPr>
          <p:cNvSpPr txBox="1"/>
          <p:nvPr/>
        </p:nvSpPr>
        <p:spPr>
          <a:xfrm>
            <a:off x="6265463" y="6866085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90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xtBox 189">
            <a:hlinkClick r:id="rId15" action="ppaction://hlinksldjump"/>
            <a:extLst>
              <a:ext uri="{FF2B5EF4-FFF2-40B4-BE49-F238E27FC236}">
                <a16:creationId xmlns:a16="http://schemas.microsoft.com/office/drawing/2014/main" id="{CEDFE96D-A0AE-4B82-9E4B-E21DEF4AE110}"/>
              </a:ext>
            </a:extLst>
          </p:cNvPr>
          <p:cNvSpPr txBox="1"/>
          <p:nvPr/>
        </p:nvSpPr>
        <p:spPr>
          <a:xfrm>
            <a:off x="6265463" y="7347953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91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TextBox 190">
            <a:hlinkClick r:id="rId16" action="ppaction://hlinksldjump"/>
            <a:extLst>
              <a:ext uri="{FF2B5EF4-FFF2-40B4-BE49-F238E27FC236}">
                <a16:creationId xmlns:a16="http://schemas.microsoft.com/office/drawing/2014/main" id="{D905522D-444B-4CFC-BDE0-C092AB6641CF}"/>
              </a:ext>
            </a:extLst>
          </p:cNvPr>
          <p:cNvSpPr txBox="1"/>
          <p:nvPr/>
        </p:nvSpPr>
        <p:spPr>
          <a:xfrm>
            <a:off x="6265463" y="7829821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92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2" name="TextBox 191">
            <a:hlinkClick r:id="rId17" action="ppaction://hlinksldjump"/>
            <a:extLst>
              <a:ext uri="{FF2B5EF4-FFF2-40B4-BE49-F238E27FC236}">
                <a16:creationId xmlns:a16="http://schemas.microsoft.com/office/drawing/2014/main" id="{4A2644DB-AD04-44FD-95B3-94368E886C02}"/>
              </a:ext>
            </a:extLst>
          </p:cNvPr>
          <p:cNvSpPr txBox="1"/>
          <p:nvPr/>
        </p:nvSpPr>
        <p:spPr>
          <a:xfrm>
            <a:off x="6265463" y="8311689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93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3" name="TextBox 192">
            <a:hlinkClick r:id="rId18" action="ppaction://hlinksldjump"/>
            <a:extLst>
              <a:ext uri="{FF2B5EF4-FFF2-40B4-BE49-F238E27FC236}">
                <a16:creationId xmlns:a16="http://schemas.microsoft.com/office/drawing/2014/main" id="{6A62B1C7-EE9E-45BF-AE57-4F5DF947258A}"/>
              </a:ext>
            </a:extLst>
          </p:cNvPr>
          <p:cNvSpPr txBox="1"/>
          <p:nvPr/>
        </p:nvSpPr>
        <p:spPr>
          <a:xfrm>
            <a:off x="6265463" y="8793557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94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4" name="TextBox 193">
            <a:hlinkClick r:id="rId19" action="ppaction://hlinksldjump"/>
            <a:extLst>
              <a:ext uri="{FF2B5EF4-FFF2-40B4-BE49-F238E27FC236}">
                <a16:creationId xmlns:a16="http://schemas.microsoft.com/office/drawing/2014/main" id="{62C0BB06-272B-443E-9BA9-BC90716C8101}"/>
              </a:ext>
            </a:extLst>
          </p:cNvPr>
          <p:cNvSpPr txBox="1"/>
          <p:nvPr/>
        </p:nvSpPr>
        <p:spPr>
          <a:xfrm>
            <a:off x="6265463" y="9275425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95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5" name="TextBox 194">
            <a:hlinkClick r:id="rId20" action="ppaction://hlinksldjump"/>
            <a:extLst>
              <a:ext uri="{FF2B5EF4-FFF2-40B4-BE49-F238E27FC236}">
                <a16:creationId xmlns:a16="http://schemas.microsoft.com/office/drawing/2014/main" id="{44B94182-A84C-413D-862A-F88DD9E326FF}"/>
              </a:ext>
            </a:extLst>
          </p:cNvPr>
          <p:cNvSpPr txBox="1"/>
          <p:nvPr/>
        </p:nvSpPr>
        <p:spPr>
          <a:xfrm>
            <a:off x="6265463" y="9757293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96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6" name="TextBox 195">
            <a:hlinkClick r:id="rId21" action="ppaction://hlinksldjump"/>
            <a:extLst>
              <a:ext uri="{FF2B5EF4-FFF2-40B4-BE49-F238E27FC236}">
                <a16:creationId xmlns:a16="http://schemas.microsoft.com/office/drawing/2014/main" id="{D98CE4F8-AE0B-4EF2-859B-EAADC5F804E6}"/>
              </a:ext>
            </a:extLst>
          </p:cNvPr>
          <p:cNvSpPr txBox="1"/>
          <p:nvPr/>
        </p:nvSpPr>
        <p:spPr>
          <a:xfrm>
            <a:off x="6265463" y="10239161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97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3E262D01-39E2-4018-8739-94AB4FA0220A}"/>
              </a:ext>
            </a:extLst>
          </p:cNvPr>
          <p:cNvCxnSpPr>
            <a:cxnSpLocks/>
          </p:cNvCxnSpPr>
          <p:nvPr/>
        </p:nvCxnSpPr>
        <p:spPr>
          <a:xfrm>
            <a:off x="786383" y="2473005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A7EB1176-14C6-463C-9304-3008B4A1E376}"/>
              </a:ext>
            </a:extLst>
          </p:cNvPr>
          <p:cNvCxnSpPr>
            <a:cxnSpLocks/>
          </p:cNvCxnSpPr>
          <p:nvPr/>
        </p:nvCxnSpPr>
        <p:spPr>
          <a:xfrm>
            <a:off x="786384" y="1509269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05F03E9A-641D-4536-AF23-3A6749BA8913}"/>
              </a:ext>
            </a:extLst>
          </p:cNvPr>
          <p:cNvCxnSpPr>
            <a:cxnSpLocks/>
          </p:cNvCxnSpPr>
          <p:nvPr/>
        </p:nvCxnSpPr>
        <p:spPr>
          <a:xfrm>
            <a:off x="786383" y="295487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D9E07596-DC6B-4E9F-8C8A-938C11D5AB3D}"/>
              </a:ext>
            </a:extLst>
          </p:cNvPr>
          <p:cNvCxnSpPr>
            <a:cxnSpLocks/>
          </p:cNvCxnSpPr>
          <p:nvPr/>
        </p:nvCxnSpPr>
        <p:spPr>
          <a:xfrm>
            <a:off x="786383" y="3436741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9F64D876-56C2-47DE-9C86-BC7731A6793C}"/>
              </a:ext>
            </a:extLst>
          </p:cNvPr>
          <p:cNvCxnSpPr>
            <a:cxnSpLocks/>
          </p:cNvCxnSpPr>
          <p:nvPr/>
        </p:nvCxnSpPr>
        <p:spPr>
          <a:xfrm>
            <a:off x="786383" y="3918609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5F6C6105-6C68-4250-B107-7C795504CC93}"/>
              </a:ext>
            </a:extLst>
          </p:cNvPr>
          <p:cNvCxnSpPr>
            <a:cxnSpLocks/>
          </p:cNvCxnSpPr>
          <p:nvPr/>
        </p:nvCxnSpPr>
        <p:spPr>
          <a:xfrm>
            <a:off x="786383" y="4400477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C0F0B27C-9E8F-4A6C-8DEB-548B696AD0F7}"/>
              </a:ext>
            </a:extLst>
          </p:cNvPr>
          <p:cNvCxnSpPr>
            <a:cxnSpLocks/>
          </p:cNvCxnSpPr>
          <p:nvPr/>
        </p:nvCxnSpPr>
        <p:spPr>
          <a:xfrm>
            <a:off x="786383" y="4882345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1F9C6114-0329-47E0-AE7E-DF8A5D48DEE5}"/>
              </a:ext>
            </a:extLst>
          </p:cNvPr>
          <p:cNvCxnSpPr>
            <a:cxnSpLocks/>
          </p:cNvCxnSpPr>
          <p:nvPr/>
        </p:nvCxnSpPr>
        <p:spPr>
          <a:xfrm>
            <a:off x="786383" y="536421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F6B33B45-1397-4121-A3BC-71DA43486BEE}"/>
              </a:ext>
            </a:extLst>
          </p:cNvPr>
          <p:cNvCxnSpPr>
            <a:cxnSpLocks/>
          </p:cNvCxnSpPr>
          <p:nvPr/>
        </p:nvCxnSpPr>
        <p:spPr>
          <a:xfrm>
            <a:off x="786383" y="5846081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직선 연결선 213">
            <a:extLst>
              <a:ext uri="{FF2B5EF4-FFF2-40B4-BE49-F238E27FC236}">
                <a16:creationId xmlns:a16="http://schemas.microsoft.com/office/drawing/2014/main" id="{BBBC6F90-43B8-4192-A6AD-A3AB334F80AF}"/>
              </a:ext>
            </a:extLst>
          </p:cNvPr>
          <p:cNvCxnSpPr>
            <a:cxnSpLocks/>
          </p:cNvCxnSpPr>
          <p:nvPr/>
        </p:nvCxnSpPr>
        <p:spPr>
          <a:xfrm>
            <a:off x="786383" y="6327949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52210309-A4A1-4D31-938F-F14EDE222B7F}"/>
              </a:ext>
            </a:extLst>
          </p:cNvPr>
          <p:cNvCxnSpPr>
            <a:cxnSpLocks/>
          </p:cNvCxnSpPr>
          <p:nvPr/>
        </p:nvCxnSpPr>
        <p:spPr>
          <a:xfrm>
            <a:off x="786383" y="6809817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6" name="직선 연결선 215">
            <a:extLst>
              <a:ext uri="{FF2B5EF4-FFF2-40B4-BE49-F238E27FC236}">
                <a16:creationId xmlns:a16="http://schemas.microsoft.com/office/drawing/2014/main" id="{A51B5386-1638-4E2B-A81E-8BAC0784C095}"/>
              </a:ext>
            </a:extLst>
          </p:cNvPr>
          <p:cNvCxnSpPr>
            <a:cxnSpLocks/>
          </p:cNvCxnSpPr>
          <p:nvPr/>
        </p:nvCxnSpPr>
        <p:spPr>
          <a:xfrm>
            <a:off x="786383" y="7291685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직선 연결선 216">
            <a:extLst>
              <a:ext uri="{FF2B5EF4-FFF2-40B4-BE49-F238E27FC236}">
                <a16:creationId xmlns:a16="http://schemas.microsoft.com/office/drawing/2014/main" id="{D52089F8-C00D-48E4-9F04-303B1E3F2063}"/>
              </a:ext>
            </a:extLst>
          </p:cNvPr>
          <p:cNvCxnSpPr>
            <a:cxnSpLocks/>
          </p:cNvCxnSpPr>
          <p:nvPr/>
        </p:nvCxnSpPr>
        <p:spPr>
          <a:xfrm>
            <a:off x="786383" y="777355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1581EED0-BD75-47CC-BD93-2E31E909EB69}"/>
              </a:ext>
            </a:extLst>
          </p:cNvPr>
          <p:cNvCxnSpPr>
            <a:cxnSpLocks/>
          </p:cNvCxnSpPr>
          <p:nvPr/>
        </p:nvCxnSpPr>
        <p:spPr>
          <a:xfrm>
            <a:off x="786383" y="8255421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528C0196-065D-4FF6-83B8-776C38C3EA65}"/>
              </a:ext>
            </a:extLst>
          </p:cNvPr>
          <p:cNvCxnSpPr>
            <a:cxnSpLocks/>
          </p:cNvCxnSpPr>
          <p:nvPr/>
        </p:nvCxnSpPr>
        <p:spPr>
          <a:xfrm>
            <a:off x="786383" y="8737289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AFB2FFF6-32C0-40C2-B953-61DADAF5E160}"/>
              </a:ext>
            </a:extLst>
          </p:cNvPr>
          <p:cNvCxnSpPr>
            <a:cxnSpLocks/>
          </p:cNvCxnSpPr>
          <p:nvPr/>
        </p:nvCxnSpPr>
        <p:spPr>
          <a:xfrm>
            <a:off x="786383" y="9219157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3CC7D79E-4235-4059-9F05-761E941F00B2}"/>
              </a:ext>
            </a:extLst>
          </p:cNvPr>
          <p:cNvCxnSpPr>
            <a:cxnSpLocks/>
          </p:cNvCxnSpPr>
          <p:nvPr/>
        </p:nvCxnSpPr>
        <p:spPr>
          <a:xfrm>
            <a:off x="786383" y="9701025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CDFD6FD8-80E6-4B9F-B794-DCA48FDA36C8}"/>
              </a:ext>
            </a:extLst>
          </p:cNvPr>
          <p:cNvCxnSpPr>
            <a:cxnSpLocks/>
          </p:cNvCxnSpPr>
          <p:nvPr/>
        </p:nvCxnSpPr>
        <p:spPr>
          <a:xfrm>
            <a:off x="786383" y="1018289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265FD008-EF51-413A-9E8B-9F388F9B09EC}"/>
              </a:ext>
            </a:extLst>
          </p:cNvPr>
          <p:cNvCxnSpPr>
            <a:cxnSpLocks/>
          </p:cNvCxnSpPr>
          <p:nvPr/>
        </p:nvCxnSpPr>
        <p:spPr>
          <a:xfrm>
            <a:off x="786383" y="1066475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4" name="TextBox 173">
            <a:extLst>
              <a:ext uri="{FF2B5EF4-FFF2-40B4-BE49-F238E27FC236}">
                <a16:creationId xmlns:a16="http://schemas.microsoft.com/office/drawing/2014/main" id="{4AD763FC-82EE-47CC-9EAD-BBBC3719B87D}"/>
              </a:ext>
            </a:extLst>
          </p:cNvPr>
          <p:cNvSpPr txBox="1"/>
          <p:nvPr/>
        </p:nvSpPr>
        <p:spPr>
          <a:xfrm>
            <a:off x="71453" y="468116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l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Note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5" name="TextBox 174">
            <a:hlinkClick r:id="rId22" action="ppaction://hlinksldjump"/>
            <a:extLst>
              <a:ext uri="{FF2B5EF4-FFF2-40B4-BE49-F238E27FC236}">
                <a16:creationId xmlns:a16="http://schemas.microsoft.com/office/drawing/2014/main" id="{82591C24-BAB7-4C9B-A33F-5B88C9665308}"/>
              </a:ext>
            </a:extLst>
          </p:cNvPr>
          <p:cNvSpPr txBox="1"/>
          <p:nvPr/>
        </p:nvSpPr>
        <p:spPr>
          <a:xfrm>
            <a:off x="1218638" y="468116"/>
            <a:ext cx="465671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3600" b="1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defRPr>
            </a:lvl1pPr>
          </a:lstStyle>
          <a:p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7" name="TextBox 196">
            <a:hlinkClick r:id="rId2" action="ppaction://hlinksldjump"/>
            <a:extLst>
              <a:ext uri="{FF2B5EF4-FFF2-40B4-BE49-F238E27FC236}">
                <a16:creationId xmlns:a16="http://schemas.microsoft.com/office/drawing/2014/main" id="{2139733D-B6D6-42E4-8717-5BA825BFE47C}"/>
              </a:ext>
            </a:extLst>
          </p:cNvPr>
          <p:cNvSpPr txBox="1"/>
          <p:nvPr/>
        </p:nvSpPr>
        <p:spPr>
          <a:xfrm>
            <a:off x="1779095" y="468116"/>
            <a:ext cx="465671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sz="3600" dirty="0">
                <a:solidFill>
                  <a:srgbClr val="FF000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lang="ko-KR" altLang="en-US" sz="3600" dirty="0">
              <a:solidFill>
                <a:srgbClr val="FF0000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DA420EBF-9FE1-46FF-A7EE-3EE10253331E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99" name="그림 198" descr="캘린더 인덱스">
            <a:hlinkClick r:id="rId23" action="ppaction://hlinksldjump"/>
            <a:extLst>
              <a:ext uri="{FF2B5EF4-FFF2-40B4-BE49-F238E27FC236}">
                <a16:creationId xmlns:a16="http://schemas.microsoft.com/office/drawing/2014/main" id="{2318213A-652D-4B4B-8EB2-27FF5DD94061}"/>
              </a:ext>
            </a:extLst>
          </p:cNvPr>
          <p:cNvPicPr>
            <a:picLocks noChangeAspect="1"/>
          </p:cNvPicPr>
          <p:nvPr/>
        </p:nvPicPr>
        <p:blipFill rotWithShape="1">
          <a:blip r:embed="rId24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0" name="직사각형 199" descr="목표 설정">
            <a:hlinkClick r:id="rId25" action="ppaction://hlinksldjump"/>
            <a:extLst>
              <a:ext uri="{FF2B5EF4-FFF2-40B4-BE49-F238E27FC236}">
                <a16:creationId xmlns:a16="http://schemas.microsoft.com/office/drawing/2014/main" id="{26F38661-3F23-43AA-B967-428B773F7911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1" name="직사각형 200">
            <a:hlinkClick r:id="rId26" action="ppaction://hlinksldjump"/>
            <a:extLst>
              <a:ext uri="{FF2B5EF4-FFF2-40B4-BE49-F238E27FC236}">
                <a16:creationId xmlns:a16="http://schemas.microsoft.com/office/drawing/2014/main" id="{B1FAAA76-0F19-4971-B9B0-BD4C2E131291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2" name="직사각형 201" descr="목표 설정">
            <a:hlinkClick r:id="rId22" action="ppaction://hlinksldjump"/>
            <a:extLst>
              <a:ext uri="{FF2B5EF4-FFF2-40B4-BE49-F238E27FC236}">
                <a16:creationId xmlns:a16="http://schemas.microsoft.com/office/drawing/2014/main" id="{1F8F625A-4682-45FF-B419-09626AF1634B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3" name="직사각형 202" descr="목표 설정">
            <a:hlinkClick r:id="rId22" action="ppaction://hlinksldjump"/>
            <a:extLst>
              <a:ext uri="{FF2B5EF4-FFF2-40B4-BE49-F238E27FC236}">
                <a16:creationId xmlns:a16="http://schemas.microsoft.com/office/drawing/2014/main" id="{E6FB8C56-3D22-41DB-A80D-E50A77A12625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04" name="직사각형 203" descr="목표 설정">
            <a:hlinkClick r:id="rId22" action="ppaction://hlinksldjump"/>
            <a:extLst>
              <a:ext uri="{FF2B5EF4-FFF2-40B4-BE49-F238E27FC236}">
                <a16:creationId xmlns:a16="http://schemas.microsoft.com/office/drawing/2014/main" id="{B167DA9C-125F-4673-B343-71473B411FF3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00E836B5-FA2A-4E98-B3B7-90677DACD09E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610C62F7-BC44-49AE-AA9B-39A9B5CBD6F2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69CEE21A-F09B-4CF9-BC3A-B3BD4D5D9782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4B78E9F8-01ED-419C-817F-CDCA4E1381F8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BA89C85A-DCA3-4DBC-A255-2E69EEE2B4F8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55B77A60-A34A-4A51-B774-A144DAB7F505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881852252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34B02394-8706-464B-BA75-A29E40203BA8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654688AA-729E-4134-8B32-E7F0852D90F0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74CFAA3A-F380-4DC0-87B0-220ED3D902B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A511EC6A-BE42-4B10-B55D-DB5C699E6048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0C1029E7-BD56-44F6-A5EB-379888472CF9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BB547FE-BB32-45E9-A4A5-4FB022BB1374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792A579-124A-47E4-ABA7-9219A665A8CB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272246B-DFB2-42D2-8B92-4E1ACF23DEE8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F5D0D96D-BBD7-410A-A3A1-8042AA6A3AFD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CCFBA8DA-0B68-411E-B211-19D3E9596827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8ABBA6BF-50BA-476F-987B-34CDCE802016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696264DF-E608-44E0-BE6A-F3447F1E19AC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8B86372F-5571-40CA-8C56-28F5BBB279EB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4FE19D9A-AC65-485A-B177-94BFA926F409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787114420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FD1C09CA-D153-4D87-84FF-3935908E8E50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92FF505-35FA-4327-8469-A2C47BC7254D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8639DE05-0AE1-4DCD-AE4B-35EAA3A21E3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C47AC7B3-0B95-4B91-936D-7A3FEDF578E2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90DE210C-F6DC-41E1-B5DF-8A969760C9DA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3EC0967-7FD1-4F11-8A5E-834A39C60C89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020C163-E668-44D9-B02E-6E7FB2AB4102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79E6B64-BDEE-49FB-A930-A544276DCD65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BC33DD45-53A4-40DD-8C29-9FAE72DD0530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1BBBEDE-E949-4698-8B4B-ED645357A18D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378FBCF4-D7D2-4B4C-BBEC-811547DB77D1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614B87CF-5E6D-41D5-94E0-C2898303916F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8B289DA9-5AC5-4B21-AB17-B16E6BD701B7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19590766-180F-4ABC-B5FC-6628D179368F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80919791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6C932707-5592-406C-B6EA-0C86C5B0515C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852D7B09-E244-4B14-A49E-C78BA6CAC427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79409741-7E1D-4DB1-B68D-DF694A1C392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27A2C808-AA0F-4187-BBDA-F5189650BA42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89F6716A-483C-400C-B54D-432AEBF3FAC4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90266A8-175A-4486-9D00-16DDF9EC0540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017920E-FE08-4846-9518-4EE2BA81A1C4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5DE7A7F-A749-4B3E-B30C-EA23B59E06DE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F153396A-3460-4B19-AAA4-4C2FFC57E54F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EF1B62F3-FB8F-435A-8FBB-E30EBDD75713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BF65B40-24A4-45B7-B24A-68F81E1D7F69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4346CE10-E9ED-47A7-9431-6217FFB6E4A1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2B292C93-7594-4674-9CC2-FF8640E37C72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8A047A25-A45D-437E-91E8-2D643731C179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031203384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5BC8D355-6AEE-435C-B74D-B90B8830A09A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D9FAA285-6BA7-4819-A5D9-E3EE5F4AD25A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1585E3E5-B2F0-48A8-81C0-F20A3B9B63D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1E324560-DE05-4C1E-B356-B727CF72AC87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92DCA71F-A716-477F-ACF0-34F9FEDFFC8B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A9F0D17-15FD-4B2C-90AF-3BD2919B9087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BC0555C-0560-4D46-BBFD-3C02C519EEBF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84C816A-71EB-4A9E-B8FC-AFF4F2B69FEE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51523D08-09A2-41F4-8A21-9F237248C09B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87969B66-D64F-4A3F-909F-1CE7BBB77CDB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47FD5AD-C2BF-4E74-8003-33B02A92587F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8F713EC9-C571-4C77-8257-04C19D9D2AB8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80499363-230B-4C7B-A0C7-BC9F42064A12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74F56DAE-28EB-442B-915D-6A4998425BBA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920838326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4BA60FAF-537E-48CA-9ABA-1DDF66A49D08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1DE0AFC0-26E0-4A9A-89A0-0D03E75768A4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E335D2D6-5FDE-4429-A4B6-80F09EA32A8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507CBF76-C3C7-4348-9C21-3B2108E8FA29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4B67FBC4-8855-4E5A-82D6-7773E20A421B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5D63B6A-0C8E-4E91-BA0D-0AA9BF2BE847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D7E6359-284C-4899-B247-90E750CF3885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6E7E5B3-CE22-4240-A909-A9B9EAB445B4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0FE76077-8F5D-4960-A3B2-6568E4F4A98B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0BF5C9D8-0B93-4B95-8C28-860444E682BC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7094CBFE-B117-4894-9817-AFA99BA51EC2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5D61B4E4-0204-45DC-A974-0B938CC4874C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EB9F44DE-EF5C-4F98-B96A-B7FBCD96AE28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1C930A00-900D-40BE-9C4E-A7B7FD5ADB66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04350981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A5F7EA70-6938-4D6D-A9F2-CDC7FE3DFA0E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E0D262D6-9907-442E-817B-80437CE26499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EF9E2B65-2E6C-4F68-BF6C-E30EA7DE69F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726A853E-1D9C-4A51-9519-D6D9D409D640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84481271-C253-4938-8233-1856886B9261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E9D1A28-F465-443D-9AB9-90A4A779E7FB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EBACCB1-F260-4350-8ABA-11314CAC4A18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04901B4-8C81-41ED-926F-43990D895365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99C9489D-9F80-4C8B-81A0-1EA8BBE0A893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8E861F1B-8859-4096-8C85-5B361D349BD4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41F7980F-3784-4702-BB45-11F7C11CC218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3DDD9BEB-21CE-4E3C-8DCD-3712D5697B71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0F0F88CB-17E6-4720-8E3A-2C0935B6BBC9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BE6BF09B-F4FB-418E-A8A1-40E4153C1F17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446222488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318A2E3D-29A4-4190-898E-2733FB3A66DE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061D0BF9-1F28-4017-B7F2-D2C6FB8ABAFB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58C990C2-6913-4E49-984F-4EFE4BB5462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9EDF77A4-139C-448A-BFCC-3E26109FC0B6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7294ACDA-2CE6-43A1-9588-607790E9E84A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DC01B46-305D-43C3-9D5C-49000D5D7919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CD8F9DE-8CF5-4482-91C3-0F45EAEC859C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DA9D10E-6578-4EAC-A758-A81DA40657E8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6997D5C4-1F96-40D9-9CB3-E6CB833CB91C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E24C47CD-B46B-40EF-87D1-A544773B1CBC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CE58BF10-A700-49CF-8F7D-94A7EDA88E91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E20D2A75-576E-4B09-8DC9-AB70DBA50ADE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DD32E28D-0A79-4250-8A65-7EC7F7E54A90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59CB7748-081B-4EB3-9068-D4C50C315C88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95831116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EDC10B36-58B4-44BF-97AA-943E4934B9B5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1BFCFCC3-1642-4889-A72F-953D9563EE27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D546E16A-1832-40CB-874D-CAD95BD3036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2F59DEDF-77F8-4271-B606-5855CB2658EE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EA6FCFAB-8889-4603-ACDD-55CE9614D16F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931A0BF-1EC0-4A33-BA4B-6A13A34D4448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6FABA0C-FF8B-48D3-96E9-66DDE387BD7B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931B97B-5DB7-4604-9959-89D078B2764C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12C7BE10-EABD-46F7-975E-12F1EF84F138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18FE19DA-2804-4983-8B19-E2AE5F9EC3FC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B90BF9C4-F3F3-477A-A59B-DC93B05FCB3F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B40E8DCD-EF04-4382-97A1-83A79645C5AB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D1B2B69D-0E1D-468E-A91F-67E64D074087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96D315A4-F565-423F-B358-C8DED2F74875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109158518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1B9430EB-C538-472B-B530-5ACB79646383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0E516CD0-30D6-4584-8474-7310E3888859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7F17B5C4-4C5E-4C72-84EE-0EDE4EC500B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48ED29C2-927D-4356-85FC-55B13CB3332F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988C0A75-8C7C-4F66-B532-84FFEDB5433F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ECDA6E3-42F8-4EEA-9D45-B7BD3843C390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BA92780-9282-4506-A467-DB6F977EBCCC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F5F3945-2892-429A-BF1A-646FDD7D7301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60E1ABC9-4904-4A8C-A47D-578909DC72D3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649E496D-5F0C-40A8-A75E-BC6DCA8596A2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09E9E8B7-FC9C-42B9-9140-5A50D05913EE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C527381A-B140-43B1-A519-9CA9AD53D8EB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92490FA2-E707-4242-BF54-4D4280FF921B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C07F8186-1032-4472-9318-A111C44991B2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412532022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3D076719-7769-4C5C-8035-C85CC3E36931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853E2438-AD45-4357-A0C7-22478B431DA7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217D1FDC-B05B-406F-8749-B75031CA269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EBC92A02-E297-4DCD-8589-81C8B7CBEE07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09271CA5-755D-4E81-BDCA-FC18AAC5092F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A779836-1B97-4A95-B508-F71A710AF14A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2D3CE40-6A13-42FE-AEE4-8039805C8A43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5BFE403-D464-465B-9BEF-539B128862D3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4ED90200-CCE0-436C-A696-A264B803A34E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4A346593-2F4E-4F30-BBF6-DBB1E04DDE79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12E150E9-3CD2-4A68-A75A-C6BEE1C8D370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78276294-4961-4345-A2FD-62420180FEB5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7C5A702F-80DB-48EC-A0CC-750D63DFE8C4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8EBED9D8-A209-4166-B6A5-03964DA85FEA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62476878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F37D69BD-5969-42F8-9DE4-9ADC1BF34EE1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5AD01B70-6EC9-4BBA-A568-9249F02B6A32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BAFF0227-A6B0-46DB-A57F-FA4F24D0F9B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E80C70E9-3256-4B7D-8119-DC5E1FFF1408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1FB81EA4-B3D1-4D91-9380-C3F84320B4A4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25C2712-D286-4304-98B3-218FF54ECADC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77030B1-5313-44C0-876A-06E560CB517B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89C3C0F-3B35-4FAD-8E9C-DD9FB662BC99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376E35B1-2EDE-4A1B-A6A1-A1EF6B8A7D39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B136B1CB-16C2-498D-9C65-1247A266281C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98C2B6E0-8CDA-4579-95D5-40F21B18748D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ED66EF77-52FF-4001-A095-B1F67C034529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383AC2BD-46FA-46D9-AB80-443011F34539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8825DD09-268F-454F-B4F4-B76819B5EBA6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036400362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2DE8E023-3892-4C84-B9CC-EC77D319B531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AFFCD81B-9B48-48F1-8BB7-D01056C69F2B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5F15332B-6E22-4FEF-8EF4-30E8DA6190A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778D86FD-876B-45CC-A927-F1B4AE31DDE2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1E45FC19-0A26-42CF-A521-71A9B63878FF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E6A02EA-368F-4C8B-AAB3-76D86CA27A29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80187CA-173E-4EDA-8F24-DFE503D2EEDA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B7FE588-0378-46E2-BD86-ECE430BD54C2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B86CDFF0-E537-419F-B092-523EB1E942CA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1C502EDD-D9D6-4165-9EC3-82B7D7E0ECEE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C4873C8A-3BA1-4C6B-AF91-CFE4A1E88572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B14386D5-978A-47E3-9187-16878ED0A450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56AB5F8E-46F9-4EDC-AE5F-0843CD42B43D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797A2E2-E629-42A1-BC9C-E6FC1F04894D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728458755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0105B5DB-3D28-4EE2-A505-23712EA51E42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351A0123-8BAD-4294-81BC-C51074E8BBAE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1C93BCA2-EDA4-4455-BB9F-20014FB7497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2FA1C045-ED23-4880-A67C-EB4692D4C95F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C701FB6C-6CA8-4E11-AE53-6E12A94E1396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92E8F04-DA42-4DEC-9698-F9C2A7BC3DCC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7142332-7E39-496C-9467-62F9588BFCA5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429D558-9101-4F0D-A606-A5B1C8AFFBB7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786BD0B9-5D78-44B4-87AB-8638CDD28E2A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1C66AA29-8DD0-4574-8B77-9340A4FDDE15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6D47625C-0B46-4771-BA69-4EB3A89FD32C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8C29FAE4-2EA3-4838-82F4-7C7598A7FE88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8C7EA3EF-7DBE-4598-A2C8-D13A7A834EF9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85C1CA29-5BF3-4E17-80C2-E4CD26D6D89A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15696054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AAC10758-F530-4849-960A-C7F603A89AC8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1B83C46D-C5FD-48AE-B0DE-06D61F463C5F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B2DDF088-AD00-4187-BE52-5E42DF59EE0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CA0FB306-864A-4001-B0CE-139B24396DC6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35CE5200-7B61-4CE8-8BD3-9B29D2D38A9A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B4F2170-26F2-47FC-89E9-22B1E31A7FB4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03E7D15-F6CB-48FB-8EBB-EF6E7BD6107A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9D65328-9EB6-455C-A548-5B32D0F48A2B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60AEDCD8-68A5-4D3B-AE8B-3EB7590A3D4C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DC4D8C70-D09A-49F9-B9CC-2612B3551C1E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B4E4528C-C08F-4256-8A73-7CC3763FD0EC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FDFA4771-DED8-48FD-B701-8F3812CD380A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8B016728-C617-4AE3-8837-D56B602CB63F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E87C40CB-D567-4851-A767-478C4C90D132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88769298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7111B333-9352-4457-957E-AD46FEC4EFA6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25515843-74B6-4723-91F8-9DA2EB1408BD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3063B618-646D-46FE-8E81-8DD9ED46CFE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AC7E7E18-EBC8-47BE-8D67-4DBCF416E910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3437FAFD-ADF7-4AA3-A72D-303BA548F6C1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2AE8F17-AC66-4E20-835A-0E3D15A4317B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EE134A0-3081-4CA2-B812-46669A01976B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9F9C0CA-3B56-4D1D-B842-338B06F055E3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D383FB6C-D868-4D16-A0D6-37D31B383220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31AFA4AB-E4CB-4033-87DE-E792DD95657E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95A17A38-402A-4233-940B-144BC92002E6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6DBB1AD8-B35C-4E91-A206-44091470CC1D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D72B12D8-33E7-45F7-9D47-33F236639F28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08E2C74F-B4FA-4BE6-BEFD-D37FDF154395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14275833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412F5DAC-AB31-47E9-82C6-10D8222A7AB2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52B7FF14-6869-4310-A42D-1673DBA59DFF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93BF4D5E-D339-4D18-AA0D-BD7C1B537CE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C26F6F5A-BE6A-4B2C-8B1F-3B632AF34E9A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C77D00A5-B45A-4F9D-9681-49442FEF1295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9EFD929-9B17-47FC-91AC-DA94AAD273BD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F5DD1CD-323F-49B9-A984-824115C8FE85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6BFF4A1-BBE0-4763-8554-25649B83161D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99159A19-7B1A-4675-A731-60966800E089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53D54A13-E3CA-43E5-BFB5-B797E4E30831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54D3194D-519A-4F84-BB77-64DF729DF6A2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594BB99B-CB8D-45DF-860E-54DA0C294867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686979E4-F025-4177-9278-19ED84C49DEB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5FEB9AE5-E96E-4590-8C1B-F0AC29664260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092021681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80AEBEB3-7618-40BF-ABBB-96BC8466B367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529A01D9-685F-49F6-A3EB-E2FFC7001072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C4CE23A0-729E-443C-9710-3E4EF7B79EA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D026762A-07A2-48AB-AA8D-AF8064756ED7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0F45667E-6A85-4EA6-A38B-A432A5654B53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E25EC05-070B-45FC-B246-7CD60F906681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645B0F7-4B3E-4B0E-AC1E-A70BED16871E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09AA5A6-84DC-455B-98AE-0B708EF10EFB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BF688524-09C8-4745-BC54-53FE23FBA6C0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1894B257-1D9B-498A-B2BF-7154322EFB70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5F9E5DB9-624A-4822-AC36-50056D0AF33C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4A41A78C-9680-47C5-A2DA-EF2A1C47A647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59C8C229-7043-4585-9A58-79FCF15A29C7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341C0AEF-00A4-4FAA-94EC-ED07F4B548B5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4223887662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F6FD3D17-B44D-4A2E-AE46-2DCD4174797F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5A254288-B3BC-43BE-8C23-10FAD1D72A9E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79D1487A-430C-4744-A75E-9F74296F242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8A0C4073-AABB-4E4A-AE63-36CA732CD4B5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2884357E-D396-4B72-A5E7-B0304E9C1374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4E4660E-9F38-4635-B3B6-2FEE09046101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A0056A7-B4EB-4A46-BA2A-20816234E425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955A439-9367-487D-80CB-5E1534C7ABD1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D8DC176D-652F-4E8A-9DC1-02C5E3756514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7AD8FCD2-14CB-4FD7-A86B-4B70CE6A1623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5C992FBD-FBF6-4A50-80BD-09F68341A61A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7519B881-EDDC-44D3-BD29-6DE4417B2E8D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3532C3C3-4738-42B6-A487-0554631E5066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35F61E2B-2A6B-45E5-AE16-D5669516B2FB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3223500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7FD9437F-CA53-43D2-B4DC-6286F6475E6B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20259426-FFAE-4CE6-A73F-660278A36860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3C77DA56-1975-43E4-9933-5AFBCAE1CDA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6" name="직사각형 17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789FF15C-865E-4841-B7D3-A71592C6116C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직사각형 176">
            <a:hlinkClick r:id="rId5" action="ppaction://hlinksldjump"/>
            <a:extLst>
              <a:ext uri="{FF2B5EF4-FFF2-40B4-BE49-F238E27FC236}">
                <a16:creationId xmlns:a16="http://schemas.microsoft.com/office/drawing/2014/main" id="{53771D56-18E4-4DD3-B4C1-44118A57D44B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8482702-16BA-41ED-B345-316D405E4D09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E220EE5-4D30-4E6B-AAC3-A77812F365FE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2B359B0-8166-4DE6-9CB0-26C609FD3335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14079452-BA16-4CC6-AE9D-D72C9FED4B34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A8AF5B45-2413-4AEF-A152-E3C0296567C2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08267553-03CD-47DC-93BC-CED4FE2D8B60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0988E050-750E-47C6-B9C1-7021D3A0167B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E93312EE-8D5C-4065-AFEF-00CB4A99CF06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D5BFC78E-B029-4BE1-A5B0-132EBCD4629E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480944185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442500C9-55BE-45DC-9DB0-578A0904BDA3}"/>
              </a:ext>
            </a:extLst>
          </p:cNvPr>
          <p:cNvSpPr/>
          <p:nvPr/>
        </p:nvSpPr>
        <p:spPr>
          <a:xfrm>
            <a:off x="0" y="1"/>
            <a:ext cx="7559675" cy="11160124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83435AB7-6776-47E1-AF89-127C0F5B687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sp>
        <p:nvSpPr>
          <p:cNvPr id="178" name="TextBox 177">
            <a:hlinkClick r:id="rId2" action="ppaction://hlinksldjump"/>
            <a:extLst>
              <a:ext uri="{FF2B5EF4-FFF2-40B4-BE49-F238E27FC236}">
                <a16:creationId xmlns:a16="http://schemas.microsoft.com/office/drawing/2014/main" id="{84725130-3194-4032-9509-A5C930A99B4D}"/>
              </a:ext>
            </a:extLst>
          </p:cNvPr>
          <p:cNvSpPr txBox="1"/>
          <p:nvPr/>
        </p:nvSpPr>
        <p:spPr>
          <a:xfrm>
            <a:off x="6220579" y="2207655"/>
            <a:ext cx="463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99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9" name="TextBox 178">
            <a:hlinkClick r:id="rId3" action="ppaction://hlinksldjump"/>
            <a:extLst>
              <a:ext uri="{FF2B5EF4-FFF2-40B4-BE49-F238E27FC236}">
                <a16:creationId xmlns:a16="http://schemas.microsoft.com/office/drawing/2014/main" id="{70644112-6003-4D4F-B576-87BD65D2485B}"/>
              </a:ext>
            </a:extLst>
          </p:cNvPr>
          <p:cNvSpPr txBox="1"/>
          <p:nvPr/>
        </p:nvSpPr>
        <p:spPr>
          <a:xfrm>
            <a:off x="6081117" y="2689523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100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0" name="TextBox 179">
            <a:hlinkClick r:id="rId4" action="ppaction://hlinksldjump"/>
            <a:extLst>
              <a:ext uri="{FF2B5EF4-FFF2-40B4-BE49-F238E27FC236}">
                <a16:creationId xmlns:a16="http://schemas.microsoft.com/office/drawing/2014/main" id="{09ECFE59-ABA2-421F-BED0-C6AA639DBF6E}"/>
              </a:ext>
            </a:extLst>
          </p:cNvPr>
          <p:cNvSpPr txBox="1"/>
          <p:nvPr/>
        </p:nvSpPr>
        <p:spPr>
          <a:xfrm>
            <a:off x="6081117" y="3171391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101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1" name="TextBox 180">
            <a:hlinkClick r:id="rId5" action="ppaction://hlinksldjump"/>
            <a:extLst>
              <a:ext uri="{FF2B5EF4-FFF2-40B4-BE49-F238E27FC236}">
                <a16:creationId xmlns:a16="http://schemas.microsoft.com/office/drawing/2014/main" id="{A781E49D-5924-4448-B5D9-2D86542C972C}"/>
              </a:ext>
            </a:extLst>
          </p:cNvPr>
          <p:cNvSpPr txBox="1"/>
          <p:nvPr/>
        </p:nvSpPr>
        <p:spPr>
          <a:xfrm>
            <a:off x="6081117" y="3653259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102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4" name="TextBox 183">
            <a:hlinkClick r:id="rId6" action="ppaction://hlinksldjump"/>
            <a:extLst>
              <a:ext uri="{FF2B5EF4-FFF2-40B4-BE49-F238E27FC236}">
                <a16:creationId xmlns:a16="http://schemas.microsoft.com/office/drawing/2014/main" id="{1DB71A81-56BB-4A08-A041-D77E8F4A7344}"/>
              </a:ext>
            </a:extLst>
          </p:cNvPr>
          <p:cNvSpPr txBox="1"/>
          <p:nvPr/>
        </p:nvSpPr>
        <p:spPr>
          <a:xfrm>
            <a:off x="6081117" y="4670296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103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5" name="TextBox 184">
            <a:hlinkClick r:id="rId7" action="ppaction://hlinksldjump"/>
            <a:extLst>
              <a:ext uri="{FF2B5EF4-FFF2-40B4-BE49-F238E27FC236}">
                <a16:creationId xmlns:a16="http://schemas.microsoft.com/office/drawing/2014/main" id="{695352D8-8F90-439E-BFD1-9D48B6F909B4}"/>
              </a:ext>
            </a:extLst>
          </p:cNvPr>
          <p:cNvSpPr txBox="1"/>
          <p:nvPr/>
        </p:nvSpPr>
        <p:spPr>
          <a:xfrm>
            <a:off x="6081117" y="5152164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104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6" name="TextBox 185">
            <a:hlinkClick r:id="rId8" action="ppaction://hlinksldjump"/>
            <a:extLst>
              <a:ext uri="{FF2B5EF4-FFF2-40B4-BE49-F238E27FC236}">
                <a16:creationId xmlns:a16="http://schemas.microsoft.com/office/drawing/2014/main" id="{6B6F96AD-9076-461A-9787-9BF2A7416F44}"/>
              </a:ext>
            </a:extLst>
          </p:cNvPr>
          <p:cNvSpPr txBox="1"/>
          <p:nvPr/>
        </p:nvSpPr>
        <p:spPr>
          <a:xfrm>
            <a:off x="6081117" y="5634032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105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7" name="TextBox 186">
            <a:hlinkClick r:id="rId9" action="ppaction://hlinksldjump"/>
            <a:extLst>
              <a:ext uri="{FF2B5EF4-FFF2-40B4-BE49-F238E27FC236}">
                <a16:creationId xmlns:a16="http://schemas.microsoft.com/office/drawing/2014/main" id="{FE0E363A-6BD8-46CD-8C2C-88442B52613B}"/>
              </a:ext>
            </a:extLst>
          </p:cNvPr>
          <p:cNvSpPr txBox="1"/>
          <p:nvPr/>
        </p:nvSpPr>
        <p:spPr>
          <a:xfrm>
            <a:off x="6081117" y="6115900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106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8" name="TextBox 187">
            <a:hlinkClick r:id="rId10" action="ppaction://hlinksldjump"/>
            <a:extLst>
              <a:ext uri="{FF2B5EF4-FFF2-40B4-BE49-F238E27FC236}">
                <a16:creationId xmlns:a16="http://schemas.microsoft.com/office/drawing/2014/main" id="{1C1972AF-0804-450A-B29D-F2A57B6BCF0D}"/>
              </a:ext>
            </a:extLst>
          </p:cNvPr>
          <p:cNvSpPr txBox="1"/>
          <p:nvPr/>
        </p:nvSpPr>
        <p:spPr>
          <a:xfrm>
            <a:off x="6081117" y="6597768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107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5E5CF4A3-3769-46D3-9AE0-8DE944F82D01}"/>
              </a:ext>
            </a:extLst>
          </p:cNvPr>
          <p:cNvCxnSpPr>
            <a:cxnSpLocks/>
          </p:cNvCxnSpPr>
          <p:nvPr/>
        </p:nvCxnSpPr>
        <p:spPr>
          <a:xfrm>
            <a:off x="22596075" y="539749"/>
            <a:ext cx="0" cy="1011713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7353F6D7-D53B-4F2E-8ECF-E048877EE78E}"/>
              </a:ext>
            </a:extLst>
          </p:cNvPr>
          <p:cNvCxnSpPr/>
          <p:nvPr/>
        </p:nvCxnSpPr>
        <p:spPr>
          <a:xfrm>
            <a:off x="7584602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직선 연결선 197">
            <a:extLst>
              <a:ext uri="{FF2B5EF4-FFF2-40B4-BE49-F238E27FC236}">
                <a16:creationId xmlns:a16="http://schemas.microsoft.com/office/drawing/2014/main" id="{1F9B8D15-3FC0-4002-909F-6C186916DD43}"/>
              </a:ext>
            </a:extLst>
          </p:cNvPr>
          <p:cNvCxnSpPr/>
          <p:nvPr/>
        </p:nvCxnSpPr>
        <p:spPr>
          <a:xfrm>
            <a:off x="8026096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FBCA70DE-D435-45A7-88CA-2BCDE5A627D3}"/>
              </a:ext>
            </a:extLst>
          </p:cNvPr>
          <p:cNvCxnSpPr/>
          <p:nvPr/>
        </p:nvCxnSpPr>
        <p:spPr>
          <a:xfrm>
            <a:off x="8467608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CB746BE8-6D07-4ED8-B082-0364C9C86A2A}"/>
              </a:ext>
            </a:extLst>
          </p:cNvPr>
          <p:cNvCxnSpPr/>
          <p:nvPr/>
        </p:nvCxnSpPr>
        <p:spPr>
          <a:xfrm>
            <a:off x="8909122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3EC15E3E-E13C-4A2C-8760-D2155AB3B2EF}"/>
              </a:ext>
            </a:extLst>
          </p:cNvPr>
          <p:cNvCxnSpPr/>
          <p:nvPr/>
        </p:nvCxnSpPr>
        <p:spPr>
          <a:xfrm>
            <a:off x="9350637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529AD341-2B55-4EA6-A5DB-3430635CBC3D}"/>
              </a:ext>
            </a:extLst>
          </p:cNvPr>
          <p:cNvCxnSpPr/>
          <p:nvPr/>
        </p:nvCxnSpPr>
        <p:spPr>
          <a:xfrm>
            <a:off x="9792151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842F00BB-5E6B-456F-B262-FF708FD64A2D}"/>
              </a:ext>
            </a:extLst>
          </p:cNvPr>
          <p:cNvCxnSpPr/>
          <p:nvPr/>
        </p:nvCxnSpPr>
        <p:spPr>
          <a:xfrm>
            <a:off x="10233664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9537C638-71CC-4889-8D1D-0A738A086CB8}"/>
              </a:ext>
            </a:extLst>
          </p:cNvPr>
          <p:cNvCxnSpPr/>
          <p:nvPr/>
        </p:nvCxnSpPr>
        <p:spPr>
          <a:xfrm>
            <a:off x="10675178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4" name="직선 연결선 223">
            <a:extLst>
              <a:ext uri="{FF2B5EF4-FFF2-40B4-BE49-F238E27FC236}">
                <a16:creationId xmlns:a16="http://schemas.microsoft.com/office/drawing/2014/main" id="{FA6A0F48-CA30-4534-A036-B264ECFF0363}"/>
              </a:ext>
            </a:extLst>
          </p:cNvPr>
          <p:cNvCxnSpPr/>
          <p:nvPr/>
        </p:nvCxnSpPr>
        <p:spPr>
          <a:xfrm>
            <a:off x="11116691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0ED777FD-5AFA-4B53-A981-A0C69AFE2CA8}"/>
              </a:ext>
            </a:extLst>
          </p:cNvPr>
          <p:cNvCxnSpPr/>
          <p:nvPr/>
        </p:nvCxnSpPr>
        <p:spPr>
          <a:xfrm>
            <a:off x="11558205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B14A1FFD-ABCD-46B1-B8A3-90E3EBA7AF20}"/>
              </a:ext>
            </a:extLst>
          </p:cNvPr>
          <p:cNvCxnSpPr/>
          <p:nvPr/>
        </p:nvCxnSpPr>
        <p:spPr>
          <a:xfrm>
            <a:off x="11999718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38D88836-193B-4237-AEB9-725232258958}"/>
              </a:ext>
            </a:extLst>
          </p:cNvPr>
          <p:cNvCxnSpPr/>
          <p:nvPr/>
        </p:nvCxnSpPr>
        <p:spPr>
          <a:xfrm>
            <a:off x="12441233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0B6C10B6-60F0-4256-83BA-2597BF1011AE}"/>
              </a:ext>
            </a:extLst>
          </p:cNvPr>
          <p:cNvCxnSpPr/>
          <p:nvPr/>
        </p:nvCxnSpPr>
        <p:spPr>
          <a:xfrm>
            <a:off x="12882747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D6895AB1-FE8F-46DC-8499-029066B45F61}"/>
              </a:ext>
            </a:extLst>
          </p:cNvPr>
          <p:cNvCxnSpPr/>
          <p:nvPr/>
        </p:nvCxnSpPr>
        <p:spPr>
          <a:xfrm>
            <a:off x="13324261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3A64552A-6678-4FA0-9E2E-751A96D75911}"/>
              </a:ext>
            </a:extLst>
          </p:cNvPr>
          <p:cNvCxnSpPr/>
          <p:nvPr/>
        </p:nvCxnSpPr>
        <p:spPr>
          <a:xfrm>
            <a:off x="13765773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08E0E09F-385F-4177-8992-E1A830C36B44}"/>
              </a:ext>
            </a:extLst>
          </p:cNvPr>
          <p:cNvCxnSpPr/>
          <p:nvPr/>
        </p:nvCxnSpPr>
        <p:spPr>
          <a:xfrm>
            <a:off x="14207287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191EF92C-5DD3-44F7-89C5-DF7D0D3B6B4D}"/>
              </a:ext>
            </a:extLst>
          </p:cNvPr>
          <p:cNvCxnSpPr/>
          <p:nvPr/>
        </p:nvCxnSpPr>
        <p:spPr>
          <a:xfrm>
            <a:off x="14648801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2" name="직선 연결선 241">
            <a:extLst>
              <a:ext uri="{FF2B5EF4-FFF2-40B4-BE49-F238E27FC236}">
                <a16:creationId xmlns:a16="http://schemas.microsoft.com/office/drawing/2014/main" id="{E1CF11CD-0367-49A0-B519-2F160CBD8959}"/>
              </a:ext>
            </a:extLst>
          </p:cNvPr>
          <p:cNvCxnSpPr/>
          <p:nvPr/>
        </p:nvCxnSpPr>
        <p:spPr>
          <a:xfrm>
            <a:off x="15090334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3" name="직선 연결선 242">
            <a:extLst>
              <a:ext uri="{FF2B5EF4-FFF2-40B4-BE49-F238E27FC236}">
                <a16:creationId xmlns:a16="http://schemas.microsoft.com/office/drawing/2014/main" id="{66AEB935-F334-4336-A2AA-A0DA88B22E4D}"/>
              </a:ext>
            </a:extLst>
          </p:cNvPr>
          <p:cNvCxnSpPr/>
          <p:nvPr/>
        </p:nvCxnSpPr>
        <p:spPr>
          <a:xfrm>
            <a:off x="7805339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4" name="직선 연결선 243">
            <a:extLst>
              <a:ext uri="{FF2B5EF4-FFF2-40B4-BE49-F238E27FC236}">
                <a16:creationId xmlns:a16="http://schemas.microsoft.com/office/drawing/2014/main" id="{227B0008-3CE9-4E05-9B07-2BA0712E89A2}"/>
              </a:ext>
            </a:extLst>
          </p:cNvPr>
          <p:cNvCxnSpPr/>
          <p:nvPr/>
        </p:nvCxnSpPr>
        <p:spPr>
          <a:xfrm>
            <a:off x="8246853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5" name="직선 연결선 244">
            <a:extLst>
              <a:ext uri="{FF2B5EF4-FFF2-40B4-BE49-F238E27FC236}">
                <a16:creationId xmlns:a16="http://schemas.microsoft.com/office/drawing/2014/main" id="{5C5A2646-C0F9-46BF-BB75-602363CDACB0}"/>
              </a:ext>
            </a:extLst>
          </p:cNvPr>
          <p:cNvCxnSpPr/>
          <p:nvPr/>
        </p:nvCxnSpPr>
        <p:spPr>
          <a:xfrm>
            <a:off x="8688365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6" name="직선 연결선 245">
            <a:extLst>
              <a:ext uri="{FF2B5EF4-FFF2-40B4-BE49-F238E27FC236}">
                <a16:creationId xmlns:a16="http://schemas.microsoft.com/office/drawing/2014/main" id="{9160C582-506B-439F-953F-53BA8E430EEC}"/>
              </a:ext>
            </a:extLst>
          </p:cNvPr>
          <p:cNvCxnSpPr/>
          <p:nvPr/>
        </p:nvCxnSpPr>
        <p:spPr>
          <a:xfrm>
            <a:off x="9129881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7" name="직선 연결선 246">
            <a:extLst>
              <a:ext uri="{FF2B5EF4-FFF2-40B4-BE49-F238E27FC236}">
                <a16:creationId xmlns:a16="http://schemas.microsoft.com/office/drawing/2014/main" id="{003104B0-8FF0-4FA0-9451-623F54A9745F}"/>
              </a:ext>
            </a:extLst>
          </p:cNvPr>
          <p:cNvCxnSpPr/>
          <p:nvPr/>
        </p:nvCxnSpPr>
        <p:spPr>
          <a:xfrm>
            <a:off x="9571394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8" name="직선 연결선 247">
            <a:extLst>
              <a:ext uri="{FF2B5EF4-FFF2-40B4-BE49-F238E27FC236}">
                <a16:creationId xmlns:a16="http://schemas.microsoft.com/office/drawing/2014/main" id="{D34812F6-3BB0-4A00-92A7-BA8B4E143AA6}"/>
              </a:ext>
            </a:extLst>
          </p:cNvPr>
          <p:cNvCxnSpPr/>
          <p:nvPr/>
        </p:nvCxnSpPr>
        <p:spPr>
          <a:xfrm>
            <a:off x="10012908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9" name="직선 연결선 248">
            <a:extLst>
              <a:ext uri="{FF2B5EF4-FFF2-40B4-BE49-F238E27FC236}">
                <a16:creationId xmlns:a16="http://schemas.microsoft.com/office/drawing/2014/main" id="{2DBF703E-F173-46B7-836D-17B9EFDB5C2C}"/>
              </a:ext>
            </a:extLst>
          </p:cNvPr>
          <p:cNvCxnSpPr/>
          <p:nvPr/>
        </p:nvCxnSpPr>
        <p:spPr>
          <a:xfrm>
            <a:off x="10454421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0" name="직선 연결선 249">
            <a:extLst>
              <a:ext uri="{FF2B5EF4-FFF2-40B4-BE49-F238E27FC236}">
                <a16:creationId xmlns:a16="http://schemas.microsoft.com/office/drawing/2014/main" id="{EE6A28BD-9785-4F72-9131-6671B8C4EAE8}"/>
              </a:ext>
            </a:extLst>
          </p:cNvPr>
          <p:cNvCxnSpPr/>
          <p:nvPr/>
        </p:nvCxnSpPr>
        <p:spPr>
          <a:xfrm>
            <a:off x="10895934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1" name="직선 연결선 250">
            <a:extLst>
              <a:ext uri="{FF2B5EF4-FFF2-40B4-BE49-F238E27FC236}">
                <a16:creationId xmlns:a16="http://schemas.microsoft.com/office/drawing/2014/main" id="{440DD4CF-C5DF-4E19-A408-8E747614C4F5}"/>
              </a:ext>
            </a:extLst>
          </p:cNvPr>
          <p:cNvCxnSpPr/>
          <p:nvPr/>
        </p:nvCxnSpPr>
        <p:spPr>
          <a:xfrm>
            <a:off x="11337448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2" name="직선 연결선 251">
            <a:extLst>
              <a:ext uri="{FF2B5EF4-FFF2-40B4-BE49-F238E27FC236}">
                <a16:creationId xmlns:a16="http://schemas.microsoft.com/office/drawing/2014/main" id="{4CA090AD-538E-49B9-BA95-6D6A0822CF29}"/>
              </a:ext>
            </a:extLst>
          </p:cNvPr>
          <p:cNvCxnSpPr/>
          <p:nvPr/>
        </p:nvCxnSpPr>
        <p:spPr>
          <a:xfrm>
            <a:off x="11778962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D704553B-48B7-47DA-A71E-D40D15F13DF8}"/>
              </a:ext>
            </a:extLst>
          </p:cNvPr>
          <p:cNvCxnSpPr/>
          <p:nvPr/>
        </p:nvCxnSpPr>
        <p:spPr>
          <a:xfrm>
            <a:off x="12220476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4" name="직선 연결선 253">
            <a:extLst>
              <a:ext uri="{FF2B5EF4-FFF2-40B4-BE49-F238E27FC236}">
                <a16:creationId xmlns:a16="http://schemas.microsoft.com/office/drawing/2014/main" id="{111A1E8E-E688-4354-ABE9-6F3426D0864A}"/>
              </a:ext>
            </a:extLst>
          </p:cNvPr>
          <p:cNvCxnSpPr/>
          <p:nvPr/>
        </p:nvCxnSpPr>
        <p:spPr>
          <a:xfrm>
            <a:off x="12661990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5" name="직선 연결선 254">
            <a:extLst>
              <a:ext uri="{FF2B5EF4-FFF2-40B4-BE49-F238E27FC236}">
                <a16:creationId xmlns:a16="http://schemas.microsoft.com/office/drawing/2014/main" id="{99474578-8BA1-4A14-9B75-7C170E2F0D9A}"/>
              </a:ext>
            </a:extLst>
          </p:cNvPr>
          <p:cNvCxnSpPr/>
          <p:nvPr/>
        </p:nvCxnSpPr>
        <p:spPr>
          <a:xfrm>
            <a:off x="13103504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6" name="직선 연결선 255">
            <a:extLst>
              <a:ext uri="{FF2B5EF4-FFF2-40B4-BE49-F238E27FC236}">
                <a16:creationId xmlns:a16="http://schemas.microsoft.com/office/drawing/2014/main" id="{ED5D0F09-23BA-4078-B256-72DDA485D6E7}"/>
              </a:ext>
            </a:extLst>
          </p:cNvPr>
          <p:cNvCxnSpPr/>
          <p:nvPr/>
        </p:nvCxnSpPr>
        <p:spPr>
          <a:xfrm>
            <a:off x="13545017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7" name="직선 연결선 256">
            <a:extLst>
              <a:ext uri="{FF2B5EF4-FFF2-40B4-BE49-F238E27FC236}">
                <a16:creationId xmlns:a16="http://schemas.microsoft.com/office/drawing/2014/main" id="{2A975FF4-4049-457F-BA69-194B28FF8DDD}"/>
              </a:ext>
            </a:extLst>
          </p:cNvPr>
          <p:cNvCxnSpPr/>
          <p:nvPr/>
        </p:nvCxnSpPr>
        <p:spPr>
          <a:xfrm>
            <a:off x="13986530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322236E9-911B-444E-A6B2-0F122D272540}"/>
              </a:ext>
            </a:extLst>
          </p:cNvPr>
          <p:cNvCxnSpPr/>
          <p:nvPr/>
        </p:nvCxnSpPr>
        <p:spPr>
          <a:xfrm>
            <a:off x="14428044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49ABCE2B-D61A-4666-84DF-9D8D4605DB95}"/>
              </a:ext>
            </a:extLst>
          </p:cNvPr>
          <p:cNvCxnSpPr/>
          <p:nvPr/>
        </p:nvCxnSpPr>
        <p:spPr>
          <a:xfrm>
            <a:off x="14869558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7149965C-9993-4E37-BB46-F530B34D19A0}"/>
              </a:ext>
            </a:extLst>
          </p:cNvPr>
          <p:cNvCxnSpPr/>
          <p:nvPr/>
        </p:nvCxnSpPr>
        <p:spPr>
          <a:xfrm>
            <a:off x="15531837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직선 연결선 260">
            <a:extLst>
              <a:ext uri="{FF2B5EF4-FFF2-40B4-BE49-F238E27FC236}">
                <a16:creationId xmlns:a16="http://schemas.microsoft.com/office/drawing/2014/main" id="{EE6A9A5B-0F01-43F3-B9BC-E3D8BFF63494}"/>
              </a:ext>
            </a:extLst>
          </p:cNvPr>
          <p:cNvCxnSpPr/>
          <p:nvPr/>
        </p:nvCxnSpPr>
        <p:spPr>
          <a:xfrm>
            <a:off x="15973350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2" name="직선 연결선 261">
            <a:extLst>
              <a:ext uri="{FF2B5EF4-FFF2-40B4-BE49-F238E27FC236}">
                <a16:creationId xmlns:a16="http://schemas.microsoft.com/office/drawing/2014/main" id="{B02B3852-926F-4D4E-9814-5A66EA6E49B6}"/>
              </a:ext>
            </a:extLst>
          </p:cNvPr>
          <p:cNvCxnSpPr/>
          <p:nvPr/>
        </p:nvCxnSpPr>
        <p:spPr>
          <a:xfrm>
            <a:off x="16414863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직선 연결선 262">
            <a:extLst>
              <a:ext uri="{FF2B5EF4-FFF2-40B4-BE49-F238E27FC236}">
                <a16:creationId xmlns:a16="http://schemas.microsoft.com/office/drawing/2014/main" id="{07082287-60C0-4CCA-9EB7-92C9EEB5CEE5}"/>
              </a:ext>
            </a:extLst>
          </p:cNvPr>
          <p:cNvCxnSpPr/>
          <p:nvPr/>
        </p:nvCxnSpPr>
        <p:spPr>
          <a:xfrm>
            <a:off x="16856378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4" name="직선 연결선 263">
            <a:extLst>
              <a:ext uri="{FF2B5EF4-FFF2-40B4-BE49-F238E27FC236}">
                <a16:creationId xmlns:a16="http://schemas.microsoft.com/office/drawing/2014/main" id="{967483AA-EFC4-4FC0-9C11-991E6D1A56B5}"/>
              </a:ext>
            </a:extLst>
          </p:cNvPr>
          <p:cNvCxnSpPr/>
          <p:nvPr/>
        </p:nvCxnSpPr>
        <p:spPr>
          <a:xfrm>
            <a:off x="17297892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5" name="직선 연결선 264">
            <a:extLst>
              <a:ext uri="{FF2B5EF4-FFF2-40B4-BE49-F238E27FC236}">
                <a16:creationId xmlns:a16="http://schemas.microsoft.com/office/drawing/2014/main" id="{B1CD2285-AAFC-4E48-9A99-3E1A6AACC8E6}"/>
              </a:ext>
            </a:extLst>
          </p:cNvPr>
          <p:cNvCxnSpPr/>
          <p:nvPr/>
        </p:nvCxnSpPr>
        <p:spPr>
          <a:xfrm>
            <a:off x="17739406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6" name="직선 연결선 265">
            <a:extLst>
              <a:ext uri="{FF2B5EF4-FFF2-40B4-BE49-F238E27FC236}">
                <a16:creationId xmlns:a16="http://schemas.microsoft.com/office/drawing/2014/main" id="{200966FE-1D07-4C12-8448-AABBF193E667}"/>
              </a:ext>
            </a:extLst>
          </p:cNvPr>
          <p:cNvCxnSpPr/>
          <p:nvPr/>
        </p:nvCxnSpPr>
        <p:spPr>
          <a:xfrm>
            <a:off x="18180919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7" name="직선 연결선 266">
            <a:extLst>
              <a:ext uri="{FF2B5EF4-FFF2-40B4-BE49-F238E27FC236}">
                <a16:creationId xmlns:a16="http://schemas.microsoft.com/office/drawing/2014/main" id="{0A485BC0-B782-4FE2-8A32-45CE67B837F7}"/>
              </a:ext>
            </a:extLst>
          </p:cNvPr>
          <p:cNvCxnSpPr/>
          <p:nvPr/>
        </p:nvCxnSpPr>
        <p:spPr>
          <a:xfrm>
            <a:off x="18622432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8" name="직선 연결선 267">
            <a:extLst>
              <a:ext uri="{FF2B5EF4-FFF2-40B4-BE49-F238E27FC236}">
                <a16:creationId xmlns:a16="http://schemas.microsoft.com/office/drawing/2014/main" id="{AB9F3499-9985-4A85-945F-7805D8312C2E}"/>
              </a:ext>
            </a:extLst>
          </p:cNvPr>
          <p:cNvCxnSpPr/>
          <p:nvPr/>
        </p:nvCxnSpPr>
        <p:spPr>
          <a:xfrm>
            <a:off x="19063946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9" name="직선 연결선 268">
            <a:extLst>
              <a:ext uri="{FF2B5EF4-FFF2-40B4-BE49-F238E27FC236}">
                <a16:creationId xmlns:a16="http://schemas.microsoft.com/office/drawing/2014/main" id="{ADB40913-47E6-4746-9BFC-01718A65893C}"/>
              </a:ext>
            </a:extLst>
          </p:cNvPr>
          <p:cNvCxnSpPr/>
          <p:nvPr/>
        </p:nvCxnSpPr>
        <p:spPr>
          <a:xfrm>
            <a:off x="19505460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" name="직선 연결선 269">
            <a:extLst>
              <a:ext uri="{FF2B5EF4-FFF2-40B4-BE49-F238E27FC236}">
                <a16:creationId xmlns:a16="http://schemas.microsoft.com/office/drawing/2014/main" id="{91E63AC4-1049-40AE-B584-CE50FE8F3C7E}"/>
              </a:ext>
            </a:extLst>
          </p:cNvPr>
          <p:cNvCxnSpPr/>
          <p:nvPr/>
        </p:nvCxnSpPr>
        <p:spPr>
          <a:xfrm>
            <a:off x="19946975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053D78CF-7BB8-48BC-821F-7980C64C59A3}"/>
              </a:ext>
            </a:extLst>
          </p:cNvPr>
          <p:cNvCxnSpPr/>
          <p:nvPr/>
        </p:nvCxnSpPr>
        <p:spPr>
          <a:xfrm>
            <a:off x="20388488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직선 연결선 271">
            <a:extLst>
              <a:ext uri="{FF2B5EF4-FFF2-40B4-BE49-F238E27FC236}">
                <a16:creationId xmlns:a16="http://schemas.microsoft.com/office/drawing/2014/main" id="{4AA2D032-19B1-47C4-B605-9F2704A84122}"/>
              </a:ext>
            </a:extLst>
          </p:cNvPr>
          <p:cNvCxnSpPr/>
          <p:nvPr/>
        </p:nvCxnSpPr>
        <p:spPr>
          <a:xfrm>
            <a:off x="20830002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3" name="직선 연결선 272">
            <a:extLst>
              <a:ext uri="{FF2B5EF4-FFF2-40B4-BE49-F238E27FC236}">
                <a16:creationId xmlns:a16="http://schemas.microsoft.com/office/drawing/2014/main" id="{872796D4-18DA-4478-BD42-054CDF15B286}"/>
              </a:ext>
            </a:extLst>
          </p:cNvPr>
          <p:cNvCxnSpPr/>
          <p:nvPr/>
        </p:nvCxnSpPr>
        <p:spPr>
          <a:xfrm>
            <a:off x="21271515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4" name="직선 연결선 273">
            <a:extLst>
              <a:ext uri="{FF2B5EF4-FFF2-40B4-BE49-F238E27FC236}">
                <a16:creationId xmlns:a16="http://schemas.microsoft.com/office/drawing/2014/main" id="{8C08F16C-7064-46C3-9D90-4932839DCD42}"/>
              </a:ext>
            </a:extLst>
          </p:cNvPr>
          <p:cNvCxnSpPr/>
          <p:nvPr/>
        </p:nvCxnSpPr>
        <p:spPr>
          <a:xfrm>
            <a:off x="21713029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5" name="직선 연결선 274">
            <a:extLst>
              <a:ext uri="{FF2B5EF4-FFF2-40B4-BE49-F238E27FC236}">
                <a16:creationId xmlns:a16="http://schemas.microsoft.com/office/drawing/2014/main" id="{5A2CAA26-EBC4-4F70-9AEF-C97D3409A759}"/>
              </a:ext>
            </a:extLst>
          </p:cNvPr>
          <p:cNvCxnSpPr/>
          <p:nvPr/>
        </p:nvCxnSpPr>
        <p:spPr>
          <a:xfrm>
            <a:off x="22154542" y="539748"/>
            <a:ext cx="0" cy="1011714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6" name="직선 연결선 275">
            <a:extLst>
              <a:ext uri="{FF2B5EF4-FFF2-40B4-BE49-F238E27FC236}">
                <a16:creationId xmlns:a16="http://schemas.microsoft.com/office/drawing/2014/main" id="{7D4BF8B0-D196-4344-80EA-D0F060452336}"/>
              </a:ext>
            </a:extLst>
          </p:cNvPr>
          <p:cNvCxnSpPr/>
          <p:nvPr/>
        </p:nvCxnSpPr>
        <p:spPr>
          <a:xfrm>
            <a:off x="15311080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7" name="직선 연결선 276">
            <a:extLst>
              <a:ext uri="{FF2B5EF4-FFF2-40B4-BE49-F238E27FC236}">
                <a16:creationId xmlns:a16="http://schemas.microsoft.com/office/drawing/2014/main" id="{4C7E77A1-385E-42B4-B4B0-2FA1F95A64D7}"/>
              </a:ext>
            </a:extLst>
          </p:cNvPr>
          <p:cNvCxnSpPr/>
          <p:nvPr/>
        </p:nvCxnSpPr>
        <p:spPr>
          <a:xfrm>
            <a:off x="15752594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8" name="직선 연결선 277">
            <a:extLst>
              <a:ext uri="{FF2B5EF4-FFF2-40B4-BE49-F238E27FC236}">
                <a16:creationId xmlns:a16="http://schemas.microsoft.com/office/drawing/2014/main" id="{EEF6CEC1-20D1-4279-AB0F-51BD86611521}"/>
              </a:ext>
            </a:extLst>
          </p:cNvPr>
          <p:cNvCxnSpPr/>
          <p:nvPr/>
        </p:nvCxnSpPr>
        <p:spPr>
          <a:xfrm>
            <a:off x="16194106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9" name="직선 연결선 278">
            <a:extLst>
              <a:ext uri="{FF2B5EF4-FFF2-40B4-BE49-F238E27FC236}">
                <a16:creationId xmlns:a16="http://schemas.microsoft.com/office/drawing/2014/main" id="{2349DEE2-EC16-414E-BF2B-3D25DC7B7F79}"/>
              </a:ext>
            </a:extLst>
          </p:cNvPr>
          <p:cNvCxnSpPr/>
          <p:nvPr/>
        </p:nvCxnSpPr>
        <p:spPr>
          <a:xfrm>
            <a:off x="16635622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0" name="직선 연결선 279">
            <a:extLst>
              <a:ext uri="{FF2B5EF4-FFF2-40B4-BE49-F238E27FC236}">
                <a16:creationId xmlns:a16="http://schemas.microsoft.com/office/drawing/2014/main" id="{47851229-03E2-40DB-A458-8070B44A71F2}"/>
              </a:ext>
            </a:extLst>
          </p:cNvPr>
          <p:cNvCxnSpPr/>
          <p:nvPr/>
        </p:nvCxnSpPr>
        <p:spPr>
          <a:xfrm>
            <a:off x="17077135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1" name="직선 연결선 280">
            <a:extLst>
              <a:ext uri="{FF2B5EF4-FFF2-40B4-BE49-F238E27FC236}">
                <a16:creationId xmlns:a16="http://schemas.microsoft.com/office/drawing/2014/main" id="{9D7BDA79-2AE2-4E89-A0BD-CB7F1469E3C7}"/>
              </a:ext>
            </a:extLst>
          </p:cNvPr>
          <p:cNvCxnSpPr/>
          <p:nvPr/>
        </p:nvCxnSpPr>
        <p:spPr>
          <a:xfrm>
            <a:off x="17518649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직선 연결선 281">
            <a:extLst>
              <a:ext uri="{FF2B5EF4-FFF2-40B4-BE49-F238E27FC236}">
                <a16:creationId xmlns:a16="http://schemas.microsoft.com/office/drawing/2014/main" id="{BBEB6BDC-1012-4C6F-B98A-27715829F4F6}"/>
              </a:ext>
            </a:extLst>
          </p:cNvPr>
          <p:cNvCxnSpPr/>
          <p:nvPr/>
        </p:nvCxnSpPr>
        <p:spPr>
          <a:xfrm>
            <a:off x="17960163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3" name="직선 연결선 282">
            <a:extLst>
              <a:ext uri="{FF2B5EF4-FFF2-40B4-BE49-F238E27FC236}">
                <a16:creationId xmlns:a16="http://schemas.microsoft.com/office/drawing/2014/main" id="{01414275-A67D-4655-A85F-79AAFF1D03FD}"/>
              </a:ext>
            </a:extLst>
          </p:cNvPr>
          <p:cNvCxnSpPr/>
          <p:nvPr/>
        </p:nvCxnSpPr>
        <p:spPr>
          <a:xfrm>
            <a:off x="18401675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4" name="직선 연결선 283">
            <a:extLst>
              <a:ext uri="{FF2B5EF4-FFF2-40B4-BE49-F238E27FC236}">
                <a16:creationId xmlns:a16="http://schemas.microsoft.com/office/drawing/2014/main" id="{20AEEDD5-E02E-4A60-98F5-5EB87C578011}"/>
              </a:ext>
            </a:extLst>
          </p:cNvPr>
          <p:cNvCxnSpPr/>
          <p:nvPr/>
        </p:nvCxnSpPr>
        <p:spPr>
          <a:xfrm>
            <a:off x="18843189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5" name="직선 연결선 284">
            <a:extLst>
              <a:ext uri="{FF2B5EF4-FFF2-40B4-BE49-F238E27FC236}">
                <a16:creationId xmlns:a16="http://schemas.microsoft.com/office/drawing/2014/main" id="{A266C6E2-B96C-4485-A759-072C9246BB30}"/>
              </a:ext>
            </a:extLst>
          </p:cNvPr>
          <p:cNvCxnSpPr/>
          <p:nvPr/>
        </p:nvCxnSpPr>
        <p:spPr>
          <a:xfrm>
            <a:off x="19284703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6" name="직선 연결선 285">
            <a:extLst>
              <a:ext uri="{FF2B5EF4-FFF2-40B4-BE49-F238E27FC236}">
                <a16:creationId xmlns:a16="http://schemas.microsoft.com/office/drawing/2014/main" id="{BA0DA5E9-5EFE-43E2-B3C6-3A58AC3F688A}"/>
              </a:ext>
            </a:extLst>
          </p:cNvPr>
          <p:cNvCxnSpPr/>
          <p:nvPr/>
        </p:nvCxnSpPr>
        <p:spPr>
          <a:xfrm>
            <a:off x="19726218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7" name="직선 연결선 286">
            <a:extLst>
              <a:ext uri="{FF2B5EF4-FFF2-40B4-BE49-F238E27FC236}">
                <a16:creationId xmlns:a16="http://schemas.microsoft.com/office/drawing/2014/main" id="{2400CB14-059C-46B8-8E00-6BB4A2E3A106}"/>
              </a:ext>
            </a:extLst>
          </p:cNvPr>
          <p:cNvCxnSpPr/>
          <p:nvPr/>
        </p:nvCxnSpPr>
        <p:spPr>
          <a:xfrm>
            <a:off x="20167731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8" name="직선 연결선 287">
            <a:extLst>
              <a:ext uri="{FF2B5EF4-FFF2-40B4-BE49-F238E27FC236}">
                <a16:creationId xmlns:a16="http://schemas.microsoft.com/office/drawing/2014/main" id="{316085A3-4008-4EB7-914B-C9DC1ACCCD11}"/>
              </a:ext>
            </a:extLst>
          </p:cNvPr>
          <p:cNvCxnSpPr/>
          <p:nvPr/>
        </p:nvCxnSpPr>
        <p:spPr>
          <a:xfrm>
            <a:off x="20609245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9" name="직선 연결선 288">
            <a:extLst>
              <a:ext uri="{FF2B5EF4-FFF2-40B4-BE49-F238E27FC236}">
                <a16:creationId xmlns:a16="http://schemas.microsoft.com/office/drawing/2014/main" id="{BDD6A2ED-3103-474D-A6E0-0CC93C042E87}"/>
              </a:ext>
            </a:extLst>
          </p:cNvPr>
          <p:cNvCxnSpPr/>
          <p:nvPr/>
        </p:nvCxnSpPr>
        <p:spPr>
          <a:xfrm>
            <a:off x="21050758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0" name="직선 연결선 289">
            <a:extLst>
              <a:ext uri="{FF2B5EF4-FFF2-40B4-BE49-F238E27FC236}">
                <a16:creationId xmlns:a16="http://schemas.microsoft.com/office/drawing/2014/main" id="{3F7FD176-F58B-4FA7-BD03-89630E9C5D4E}"/>
              </a:ext>
            </a:extLst>
          </p:cNvPr>
          <p:cNvCxnSpPr/>
          <p:nvPr/>
        </p:nvCxnSpPr>
        <p:spPr>
          <a:xfrm>
            <a:off x="21492272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1" name="직선 연결선 290">
            <a:extLst>
              <a:ext uri="{FF2B5EF4-FFF2-40B4-BE49-F238E27FC236}">
                <a16:creationId xmlns:a16="http://schemas.microsoft.com/office/drawing/2014/main" id="{7149A3ED-F43D-40C3-8D0A-2A55203AAC2C}"/>
              </a:ext>
            </a:extLst>
          </p:cNvPr>
          <p:cNvCxnSpPr/>
          <p:nvPr/>
        </p:nvCxnSpPr>
        <p:spPr>
          <a:xfrm>
            <a:off x="21933785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2" name="직선 연결선 291">
            <a:extLst>
              <a:ext uri="{FF2B5EF4-FFF2-40B4-BE49-F238E27FC236}">
                <a16:creationId xmlns:a16="http://schemas.microsoft.com/office/drawing/2014/main" id="{4A576756-F784-4AFE-A628-8F603D9CEF47}"/>
              </a:ext>
            </a:extLst>
          </p:cNvPr>
          <p:cNvCxnSpPr/>
          <p:nvPr/>
        </p:nvCxnSpPr>
        <p:spPr>
          <a:xfrm>
            <a:off x="22375299" y="539748"/>
            <a:ext cx="0" cy="1011714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93" name="그룹 292">
            <a:extLst>
              <a:ext uri="{FF2B5EF4-FFF2-40B4-BE49-F238E27FC236}">
                <a16:creationId xmlns:a16="http://schemas.microsoft.com/office/drawing/2014/main" id="{EA45392C-8218-429E-9B7C-E7B23F03AB8E}"/>
              </a:ext>
            </a:extLst>
          </p:cNvPr>
          <p:cNvGrpSpPr/>
          <p:nvPr/>
        </p:nvGrpSpPr>
        <p:grpSpPr>
          <a:xfrm>
            <a:off x="7596190" y="547454"/>
            <a:ext cx="14999863" cy="10109434"/>
            <a:chOff x="78850" y="547454"/>
            <a:chExt cx="22517203" cy="10109434"/>
          </a:xfrm>
        </p:grpSpPr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3BC8678-02EF-462E-9CD6-AB447054D067}"/>
                </a:ext>
              </a:extLst>
            </p:cNvPr>
            <p:cNvCxnSpPr/>
            <p:nvPr/>
          </p:nvCxnSpPr>
          <p:spPr>
            <a:xfrm>
              <a:off x="78850" y="54745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직선 연결선 294">
              <a:extLst>
                <a:ext uri="{FF2B5EF4-FFF2-40B4-BE49-F238E27FC236}">
                  <a16:creationId xmlns:a16="http://schemas.microsoft.com/office/drawing/2014/main" id="{73B7AF66-55EC-446F-89C7-C2F16E117CA4}"/>
                </a:ext>
              </a:extLst>
            </p:cNvPr>
            <p:cNvCxnSpPr/>
            <p:nvPr/>
          </p:nvCxnSpPr>
          <p:spPr>
            <a:xfrm>
              <a:off x="78850" y="93953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직선 연결선 295">
              <a:extLst>
                <a:ext uri="{FF2B5EF4-FFF2-40B4-BE49-F238E27FC236}">
                  <a16:creationId xmlns:a16="http://schemas.microsoft.com/office/drawing/2014/main" id="{51133C46-2FAB-4490-8298-A2DD224D742F}"/>
                </a:ext>
              </a:extLst>
            </p:cNvPr>
            <p:cNvCxnSpPr/>
            <p:nvPr/>
          </p:nvCxnSpPr>
          <p:spPr>
            <a:xfrm>
              <a:off x="78850" y="133161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직선 연결선 296">
              <a:extLst>
                <a:ext uri="{FF2B5EF4-FFF2-40B4-BE49-F238E27FC236}">
                  <a16:creationId xmlns:a16="http://schemas.microsoft.com/office/drawing/2014/main" id="{DB67F395-5418-485C-AA6B-127607517A96}"/>
                </a:ext>
              </a:extLst>
            </p:cNvPr>
            <p:cNvCxnSpPr/>
            <p:nvPr/>
          </p:nvCxnSpPr>
          <p:spPr>
            <a:xfrm>
              <a:off x="78850" y="172369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51DEDB2C-AB58-42A1-A209-9DDCB4480F65}"/>
                </a:ext>
              </a:extLst>
            </p:cNvPr>
            <p:cNvCxnSpPr/>
            <p:nvPr/>
          </p:nvCxnSpPr>
          <p:spPr>
            <a:xfrm>
              <a:off x="78850" y="21157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A101948F-A196-4575-86A9-5627BAE9E5FA}"/>
                </a:ext>
              </a:extLst>
            </p:cNvPr>
            <p:cNvCxnSpPr/>
            <p:nvPr/>
          </p:nvCxnSpPr>
          <p:spPr>
            <a:xfrm>
              <a:off x="78853" y="289993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D5BA3DC1-18BE-4D50-8E66-0BD609BEBEE7}"/>
                </a:ext>
              </a:extLst>
            </p:cNvPr>
            <p:cNvCxnSpPr/>
            <p:nvPr/>
          </p:nvCxnSpPr>
          <p:spPr>
            <a:xfrm>
              <a:off x="78853" y="3684100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2002400A-CA28-4543-8EF8-0104FFD90304}"/>
                </a:ext>
              </a:extLst>
            </p:cNvPr>
            <p:cNvCxnSpPr/>
            <p:nvPr/>
          </p:nvCxnSpPr>
          <p:spPr>
            <a:xfrm>
              <a:off x="78853" y="407618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C5B5B259-BF7A-4FFA-B6C1-738DF2D7D5C7}"/>
                </a:ext>
              </a:extLst>
            </p:cNvPr>
            <p:cNvCxnSpPr/>
            <p:nvPr/>
          </p:nvCxnSpPr>
          <p:spPr>
            <a:xfrm>
              <a:off x="78853" y="446826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EF660E1C-F22E-43DF-9352-0D794C0CE326}"/>
                </a:ext>
              </a:extLst>
            </p:cNvPr>
            <p:cNvCxnSpPr/>
            <p:nvPr/>
          </p:nvCxnSpPr>
          <p:spPr>
            <a:xfrm>
              <a:off x="78853" y="48603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C9EB4785-8677-4B85-8C85-538E9E2B53CD}"/>
                </a:ext>
              </a:extLst>
            </p:cNvPr>
            <p:cNvCxnSpPr/>
            <p:nvPr/>
          </p:nvCxnSpPr>
          <p:spPr>
            <a:xfrm>
              <a:off x="78853" y="525242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49C933EE-C5ED-4EE3-B2AC-EB8880797C43}"/>
                </a:ext>
              </a:extLst>
            </p:cNvPr>
            <p:cNvCxnSpPr/>
            <p:nvPr/>
          </p:nvCxnSpPr>
          <p:spPr>
            <a:xfrm>
              <a:off x="78853" y="56445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직선 연결선 305">
              <a:extLst>
                <a:ext uri="{FF2B5EF4-FFF2-40B4-BE49-F238E27FC236}">
                  <a16:creationId xmlns:a16="http://schemas.microsoft.com/office/drawing/2014/main" id="{1013012C-0CF1-4EE4-9D2E-1B0157639460}"/>
                </a:ext>
              </a:extLst>
            </p:cNvPr>
            <p:cNvCxnSpPr/>
            <p:nvPr/>
          </p:nvCxnSpPr>
          <p:spPr>
            <a:xfrm>
              <a:off x="78853" y="603658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21D1E51D-1361-4420-9877-74E72B08F140}"/>
                </a:ext>
              </a:extLst>
            </p:cNvPr>
            <p:cNvCxnSpPr/>
            <p:nvPr/>
          </p:nvCxnSpPr>
          <p:spPr>
            <a:xfrm>
              <a:off x="78853" y="642866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57FCD74F-4EB0-4824-B411-CF967E131F3F}"/>
                </a:ext>
              </a:extLst>
            </p:cNvPr>
            <p:cNvCxnSpPr/>
            <p:nvPr/>
          </p:nvCxnSpPr>
          <p:spPr>
            <a:xfrm>
              <a:off x="78853" y="682074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ECA10854-8FB3-4898-9C2A-591EC13528EC}"/>
                </a:ext>
              </a:extLst>
            </p:cNvPr>
            <p:cNvCxnSpPr/>
            <p:nvPr/>
          </p:nvCxnSpPr>
          <p:spPr>
            <a:xfrm>
              <a:off x="78853" y="721282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7F580BBD-80F3-4BBC-8782-624D6B47B3EF}"/>
                </a:ext>
              </a:extLst>
            </p:cNvPr>
            <p:cNvCxnSpPr/>
            <p:nvPr/>
          </p:nvCxnSpPr>
          <p:spPr>
            <a:xfrm>
              <a:off x="78853" y="760490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9E463325-D8EC-484C-A655-BD5E30C5AC45}"/>
                </a:ext>
              </a:extLst>
            </p:cNvPr>
            <p:cNvCxnSpPr/>
            <p:nvPr/>
          </p:nvCxnSpPr>
          <p:spPr>
            <a:xfrm>
              <a:off x="78853" y="799698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1A88EFCC-9E0C-41B6-B31F-C651C16675D2}"/>
                </a:ext>
              </a:extLst>
            </p:cNvPr>
            <p:cNvCxnSpPr/>
            <p:nvPr/>
          </p:nvCxnSpPr>
          <p:spPr>
            <a:xfrm>
              <a:off x="78853" y="838906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9A4FCF5C-96D7-4D8C-823A-68A4B7B2CC14}"/>
                </a:ext>
              </a:extLst>
            </p:cNvPr>
            <p:cNvCxnSpPr/>
            <p:nvPr/>
          </p:nvCxnSpPr>
          <p:spPr>
            <a:xfrm>
              <a:off x="78850" y="87811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A7D09591-8347-4068-8439-2D28D05089AA}"/>
                </a:ext>
              </a:extLst>
            </p:cNvPr>
            <p:cNvCxnSpPr/>
            <p:nvPr/>
          </p:nvCxnSpPr>
          <p:spPr>
            <a:xfrm>
              <a:off x="78850" y="917323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5EA04882-A1C2-4868-9DC3-7B4C03E1F449}"/>
                </a:ext>
              </a:extLst>
            </p:cNvPr>
            <p:cNvCxnSpPr/>
            <p:nvPr/>
          </p:nvCxnSpPr>
          <p:spPr>
            <a:xfrm>
              <a:off x="78850" y="95653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985A4EF6-C64F-4C42-B854-5D2993A3D179}"/>
                </a:ext>
              </a:extLst>
            </p:cNvPr>
            <p:cNvCxnSpPr/>
            <p:nvPr/>
          </p:nvCxnSpPr>
          <p:spPr>
            <a:xfrm>
              <a:off x="78850" y="99573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9BEF687-3306-41A0-9B57-CC12399CD0BA}"/>
                </a:ext>
              </a:extLst>
            </p:cNvPr>
            <p:cNvCxnSpPr/>
            <p:nvPr/>
          </p:nvCxnSpPr>
          <p:spPr>
            <a:xfrm>
              <a:off x="78853" y="329201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BE29B8C1-28A0-4414-BF2F-BDF9FED14F06}"/>
                </a:ext>
              </a:extLst>
            </p:cNvPr>
            <p:cNvCxnSpPr/>
            <p:nvPr/>
          </p:nvCxnSpPr>
          <p:spPr>
            <a:xfrm>
              <a:off x="78853" y="250785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E7185756-C57F-456A-B5E3-E5FFC420BD64}"/>
                </a:ext>
              </a:extLst>
            </p:cNvPr>
            <p:cNvCxnSpPr/>
            <p:nvPr/>
          </p:nvCxnSpPr>
          <p:spPr>
            <a:xfrm>
              <a:off x="78850" y="7524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31BF3F39-20A3-439E-9013-A7CBB1C03124}"/>
                </a:ext>
              </a:extLst>
            </p:cNvPr>
            <p:cNvCxnSpPr/>
            <p:nvPr/>
          </p:nvCxnSpPr>
          <p:spPr>
            <a:xfrm>
              <a:off x="78850" y="114457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5044549E-2E20-481D-8A6C-5C98D4050EAB}"/>
                </a:ext>
              </a:extLst>
            </p:cNvPr>
            <p:cNvCxnSpPr/>
            <p:nvPr/>
          </p:nvCxnSpPr>
          <p:spPr>
            <a:xfrm>
              <a:off x="78850" y="15366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8102E3AA-805F-471B-B25A-1CCCAA254547}"/>
                </a:ext>
              </a:extLst>
            </p:cNvPr>
            <p:cNvCxnSpPr/>
            <p:nvPr/>
          </p:nvCxnSpPr>
          <p:spPr>
            <a:xfrm>
              <a:off x="78850" y="192873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6E51C455-FB78-4769-8A37-8DA208D6909E}"/>
                </a:ext>
              </a:extLst>
            </p:cNvPr>
            <p:cNvCxnSpPr/>
            <p:nvPr/>
          </p:nvCxnSpPr>
          <p:spPr>
            <a:xfrm>
              <a:off x="78853" y="23208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A6913073-CE2B-4311-A9C1-1B2F0A111977}"/>
                </a:ext>
              </a:extLst>
            </p:cNvPr>
            <p:cNvCxnSpPr/>
            <p:nvPr/>
          </p:nvCxnSpPr>
          <p:spPr>
            <a:xfrm>
              <a:off x="78853" y="310497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AB1A6A18-6B42-4079-8BAD-97ECBADB9C4B}"/>
                </a:ext>
              </a:extLst>
            </p:cNvPr>
            <p:cNvCxnSpPr/>
            <p:nvPr/>
          </p:nvCxnSpPr>
          <p:spPr>
            <a:xfrm>
              <a:off x="78853" y="388913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BF8964E5-DBEC-4023-A129-33594660E420}"/>
                </a:ext>
              </a:extLst>
            </p:cNvPr>
            <p:cNvCxnSpPr/>
            <p:nvPr/>
          </p:nvCxnSpPr>
          <p:spPr>
            <a:xfrm>
              <a:off x="78853" y="428121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직선 연결선 326">
              <a:extLst>
                <a:ext uri="{FF2B5EF4-FFF2-40B4-BE49-F238E27FC236}">
                  <a16:creationId xmlns:a16="http://schemas.microsoft.com/office/drawing/2014/main" id="{92E97B6D-969C-4246-A19B-0B3BEF0F8D87}"/>
                </a:ext>
              </a:extLst>
            </p:cNvPr>
            <p:cNvCxnSpPr/>
            <p:nvPr/>
          </p:nvCxnSpPr>
          <p:spPr>
            <a:xfrm>
              <a:off x="78853" y="467329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6CBDED28-BE20-4B24-B2BA-9042A13DA066}"/>
                </a:ext>
              </a:extLst>
            </p:cNvPr>
            <p:cNvCxnSpPr/>
            <p:nvPr/>
          </p:nvCxnSpPr>
          <p:spPr>
            <a:xfrm>
              <a:off x="78853" y="50653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C8DED763-D094-489B-84E4-9A570474E4D9}"/>
                </a:ext>
              </a:extLst>
            </p:cNvPr>
            <p:cNvCxnSpPr/>
            <p:nvPr/>
          </p:nvCxnSpPr>
          <p:spPr>
            <a:xfrm>
              <a:off x="78853" y="545745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DACB50B-4C03-41CC-BA1D-103663507A46}"/>
                </a:ext>
              </a:extLst>
            </p:cNvPr>
            <p:cNvCxnSpPr/>
            <p:nvPr/>
          </p:nvCxnSpPr>
          <p:spPr>
            <a:xfrm>
              <a:off x="78853" y="584954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AC03DB20-BE63-4A23-A371-66505E209862}"/>
                </a:ext>
              </a:extLst>
            </p:cNvPr>
            <p:cNvCxnSpPr/>
            <p:nvPr/>
          </p:nvCxnSpPr>
          <p:spPr>
            <a:xfrm>
              <a:off x="78853" y="624162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FD299751-C66D-46AD-B263-C9948A78E20F}"/>
                </a:ext>
              </a:extLst>
            </p:cNvPr>
            <p:cNvCxnSpPr/>
            <p:nvPr/>
          </p:nvCxnSpPr>
          <p:spPr>
            <a:xfrm>
              <a:off x="78853" y="663370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FB16D35C-9761-40B7-940C-AB5C2A7AA85F}"/>
                </a:ext>
              </a:extLst>
            </p:cNvPr>
            <p:cNvCxnSpPr/>
            <p:nvPr/>
          </p:nvCxnSpPr>
          <p:spPr>
            <a:xfrm>
              <a:off x="78853" y="702578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5939462A-89F3-461E-8015-4021AE03ACB4}"/>
                </a:ext>
              </a:extLst>
            </p:cNvPr>
            <p:cNvCxnSpPr/>
            <p:nvPr/>
          </p:nvCxnSpPr>
          <p:spPr>
            <a:xfrm>
              <a:off x="78853" y="741786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8BF59893-737C-47FD-B175-0E61298ED1C1}"/>
                </a:ext>
              </a:extLst>
            </p:cNvPr>
            <p:cNvCxnSpPr/>
            <p:nvPr/>
          </p:nvCxnSpPr>
          <p:spPr>
            <a:xfrm>
              <a:off x="78853" y="780994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FEF5BDF1-2B6C-4A3B-BD90-DD136648D2F4}"/>
                </a:ext>
              </a:extLst>
            </p:cNvPr>
            <p:cNvCxnSpPr/>
            <p:nvPr/>
          </p:nvCxnSpPr>
          <p:spPr>
            <a:xfrm>
              <a:off x="78853" y="820202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3509BB09-4014-450C-B2B2-45FC82684686}"/>
                </a:ext>
              </a:extLst>
            </p:cNvPr>
            <p:cNvCxnSpPr/>
            <p:nvPr/>
          </p:nvCxnSpPr>
          <p:spPr>
            <a:xfrm>
              <a:off x="78850" y="85941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257F5017-53D8-4BE3-95E2-6E41F96D185C}"/>
                </a:ext>
              </a:extLst>
            </p:cNvPr>
            <p:cNvCxnSpPr/>
            <p:nvPr/>
          </p:nvCxnSpPr>
          <p:spPr>
            <a:xfrm>
              <a:off x="78850" y="898618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13A1D4F7-2267-42A0-A079-5A26D3A0723E}"/>
                </a:ext>
              </a:extLst>
            </p:cNvPr>
            <p:cNvCxnSpPr/>
            <p:nvPr/>
          </p:nvCxnSpPr>
          <p:spPr>
            <a:xfrm>
              <a:off x="78850" y="937826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81B18103-E03C-457A-B4B2-466E44A72F76}"/>
                </a:ext>
              </a:extLst>
            </p:cNvPr>
            <p:cNvCxnSpPr/>
            <p:nvPr/>
          </p:nvCxnSpPr>
          <p:spPr>
            <a:xfrm>
              <a:off x="78850" y="977034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D1D8A3FB-B31D-4128-921A-4E58963E5F9D}"/>
                </a:ext>
              </a:extLst>
            </p:cNvPr>
            <p:cNvCxnSpPr/>
            <p:nvPr/>
          </p:nvCxnSpPr>
          <p:spPr>
            <a:xfrm>
              <a:off x="78853" y="3497055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6944E194-E566-4D67-9A53-22275D36D1C0}"/>
                </a:ext>
              </a:extLst>
            </p:cNvPr>
            <p:cNvCxnSpPr/>
            <p:nvPr/>
          </p:nvCxnSpPr>
          <p:spPr>
            <a:xfrm>
              <a:off x="78853" y="27128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87F974A4-5089-4B92-9690-EED12AAAA93C}"/>
                </a:ext>
              </a:extLst>
            </p:cNvPr>
            <p:cNvCxnSpPr/>
            <p:nvPr/>
          </p:nvCxnSpPr>
          <p:spPr>
            <a:xfrm>
              <a:off x="78850" y="103066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A9969C7B-006A-46A4-BA66-27AC86A57E04}"/>
                </a:ext>
              </a:extLst>
            </p:cNvPr>
            <p:cNvCxnSpPr/>
            <p:nvPr/>
          </p:nvCxnSpPr>
          <p:spPr>
            <a:xfrm>
              <a:off x="78850" y="1011959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D6BA9595-651A-4A95-BFB3-0422C4347920}"/>
                </a:ext>
              </a:extLst>
            </p:cNvPr>
            <p:cNvCxnSpPr/>
            <p:nvPr/>
          </p:nvCxnSpPr>
          <p:spPr>
            <a:xfrm>
              <a:off x="78850" y="106568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4A1AB575-7AD2-45B4-A356-2AA123F678C0}"/>
                </a:ext>
              </a:extLst>
            </p:cNvPr>
            <p:cNvCxnSpPr/>
            <p:nvPr/>
          </p:nvCxnSpPr>
          <p:spPr>
            <a:xfrm>
              <a:off x="78850" y="104698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7" name="TextBox 346">
            <a:extLst>
              <a:ext uri="{FF2B5EF4-FFF2-40B4-BE49-F238E27FC236}">
                <a16:creationId xmlns:a16="http://schemas.microsoft.com/office/drawing/2014/main" id="{A8D31A17-04EA-469C-978D-F6DC446DF6C6}"/>
              </a:ext>
            </a:extLst>
          </p:cNvPr>
          <p:cNvSpPr txBox="1"/>
          <p:nvPr/>
        </p:nvSpPr>
        <p:spPr>
          <a:xfrm>
            <a:off x="84537" y="468116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l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Ideation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54" name="TextBox 353">
            <a:hlinkClick r:id="rId11" action="ppaction://hlinksldjump"/>
            <a:extLst>
              <a:ext uri="{FF2B5EF4-FFF2-40B4-BE49-F238E27FC236}">
                <a16:creationId xmlns:a16="http://schemas.microsoft.com/office/drawing/2014/main" id="{7E62B943-6665-4C47-8ED4-BF89B87D2C07}"/>
              </a:ext>
            </a:extLst>
          </p:cNvPr>
          <p:cNvSpPr txBox="1"/>
          <p:nvPr/>
        </p:nvSpPr>
        <p:spPr>
          <a:xfrm>
            <a:off x="6081117" y="7526461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108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55" name="TextBox 354">
            <a:hlinkClick r:id="rId12" action="ppaction://hlinksldjump"/>
            <a:extLst>
              <a:ext uri="{FF2B5EF4-FFF2-40B4-BE49-F238E27FC236}">
                <a16:creationId xmlns:a16="http://schemas.microsoft.com/office/drawing/2014/main" id="{7E505EEC-F939-4FBE-8AB1-3A007379CC05}"/>
              </a:ext>
            </a:extLst>
          </p:cNvPr>
          <p:cNvSpPr txBox="1"/>
          <p:nvPr/>
        </p:nvSpPr>
        <p:spPr>
          <a:xfrm>
            <a:off x="6081117" y="8008329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109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56" name="TextBox 355">
            <a:hlinkClick r:id="rId13" action="ppaction://hlinksldjump"/>
            <a:extLst>
              <a:ext uri="{FF2B5EF4-FFF2-40B4-BE49-F238E27FC236}">
                <a16:creationId xmlns:a16="http://schemas.microsoft.com/office/drawing/2014/main" id="{C40EADCF-D0B3-43E1-8043-E1BB12E8FF21}"/>
              </a:ext>
            </a:extLst>
          </p:cNvPr>
          <p:cNvSpPr txBox="1"/>
          <p:nvPr/>
        </p:nvSpPr>
        <p:spPr>
          <a:xfrm>
            <a:off x="6081117" y="8490197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110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57" name="TextBox 356">
            <a:hlinkClick r:id="rId14" action="ppaction://hlinksldjump"/>
            <a:extLst>
              <a:ext uri="{FF2B5EF4-FFF2-40B4-BE49-F238E27FC236}">
                <a16:creationId xmlns:a16="http://schemas.microsoft.com/office/drawing/2014/main" id="{1522DBA0-38DE-4E7D-80EB-0505F5B0E541}"/>
              </a:ext>
            </a:extLst>
          </p:cNvPr>
          <p:cNvSpPr txBox="1"/>
          <p:nvPr/>
        </p:nvSpPr>
        <p:spPr>
          <a:xfrm>
            <a:off x="6081117" y="8972065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111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58" name="TextBox 357">
            <a:hlinkClick r:id="rId15" action="ppaction://hlinksldjump"/>
            <a:extLst>
              <a:ext uri="{FF2B5EF4-FFF2-40B4-BE49-F238E27FC236}">
                <a16:creationId xmlns:a16="http://schemas.microsoft.com/office/drawing/2014/main" id="{FBC6D195-89F4-4E0C-85E9-0AD1A2672414}"/>
              </a:ext>
            </a:extLst>
          </p:cNvPr>
          <p:cNvSpPr txBox="1"/>
          <p:nvPr/>
        </p:nvSpPr>
        <p:spPr>
          <a:xfrm>
            <a:off x="6081117" y="9453933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112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9DACA3E4-38E7-4F21-972F-8B136C98D862}"/>
              </a:ext>
            </a:extLst>
          </p:cNvPr>
          <p:cNvCxnSpPr>
            <a:cxnSpLocks/>
          </p:cNvCxnSpPr>
          <p:nvPr/>
        </p:nvCxnSpPr>
        <p:spPr>
          <a:xfrm>
            <a:off x="1819998" y="2633255"/>
            <a:ext cx="48641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3E262D01-39E2-4018-8739-94AB4FA0220A}"/>
              </a:ext>
            </a:extLst>
          </p:cNvPr>
          <p:cNvCxnSpPr>
            <a:cxnSpLocks/>
          </p:cNvCxnSpPr>
          <p:nvPr/>
        </p:nvCxnSpPr>
        <p:spPr>
          <a:xfrm>
            <a:off x="1819997" y="3115123"/>
            <a:ext cx="48641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05F03E9A-641D-4536-AF23-3A6749BA8913}"/>
              </a:ext>
            </a:extLst>
          </p:cNvPr>
          <p:cNvCxnSpPr>
            <a:cxnSpLocks/>
          </p:cNvCxnSpPr>
          <p:nvPr/>
        </p:nvCxnSpPr>
        <p:spPr>
          <a:xfrm>
            <a:off x="1819997" y="3596991"/>
            <a:ext cx="48641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D9E07596-DC6B-4E9F-8C8A-938C11D5AB3D}"/>
              </a:ext>
            </a:extLst>
          </p:cNvPr>
          <p:cNvCxnSpPr>
            <a:cxnSpLocks/>
          </p:cNvCxnSpPr>
          <p:nvPr/>
        </p:nvCxnSpPr>
        <p:spPr>
          <a:xfrm>
            <a:off x="1819997" y="4078859"/>
            <a:ext cx="48641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C0F0B27C-9E8F-4A6C-8DEB-548B696AD0F7}"/>
              </a:ext>
            </a:extLst>
          </p:cNvPr>
          <p:cNvCxnSpPr>
            <a:cxnSpLocks/>
          </p:cNvCxnSpPr>
          <p:nvPr/>
        </p:nvCxnSpPr>
        <p:spPr>
          <a:xfrm>
            <a:off x="1819997" y="5095896"/>
            <a:ext cx="48641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1F9C6114-0329-47E0-AE7E-DF8A5D48DEE5}"/>
              </a:ext>
            </a:extLst>
          </p:cNvPr>
          <p:cNvCxnSpPr>
            <a:cxnSpLocks/>
          </p:cNvCxnSpPr>
          <p:nvPr/>
        </p:nvCxnSpPr>
        <p:spPr>
          <a:xfrm>
            <a:off x="1819997" y="5577764"/>
            <a:ext cx="48641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F6B33B45-1397-4121-A3BC-71DA43486BEE}"/>
              </a:ext>
            </a:extLst>
          </p:cNvPr>
          <p:cNvCxnSpPr>
            <a:cxnSpLocks/>
          </p:cNvCxnSpPr>
          <p:nvPr/>
        </p:nvCxnSpPr>
        <p:spPr>
          <a:xfrm>
            <a:off x="1819997" y="6059632"/>
            <a:ext cx="48641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직선 연결선 213">
            <a:extLst>
              <a:ext uri="{FF2B5EF4-FFF2-40B4-BE49-F238E27FC236}">
                <a16:creationId xmlns:a16="http://schemas.microsoft.com/office/drawing/2014/main" id="{BBBC6F90-43B8-4192-A6AD-A3AB334F80AF}"/>
              </a:ext>
            </a:extLst>
          </p:cNvPr>
          <p:cNvCxnSpPr>
            <a:cxnSpLocks/>
          </p:cNvCxnSpPr>
          <p:nvPr/>
        </p:nvCxnSpPr>
        <p:spPr>
          <a:xfrm>
            <a:off x="1819997" y="6541500"/>
            <a:ext cx="48641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52210309-A4A1-4D31-938F-F14EDE222B7F}"/>
              </a:ext>
            </a:extLst>
          </p:cNvPr>
          <p:cNvCxnSpPr>
            <a:cxnSpLocks/>
          </p:cNvCxnSpPr>
          <p:nvPr/>
        </p:nvCxnSpPr>
        <p:spPr>
          <a:xfrm>
            <a:off x="1819997" y="7023368"/>
            <a:ext cx="48641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9" name="직선 연결선 358">
            <a:extLst>
              <a:ext uri="{FF2B5EF4-FFF2-40B4-BE49-F238E27FC236}">
                <a16:creationId xmlns:a16="http://schemas.microsoft.com/office/drawing/2014/main" id="{0F079FAD-FC82-42B1-AACB-501DC83B8D9A}"/>
              </a:ext>
            </a:extLst>
          </p:cNvPr>
          <p:cNvCxnSpPr>
            <a:cxnSpLocks/>
          </p:cNvCxnSpPr>
          <p:nvPr/>
        </p:nvCxnSpPr>
        <p:spPr>
          <a:xfrm>
            <a:off x="1819997" y="7952061"/>
            <a:ext cx="48641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0" name="직선 연결선 359">
            <a:extLst>
              <a:ext uri="{FF2B5EF4-FFF2-40B4-BE49-F238E27FC236}">
                <a16:creationId xmlns:a16="http://schemas.microsoft.com/office/drawing/2014/main" id="{760E8FCF-38EC-4E79-9DA2-60D7E8E5060B}"/>
              </a:ext>
            </a:extLst>
          </p:cNvPr>
          <p:cNvCxnSpPr>
            <a:cxnSpLocks/>
          </p:cNvCxnSpPr>
          <p:nvPr/>
        </p:nvCxnSpPr>
        <p:spPr>
          <a:xfrm>
            <a:off x="1819997" y="8433929"/>
            <a:ext cx="48641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1" name="직선 연결선 360">
            <a:extLst>
              <a:ext uri="{FF2B5EF4-FFF2-40B4-BE49-F238E27FC236}">
                <a16:creationId xmlns:a16="http://schemas.microsoft.com/office/drawing/2014/main" id="{943BA8C7-DE23-420E-99CE-660AE2AB0953}"/>
              </a:ext>
            </a:extLst>
          </p:cNvPr>
          <p:cNvCxnSpPr>
            <a:cxnSpLocks/>
          </p:cNvCxnSpPr>
          <p:nvPr/>
        </p:nvCxnSpPr>
        <p:spPr>
          <a:xfrm>
            <a:off x="1819997" y="8915797"/>
            <a:ext cx="48641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2" name="직선 연결선 361">
            <a:extLst>
              <a:ext uri="{FF2B5EF4-FFF2-40B4-BE49-F238E27FC236}">
                <a16:creationId xmlns:a16="http://schemas.microsoft.com/office/drawing/2014/main" id="{2C25B635-B341-48E4-A4C3-C81740E84845}"/>
              </a:ext>
            </a:extLst>
          </p:cNvPr>
          <p:cNvCxnSpPr>
            <a:cxnSpLocks/>
          </p:cNvCxnSpPr>
          <p:nvPr/>
        </p:nvCxnSpPr>
        <p:spPr>
          <a:xfrm>
            <a:off x="1819997" y="9397665"/>
            <a:ext cx="48641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3" name="직선 연결선 362">
            <a:extLst>
              <a:ext uri="{FF2B5EF4-FFF2-40B4-BE49-F238E27FC236}">
                <a16:creationId xmlns:a16="http://schemas.microsoft.com/office/drawing/2014/main" id="{3FA1518B-B3E0-4478-B472-E0C46507BC43}"/>
              </a:ext>
            </a:extLst>
          </p:cNvPr>
          <p:cNvCxnSpPr>
            <a:cxnSpLocks/>
          </p:cNvCxnSpPr>
          <p:nvPr/>
        </p:nvCxnSpPr>
        <p:spPr>
          <a:xfrm>
            <a:off x="1819997" y="9879533"/>
            <a:ext cx="48641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4" name="TextBox 363">
            <a:extLst>
              <a:ext uri="{FF2B5EF4-FFF2-40B4-BE49-F238E27FC236}">
                <a16:creationId xmlns:a16="http://schemas.microsoft.com/office/drawing/2014/main" id="{0AD2FDCB-BCDE-4401-B341-C5820A1961A4}"/>
              </a:ext>
            </a:extLst>
          </p:cNvPr>
          <p:cNvSpPr txBox="1"/>
          <p:nvPr/>
        </p:nvSpPr>
        <p:spPr>
          <a:xfrm>
            <a:off x="415277" y="2022280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Grid</a:t>
            </a:r>
            <a:endParaRPr lang="ko-KR" altLang="en-US" sz="2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783630FF-8BA7-43D1-8B8E-9D3B842078EA}"/>
              </a:ext>
            </a:extLst>
          </p:cNvPr>
          <p:cNvSpPr txBox="1"/>
          <p:nvPr/>
        </p:nvSpPr>
        <p:spPr>
          <a:xfrm>
            <a:off x="415277" y="4494925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Mandarin</a:t>
            </a:r>
            <a:endParaRPr lang="ko-KR" altLang="en-US" sz="2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426FF520-3977-4A2B-A013-4AA909760D2E}"/>
              </a:ext>
            </a:extLst>
          </p:cNvPr>
          <p:cNvSpPr txBox="1"/>
          <p:nvPr/>
        </p:nvSpPr>
        <p:spPr>
          <a:xfrm>
            <a:off x="415277" y="7502797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Story</a:t>
            </a:r>
            <a:endParaRPr lang="ko-KR" altLang="en-US" sz="2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2" name="TextBox 181">
            <a:hlinkClick r:id="rId15" action="ppaction://hlinksldjump"/>
            <a:extLst>
              <a:ext uri="{FF2B5EF4-FFF2-40B4-BE49-F238E27FC236}">
                <a16:creationId xmlns:a16="http://schemas.microsoft.com/office/drawing/2014/main" id="{18D64C5B-5591-4F7F-BC9B-4991341A3744}"/>
              </a:ext>
            </a:extLst>
          </p:cNvPr>
          <p:cNvSpPr txBox="1"/>
          <p:nvPr/>
        </p:nvSpPr>
        <p:spPr>
          <a:xfrm>
            <a:off x="6081117" y="9992069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113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D4F0FB00-DE33-4721-A808-8C6BEF832404}"/>
              </a:ext>
            </a:extLst>
          </p:cNvPr>
          <p:cNvCxnSpPr>
            <a:cxnSpLocks/>
          </p:cNvCxnSpPr>
          <p:nvPr/>
        </p:nvCxnSpPr>
        <p:spPr>
          <a:xfrm>
            <a:off x="1819997" y="10417669"/>
            <a:ext cx="48641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직선 연결선 162">
            <a:extLst>
              <a:ext uri="{FF2B5EF4-FFF2-40B4-BE49-F238E27FC236}">
                <a16:creationId xmlns:a16="http://schemas.microsoft.com/office/drawing/2014/main" id="{ABF91C2A-D9A8-4998-8D27-BDE40A61F63F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5" name="그림 164" descr="캘린더 인덱스">
            <a:hlinkClick r:id="rId16" action="ppaction://hlinksldjump"/>
            <a:extLst>
              <a:ext uri="{FF2B5EF4-FFF2-40B4-BE49-F238E27FC236}">
                <a16:creationId xmlns:a16="http://schemas.microsoft.com/office/drawing/2014/main" id="{184AC169-C71E-43DE-AA1D-8A1A48396E0B}"/>
              </a:ext>
            </a:extLst>
          </p:cNvPr>
          <p:cNvPicPr>
            <a:picLocks noChangeAspect="1"/>
          </p:cNvPicPr>
          <p:nvPr/>
        </p:nvPicPr>
        <p:blipFill rotWithShape="1">
          <a:blip r:embed="rId17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66" name="직사각형 165" descr="목표 설정">
            <a:hlinkClick r:id="rId18" action="ppaction://hlinksldjump"/>
            <a:extLst>
              <a:ext uri="{FF2B5EF4-FFF2-40B4-BE49-F238E27FC236}">
                <a16:creationId xmlns:a16="http://schemas.microsoft.com/office/drawing/2014/main" id="{04876970-AEF1-4E21-A20D-CD89FB13069B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7" name="직사각형 166">
            <a:hlinkClick r:id="rId19" action="ppaction://hlinksldjump"/>
            <a:extLst>
              <a:ext uri="{FF2B5EF4-FFF2-40B4-BE49-F238E27FC236}">
                <a16:creationId xmlns:a16="http://schemas.microsoft.com/office/drawing/2014/main" id="{F3AC0D99-A372-417C-9DE9-5F2548E6C57E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8" name="직사각형 167" descr="목표 설정">
            <a:hlinkClick r:id="rId20" action="ppaction://hlinksldjump"/>
            <a:extLst>
              <a:ext uri="{FF2B5EF4-FFF2-40B4-BE49-F238E27FC236}">
                <a16:creationId xmlns:a16="http://schemas.microsoft.com/office/drawing/2014/main" id="{B7513C35-2D9C-4AAB-812B-5DE7BDF91075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직사각형 168" descr="목표 설정">
            <a:hlinkClick r:id="rId20" action="ppaction://hlinksldjump"/>
            <a:extLst>
              <a:ext uri="{FF2B5EF4-FFF2-40B4-BE49-F238E27FC236}">
                <a16:creationId xmlns:a16="http://schemas.microsoft.com/office/drawing/2014/main" id="{B6230B92-D51B-48E7-A898-C897F28C533C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0" name="직사각형 169" descr="목표 설정">
            <a:hlinkClick r:id="rId20" action="ppaction://hlinksldjump"/>
            <a:extLst>
              <a:ext uri="{FF2B5EF4-FFF2-40B4-BE49-F238E27FC236}">
                <a16:creationId xmlns:a16="http://schemas.microsoft.com/office/drawing/2014/main" id="{65D28885-772D-41FA-8812-15A9EB4AD8AA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D8A51CCD-79A7-4758-8FA0-F58A43B3D7AC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FC7DB93A-90CA-4222-9E5C-3A128E39A673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2D2D2E26-0CD0-4FD9-A323-04551CA67F19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C1F2C252-3719-4E91-B7BB-8F41775F5741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B7A9BB16-AF64-4ED9-9ABB-5DF4C5CDB76B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820ED10E-2FC0-4C78-8831-15FFAB17EDCC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525931913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13D61993-5E8D-421A-A2C9-D1D834046D14}"/>
              </a:ext>
            </a:extLst>
          </p:cNvPr>
          <p:cNvGrpSpPr/>
          <p:nvPr/>
        </p:nvGrpSpPr>
        <p:grpSpPr>
          <a:xfrm>
            <a:off x="78850" y="539748"/>
            <a:ext cx="22517225" cy="10117140"/>
            <a:chOff x="78850" y="539748"/>
            <a:chExt cx="22517225" cy="10117140"/>
          </a:xfrm>
        </p:grpSpPr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89FF75C5-5470-4B4D-9F92-81F981CAA756}"/>
                </a:ext>
              </a:extLst>
            </p:cNvPr>
            <p:cNvCxnSpPr/>
            <p:nvPr/>
          </p:nvCxnSpPr>
          <p:spPr>
            <a:xfrm>
              <a:off x="78850" y="54745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9D90EA7-81B2-4B79-803A-4E38E7B15C05}"/>
                </a:ext>
              </a:extLst>
            </p:cNvPr>
            <p:cNvCxnSpPr/>
            <p:nvPr/>
          </p:nvCxnSpPr>
          <p:spPr>
            <a:xfrm>
              <a:off x="78850" y="93953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448033E8-07ED-4B2A-96AD-385231721C14}"/>
                </a:ext>
              </a:extLst>
            </p:cNvPr>
            <p:cNvCxnSpPr/>
            <p:nvPr/>
          </p:nvCxnSpPr>
          <p:spPr>
            <a:xfrm>
              <a:off x="78850" y="133161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1D0928DE-E202-4970-85FC-9E0EB0970506}"/>
                </a:ext>
              </a:extLst>
            </p:cNvPr>
            <p:cNvCxnSpPr/>
            <p:nvPr/>
          </p:nvCxnSpPr>
          <p:spPr>
            <a:xfrm>
              <a:off x="78850" y="172369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5C1A735-CAEE-452C-A13D-FD3B9EF17C0E}"/>
                </a:ext>
              </a:extLst>
            </p:cNvPr>
            <p:cNvCxnSpPr/>
            <p:nvPr/>
          </p:nvCxnSpPr>
          <p:spPr>
            <a:xfrm>
              <a:off x="78850" y="21157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52DE93B6-12DC-4F9E-B032-32D3088FCABF}"/>
                </a:ext>
              </a:extLst>
            </p:cNvPr>
            <p:cNvCxnSpPr/>
            <p:nvPr/>
          </p:nvCxnSpPr>
          <p:spPr>
            <a:xfrm>
              <a:off x="78853" y="289993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48172413-FFA0-4613-BF7D-8CDFB7FD7DAB}"/>
                </a:ext>
              </a:extLst>
            </p:cNvPr>
            <p:cNvCxnSpPr/>
            <p:nvPr/>
          </p:nvCxnSpPr>
          <p:spPr>
            <a:xfrm>
              <a:off x="78853" y="3684100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B06F9280-8163-4DEE-97B2-F4D50A069EE3}"/>
                </a:ext>
              </a:extLst>
            </p:cNvPr>
            <p:cNvCxnSpPr/>
            <p:nvPr/>
          </p:nvCxnSpPr>
          <p:spPr>
            <a:xfrm>
              <a:off x="78853" y="407618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9B4A061-D3B3-4A60-AAC5-FB739E22292C}"/>
                </a:ext>
              </a:extLst>
            </p:cNvPr>
            <p:cNvCxnSpPr/>
            <p:nvPr/>
          </p:nvCxnSpPr>
          <p:spPr>
            <a:xfrm>
              <a:off x="78853" y="446826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A58E7545-F9E6-4E9F-BBA9-F88306C27AF6}"/>
                </a:ext>
              </a:extLst>
            </p:cNvPr>
            <p:cNvCxnSpPr/>
            <p:nvPr/>
          </p:nvCxnSpPr>
          <p:spPr>
            <a:xfrm>
              <a:off x="78853" y="48603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182F0CA8-D41B-40C5-A33E-D2AEAD6B0A91}"/>
                </a:ext>
              </a:extLst>
            </p:cNvPr>
            <p:cNvCxnSpPr/>
            <p:nvPr/>
          </p:nvCxnSpPr>
          <p:spPr>
            <a:xfrm>
              <a:off x="78853" y="525242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B57673F8-8001-4FEC-8766-592CD88315BE}"/>
                </a:ext>
              </a:extLst>
            </p:cNvPr>
            <p:cNvCxnSpPr/>
            <p:nvPr/>
          </p:nvCxnSpPr>
          <p:spPr>
            <a:xfrm>
              <a:off x="78853" y="56445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649FFF4F-83C3-4186-8656-579A2B49B1D3}"/>
                </a:ext>
              </a:extLst>
            </p:cNvPr>
            <p:cNvCxnSpPr/>
            <p:nvPr/>
          </p:nvCxnSpPr>
          <p:spPr>
            <a:xfrm>
              <a:off x="78853" y="603658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0C4EC707-6321-47FE-BFF9-F57A8966BB27}"/>
                </a:ext>
              </a:extLst>
            </p:cNvPr>
            <p:cNvCxnSpPr/>
            <p:nvPr/>
          </p:nvCxnSpPr>
          <p:spPr>
            <a:xfrm>
              <a:off x="78853" y="642866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1C1A589E-03E6-4917-B078-20949EFDE9BE}"/>
                </a:ext>
              </a:extLst>
            </p:cNvPr>
            <p:cNvCxnSpPr/>
            <p:nvPr/>
          </p:nvCxnSpPr>
          <p:spPr>
            <a:xfrm>
              <a:off x="78853" y="682074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46D6C453-23DE-4A37-BD9B-D2EDCCC38D9B}"/>
                </a:ext>
              </a:extLst>
            </p:cNvPr>
            <p:cNvCxnSpPr/>
            <p:nvPr/>
          </p:nvCxnSpPr>
          <p:spPr>
            <a:xfrm>
              <a:off x="78853" y="721282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613F02-D598-4F86-BE4E-40CBA697CA22}"/>
                </a:ext>
              </a:extLst>
            </p:cNvPr>
            <p:cNvCxnSpPr/>
            <p:nvPr/>
          </p:nvCxnSpPr>
          <p:spPr>
            <a:xfrm>
              <a:off x="78853" y="760490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AB8A5030-DC6F-4BB7-A4CF-84483BE717E7}"/>
                </a:ext>
              </a:extLst>
            </p:cNvPr>
            <p:cNvCxnSpPr/>
            <p:nvPr/>
          </p:nvCxnSpPr>
          <p:spPr>
            <a:xfrm>
              <a:off x="78853" y="799698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8997130-092E-442D-BAAD-3CF0CE644FE0}"/>
                </a:ext>
              </a:extLst>
            </p:cNvPr>
            <p:cNvCxnSpPr/>
            <p:nvPr/>
          </p:nvCxnSpPr>
          <p:spPr>
            <a:xfrm>
              <a:off x="78853" y="838906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D2F96732-23FF-43FA-ACC2-C9B64FD4D2B2}"/>
                </a:ext>
              </a:extLst>
            </p:cNvPr>
            <p:cNvCxnSpPr/>
            <p:nvPr/>
          </p:nvCxnSpPr>
          <p:spPr>
            <a:xfrm>
              <a:off x="78850" y="87811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A647488F-B468-4170-8A83-68490C8C8853}"/>
                </a:ext>
              </a:extLst>
            </p:cNvPr>
            <p:cNvCxnSpPr/>
            <p:nvPr/>
          </p:nvCxnSpPr>
          <p:spPr>
            <a:xfrm>
              <a:off x="78850" y="917323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727D384-6147-4C7C-8B28-C6025D9769D9}"/>
                </a:ext>
              </a:extLst>
            </p:cNvPr>
            <p:cNvCxnSpPr/>
            <p:nvPr/>
          </p:nvCxnSpPr>
          <p:spPr>
            <a:xfrm>
              <a:off x="78850" y="95653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13B019D-7E2B-4F78-9B5C-886339B5DDC4}"/>
                </a:ext>
              </a:extLst>
            </p:cNvPr>
            <p:cNvCxnSpPr/>
            <p:nvPr/>
          </p:nvCxnSpPr>
          <p:spPr>
            <a:xfrm>
              <a:off x="78850" y="99573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DDEDADB-E605-4DB8-BBDD-2495B6BC9F13}"/>
                </a:ext>
              </a:extLst>
            </p:cNvPr>
            <p:cNvCxnSpPr/>
            <p:nvPr/>
          </p:nvCxnSpPr>
          <p:spPr>
            <a:xfrm>
              <a:off x="78853" y="329201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452520D8-9C45-4437-A11B-7ACF642C71C0}"/>
                </a:ext>
              </a:extLst>
            </p:cNvPr>
            <p:cNvCxnSpPr/>
            <p:nvPr/>
          </p:nvCxnSpPr>
          <p:spPr>
            <a:xfrm>
              <a:off x="78853" y="250785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4BE013AB-25B3-47AA-89DB-D75D44EBC887}"/>
                </a:ext>
              </a:extLst>
            </p:cNvPr>
            <p:cNvCxnSpPr/>
            <p:nvPr/>
          </p:nvCxnSpPr>
          <p:spPr>
            <a:xfrm>
              <a:off x="78850" y="7524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6A54A478-A315-4B96-B290-90BDB2BC9091}"/>
                </a:ext>
              </a:extLst>
            </p:cNvPr>
            <p:cNvCxnSpPr/>
            <p:nvPr/>
          </p:nvCxnSpPr>
          <p:spPr>
            <a:xfrm>
              <a:off x="78850" y="114457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0487B729-C5C3-4D46-B10C-2EB002F3E5B6}"/>
                </a:ext>
              </a:extLst>
            </p:cNvPr>
            <p:cNvCxnSpPr/>
            <p:nvPr/>
          </p:nvCxnSpPr>
          <p:spPr>
            <a:xfrm>
              <a:off x="78850" y="15366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75FA2AAC-A2C0-4D7F-9320-601E330C16A2}"/>
                </a:ext>
              </a:extLst>
            </p:cNvPr>
            <p:cNvCxnSpPr/>
            <p:nvPr/>
          </p:nvCxnSpPr>
          <p:spPr>
            <a:xfrm>
              <a:off x="78850" y="192873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DA6C5F10-F171-4305-AA78-55357062ECCB}"/>
                </a:ext>
              </a:extLst>
            </p:cNvPr>
            <p:cNvCxnSpPr/>
            <p:nvPr/>
          </p:nvCxnSpPr>
          <p:spPr>
            <a:xfrm>
              <a:off x="78853" y="23208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0887D414-10A7-4B35-8B01-89B9AC237E68}"/>
                </a:ext>
              </a:extLst>
            </p:cNvPr>
            <p:cNvCxnSpPr/>
            <p:nvPr/>
          </p:nvCxnSpPr>
          <p:spPr>
            <a:xfrm>
              <a:off x="78853" y="310497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CA6BEA60-376B-4711-A79C-D9397DE24791}"/>
                </a:ext>
              </a:extLst>
            </p:cNvPr>
            <p:cNvCxnSpPr/>
            <p:nvPr/>
          </p:nvCxnSpPr>
          <p:spPr>
            <a:xfrm>
              <a:off x="78853" y="388913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EF60E268-F8AE-4DA9-899C-044EF6861454}"/>
                </a:ext>
              </a:extLst>
            </p:cNvPr>
            <p:cNvCxnSpPr/>
            <p:nvPr/>
          </p:nvCxnSpPr>
          <p:spPr>
            <a:xfrm>
              <a:off x="78853" y="428121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112604E-33AC-46E3-973D-33A34B1B5836}"/>
                </a:ext>
              </a:extLst>
            </p:cNvPr>
            <p:cNvCxnSpPr/>
            <p:nvPr/>
          </p:nvCxnSpPr>
          <p:spPr>
            <a:xfrm>
              <a:off x="78853" y="467329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673FF41-BECC-40B3-AE0F-9B714840D03F}"/>
                </a:ext>
              </a:extLst>
            </p:cNvPr>
            <p:cNvCxnSpPr/>
            <p:nvPr/>
          </p:nvCxnSpPr>
          <p:spPr>
            <a:xfrm>
              <a:off x="78853" y="50653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F2EFF1EE-903D-41C4-BBDD-07ED34AF6527}"/>
                </a:ext>
              </a:extLst>
            </p:cNvPr>
            <p:cNvCxnSpPr/>
            <p:nvPr/>
          </p:nvCxnSpPr>
          <p:spPr>
            <a:xfrm>
              <a:off x="78853" y="545745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4227DF87-D787-4B49-93B1-132C95522C7B}"/>
                </a:ext>
              </a:extLst>
            </p:cNvPr>
            <p:cNvCxnSpPr/>
            <p:nvPr/>
          </p:nvCxnSpPr>
          <p:spPr>
            <a:xfrm>
              <a:off x="78853" y="584954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C8C5B4EF-B916-4AD8-AF68-93FD1B587BCD}"/>
                </a:ext>
              </a:extLst>
            </p:cNvPr>
            <p:cNvCxnSpPr/>
            <p:nvPr/>
          </p:nvCxnSpPr>
          <p:spPr>
            <a:xfrm>
              <a:off x="78853" y="624162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55BB7E6-D004-4D42-B2E5-8618FBA9345E}"/>
                </a:ext>
              </a:extLst>
            </p:cNvPr>
            <p:cNvCxnSpPr/>
            <p:nvPr/>
          </p:nvCxnSpPr>
          <p:spPr>
            <a:xfrm>
              <a:off x="78853" y="663370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FCFD00E1-B308-4B75-957E-20D48F82D562}"/>
                </a:ext>
              </a:extLst>
            </p:cNvPr>
            <p:cNvCxnSpPr/>
            <p:nvPr/>
          </p:nvCxnSpPr>
          <p:spPr>
            <a:xfrm>
              <a:off x="78853" y="702578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152C33DD-86E7-45AF-AF65-92DEABDB6058}"/>
                </a:ext>
              </a:extLst>
            </p:cNvPr>
            <p:cNvCxnSpPr/>
            <p:nvPr/>
          </p:nvCxnSpPr>
          <p:spPr>
            <a:xfrm>
              <a:off x="78853" y="741786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2F590CD6-E9AE-47FF-A449-0B43AFEC6664}"/>
                </a:ext>
              </a:extLst>
            </p:cNvPr>
            <p:cNvCxnSpPr/>
            <p:nvPr/>
          </p:nvCxnSpPr>
          <p:spPr>
            <a:xfrm>
              <a:off x="78853" y="780994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85160E99-5001-4336-AA29-A44D9E9FBD45}"/>
                </a:ext>
              </a:extLst>
            </p:cNvPr>
            <p:cNvCxnSpPr/>
            <p:nvPr/>
          </p:nvCxnSpPr>
          <p:spPr>
            <a:xfrm>
              <a:off x="78853" y="820202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84A0F0B3-366B-4600-96F4-2DB53F5F22F1}"/>
                </a:ext>
              </a:extLst>
            </p:cNvPr>
            <p:cNvCxnSpPr/>
            <p:nvPr/>
          </p:nvCxnSpPr>
          <p:spPr>
            <a:xfrm>
              <a:off x="78850" y="85941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F17C9EC9-967A-4B9E-B916-970E5E372218}"/>
                </a:ext>
              </a:extLst>
            </p:cNvPr>
            <p:cNvCxnSpPr/>
            <p:nvPr/>
          </p:nvCxnSpPr>
          <p:spPr>
            <a:xfrm>
              <a:off x="78850" y="898618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986BA661-7CAE-49CF-BFF6-8A2001229E8E}"/>
                </a:ext>
              </a:extLst>
            </p:cNvPr>
            <p:cNvCxnSpPr/>
            <p:nvPr/>
          </p:nvCxnSpPr>
          <p:spPr>
            <a:xfrm>
              <a:off x="78850" y="937826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55101F6A-74FF-4F34-9CBF-1E2048C6CBCA}"/>
                </a:ext>
              </a:extLst>
            </p:cNvPr>
            <p:cNvCxnSpPr/>
            <p:nvPr/>
          </p:nvCxnSpPr>
          <p:spPr>
            <a:xfrm>
              <a:off x="78850" y="977034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3CC7AB24-9D5A-470C-A6F5-52B75A088E08}"/>
                </a:ext>
              </a:extLst>
            </p:cNvPr>
            <p:cNvCxnSpPr/>
            <p:nvPr/>
          </p:nvCxnSpPr>
          <p:spPr>
            <a:xfrm>
              <a:off x="78853" y="3497055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E879BA8-D6CA-4FD7-AC19-E9E0C6377F23}"/>
                </a:ext>
              </a:extLst>
            </p:cNvPr>
            <p:cNvCxnSpPr/>
            <p:nvPr/>
          </p:nvCxnSpPr>
          <p:spPr>
            <a:xfrm>
              <a:off x="78853" y="27128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B0C9799D-B6BC-4193-9A5C-D3342865E3AB}"/>
                </a:ext>
              </a:extLst>
            </p:cNvPr>
            <p:cNvCxnSpPr>
              <a:cxnSpLocks/>
            </p:cNvCxnSpPr>
            <p:nvPr/>
          </p:nvCxnSpPr>
          <p:spPr>
            <a:xfrm>
              <a:off x="22596075" y="539749"/>
              <a:ext cx="0" cy="10117139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6550A32-A2DD-453F-872C-A8B04F4879AB}"/>
                </a:ext>
              </a:extLst>
            </p:cNvPr>
            <p:cNvCxnSpPr/>
            <p:nvPr/>
          </p:nvCxnSpPr>
          <p:spPr>
            <a:xfrm>
              <a:off x="5203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63745111-A2B5-4553-8B77-C80E69D4ACD5}"/>
                </a:ext>
              </a:extLst>
            </p:cNvPr>
            <p:cNvCxnSpPr/>
            <p:nvPr/>
          </p:nvCxnSpPr>
          <p:spPr>
            <a:xfrm>
              <a:off x="9618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642850F0-BC29-4E32-9F79-A8CCC6922C24}"/>
                </a:ext>
              </a:extLst>
            </p:cNvPr>
            <p:cNvCxnSpPr/>
            <p:nvPr/>
          </p:nvCxnSpPr>
          <p:spPr>
            <a:xfrm>
              <a:off x="14033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75A35B8B-6375-41AB-96EB-B05FF5C3CE64}"/>
                </a:ext>
              </a:extLst>
            </p:cNvPr>
            <p:cNvCxnSpPr/>
            <p:nvPr/>
          </p:nvCxnSpPr>
          <p:spPr>
            <a:xfrm>
              <a:off x="18449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66A849F4-1762-4F94-81B8-3959189C51F8}"/>
                </a:ext>
              </a:extLst>
            </p:cNvPr>
            <p:cNvCxnSpPr/>
            <p:nvPr/>
          </p:nvCxnSpPr>
          <p:spPr>
            <a:xfrm>
              <a:off x="22864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19A59251-25A0-4DB8-9191-96AF11B96FEE}"/>
                </a:ext>
              </a:extLst>
            </p:cNvPr>
            <p:cNvCxnSpPr/>
            <p:nvPr/>
          </p:nvCxnSpPr>
          <p:spPr>
            <a:xfrm>
              <a:off x="27279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A4C5D6F3-2895-42A9-A70B-F71DE75F701E}"/>
                </a:ext>
              </a:extLst>
            </p:cNvPr>
            <p:cNvCxnSpPr/>
            <p:nvPr/>
          </p:nvCxnSpPr>
          <p:spPr>
            <a:xfrm>
              <a:off x="31694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6BFC1F1C-0430-4909-8B9E-7250AEDE2052}"/>
                </a:ext>
              </a:extLst>
            </p:cNvPr>
            <p:cNvCxnSpPr/>
            <p:nvPr/>
          </p:nvCxnSpPr>
          <p:spPr>
            <a:xfrm>
              <a:off x="361095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9AA69C31-483C-4EF6-9202-74DDA9C4C0A1}"/>
                </a:ext>
              </a:extLst>
            </p:cNvPr>
            <p:cNvCxnSpPr/>
            <p:nvPr/>
          </p:nvCxnSpPr>
          <p:spPr>
            <a:xfrm>
              <a:off x="40524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3C03A75A-D205-4F38-8C81-06E30F2700AC}"/>
                </a:ext>
              </a:extLst>
            </p:cNvPr>
            <p:cNvCxnSpPr/>
            <p:nvPr/>
          </p:nvCxnSpPr>
          <p:spPr>
            <a:xfrm>
              <a:off x="44939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0A5BE1BB-3394-47F1-BD93-18EE3A7EA719}"/>
                </a:ext>
              </a:extLst>
            </p:cNvPr>
            <p:cNvCxnSpPr/>
            <p:nvPr/>
          </p:nvCxnSpPr>
          <p:spPr>
            <a:xfrm>
              <a:off x="49355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D9691C8D-F470-45BD-B03E-D0B858A3581D}"/>
                </a:ext>
              </a:extLst>
            </p:cNvPr>
            <p:cNvCxnSpPr/>
            <p:nvPr/>
          </p:nvCxnSpPr>
          <p:spPr>
            <a:xfrm>
              <a:off x="53770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59D93979-3860-43CF-BF7B-B7D7AA02874C}"/>
                </a:ext>
              </a:extLst>
            </p:cNvPr>
            <p:cNvCxnSpPr/>
            <p:nvPr/>
          </p:nvCxnSpPr>
          <p:spPr>
            <a:xfrm>
              <a:off x="58185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4C036FBA-0C7F-4F61-BBE5-95B47B0F78E0}"/>
                </a:ext>
              </a:extLst>
            </p:cNvPr>
            <p:cNvCxnSpPr/>
            <p:nvPr/>
          </p:nvCxnSpPr>
          <p:spPr>
            <a:xfrm>
              <a:off x="62600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A5ACD04E-1591-43C8-93AC-380A6AB6B39C}"/>
                </a:ext>
              </a:extLst>
            </p:cNvPr>
            <p:cNvCxnSpPr/>
            <p:nvPr/>
          </p:nvCxnSpPr>
          <p:spPr>
            <a:xfrm>
              <a:off x="670155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9223B57-4B86-4B39-9E75-82F61B09E644}"/>
                </a:ext>
              </a:extLst>
            </p:cNvPr>
            <p:cNvCxnSpPr/>
            <p:nvPr/>
          </p:nvCxnSpPr>
          <p:spPr>
            <a:xfrm>
              <a:off x="714306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3425A0E-0209-4794-8302-863A63AD9E4C}"/>
                </a:ext>
              </a:extLst>
            </p:cNvPr>
            <p:cNvCxnSpPr/>
            <p:nvPr/>
          </p:nvCxnSpPr>
          <p:spPr>
            <a:xfrm>
              <a:off x="75846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142C1E0A-F272-4E89-89C5-B14F161B3502}"/>
                </a:ext>
              </a:extLst>
            </p:cNvPr>
            <p:cNvCxnSpPr/>
            <p:nvPr/>
          </p:nvCxnSpPr>
          <p:spPr>
            <a:xfrm>
              <a:off x="29960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7D27341-7B40-4FE4-A59A-AD72C3CBEEC4}"/>
                </a:ext>
              </a:extLst>
            </p:cNvPr>
            <p:cNvCxnSpPr/>
            <p:nvPr/>
          </p:nvCxnSpPr>
          <p:spPr>
            <a:xfrm>
              <a:off x="7411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91D9F0D1-0CE0-47D0-91E2-0D2465E94DDB}"/>
                </a:ext>
              </a:extLst>
            </p:cNvPr>
            <p:cNvCxnSpPr/>
            <p:nvPr/>
          </p:nvCxnSpPr>
          <p:spPr>
            <a:xfrm>
              <a:off x="11826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025A8DF2-2C31-4309-9A83-03F3708B9153}"/>
                </a:ext>
              </a:extLst>
            </p:cNvPr>
            <p:cNvCxnSpPr/>
            <p:nvPr/>
          </p:nvCxnSpPr>
          <p:spPr>
            <a:xfrm>
              <a:off x="16241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4C135326-84D5-4FBE-85D9-FCE92AABF66C}"/>
                </a:ext>
              </a:extLst>
            </p:cNvPr>
            <p:cNvCxnSpPr/>
            <p:nvPr/>
          </p:nvCxnSpPr>
          <p:spPr>
            <a:xfrm>
              <a:off x="20656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B50F0F3D-BF6E-4069-AC98-62B6724EA2F6}"/>
                </a:ext>
              </a:extLst>
            </p:cNvPr>
            <p:cNvCxnSpPr/>
            <p:nvPr/>
          </p:nvCxnSpPr>
          <p:spPr>
            <a:xfrm>
              <a:off x="25071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947173-F540-46FB-A1BF-F4BD40643575}"/>
                </a:ext>
              </a:extLst>
            </p:cNvPr>
            <p:cNvCxnSpPr/>
            <p:nvPr/>
          </p:nvCxnSpPr>
          <p:spPr>
            <a:xfrm>
              <a:off x="29486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871A5BF8-AF8C-4691-9805-F2DF756F2457}"/>
                </a:ext>
              </a:extLst>
            </p:cNvPr>
            <p:cNvCxnSpPr/>
            <p:nvPr/>
          </p:nvCxnSpPr>
          <p:spPr>
            <a:xfrm>
              <a:off x="33902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2C904D49-7B67-4912-86AD-7F9556AEA625}"/>
                </a:ext>
              </a:extLst>
            </p:cNvPr>
            <p:cNvCxnSpPr/>
            <p:nvPr/>
          </p:nvCxnSpPr>
          <p:spPr>
            <a:xfrm>
              <a:off x="383171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189A5C41-C29D-4956-B743-E241CA177721}"/>
                </a:ext>
              </a:extLst>
            </p:cNvPr>
            <p:cNvCxnSpPr/>
            <p:nvPr/>
          </p:nvCxnSpPr>
          <p:spPr>
            <a:xfrm>
              <a:off x="42732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5ECCADD9-CC3F-45AE-B500-1A7D376C8102}"/>
                </a:ext>
              </a:extLst>
            </p:cNvPr>
            <p:cNvCxnSpPr/>
            <p:nvPr/>
          </p:nvCxnSpPr>
          <p:spPr>
            <a:xfrm>
              <a:off x="47147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46A45777-64BB-43AC-B0AB-902426958799}"/>
                </a:ext>
              </a:extLst>
            </p:cNvPr>
            <p:cNvCxnSpPr/>
            <p:nvPr/>
          </p:nvCxnSpPr>
          <p:spPr>
            <a:xfrm>
              <a:off x="51562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DC88713-02DD-4259-AD4D-C4C39FCA4429}"/>
                </a:ext>
              </a:extLst>
            </p:cNvPr>
            <p:cNvCxnSpPr/>
            <p:nvPr/>
          </p:nvCxnSpPr>
          <p:spPr>
            <a:xfrm>
              <a:off x="55977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E99AD0D-765C-4A2E-8214-430338095F8E}"/>
                </a:ext>
              </a:extLst>
            </p:cNvPr>
            <p:cNvCxnSpPr/>
            <p:nvPr/>
          </p:nvCxnSpPr>
          <p:spPr>
            <a:xfrm>
              <a:off x="60392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6E59582D-42FA-4D9B-8E4B-1C97C6FC1010}"/>
                </a:ext>
              </a:extLst>
            </p:cNvPr>
            <p:cNvCxnSpPr/>
            <p:nvPr/>
          </p:nvCxnSpPr>
          <p:spPr>
            <a:xfrm>
              <a:off x="64807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806179A-2AD8-4291-B0F4-07DF328CB874}"/>
                </a:ext>
              </a:extLst>
            </p:cNvPr>
            <p:cNvCxnSpPr/>
            <p:nvPr/>
          </p:nvCxnSpPr>
          <p:spPr>
            <a:xfrm>
              <a:off x="692231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518259B-5D42-405C-B639-CD8F10DD7CB0}"/>
                </a:ext>
              </a:extLst>
            </p:cNvPr>
            <p:cNvCxnSpPr/>
            <p:nvPr/>
          </p:nvCxnSpPr>
          <p:spPr>
            <a:xfrm>
              <a:off x="736382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8C8D4208-67FA-4575-BA20-633FF78D5C7B}"/>
                </a:ext>
              </a:extLst>
            </p:cNvPr>
            <p:cNvCxnSpPr/>
            <p:nvPr/>
          </p:nvCxnSpPr>
          <p:spPr>
            <a:xfrm>
              <a:off x="788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F0FCDF3-B854-44A1-8266-1DD9A77859D0}"/>
                </a:ext>
              </a:extLst>
            </p:cNvPr>
            <p:cNvCxnSpPr/>
            <p:nvPr/>
          </p:nvCxnSpPr>
          <p:spPr>
            <a:xfrm>
              <a:off x="802609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1A3E8F5B-8F63-45C9-8867-0BD4989B1E90}"/>
                </a:ext>
              </a:extLst>
            </p:cNvPr>
            <p:cNvCxnSpPr/>
            <p:nvPr/>
          </p:nvCxnSpPr>
          <p:spPr>
            <a:xfrm>
              <a:off x="84676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5C153601-285C-4557-9872-26E094FCF976}"/>
                </a:ext>
              </a:extLst>
            </p:cNvPr>
            <p:cNvCxnSpPr/>
            <p:nvPr/>
          </p:nvCxnSpPr>
          <p:spPr>
            <a:xfrm>
              <a:off x="89091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1631023-7AD6-4958-90DA-8CEDB68A6A1B}"/>
                </a:ext>
              </a:extLst>
            </p:cNvPr>
            <p:cNvCxnSpPr/>
            <p:nvPr/>
          </p:nvCxnSpPr>
          <p:spPr>
            <a:xfrm>
              <a:off x="93506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28DD67D1-47EF-439C-AA53-A983315D7415}"/>
                </a:ext>
              </a:extLst>
            </p:cNvPr>
            <p:cNvCxnSpPr/>
            <p:nvPr/>
          </p:nvCxnSpPr>
          <p:spPr>
            <a:xfrm>
              <a:off x="979215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2799406-915E-43F1-A757-64E0C9ABC4C1}"/>
                </a:ext>
              </a:extLst>
            </p:cNvPr>
            <p:cNvCxnSpPr/>
            <p:nvPr/>
          </p:nvCxnSpPr>
          <p:spPr>
            <a:xfrm>
              <a:off x="102336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79442787-0B25-4DDF-BC6E-27E23886D763}"/>
                </a:ext>
              </a:extLst>
            </p:cNvPr>
            <p:cNvCxnSpPr/>
            <p:nvPr/>
          </p:nvCxnSpPr>
          <p:spPr>
            <a:xfrm>
              <a:off x="106751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F36303E9-398D-40F2-B9E7-ECF70E9DED54}"/>
                </a:ext>
              </a:extLst>
            </p:cNvPr>
            <p:cNvCxnSpPr/>
            <p:nvPr/>
          </p:nvCxnSpPr>
          <p:spPr>
            <a:xfrm>
              <a:off x="1111669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689F7877-1F9D-414E-8796-0F400EDB17DA}"/>
                </a:ext>
              </a:extLst>
            </p:cNvPr>
            <p:cNvCxnSpPr/>
            <p:nvPr/>
          </p:nvCxnSpPr>
          <p:spPr>
            <a:xfrm>
              <a:off x="115582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9DC24A34-30D3-4717-9983-6C1587D3647C}"/>
                </a:ext>
              </a:extLst>
            </p:cNvPr>
            <p:cNvCxnSpPr/>
            <p:nvPr/>
          </p:nvCxnSpPr>
          <p:spPr>
            <a:xfrm>
              <a:off x="119997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6DD8466F-653F-4F98-A4D9-80981427A716}"/>
                </a:ext>
              </a:extLst>
            </p:cNvPr>
            <p:cNvCxnSpPr/>
            <p:nvPr/>
          </p:nvCxnSpPr>
          <p:spPr>
            <a:xfrm>
              <a:off x="124412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1E82A3-957F-4112-80AF-DDCD2EB502BE}"/>
                </a:ext>
              </a:extLst>
            </p:cNvPr>
            <p:cNvCxnSpPr/>
            <p:nvPr/>
          </p:nvCxnSpPr>
          <p:spPr>
            <a:xfrm>
              <a:off x="1288274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604AEF0-650D-484C-8E51-04BCCE574E8A}"/>
                </a:ext>
              </a:extLst>
            </p:cNvPr>
            <p:cNvCxnSpPr/>
            <p:nvPr/>
          </p:nvCxnSpPr>
          <p:spPr>
            <a:xfrm>
              <a:off x="1332426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C1F9935D-3E89-4DD4-8CA6-D4D25886F65A}"/>
                </a:ext>
              </a:extLst>
            </p:cNvPr>
            <p:cNvCxnSpPr/>
            <p:nvPr/>
          </p:nvCxnSpPr>
          <p:spPr>
            <a:xfrm>
              <a:off x="137657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CCB16A33-9B9B-44D7-9E20-6EC206B1D251}"/>
                </a:ext>
              </a:extLst>
            </p:cNvPr>
            <p:cNvCxnSpPr/>
            <p:nvPr/>
          </p:nvCxnSpPr>
          <p:spPr>
            <a:xfrm>
              <a:off x="142072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AB9DAEB6-73FB-4E1A-8A66-658E4EDA3EAD}"/>
                </a:ext>
              </a:extLst>
            </p:cNvPr>
            <p:cNvCxnSpPr/>
            <p:nvPr/>
          </p:nvCxnSpPr>
          <p:spPr>
            <a:xfrm>
              <a:off x="146488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81F01DB9-7DA0-4CA1-8A13-43CDE8298948}"/>
                </a:ext>
              </a:extLst>
            </p:cNvPr>
            <p:cNvCxnSpPr/>
            <p:nvPr/>
          </p:nvCxnSpPr>
          <p:spPr>
            <a:xfrm>
              <a:off x="150903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416B9F-D647-43F3-A661-F14AD696EC37}"/>
                </a:ext>
              </a:extLst>
            </p:cNvPr>
            <p:cNvCxnSpPr/>
            <p:nvPr/>
          </p:nvCxnSpPr>
          <p:spPr>
            <a:xfrm>
              <a:off x="780533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EBC50AB-C6F6-4FB9-ADF1-84575C06E23F}"/>
                </a:ext>
              </a:extLst>
            </p:cNvPr>
            <p:cNvCxnSpPr/>
            <p:nvPr/>
          </p:nvCxnSpPr>
          <p:spPr>
            <a:xfrm>
              <a:off x="824685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23328D47-7A7C-4679-87F0-CD265E0752CC}"/>
                </a:ext>
              </a:extLst>
            </p:cNvPr>
            <p:cNvCxnSpPr/>
            <p:nvPr/>
          </p:nvCxnSpPr>
          <p:spPr>
            <a:xfrm>
              <a:off x="868836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C50C66C-7E4F-48FA-8D10-C7099C5D03C6}"/>
                </a:ext>
              </a:extLst>
            </p:cNvPr>
            <p:cNvCxnSpPr/>
            <p:nvPr/>
          </p:nvCxnSpPr>
          <p:spPr>
            <a:xfrm>
              <a:off x="912988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0159571E-05B0-49C0-935F-1610D9B7204E}"/>
                </a:ext>
              </a:extLst>
            </p:cNvPr>
            <p:cNvCxnSpPr/>
            <p:nvPr/>
          </p:nvCxnSpPr>
          <p:spPr>
            <a:xfrm>
              <a:off x="95713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CBE3997F-C108-45BD-948A-0CD33648ADC4}"/>
                </a:ext>
              </a:extLst>
            </p:cNvPr>
            <p:cNvCxnSpPr/>
            <p:nvPr/>
          </p:nvCxnSpPr>
          <p:spPr>
            <a:xfrm>
              <a:off x="100129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0DEFAE6F-1A56-4CAA-BEB6-4AABA59A8478}"/>
                </a:ext>
              </a:extLst>
            </p:cNvPr>
            <p:cNvCxnSpPr/>
            <p:nvPr/>
          </p:nvCxnSpPr>
          <p:spPr>
            <a:xfrm>
              <a:off x="104544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17149F7-59CB-4071-9CF2-A3F095F63AC6}"/>
                </a:ext>
              </a:extLst>
            </p:cNvPr>
            <p:cNvCxnSpPr/>
            <p:nvPr/>
          </p:nvCxnSpPr>
          <p:spPr>
            <a:xfrm>
              <a:off x="108959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95121811-1A42-4778-9FCC-C322B2615B62}"/>
                </a:ext>
              </a:extLst>
            </p:cNvPr>
            <p:cNvCxnSpPr/>
            <p:nvPr/>
          </p:nvCxnSpPr>
          <p:spPr>
            <a:xfrm>
              <a:off x="1133744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6633EB62-F81E-47BF-9460-FEE5C83DA1F6}"/>
                </a:ext>
              </a:extLst>
            </p:cNvPr>
            <p:cNvCxnSpPr/>
            <p:nvPr/>
          </p:nvCxnSpPr>
          <p:spPr>
            <a:xfrm>
              <a:off x="117789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4C39A726-AC7F-493E-BD12-3DE9E0316946}"/>
                </a:ext>
              </a:extLst>
            </p:cNvPr>
            <p:cNvCxnSpPr/>
            <p:nvPr/>
          </p:nvCxnSpPr>
          <p:spPr>
            <a:xfrm>
              <a:off x="122204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D4748120-6AF0-4A82-A83F-95F0521B4CB2}"/>
                </a:ext>
              </a:extLst>
            </p:cNvPr>
            <p:cNvCxnSpPr/>
            <p:nvPr/>
          </p:nvCxnSpPr>
          <p:spPr>
            <a:xfrm>
              <a:off x="126619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1BAD4725-39F5-4FBF-8C58-0D099FDFC894}"/>
                </a:ext>
              </a:extLst>
            </p:cNvPr>
            <p:cNvCxnSpPr/>
            <p:nvPr/>
          </p:nvCxnSpPr>
          <p:spPr>
            <a:xfrm>
              <a:off x="1310350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D26D2B4E-5824-490D-96C1-D791B607BC94}"/>
                </a:ext>
              </a:extLst>
            </p:cNvPr>
            <p:cNvCxnSpPr/>
            <p:nvPr/>
          </p:nvCxnSpPr>
          <p:spPr>
            <a:xfrm>
              <a:off x="1354501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3C1A53CC-6ECD-41DC-96E5-BEA927A19082}"/>
                </a:ext>
              </a:extLst>
            </p:cNvPr>
            <p:cNvCxnSpPr/>
            <p:nvPr/>
          </p:nvCxnSpPr>
          <p:spPr>
            <a:xfrm>
              <a:off x="139865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34E471D0-1F5D-4410-AD18-1C750A4D39D9}"/>
                </a:ext>
              </a:extLst>
            </p:cNvPr>
            <p:cNvCxnSpPr/>
            <p:nvPr/>
          </p:nvCxnSpPr>
          <p:spPr>
            <a:xfrm>
              <a:off x="1442804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972845E4-AD11-4EE5-B4E2-6666B1C82768}"/>
                </a:ext>
              </a:extLst>
            </p:cNvPr>
            <p:cNvCxnSpPr/>
            <p:nvPr/>
          </p:nvCxnSpPr>
          <p:spPr>
            <a:xfrm>
              <a:off x="148695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A63E5D55-79BA-45C6-9F8F-C11B85F35F94}"/>
                </a:ext>
              </a:extLst>
            </p:cNvPr>
            <p:cNvCxnSpPr/>
            <p:nvPr/>
          </p:nvCxnSpPr>
          <p:spPr>
            <a:xfrm>
              <a:off x="155318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BCE643BD-7CD2-4A90-B372-1E4793C50E41}"/>
                </a:ext>
              </a:extLst>
            </p:cNvPr>
            <p:cNvCxnSpPr/>
            <p:nvPr/>
          </p:nvCxnSpPr>
          <p:spPr>
            <a:xfrm>
              <a:off x="159733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2547C60E-2D55-4BE6-B579-836074761C66}"/>
                </a:ext>
              </a:extLst>
            </p:cNvPr>
            <p:cNvCxnSpPr/>
            <p:nvPr/>
          </p:nvCxnSpPr>
          <p:spPr>
            <a:xfrm>
              <a:off x="164148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2C33EC8-89CB-46C4-B28F-BF8F651EE51C}"/>
                </a:ext>
              </a:extLst>
            </p:cNvPr>
            <p:cNvCxnSpPr/>
            <p:nvPr/>
          </p:nvCxnSpPr>
          <p:spPr>
            <a:xfrm>
              <a:off x="168563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F3688860-5B20-4B56-B01A-0139FB54D5BA}"/>
                </a:ext>
              </a:extLst>
            </p:cNvPr>
            <p:cNvCxnSpPr/>
            <p:nvPr/>
          </p:nvCxnSpPr>
          <p:spPr>
            <a:xfrm>
              <a:off x="1729789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76E66C00-FE5E-4830-8B81-8AD769436306}"/>
                </a:ext>
              </a:extLst>
            </p:cNvPr>
            <p:cNvCxnSpPr/>
            <p:nvPr/>
          </p:nvCxnSpPr>
          <p:spPr>
            <a:xfrm>
              <a:off x="177394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BFD2AEE-D934-408B-9921-0F57659A773C}"/>
                </a:ext>
              </a:extLst>
            </p:cNvPr>
            <p:cNvCxnSpPr/>
            <p:nvPr/>
          </p:nvCxnSpPr>
          <p:spPr>
            <a:xfrm>
              <a:off x="181809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F18E84B9-B6C0-4DC7-89D9-4C0285234058}"/>
                </a:ext>
              </a:extLst>
            </p:cNvPr>
            <p:cNvCxnSpPr/>
            <p:nvPr/>
          </p:nvCxnSpPr>
          <p:spPr>
            <a:xfrm>
              <a:off x="1862243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F84A147A-1A6B-42F0-AD86-2D6573D4D1A9}"/>
                </a:ext>
              </a:extLst>
            </p:cNvPr>
            <p:cNvCxnSpPr/>
            <p:nvPr/>
          </p:nvCxnSpPr>
          <p:spPr>
            <a:xfrm>
              <a:off x="190639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77C7AD3-251C-4244-AECA-8E158A99EB94}"/>
                </a:ext>
              </a:extLst>
            </p:cNvPr>
            <p:cNvCxnSpPr/>
            <p:nvPr/>
          </p:nvCxnSpPr>
          <p:spPr>
            <a:xfrm>
              <a:off x="1950546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CC763EAA-8C85-4C1F-8FE1-A969864F25A1}"/>
                </a:ext>
              </a:extLst>
            </p:cNvPr>
            <p:cNvCxnSpPr/>
            <p:nvPr/>
          </p:nvCxnSpPr>
          <p:spPr>
            <a:xfrm>
              <a:off x="199469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8057CA85-FA17-46A2-88A3-413A864A3D45}"/>
                </a:ext>
              </a:extLst>
            </p:cNvPr>
            <p:cNvCxnSpPr/>
            <p:nvPr/>
          </p:nvCxnSpPr>
          <p:spPr>
            <a:xfrm>
              <a:off x="2038848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4F558419-B1C4-4BBB-9768-586206898EB8}"/>
                </a:ext>
              </a:extLst>
            </p:cNvPr>
            <p:cNvCxnSpPr/>
            <p:nvPr/>
          </p:nvCxnSpPr>
          <p:spPr>
            <a:xfrm>
              <a:off x="208300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CD5F3B71-CBA6-4EE5-B097-FB736F5789D3}"/>
                </a:ext>
              </a:extLst>
            </p:cNvPr>
            <p:cNvCxnSpPr/>
            <p:nvPr/>
          </p:nvCxnSpPr>
          <p:spPr>
            <a:xfrm>
              <a:off x="212715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7D834B6D-8D15-4F0C-B76A-60CB76EFCD7C}"/>
                </a:ext>
              </a:extLst>
            </p:cNvPr>
            <p:cNvCxnSpPr/>
            <p:nvPr/>
          </p:nvCxnSpPr>
          <p:spPr>
            <a:xfrm>
              <a:off x="217130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8BB45BD8-F6EA-4277-B96F-B1777DC2750F}"/>
                </a:ext>
              </a:extLst>
            </p:cNvPr>
            <p:cNvCxnSpPr/>
            <p:nvPr/>
          </p:nvCxnSpPr>
          <p:spPr>
            <a:xfrm>
              <a:off x="221545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B60BDBCB-B562-4597-B4AA-14978BD3FB16}"/>
                </a:ext>
              </a:extLst>
            </p:cNvPr>
            <p:cNvCxnSpPr/>
            <p:nvPr/>
          </p:nvCxnSpPr>
          <p:spPr>
            <a:xfrm>
              <a:off x="1531108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3C259FA-7332-419F-88F8-1152035F4626}"/>
                </a:ext>
              </a:extLst>
            </p:cNvPr>
            <p:cNvCxnSpPr/>
            <p:nvPr/>
          </p:nvCxnSpPr>
          <p:spPr>
            <a:xfrm>
              <a:off x="157525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B84E19A5-65E6-4161-A0AD-FA5E00F20E4E}"/>
                </a:ext>
              </a:extLst>
            </p:cNvPr>
            <p:cNvCxnSpPr/>
            <p:nvPr/>
          </p:nvCxnSpPr>
          <p:spPr>
            <a:xfrm>
              <a:off x="161941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7BBB753-3784-4129-98E1-B3A23A68DF38}"/>
                </a:ext>
              </a:extLst>
            </p:cNvPr>
            <p:cNvCxnSpPr/>
            <p:nvPr/>
          </p:nvCxnSpPr>
          <p:spPr>
            <a:xfrm>
              <a:off x="166356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031D7C27-0B3B-4AD3-AFDD-2B6BBBA05D7D}"/>
                </a:ext>
              </a:extLst>
            </p:cNvPr>
            <p:cNvCxnSpPr/>
            <p:nvPr/>
          </p:nvCxnSpPr>
          <p:spPr>
            <a:xfrm>
              <a:off x="1707713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7D463ADB-A329-4278-B330-BBEE02535D43}"/>
                </a:ext>
              </a:extLst>
            </p:cNvPr>
            <p:cNvCxnSpPr/>
            <p:nvPr/>
          </p:nvCxnSpPr>
          <p:spPr>
            <a:xfrm>
              <a:off x="175186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1A0F7FE9-41DA-4F3A-9DC9-525A6BB798E1}"/>
                </a:ext>
              </a:extLst>
            </p:cNvPr>
            <p:cNvCxnSpPr/>
            <p:nvPr/>
          </p:nvCxnSpPr>
          <p:spPr>
            <a:xfrm>
              <a:off x="179601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3C9CAF86-53E5-4526-B2A2-440E19391077}"/>
                </a:ext>
              </a:extLst>
            </p:cNvPr>
            <p:cNvCxnSpPr/>
            <p:nvPr/>
          </p:nvCxnSpPr>
          <p:spPr>
            <a:xfrm>
              <a:off x="184016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D568AD71-5930-47BA-8F2B-E741A50E0048}"/>
                </a:ext>
              </a:extLst>
            </p:cNvPr>
            <p:cNvCxnSpPr/>
            <p:nvPr/>
          </p:nvCxnSpPr>
          <p:spPr>
            <a:xfrm>
              <a:off x="188431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00D791DB-F411-43A7-945B-46C0539A5FEF}"/>
                </a:ext>
              </a:extLst>
            </p:cNvPr>
            <p:cNvCxnSpPr/>
            <p:nvPr/>
          </p:nvCxnSpPr>
          <p:spPr>
            <a:xfrm>
              <a:off x="1928470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430FB28B-4E22-4CEF-92C3-98896CC5228A}"/>
                </a:ext>
              </a:extLst>
            </p:cNvPr>
            <p:cNvCxnSpPr/>
            <p:nvPr/>
          </p:nvCxnSpPr>
          <p:spPr>
            <a:xfrm>
              <a:off x="197262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15AC0772-1DDC-455F-8B02-A45D5044AE7F}"/>
                </a:ext>
              </a:extLst>
            </p:cNvPr>
            <p:cNvCxnSpPr/>
            <p:nvPr/>
          </p:nvCxnSpPr>
          <p:spPr>
            <a:xfrm>
              <a:off x="2016773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DFD5BF36-8145-4CDC-B828-F31851A8BC53}"/>
                </a:ext>
              </a:extLst>
            </p:cNvPr>
            <p:cNvCxnSpPr/>
            <p:nvPr/>
          </p:nvCxnSpPr>
          <p:spPr>
            <a:xfrm>
              <a:off x="206092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28A61F6-3581-4830-9244-706FA76A4A5E}"/>
                </a:ext>
              </a:extLst>
            </p:cNvPr>
            <p:cNvCxnSpPr/>
            <p:nvPr/>
          </p:nvCxnSpPr>
          <p:spPr>
            <a:xfrm>
              <a:off x="210507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2A70D4DF-F94D-4DBA-BD60-FC01CE37705E}"/>
                </a:ext>
              </a:extLst>
            </p:cNvPr>
            <p:cNvCxnSpPr/>
            <p:nvPr/>
          </p:nvCxnSpPr>
          <p:spPr>
            <a:xfrm>
              <a:off x="214922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0B808E4E-AF44-4BC1-A0C2-40D0DBB90C2E}"/>
                </a:ext>
              </a:extLst>
            </p:cNvPr>
            <p:cNvCxnSpPr/>
            <p:nvPr/>
          </p:nvCxnSpPr>
          <p:spPr>
            <a:xfrm>
              <a:off x="219337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0B600701-98A3-4957-9520-9A196DB63BC9}"/>
                </a:ext>
              </a:extLst>
            </p:cNvPr>
            <p:cNvCxnSpPr/>
            <p:nvPr/>
          </p:nvCxnSpPr>
          <p:spPr>
            <a:xfrm>
              <a:off x="223752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056ECDF4-1095-40A7-96EB-A5B3C17F11BE}"/>
                </a:ext>
              </a:extLst>
            </p:cNvPr>
            <p:cNvCxnSpPr/>
            <p:nvPr/>
          </p:nvCxnSpPr>
          <p:spPr>
            <a:xfrm>
              <a:off x="78850" y="103066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9DFEA9E3-DF2D-469B-A816-95CECA8C11A0}"/>
                </a:ext>
              </a:extLst>
            </p:cNvPr>
            <p:cNvCxnSpPr/>
            <p:nvPr/>
          </p:nvCxnSpPr>
          <p:spPr>
            <a:xfrm>
              <a:off x="78850" y="1011959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A8E7F84F-887D-4CBC-A118-01E8DED6E091}"/>
                </a:ext>
              </a:extLst>
            </p:cNvPr>
            <p:cNvCxnSpPr/>
            <p:nvPr/>
          </p:nvCxnSpPr>
          <p:spPr>
            <a:xfrm>
              <a:off x="78850" y="106568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B70D4DE5-115E-49E1-B1A3-BD4F8FBEAA0A}"/>
                </a:ext>
              </a:extLst>
            </p:cNvPr>
            <p:cNvCxnSpPr/>
            <p:nvPr/>
          </p:nvCxnSpPr>
          <p:spPr>
            <a:xfrm>
              <a:off x="78850" y="104698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1" name="TextBox 270">
            <a:extLst>
              <a:ext uri="{FF2B5EF4-FFF2-40B4-BE49-F238E27FC236}">
                <a16:creationId xmlns:a16="http://schemas.microsoft.com/office/drawing/2014/main" id="{B28A72BB-0897-4A88-8F39-48E54081ACF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30497787-4F63-4C1D-9434-780D775A6A3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직사각형 176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5DC9A647-BB5D-4553-B821-4F47EB1210F0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>
            <a:hlinkClick r:id="rId5" action="ppaction://hlinksldjump"/>
            <a:extLst>
              <a:ext uri="{FF2B5EF4-FFF2-40B4-BE49-F238E27FC236}">
                <a16:creationId xmlns:a16="http://schemas.microsoft.com/office/drawing/2014/main" id="{A7366501-EED1-4CEC-9D2B-60CD22E55D31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199BB82-4E6E-4D41-BCFE-D1B50450D321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F23D1D0-3B36-44B4-8539-F16FAE783326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직사각형 18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5C4CFFC-0C74-4A32-86E0-317C63A675FF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18CCA757-2F89-4B63-A2FE-6C15F6DB9B9B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155B6469-C1D1-446A-A706-0FC7A00313A3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5F185FCE-2A9C-4555-A18D-561CA346401E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55D862C2-F918-47D1-B442-8B411F7E866E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D1FDEC83-4311-425F-8E57-F1B3CFE4C2B6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136CE37D-DC3F-44E0-80BF-55BD609B16B8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810537217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13D61993-5E8D-421A-A2C9-D1D834046D14}"/>
              </a:ext>
            </a:extLst>
          </p:cNvPr>
          <p:cNvGrpSpPr/>
          <p:nvPr/>
        </p:nvGrpSpPr>
        <p:grpSpPr>
          <a:xfrm>
            <a:off x="78850" y="539748"/>
            <a:ext cx="22517225" cy="10117140"/>
            <a:chOff x="78850" y="539748"/>
            <a:chExt cx="22517225" cy="10117140"/>
          </a:xfrm>
        </p:grpSpPr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89FF75C5-5470-4B4D-9F92-81F981CAA756}"/>
                </a:ext>
              </a:extLst>
            </p:cNvPr>
            <p:cNvCxnSpPr/>
            <p:nvPr/>
          </p:nvCxnSpPr>
          <p:spPr>
            <a:xfrm>
              <a:off x="78850" y="54745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9D90EA7-81B2-4B79-803A-4E38E7B15C05}"/>
                </a:ext>
              </a:extLst>
            </p:cNvPr>
            <p:cNvCxnSpPr/>
            <p:nvPr/>
          </p:nvCxnSpPr>
          <p:spPr>
            <a:xfrm>
              <a:off x="78850" y="93953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448033E8-07ED-4B2A-96AD-385231721C14}"/>
                </a:ext>
              </a:extLst>
            </p:cNvPr>
            <p:cNvCxnSpPr/>
            <p:nvPr/>
          </p:nvCxnSpPr>
          <p:spPr>
            <a:xfrm>
              <a:off x="78850" y="133161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1D0928DE-E202-4970-85FC-9E0EB0970506}"/>
                </a:ext>
              </a:extLst>
            </p:cNvPr>
            <p:cNvCxnSpPr/>
            <p:nvPr/>
          </p:nvCxnSpPr>
          <p:spPr>
            <a:xfrm>
              <a:off x="78850" y="172369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5C1A735-CAEE-452C-A13D-FD3B9EF17C0E}"/>
                </a:ext>
              </a:extLst>
            </p:cNvPr>
            <p:cNvCxnSpPr/>
            <p:nvPr/>
          </p:nvCxnSpPr>
          <p:spPr>
            <a:xfrm>
              <a:off x="78850" y="21157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52DE93B6-12DC-4F9E-B032-32D3088FCABF}"/>
                </a:ext>
              </a:extLst>
            </p:cNvPr>
            <p:cNvCxnSpPr/>
            <p:nvPr/>
          </p:nvCxnSpPr>
          <p:spPr>
            <a:xfrm>
              <a:off x="78853" y="289993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48172413-FFA0-4613-BF7D-8CDFB7FD7DAB}"/>
                </a:ext>
              </a:extLst>
            </p:cNvPr>
            <p:cNvCxnSpPr/>
            <p:nvPr/>
          </p:nvCxnSpPr>
          <p:spPr>
            <a:xfrm>
              <a:off x="78853" y="3684100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B06F9280-8163-4DEE-97B2-F4D50A069EE3}"/>
                </a:ext>
              </a:extLst>
            </p:cNvPr>
            <p:cNvCxnSpPr/>
            <p:nvPr/>
          </p:nvCxnSpPr>
          <p:spPr>
            <a:xfrm>
              <a:off x="78853" y="407618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9B4A061-D3B3-4A60-AAC5-FB739E22292C}"/>
                </a:ext>
              </a:extLst>
            </p:cNvPr>
            <p:cNvCxnSpPr/>
            <p:nvPr/>
          </p:nvCxnSpPr>
          <p:spPr>
            <a:xfrm>
              <a:off x="78853" y="446826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A58E7545-F9E6-4E9F-BBA9-F88306C27AF6}"/>
                </a:ext>
              </a:extLst>
            </p:cNvPr>
            <p:cNvCxnSpPr/>
            <p:nvPr/>
          </p:nvCxnSpPr>
          <p:spPr>
            <a:xfrm>
              <a:off x="78853" y="48603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182F0CA8-D41B-40C5-A33E-D2AEAD6B0A91}"/>
                </a:ext>
              </a:extLst>
            </p:cNvPr>
            <p:cNvCxnSpPr/>
            <p:nvPr/>
          </p:nvCxnSpPr>
          <p:spPr>
            <a:xfrm>
              <a:off x="78853" y="525242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B57673F8-8001-4FEC-8766-592CD88315BE}"/>
                </a:ext>
              </a:extLst>
            </p:cNvPr>
            <p:cNvCxnSpPr/>
            <p:nvPr/>
          </p:nvCxnSpPr>
          <p:spPr>
            <a:xfrm>
              <a:off x="78853" y="56445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649FFF4F-83C3-4186-8656-579A2B49B1D3}"/>
                </a:ext>
              </a:extLst>
            </p:cNvPr>
            <p:cNvCxnSpPr/>
            <p:nvPr/>
          </p:nvCxnSpPr>
          <p:spPr>
            <a:xfrm>
              <a:off x="78853" y="603658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0C4EC707-6321-47FE-BFF9-F57A8966BB27}"/>
                </a:ext>
              </a:extLst>
            </p:cNvPr>
            <p:cNvCxnSpPr/>
            <p:nvPr/>
          </p:nvCxnSpPr>
          <p:spPr>
            <a:xfrm>
              <a:off x="78853" y="642866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1C1A589E-03E6-4917-B078-20949EFDE9BE}"/>
                </a:ext>
              </a:extLst>
            </p:cNvPr>
            <p:cNvCxnSpPr/>
            <p:nvPr/>
          </p:nvCxnSpPr>
          <p:spPr>
            <a:xfrm>
              <a:off x="78853" y="682074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46D6C453-23DE-4A37-BD9B-D2EDCCC38D9B}"/>
                </a:ext>
              </a:extLst>
            </p:cNvPr>
            <p:cNvCxnSpPr/>
            <p:nvPr/>
          </p:nvCxnSpPr>
          <p:spPr>
            <a:xfrm>
              <a:off x="78853" y="721282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613F02-D598-4F86-BE4E-40CBA697CA22}"/>
                </a:ext>
              </a:extLst>
            </p:cNvPr>
            <p:cNvCxnSpPr/>
            <p:nvPr/>
          </p:nvCxnSpPr>
          <p:spPr>
            <a:xfrm>
              <a:off x="78853" y="760490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AB8A5030-DC6F-4BB7-A4CF-84483BE717E7}"/>
                </a:ext>
              </a:extLst>
            </p:cNvPr>
            <p:cNvCxnSpPr/>
            <p:nvPr/>
          </p:nvCxnSpPr>
          <p:spPr>
            <a:xfrm>
              <a:off x="78853" y="799698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8997130-092E-442D-BAAD-3CF0CE644FE0}"/>
                </a:ext>
              </a:extLst>
            </p:cNvPr>
            <p:cNvCxnSpPr/>
            <p:nvPr/>
          </p:nvCxnSpPr>
          <p:spPr>
            <a:xfrm>
              <a:off x="78853" y="838906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D2F96732-23FF-43FA-ACC2-C9B64FD4D2B2}"/>
                </a:ext>
              </a:extLst>
            </p:cNvPr>
            <p:cNvCxnSpPr/>
            <p:nvPr/>
          </p:nvCxnSpPr>
          <p:spPr>
            <a:xfrm>
              <a:off x="78850" y="87811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A647488F-B468-4170-8A83-68490C8C8853}"/>
                </a:ext>
              </a:extLst>
            </p:cNvPr>
            <p:cNvCxnSpPr/>
            <p:nvPr/>
          </p:nvCxnSpPr>
          <p:spPr>
            <a:xfrm>
              <a:off x="78850" y="917323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727D384-6147-4C7C-8B28-C6025D9769D9}"/>
                </a:ext>
              </a:extLst>
            </p:cNvPr>
            <p:cNvCxnSpPr/>
            <p:nvPr/>
          </p:nvCxnSpPr>
          <p:spPr>
            <a:xfrm>
              <a:off x="78850" y="95653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13B019D-7E2B-4F78-9B5C-886339B5DDC4}"/>
                </a:ext>
              </a:extLst>
            </p:cNvPr>
            <p:cNvCxnSpPr/>
            <p:nvPr/>
          </p:nvCxnSpPr>
          <p:spPr>
            <a:xfrm>
              <a:off x="78850" y="99573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DDEDADB-E605-4DB8-BBDD-2495B6BC9F13}"/>
                </a:ext>
              </a:extLst>
            </p:cNvPr>
            <p:cNvCxnSpPr/>
            <p:nvPr/>
          </p:nvCxnSpPr>
          <p:spPr>
            <a:xfrm>
              <a:off x="78853" y="329201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452520D8-9C45-4437-A11B-7ACF642C71C0}"/>
                </a:ext>
              </a:extLst>
            </p:cNvPr>
            <p:cNvCxnSpPr/>
            <p:nvPr/>
          </p:nvCxnSpPr>
          <p:spPr>
            <a:xfrm>
              <a:off x="78853" y="250785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4BE013AB-25B3-47AA-89DB-D75D44EBC887}"/>
                </a:ext>
              </a:extLst>
            </p:cNvPr>
            <p:cNvCxnSpPr/>
            <p:nvPr/>
          </p:nvCxnSpPr>
          <p:spPr>
            <a:xfrm>
              <a:off x="78850" y="7524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6A54A478-A315-4B96-B290-90BDB2BC9091}"/>
                </a:ext>
              </a:extLst>
            </p:cNvPr>
            <p:cNvCxnSpPr/>
            <p:nvPr/>
          </p:nvCxnSpPr>
          <p:spPr>
            <a:xfrm>
              <a:off x="78850" y="114457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0487B729-C5C3-4D46-B10C-2EB002F3E5B6}"/>
                </a:ext>
              </a:extLst>
            </p:cNvPr>
            <p:cNvCxnSpPr/>
            <p:nvPr/>
          </p:nvCxnSpPr>
          <p:spPr>
            <a:xfrm>
              <a:off x="78850" y="15366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75FA2AAC-A2C0-4D7F-9320-601E330C16A2}"/>
                </a:ext>
              </a:extLst>
            </p:cNvPr>
            <p:cNvCxnSpPr/>
            <p:nvPr/>
          </p:nvCxnSpPr>
          <p:spPr>
            <a:xfrm>
              <a:off x="78850" y="192873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DA6C5F10-F171-4305-AA78-55357062ECCB}"/>
                </a:ext>
              </a:extLst>
            </p:cNvPr>
            <p:cNvCxnSpPr/>
            <p:nvPr/>
          </p:nvCxnSpPr>
          <p:spPr>
            <a:xfrm>
              <a:off x="78853" y="23208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0887D414-10A7-4B35-8B01-89B9AC237E68}"/>
                </a:ext>
              </a:extLst>
            </p:cNvPr>
            <p:cNvCxnSpPr/>
            <p:nvPr/>
          </p:nvCxnSpPr>
          <p:spPr>
            <a:xfrm>
              <a:off x="78853" y="310497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CA6BEA60-376B-4711-A79C-D9397DE24791}"/>
                </a:ext>
              </a:extLst>
            </p:cNvPr>
            <p:cNvCxnSpPr/>
            <p:nvPr/>
          </p:nvCxnSpPr>
          <p:spPr>
            <a:xfrm>
              <a:off x="78853" y="388913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EF60E268-F8AE-4DA9-899C-044EF6861454}"/>
                </a:ext>
              </a:extLst>
            </p:cNvPr>
            <p:cNvCxnSpPr/>
            <p:nvPr/>
          </p:nvCxnSpPr>
          <p:spPr>
            <a:xfrm>
              <a:off x="78853" y="428121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112604E-33AC-46E3-973D-33A34B1B5836}"/>
                </a:ext>
              </a:extLst>
            </p:cNvPr>
            <p:cNvCxnSpPr/>
            <p:nvPr/>
          </p:nvCxnSpPr>
          <p:spPr>
            <a:xfrm>
              <a:off x="78853" y="467329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673FF41-BECC-40B3-AE0F-9B714840D03F}"/>
                </a:ext>
              </a:extLst>
            </p:cNvPr>
            <p:cNvCxnSpPr/>
            <p:nvPr/>
          </p:nvCxnSpPr>
          <p:spPr>
            <a:xfrm>
              <a:off x="78853" y="50653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F2EFF1EE-903D-41C4-BBDD-07ED34AF6527}"/>
                </a:ext>
              </a:extLst>
            </p:cNvPr>
            <p:cNvCxnSpPr/>
            <p:nvPr/>
          </p:nvCxnSpPr>
          <p:spPr>
            <a:xfrm>
              <a:off x="78853" y="545745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4227DF87-D787-4B49-93B1-132C95522C7B}"/>
                </a:ext>
              </a:extLst>
            </p:cNvPr>
            <p:cNvCxnSpPr/>
            <p:nvPr/>
          </p:nvCxnSpPr>
          <p:spPr>
            <a:xfrm>
              <a:off x="78853" y="584954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C8C5B4EF-B916-4AD8-AF68-93FD1B587BCD}"/>
                </a:ext>
              </a:extLst>
            </p:cNvPr>
            <p:cNvCxnSpPr/>
            <p:nvPr/>
          </p:nvCxnSpPr>
          <p:spPr>
            <a:xfrm>
              <a:off x="78853" y="624162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55BB7E6-D004-4D42-B2E5-8618FBA9345E}"/>
                </a:ext>
              </a:extLst>
            </p:cNvPr>
            <p:cNvCxnSpPr/>
            <p:nvPr/>
          </p:nvCxnSpPr>
          <p:spPr>
            <a:xfrm>
              <a:off x="78853" y="663370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FCFD00E1-B308-4B75-957E-20D48F82D562}"/>
                </a:ext>
              </a:extLst>
            </p:cNvPr>
            <p:cNvCxnSpPr/>
            <p:nvPr/>
          </p:nvCxnSpPr>
          <p:spPr>
            <a:xfrm>
              <a:off x="78853" y="702578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152C33DD-86E7-45AF-AF65-92DEABDB6058}"/>
                </a:ext>
              </a:extLst>
            </p:cNvPr>
            <p:cNvCxnSpPr/>
            <p:nvPr/>
          </p:nvCxnSpPr>
          <p:spPr>
            <a:xfrm>
              <a:off x="78853" y="741786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2F590CD6-E9AE-47FF-A449-0B43AFEC6664}"/>
                </a:ext>
              </a:extLst>
            </p:cNvPr>
            <p:cNvCxnSpPr/>
            <p:nvPr/>
          </p:nvCxnSpPr>
          <p:spPr>
            <a:xfrm>
              <a:off x="78853" y="780994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85160E99-5001-4336-AA29-A44D9E9FBD45}"/>
                </a:ext>
              </a:extLst>
            </p:cNvPr>
            <p:cNvCxnSpPr/>
            <p:nvPr/>
          </p:nvCxnSpPr>
          <p:spPr>
            <a:xfrm>
              <a:off x="78853" y="820202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84A0F0B3-366B-4600-96F4-2DB53F5F22F1}"/>
                </a:ext>
              </a:extLst>
            </p:cNvPr>
            <p:cNvCxnSpPr/>
            <p:nvPr/>
          </p:nvCxnSpPr>
          <p:spPr>
            <a:xfrm>
              <a:off x="78850" y="85941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F17C9EC9-967A-4B9E-B916-970E5E372218}"/>
                </a:ext>
              </a:extLst>
            </p:cNvPr>
            <p:cNvCxnSpPr/>
            <p:nvPr/>
          </p:nvCxnSpPr>
          <p:spPr>
            <a:xfrm>
              <a:off x="78850" y="898618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986BA661-7CAE-49CF-BFF6-8A2001229E8E}"/>
                </a:ext>
              </a:extLst>
            </p:cNvPr>
            <p:cNvCxnSpPr/>
            <p:nvPr/>
          </p:nvCxnSpPr>
          <p:spPr>
            <a:xfrm>
              <a:off x="78850" y="937826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55101F6A-74FF-4F34-9CBF-1E2048C6CBCA}"/>
                </a:ext>
              </a:extLst>
            </p:cNvPr>
            <p:cNvCxnSpPr/>
            <p:nvPr/>
          </p:nvCxnSpPr>
          <p:spPr>
            <a:xfrm>
              <a:off x="78850" y="977034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3CC7AB24-9D5A-470C-A6F5-52B75A088E08}"/>
                </a:ext>
              </a:extLst>
            </p:cNvPr>
            <p:cNvCxnSpPr/>
            <p:nvPr/>
          </p:nvCxnSpPr>
          <p:spPr>
            <a:xfrm>
              <a:off x="78853" y="3497055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E879BA8-D6CA-4FD7-AC19-E9E0C6377F23}"/>
                </a:ext>
              </a:extLst>
            </p:cNvPr>
            <p:cNvCxnSpPr/>
            <p:nvPr/>
          </p:nvCxnSpPr>
          <p:spPr>
            <a:xfrm>
              <a:off x="78853" y="27128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B0C9799D-B6BC-4193-9A5C-D3342865E3AB}"/>
                </a:ext>
              </a:extLst>
            </p:cNvPr>
            <p:cNvCxnSpPr>
              <a:cxnSpLocks/>
            </p:cNvCxnSpPr>
            <p:nvPr/>
          </p:nvCxnSpPr>
          <p:spPr>
            <a:xfrm>
              <a:off x="22596075" y="539749"/>
              <a:ext cx="0" cy="10117139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6550A32-A2DD-453F-872C-A8B04F4879AB}"/>
                </a:ext>
              </a:extLst>
            </p:cNvPr>
            <p:cNvCxnSpPr/>
            <p:nvPr/>
          </p:nvCxnSpPr>
          <p:spPr>
            <a:xfrm>
              <a:off x="5203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63745111-A2B5-4553-8B77-C80E69D4ACD5}"/>
                </a:ext>
              </a:extLst>
            </p:cNvPr>
            <p:cNvCxnSpPr/>
            <p:nvPr/>
          </p:nvCxnSpPr>
          <p:spPr>
            <a:xfrm>
              <a:off x="9618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642850F0-BC29-4E32-9F79-A8CCC6922C24}"/>
                </a:ext>
              </a:extLst>
            </p:cNvPr>
            <p:cNvCxnSpPr/>
            <p:nvPr/>
          </p:nvCxnSpPr>
          <p:spPr>
            <a:xfrm>
              <a:off x="14033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75A35B8B-6375-41AB-96EB-B05FF5C3CE64}"/>
                </a:ext>
              </a:extLst>
            </p:cNvPr>
            <p:cNvCxnSpPr/>
            <p:nvPr/>
          </p:nvCxnSpPr>
          <p:spPr>
            <a:xfrm>
              <a:off x="18449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66A849F4-1762-4F94-81B8-3959189C51F8}"/>
                </a:ext>
              </a:extLst>
            </p:cNvPr>
            <p:cNvCxnSpPr/>
            <p:nvPr/>
          </p:nvCxnSpPr>
          <p:spPr>
            <a:xfrm>
              <a:off x="22864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19A59251-25A0-4DB8-9191-96AF11B96FEE}"/>
                </a:ext>
              </a:extLst>
            </p:cNvPr>
            <p:cNvCxnSpPr/>
            <p:nvPr/>
          </p:nvCxnSpPr>
          <p:spPr>
            <a:xfrm>
              <a:off x="27279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A4C5D6F3-2895-42A9-A70B-F71DE75F701E}"/>
                </a:ext>
              </a:extLst>
            </p:cNvPr>
            <p:cNvCxnSpPr/>
            <p:nvPr/>
          </p:nvCxnSpPr>
          <p:spPr>
            <a:xfrm>
              <a:off x="31694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6BFC1F1C-0430-4909-8B9E-7250AEDE2052}"/>
                </a:ext>
              </a:extLst>
            </p:cNvPr>
            <p:cNvCxnSpPr/>
            <p:nvPr/>
          </p:nvCxnSpPr>
          <p:spPr>
            <a:xfrm>
              <a:off x="361095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9AA69C31-483C-4EF6-9202-74DDA9C4C0A1}"/>
                </a:ext>
              </a:extLst>
            </p:cNvPr>
            <p:cNvCxnSpPr/>
            <p:nvPr/>
          </p:nvCxnSpPr>
          <p:spPr>
            <a:xfrm>
              <a:off x="40524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3C03A75A-D205-4F38-8C81-06E30F2700AC}"/>
                </a:ext>
              </a:extLst>
            </p:cNvPr>
            <p:cNvCxnSpPr/>
            <p:nvPr/>
          </p:nvCxnSpPr>
          <p:spPr>
            <a:xfrm>
              <a:off x="44939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0A5BE1BB-3394-47F1-BD93-18EE3A7EA719}"/>
                </a:ext>
              </a:extLst>
            </p:cNvPr>
            <p:cNvCxnSpPr/>
            <p:nvPr/>
          </p:nvCxnSpPr>
          <p:spPr>
            <a:xfrm>
              <a:off x="49355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D9691C8D-F470-45BD-B03E-D0B858A3581D}"/>
                </a:ext>
              </a:extLst>
            </p:cNvPr>
            <p:cNvCxnSpPr/>
            <p:nvPr/>
          </p:nvCxnSpPr>
          <p:spPr>
            <a:xfrm>
              <a:off x="53770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59D93979-3860-43CF-BF7B-B7D7AA02874C}"/>
                </a:ext>
              </a:extLst>
            </p:cNvPr>
            <p:cNvCxnSpPr/>
            <p:nvPr/>
          </p:nvCxnSpPr>
          <p:spPr>
            <a:xfrm>
              <a:off x="58185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4C036FBA-0C7F-4F61-BBE5-95B47B0F78E0}"/>
                </a:ext>
              </a:extLst>
            </p:cNvPr>
            <p:cNvCxnSpPr/>
            <p:nvPr/>
          </p:nvCxnSpPr>
          <p:spPr>
            <a:xfrm>
              <a:off x="62600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A5ACD04E-1591-43C8-93AC-380A6AB6B39C}"/>
                </a:ext>
              </a:extLst>
            </p:cNvPr>
            <p:cNvCxnSpPr/>
            <p:nvPr/>
          </p:nvCxnSpPr>
          <p:spPr>
            <a:xfrm>
              <a:off x="670155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9223B57-4B86-4B39-9E75-82F61B09E644}"/>
                </a:ext>
              </a:extLst>
            </p:cNvPr>
            <p:cNvCxnSpPr/>
            <p:nvPr/>
          </p:nvCxnSpPr>
          <p:spPr>
            <a:xfrm>
              <a:off x="714306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3425A0E-0209-4794-8302-863A63AD9E4C}"/>
                </a:ext>
              </a:extLst>
            </p:cNvPr>
            <p:cNvCxnSpPr/>
            <p:nvPr/>
          </p:nvCxnSpPr>
          <p:spPr>
            <a:xfrm>
              <a:off x="75846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142C1E0A-F272-4E89-89C5-B14F161B3502}"/>
                </a:ext>
              </a:extLst>
            </p:cNvPr>
            <p:cNvCxnSpPr/>
            <p:nvPr/>
          </p:nvCxnSpPr>
          <p:spPr>
            <a:xfrm>
              <a:off x="29960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7D27341-7B40-4FE4-A59A-AD72C3CBEEC4}"/>
                </a:ext>
              </a:extLst>
            </p:cNvPr>
            <p:cNvCxnSpPr/>
            <p:nvPr/>
          </p:nvCxnSpPr>
          <p:spPr>
            <a:xfrm>
              <a:off x="7411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91D9F0D1-0CE0-47D0-91E2-0D2465E94DDB}"/>
                </a:ext>
              </a:extLst>
            </p:cNvPr>
            <p:cNvCxnSpPr/>
            <p:nvPr/>
          </p:nvCxnSpPr>
          <p:spPr>
            <a:xfrm>
              <a:off x="11826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025A8DF2-2C31-4309-9A83-03F3708B9153}"/>
                </a:ext>
              </a:extLst>
            </p:cNvPr>
            <p:cNvCxnSpPr/>
            <p:nvPr/>
          </p:nvCxnSpPr>
          <p:spPr>
            <a:xfrm>
              <a:off x="16241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4C135326-84D5-4FBE-85D9-FCE92AABF66C}"/>
                </a:ext>
              </a:extLst>
            </p:cNvPr>
            <p:cNvCxnSpPr/>
            <p:nvPr/>
          </p:nvCxnSpPr>
          <p:spPr>
            <a:xfrm>
              <a:off x="20656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B50F0F3D-BF6E-4069-AC98-62B6724EA2F6}"/>
                </a:ext>
              </a:extLst>
            </p:cNvPr>
            <p:cNvCxnSpPr/>
            <p:nvPr/>
          </p:nvCxnSpPr>
          <p:spPr>
            <a:xfrm>
              <a:off x="25071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947173-F540-46FB-A1BF-F4BD40643575}"/>
                </a:ext>
              </a:extLst>
            </p:cNvPr>
            <p:cNvCxnSpPr/>
            <p:nvPr/>
          </p:nvCxnSpPr>
          <p:spPr>
            <a:xfrm>
              <a:off x="29486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871A5BF8-AF8C-4691-9805-F2DF756F2457}"/>
                </a:ext>
              </a:extLst>
            </p:cNvPr>
            <p:cNvCxnSpPr/>
            <p:nvPr/>
          </p:nvCxnSpPr>
          <p:spPr>
            <a:xfrm>
              <a:off x="33902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2C904D49-7B67-4912-86AD-7F9556AEA625}"/>
                </a:ext>
              </a:extLst>
            </p:cNvPr>
            <p:cNvCxnSpPr/>
            <p:nvPr/>
          </p:nvCxnSpPr>
          <p:spPr>
            <a:xfrm>
              <a:off x="383171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189A5C41-C29D-4956-B743-E241CA177721}"/>
                </a:ext>
              </a:extLst>
            </p:cNvPr>
            <p:cNvCxnSpPr/>
            <p:nvPr/>
          </p:nvCxnSpPr>
          <p:spPr>
            <a:xfrm>
              <a:off x="42732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5ECCADD9-CC3F-45AE-B500-1A7D376C8102}"/>
                </a:ext>
              </a:extLst>
            </p:cNvPr>
            <p:cNvCxnSpPr/>
            <p:nvPr/>
          </p:nvCxnSpPr>
          <p:spPr>
            <a:xfrm>
              <a:off x="47147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46A45777-64BB-43AC-B0AB-902426958799}"/>
                </a:ext>
              </a:extLst>
            </p:cNvPr>
            <p:cNvCxnSpPr/>
            <p:nvPr/>
          </p:nvCxnSpPr>
          <p:spPr>
            <a:xfrm>
              <a:off x="51562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DC88713-02DD-4259-AD4D-C4C39FCA4429}"/>
                </a:ext>
              </a:extLst>
            </p:cNvPr>
            <p:cNvCxnSpPr/>
            <p:nvPr/>
          </p:nvCxnSpPr>
          <p:spPr>
            <a:xfrm>
              <a:off x="55977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E99AD0D-765C-4A2E-8214-430338095F8E}"/>
                </a:ext>
              </a:extLst>
            </p:cNvPr>
            <p:cNvCxnSpPr/>
            <p:nvPr/>
          </p:nvCxnSpPr>
          <p:spPr>
            <a:xfrm>
              <a:off x="60392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6E59582D-42FA-4D9B-8E4B-1C97C6FC1010}"/>
                </a:ext>
              </a:extLst>
            </p:cNvPr>
            <p:cNvCxnSpPr/>
            <p:nvPr/>
          </p:nvCxnSpPr>
          <p:spPr>
            <a:xfrm>
              <a:off x="64807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806179A-2AD8-4291-B0F4-07DF328CB874}"/>
                </a:ext>
              </a:extLst>
            </p:cNvPr>
            <p:cNvCxnSpPr/>
            <p:nvPr/>
          </p:nvCxnSpPr>
          <p:spPr>
            <a:xfrm>
              <a:off x="692231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518259B-5D42-405C-B639-CD8F10DD7CB0}"/>
                </a:ext>
              </a:extLst>
            </p:cNvPr>
            <p:cNvCxnSpPr/>
            <p:nvPr/>
          </p:nvCxnSpPr>
          <p:spPr>
            <a:xfrm>
              <a:off x="736382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8C8D4208-67FA-4575-BA20-633FF78D5C7B}"/>
                </a:ext>
              </a:extLst>
            </p:cNvPr>
            <p:cNvCxnSpPr/>
            <p:nvPr/>
          </p:nvCxnSpPr>
          <p:spPr>
            <a:xfrm>
              <a:off x="788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F0FCDF3-B854-44A1-8266-1DD9A77859D0}"/>
                </a:ext>
              </a:extLst>
            </p:cNvPr>
            <p:cNvCxnSpPr/>
            <p:nvPr/>
          </p:nvCxnSpPr>
          <p:spPr>
            <a:xfrm>
              <a:off x="802609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1A3E8F5B-8F63-45C9-8867-0BD4989B1E90}"/>
                </a:ext>
              </a:extLst>
            </p:cNvPr>
            <p:cNvCxnSpPr/>
            <p:nvPr/>
          </p:nvCxnSpPr>
          <p:spPr>
            <a:xfrm>
              <a:off x="84676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5C153601-285C-4557-9872-26E094FCF976}"/>
                </a:ext>
              </a:extLst>
            </p:cNvPr>
            <p:cNvCxnSpPr/>
            <p:nvPr/>
          </p:nvCxnSpPr>
          <p:spPr>
            <a:xfrm>
              <a:off x="89091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1631023-7AD6-4958-90DA-8CEDB68A6A1B}"/>
                </a:ext>
              </a:extLst>
            </p:cNvPr>
            <p:cNvCxnSpPr/>
            <p:nvPr/>
          </p:nvCxnSpPr>
          <p:spPr>
            <a:xfrm>
              <a:off x="93506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28DD67D1-47EF-439C-AA53-A983315D7415}"/>
                </a:ext>
              </a:extLst>
            </p:cNvPr>
            <p:cNvCxnSpPr/>
            <p:nvPr/>
          </p:nvCxnSpPr>
          <p:spPr>
            <a:xfrm>
              <a:off x="979215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2799406-915E-43F1-A757-64E0C9ABC4C1}"/>
                </a:ext>
              </a:extLst>
            </p:cNvPr>
            <p:cNvCxnSpPr/>
            <p:nvPr/>
          </p:nvCxnSpPr>
          <p:spPr>
            <a:xfrm>
              <a:off x="102336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79442787-0B25-4DDF-BC6E-27E23886D763}"/>
                </a:ext>
              </a:extLst>
            </p:cNvPr>
            <p:cNvCxnSpPr/>
            <p:nvPr/>
          </p:nvCxnSpPr>
          <p:spPr>
            <a:xfrm>
              <a:off x="106751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F36303E9-398D-40F2-B9E7-ECF70E9DED54}"/>
                </a:ext>
              </a:extLst>
            </p:cNvPr>
            <p:cNvCxnSpPr/>
            <p:nvPr/>
          </p:nvCxnSpPr>
          <p:spPr>
            <a:xfrm>
              <a:off x="1111669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689F7877-1F9D-414E-8796-0F400EDB17DA}"/>
                </a:ext>
              </a:extLst>
            </p:cNvPr>
            <p:cNvCxnSpPr/>
            <p:nvPr/>
          </p:nvCxnSpPr>
          <p:spPr>
            <a:xfrm>
              <a:off x="115582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9DC24A34-30D3-4717-9983-6C1587D3647C}"/>
                </a:ext>
              </a:extLst>
            </p:cNvPr>
            <p:cNvCxnSpPr/>
            <p:nvPr/>
          </p:nvCxnSpPr>
          <p:spPr>
            <a:xfrm>
              <a:off x="119997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6DD8466F-653F-4F98-A4D9-80981427A716}"/>
                </a:ext>
              </a:extLst>
            </p:cNvPr>
            <p:cNvCxnSpPr/>
            <p:nvPr/>
          </p:nvCxnSpPr>
          <p:spPr>
            <a:xfrm>
              <a:off x="124412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1E82A3-957F-4112-80AF-DDCD2EB502BE}"/>
                </a:ext>
              </a:extLst>
            </p:cNvPr>
            <p:cNvCxnSpPr/>
            <p:nvPr/>
          </p:nvCxnSpPr>
          <p:spPr>
            <a:xfrm>
              <a:off x="1288274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604AEF0-650D-484C-8E51-04BCCE574E8A}"/>
                </a:ext>
              </a:extLst>
            </p:cNvPr>
            <p:cNvCxnSpPr/>
            <p:nvPr/>
          </p:nvCxnSpPr>
          <p:spPr>
            <a:xfrm>
              <a:off x="1332426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C1F9935D-3E89-4DD4-8CA6-D4D25886F65A}"/>
                </a:ext>
              </a:extLst>
            </p:cNvPr>
            <p:cNvCxnSpPr/>
            <p:nvPr/>
          </p:nvCxnSpPr>
          <p:spPr>
            <a:xfrm>
              <a:off x="137657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CCB16A33-9B9B-44D7-9E20-6EC206B1D251}"/>
                </a:ext>
              </a:extLst>
            </p:cNvPr>
            <p:cNvCxnSpPr/>
            <p:nvPr/>
          </p:nvCxnSpPr>
          <p:spPr>
            <a:xfrm>
              <a:off x="142072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AB9DAEB6-73FB-4E1A-8A66-658E4EDA3EAD}"/>
                </a:ext>
              </a:extLst>
            </p:cNvPr>
            <p:cNvCxnSpPr/>
            <p:nvPr/>
          </p:nvCxnSpPr>
          <p:spPr>
            <a:xfrm>
              <a:off x="146488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81F01DB9-7DA0-4CA1-8A13-43CDE8298948}"/>
                </a:ext>
              </a:extLst>
            </p:cNvPr>
            <p:cNvCxnSpPr/>
            <p:nvPr/>
          </p:nvCxnSpPr>
          <p:spPr>
            <a:xfrm>
              <a:off x="150903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416B9F-D647-43F3-A661-F14AD696EC37}"/>
                </a:ext>
              </a:extLst>
            </p:cNvPr>
            <p:cNvCxnSpPr/>
            <p:nvPr/>
          </p:nvCxnSpPr>
          <p:spPr>
            <a:xfrm>
              <a:off x="780533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EBC50AB-C6F6-4FB9-ADF1-84575C06E23F}"/>
                </a:ext>
              </a:extLst>
            </p:cNvPr>
            <p:cNvCxnSpPr/>
            <p:nvPr/>
          </p:nvCxnSpPr>
          <p:spPr>
            <a:xfrm>
              <a:off x="824685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23328D47-7A7C-4679-87F0-CD265E0752CC}"/>
                </a:ext>
              </a:extLst>
            </p:cNvPr>
            <p:cNvCxnSpPr/>
            <p:nvPr/>
          </p:nvCxnSpPr>
          <p:spPr>
            <a:xfrm>
              <a:off x="868836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C50C66C-7E4F-48FA-8D10-C7099C5D03C6}"/>
                </a:ext>
              </a:extLst>
            </p:cNvPr>
            <p:cNvCxnSpPr/>
            <p:nvPr/>
          </p:nvCxnSpPr>
          <p:spPr>
            <a:xfrm>
              <a:off x="912988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0159571E-05B0-49C0-935F-1610D9B7204E}"/>
                </a:ext>
              </a:extLst>
            </p:cNvPr>
            <p:cNvCxnSpPr/>
            <p:nvPr/>
          </p:nvCxnSpPr>
          <p:spPr>
            <a:xfrm>
              <a:off x="95713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CBE3997F-C108-45BD-948A-0CD33648ADC4}"/>
                </a:ext>
              </a:extLst>
            </p:cNvPr>
            <p:cNvCxnSpPr/>
            <p:nvPr/>
          </p:nvCxnSpPr>
          <p:spPr>
            <a:xfrm>
              <a:off x="100129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0DEFAE6F-1A56-4CAA-BEB6-4AABA59A8478}"/>
                </a:ext>
              </a:extLst>
            </p:cNvPr>
            <p:cNvCxnSpPr/>
            <p:nvPr/>
          </p:nvCxnSpPr>
          <p:spPr>
            <a:xfrm>
              <a:off x="104544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17149F7-59CB-4071-9CF2-A3F095F63AC6}"/>
                </a:ext>
              </a:extLst>
            </p:cNvPr>
            <p:cNvCxnSpPr/>
            <p:nvPr/>
          </p:nvCxnSpPr>
          <p:spPr>
            <a:xfrm>
              <a:off x="108959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95121811-1A42-4778-9FCC-C322B2615B62}"/>
                </a:ext>
              </a:extLst>
            </p:cNvPr>
            <p:cNvCxnSpPr/>
            <p:nvPr/>
          </p:nvCxnSpPr>
          <p:spPr>
            <a:xfrm>
              <a:off x="1133744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6633EB62-F81E-47BF-9460-FEE5C83DA1F6}"/>
                </a:ext>
              </a:extLst>
            </p:cNvPr>
            <p:cNvCxnSpPr/>
            <p:nvPr/>
          </p:nvCxnSpPr>
          <p:spPr>
            <a:xfrm>
              <a:off x="117789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4C39A726-AC7F-493E-BD12-3DE9E0316946}"/>
                </a:ext>
              </a:extLst>
            </p:cNvPr>
            <p:cNvCxnSpPr/>
            <p:nvPr/>
          </p:nvCxnSpPr>
          <p:spPr>
            <a:xfrm>
              <a:off x="122204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D4748120-6AF0-4A82-A83F-95F0521B4CB2}"/>
                </a:ext>
              </a:extLst>
            </p:cNvPr>
            <p:cNvCxnSpPr/>
            <p:nvPr/>
          </p:nvCxnSpPr>
          <p:spPr>
            <a:xfrm>
              <a:off x="126619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1BAD4725-39F5-4FBF-8C58-0D099FDFC894}"/>
                </a:ext>
              </a:extLst>
            </p:cNvPr>
            <p:cNvCxnSpPr/>
            <p:nvPr/>
          </p:nvCxnSpPr>
          <p:spPr>
            <a:xfrm>
              <a:off x="1310350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D26D2B4E-5824-490D-96C1-D791B607BC94}"/>
                </a:ext>
              </a:extLst>
            </p:cNvPr>
            <p:cNvCxnSpPr/>
            <p:nvPr/>
          </p:nvCxnSpPr>
          <p:spPr>
            <a:xfrm>
              <a:off x="1354501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3C1A53CC-6ECD-41DC-96E5-BEA927A19082}"/>
                </a:ext>
              </a:extLst>
            </p:cNvPr>
            <p:cNvCxnSpPr/>
            <p:nvPr/>
          </p:nvCxnSpPr>
          <p:spPr>
            <a:xfrm>
              <a:off x="139865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34E471D0-1F5D-4410-AD18-1C750A4D39D9}"/>
                </a:ext>
              </a:extLst>
            </p:cNvPr>
            <p:cNvCxnSpPr/>
            <p:nvPr/>
          </p:nvCxnSpPr>
          <p:spPr>
            <a:xfrm>
              <a:off x="1442804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972845E4-AD11-4EE5-B4E2-6666B1C82768}"/>
                </a:ext>
              </a:extLst>
            </p:cNvPr>
            <p:cNvCxnSpPr/>
            <p:nvPr/>
          </p:nvCxnSpPr>
          <p:spPr>
            <a:xfrm>
              <a:off x="148695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A63E5D55-79BA-45C6-9F8F-C11B85F35F94}"/>
                </a:ext>
              </a:extLst>
            </p:cNvPr>
            <p:cNvCxnSpPr/>
            <p:nvPr/>
          </p:nvCxnSpPr>
          <p:spPr>
            <a:xfrm>
              <a:off x="155318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BCE643BD-7CD2-4A90-B372-1E4793C50E41}"/>
                </a:ext>
              </a:extLst>
            </p:cNvPr>
            <p:cNvCxnSpPr/>
            <p:nvPr/>
          </p:nvCxnSpPr>
          <p:spPr>
            <a:xfrm>
              <a:off x="159733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2547C60E-2D55-4BE6-B579-836074761C66}"/>
                </a:ext>
              </a:extLst>
            </p:cNvPr>
            <p:cNvCxnSpPr/>
            <p:nvPr/>
          </p:nvCxnSpPr>
          <p:spPr>
            <a:xfrm>
              <a:off x="164148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2C33EC8-89CB-46C4-B28F-BF8F651EE51C}"/>
                </a:ext>
              </a:extLst>
            </p:cNvPr>
            <p:cNvCxnSpPr/>
            <p:nvPr/>
          </p:nvCxnSpPr>
          <p:spPr>
            <a:xfrm>
              <a:off x="168563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F3688860-5B20-4B56-B01A-0139FB54D5BA}"/>
                </a:ext>
              </a:extLst>
            </p:cNvPr>
            <p:cNvCxnSpPr/>
            <p:nvPr/>
          </p:nvCxnSpPr>
          <p:spPr>
            <a:xfrm>
              <a:off x="1729789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76E66C00-FE5E-4830-8B81-8AD769436306}"/>
                </a:ext>
              </a:extLst>
            </p:cNvPr>
            <p:cNvCxnSpPr/>
            <p:nvPr/>
          </p:nvCxnSpPr>
          <p:spPr>
            <a:xfrm>
              <a:off x="177394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BFD2AEE-D934-408B-9921-0F57659A773C}"/>
                </a:ext>
              </a:extLst>
            </p:cNvPr>
            <p:cNvCxnSpPr/>
            <p:nvPr/>
          </p:nvCxnSpPr>
          <p:spPr>
            <a:xfrm>
              <a:off x="181809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F18E84B9-B6C0-4DC7-89D9-4C0285234058}"/>
                </a:ext>
              </a:extLst>
            </p:cNvPr>
            <p:cNvCxnSpPr/>
            <p:nvPr/>
          </p:nvCxnSpPr>
          <p:spPr>
            <a:xfrm>
              <a:off x="1862243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F84A147A-1A6B-42F0-AD86-2D6573D4D1A9}"/>
                </a:ext>
              </a:extLst>
            </p:cNvPr>
            <p:cNvCxnSpPr/>
            <p:nvPr/>
          </p:nvCxnSpPr>
          <p:spPr>
            <a:xfrm>
              <a:off x="190639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77C7AD3-251C-4244-AECA-8E158A99EB94}"/>
                </a:ext>
              </a:extLst>
            </p:cNvPr>
            <p:cNvCxnSpPr/>
            <p:nvPr/>
          </p:nvCxnSpPr>
          <p:spPr>
            <a:xfrm>
              <a:off x="1950546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CC763EAA-8C85-4C1F-8FE1-A969864F25A1}"/>
                </a:ext>
              </a:extLst>
            </p:cNvPr>
            <p:cNvCxnSpPr/>
            <p:nvPr/>
          </p:nvCxnSpPr>
          <p:spPr>
            <a:xfrm>
              <a:off x="199469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8057CA85-FA17-46A2-88A3-413A864A3D45}"/>
                </a:ext>
              </a:extLst>
            </p:cNvPr>
            <p:cNvCxnSpPr/>
            <p:nvPr/>
          </p:nvCxnSpPr>
          <p:spPr>
            <a:xfrm>
              <a:off x="2038848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4F558419-B1C4-4BBB-9768-586206898EB8}"/>
                </a:ext>
              </a:extLst>
            </p:cNvPr>
            <p:cNvCxnSpPr/>
            <p:nvPr/>
          </p:nvCxnSpPr>
          <p:spPr>
            <a:xfrm>
              <a:off x="208300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CD5F3B71-CBA6-4EE5-B097-FB736F5789D3}"/>
                </a:ext>
              </a:extLst>
            </p:cNvPr>
            <p:cNvCxnSpPr/>
            <p:nvPr/>
          </p:nvCxnSpPr>
          <p:spPr>
            <a:xfrm>
              <a:off x="212715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7D834B6D-8D15-4F0C-B76A-60CB76EFCD7C}"/>
                </a:ext>
              </a:extLst>
            </p:cNvPr>
            <p:cNvCxnSpPr/>
            <p:nvPr/>
          </p:nvCxnSpPr>
          <p:spPr>
            <a:xfrm>
              <a:off x="217130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8BB45BD8-F6EA-4277-B96F-B1777DC2750F}"/>
                </a:ext>
              </a:extLst>
            </p:cNvPr>
            <p:cNvCxnSpPr/>
            <p:nvPr/>
          </p:nvCxnSpPr>
          <p:spPr>
            <a:xfrm>
              <a:off x="221545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B60BDBCB-B562-4597-B4AA-14978BD3FB16}"/>
                </a:ext>
              </a:extLst>
            </p:cNvPr>
            <p:cNvCxnSpPr/>
            <p:nvPr/>
          </p:nvCxnSpPr>
          <p:spPr>
            <a:xfrm>
              <a:off x="1531108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3C259FA-7332-419F-88F8-1152035F4626}"/>
                </a:ext>
              </a:extLst>
            </p:cNvPr>
            <p:cNvCxnSpPr/>
            <p:nvPr/>
          </p:nvCxnSpPr>
          <p:spPr>
            <a:xfrm>
              <a:off x="157525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B84E19A5-65E6-4161-A0AD-FA5E00F20E4E}"/>
                </a:ext>
              </a:extLst>
            </p:cNvPr>
            <p:cNvCxnSpPr/>
            <p:nvPr/>
          </p:nvCxnSpPr>
          <p:spPr>
            <a:xfrm>
              <a:off x="161941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7BBB753-3784-4129-98E1-B3A23A68DF38}"/>
                </a:ext>
              </a:extLst>
            </p:cNvPr>
            <p:cNvCxnSpPr/>
            <p:nvPr/>
          </p:nvCxnSpPr>
          <p:spPr>
            <a:xfrm>
              <a:off x="166356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031D7C27-0B3B-4AD3-AFDD-2B6BBBA05D7D}"/>
                </a:ext>
              </a:extLst>
            </p:cNvPr>
            <p:cNvCxnSpPr/>
            <p:nvPr/>
          </p:nvCxnSpPr>
          <p:spPr>
            <a:xfrm>
              <a:off x="1707713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7D463ADB-A329-4278-B330-BBEE02535D43}"/>
                </a:ext>
              </a:extLst>
            </p:cNvPr>
            <p:cNvCxnSpPr/>
            <p:nvPr/>
          </p:nvCxnSpPr>
          <p:spPr>
            <a:xfrm>
              <a:off x="175186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1A0F7FE9-41DA-4F3A-9DC9-525A6BB798E1}"/>
                </a:ext>
              </a:extLst>
            </p:cNvPr>
            <p:cNvCxnSpPr/>
            <p:nvPr/>
          </p:nvCxnSpPr>
          <p:spPr>
            <a:xfrm>
              <a:off x="179601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3C9CAF86-53E5-4526-B2A2-440E19391077}"/>
                </a:ext>
              </a:extLst>
            </p:cNvPr>
            <p:cNvCxnSpPr/>
            <p:nvPr/>
          </p:nvCxnSpPr>
          <p:spPr>
            <a:xfrm>
              <a:off x="184016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D568AD71-5930-47BA-8F2B-E741A50E0048}"/>
                </a:ext>
              </a:extLst>
            </p:cNvPr>
            <p:cNvCxnSpPr/>
            <p:nvPr/>
          </p:nvCxnSpPr>
          <p:spPr>
            <a:xfrm>
              <a:off x="188431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00D791DB-F411-43A7-945B-46C0539A5FEF}"/>
                </a:ext>
              </a:extLst>
            </p:cNvPr>
            <p:cNvCxnSpPr/>
            <p:nvPr/>
          </p:nvCxnSpPr>
          <p:spPr>
            <a:xfrm>
              <a:off x="1928470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430FB28B-4E22-4CEF-92C3-98896CC5228A}"/>
                </a:ext>
              </a:extLst>
            </p:cNvPr>
            <p:cNvCxnSpPr/>
            <p:nvPr/>
          </p:nvCxnSpPr>
          <p:spPr>
            <a:xfrm>
              <a:off x="197262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15AC0772-1DDC-455F-8B02-A45D5044AE7F}"/>
                </a:ext>
              </a:extLst>
            </p:cNvPr>
            <p:cNvCxnSpPr/>
            <p:nvPr/>
          </p:nvCxnSpPr>
          <p:spPr>
            <a:xfrm>
              <a:off x="2016773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DFD5BF36-8145-4CDC-B828-F31851A8BC53}"/>
                </a:ext>
              </a:extLst>
            </p:cNvPr>
            <p:cNvCxnSpPr/>
            <p:nvPr/>
          </p:nvCxnSpPr>
          <p:spPr>
            <a:xfrm>
              <a:off x="206092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28A61F6-3581-4830-9244-706FA76A4A5E}"/>
                </a:ext>
              </a:extLst>
            </p:cNvPr>
            <p:cNvCxnSpPr/>
            <p:nvPr/>
          </p:nvCxnSpPr>
          <p:spPr>
            <a:xfrm>
              <a:off x="210507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2A70D4DF-F94D-4DBA-BD60-FC01CE37705E}"/>
                </a:ext>
              </a:extLst>
            </p:cNvPr>
            <p:cNvCxnSpPr/>
            <p:nvPr/>
          </p:nvCxnSpPr>
          <p:spPr>
            <a:xfrm>
              <a:off x="214922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0B808E4E-AF44-4BC1-A0C2-40D0DBB90C2E}"/>
                </a:ext>
              </a:extLst>
            </p:cNvPr>
            <p:cNvCxnSpPr/>
            <p:nvPr/>
          </p:nvCxnSpPr>
          <p:spPr>
            <a:xfrm>
              <a:off x="219337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0B600701-98A3-4957-9520-9A196DB63BC9}"/>
                </a:ext>
              </a:extLst>
            </p:cNvPr>
            <p:cNvCxnSpPr/>
            <p:nvPr/>
          </p:nvCxnSpPr>
          <p:spPr>
            <a:xfrm>
              <a:off x="223752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056ECDF4-1095-40A7-96EB-A5B3C17F11BE}"/>
                </a:ext>
              </a:extLst>
            </p:cNvPr>
            <p:cNvCxnSpPr/>
            <p:nvPr/>
          </p:nvCxnSpPr>
          <p:spPr>
            <a:xfrm>
              <a:off x="78850" y="103066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9DFEA9E3-DF2D-469B-A816-95CECA8C11A0}"/>
                </a:ext>
              </a:extLst>
            </p:cNvPr>
            <p:cNvCxnSpPr/>
            <p:nvPr/>
          </p:nvCxnSpPr>
          <p:spPr>
            <a:xfrm>
              <a:off x="78850" y="1011959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A8E7F84F-887D-4CBC-A118-01E8DED6E091}"/>
                </a:ext>
              </a:extLst>
            </p:cNvPr>
            <p:cNvCxnSpPr/>
            <p:nvPr/>
          </p:nvCxnSpPr>
          <p:spPr>
            <a:xfrm>
              <a:off x="78850" y="106568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B70D4DE5-115E-49E1-B1A3-BD4F8FBEAA0A}"/>
                </a:ext>
              </a:extLst>
            </p:cNvPr>
            <p:cNvCxnSpPr/>
            <p:nvPr/>
          </p:nvCxnSpPr>
          <p:spPr>
            <a:xfrm>
              <a:off x="78850" y="104698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1" name="TextBox 270">
            <a:extLst>
              <a:ext uri="{FF2B5EF4-FFF2-40B4-BE49-F238E27FC236}">
                <a16:creationId xmlns:a16="http://schemas.microsoft.com/office/drawing/2014/main" id="{B28A72BB-0897-4A88-8F39-48E54081ACF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7844F950-12DB-4568-8AAF-8143023EC84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직사각형 176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7B5758CD-7B9E-4E89-A582-ADCA41BFA910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>
            <a:hlinkClick r:id="rId5" action="ppaction://hlinksldjump"/>
            <a:extLst>
              <a:ext uri="{FF2B5EF4-FFF2-40B4-BE49-F238E27FC236}">
                <a16:creationId xmlns:a16="http://schemas.microsoft.com/office/drawing/2014/main" id="{C7BAEB4C-29AA-41A6-AC9C-C9DD5076A0B3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68E9E30-742F-419D-959B-AD1CD13AF69A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DCAB07E-5FEA-4FFD-B561-8EBC8E2F4605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직사각형 18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03D3CC5-DD88-45FB-BB5D-39293BA095B8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666BF218-CC31-4919-ABEA-39C350DF6AE1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A2FBC607-7289-4EE0-AF54-398D7899E9C6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A9242677-EABC-4147-A461-C99736D03B41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18266055-E3BD-468E-9EA7-AF80AD0A8A52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32312741-9DD0-4567-8233-0FD588A16AC6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E447EE5D-24C4-48F0-8604-9DE9AC61C561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469959071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13D61993-5E8D-421A-A2C9-D1D834046D14}"/>
              </a:ext>
            </a:extLst>
          </p:cNvPr>
          <p:cNvGrpSpPr/>
          <p:nvPr/>
        </p:nvGrpSpPr>
        <p:grpSpPr>
          <a:xfrm>
            <a:off x="78850" y="539748"/>
            <a:ext cx="22517225" cy="10117140"/>
            <a:chOff x="78850" y="539748"/>
            <a:chExt cx="22517225" cy="10117140"/>
          </a:xfrm>
        </p:grpSpPr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89FF75C5-5470-4B4D-9F92-81F981CAA756}"/>
                </a:ext>
              </a:extLst>
            </p:cNvPr>
            <p:cNvCxnSpPr/>
            <p:nvPr/>
          </p:nvCxnSpPr>
          <p:spPr>
            <a:xfrm>
              <a:off x="78850" y="54745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9D90EA7-81B2-4B79-803A-4E38E7B15C05}"/>
                </a:ext>
              </a:extLst>
            </p:cNvPr>
            <p:cNvCxnSpPr/>
            <p:nvPr/>
          </p:nvCxnSpPr>
          <p:spPr>
            <a:xfrm>
              <a:off x="78850" y="93953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448033E8-07ED-4B2A-96AD-385231721C14}"/>
                </a:ext>
              </a:extLst>
            </p:cNvPr>
            <p:cNvCxnSpPr/>
            <p:nvPr/>
          </p:nvCxnSpPr>
          <p:spPr>
            <a:xfrm>
              <a:off x="78850" y="133161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1D0928DE-E202-4970-85FC-9E0EB0970506}"/>
                </a:ext>
              </a:extLst>
            </p:cNvPr>
            <p:cNvCxnSpPr/>
            <p:nvPr/>
          </p:nvCxnSpPr>
          <p:spPr>
            <a:xfrm>
              <a:off x="78850" y="172369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5C1A735-CAEE-452C-A13D-FD3B9EF17C0E}"/>
                </a:ext>
              </a:extLst>
            </p:cNvPr>
            <p:cNvCxnSpPr/>
            <p:nvPr/>
          </p:nvCxnSpPr>
          <p:spPr>
            <a:xfrm>
              <a:off x="78850" y="21157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52DE93B6-12DC-4F9E-B032-32D3088FCABF}"/>
                </a:ext>
              </a:extLst>
            </p:cNvPr>
            <p:cNvCxnSpPr/>
            <p:nvPr/>
          </p:nvCxnSpPr>
          <p:spPr>
            <a:xfrm>
              <a:off x="78853" y="289993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48172413-FFA0-4613-BF7D-8CDFB7FD7DAB}"/>
                </a:ext>
              </a:extLst>
            </p:cNvPr>
            <p:cNvCxnSpPr/>
            <p:nvPr/>
          </p:nvCxnSpPr>
          <p:spPr>
            <a:xfrm>
              <a:off x="78853" y="3684100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B06F9280-8163-4DEE-97B2-F4D50A069EE3}"/>
                </a:ext>
              </a:extLst>
            </p:cNvPr>
            <p:cNvCxnSpPr/>
            <p:nvPr/>
          </p:nvCxnSpPr>
          <p:spPr>
            <a:xfrm>
              <a:off x="78853" y="407618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9B4A061-D3B3-4A60-AAC5-FB739E22292C}"/>
                </a:ext>
              </a:extLst>
            </p:cNvPr>
            <p:cNvCxnSpPr/>
            <p:nvPr/>
          </p:nvCxnSpPr>
          <p:spPr>
            <a:xfrm>
              <a:off x="78853" y="446826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A58E7545-F9E6-4E9F-BBA9-F88306C27AF6}"/>
                </a:ext>
              </a:extLst>
            </p:cNvPr>
            <p:cNvCxnSpPr/>
            <p:nvPr/>
          </p:nvCxnSpPr>
          <p:spPr>
            <a:xfrm>
              <a:off x="78853" y="48603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182F0CA8-D41B-40C5-A33E-D2AEAD6B0A91}"/>
                </a:ext>
              </a:extLst>
            </p:cNvPr>
            <p:cNvCxnSpPr/>
            <p:nvPr/>
          </p:nvCxnSpPr>
          <p:spPr>
            <a:xfrm>
              <a:off x="78853" y="525242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B57673F8-8001-4FEC-8766-592CD88315BE}"/>
                </a:ext>
              </a:extLst>
            </p:cNvPr>
            <p:cNvCxnSpPr/>
            <p:nvPr/>
          </p:nvCxnSpPr>
          <p:spPr>
            <a:xfrm>
              <a:off x="78853" y="56445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649FFF4F-83C3-4186-8656-579A2B49B1D3}"/>
                </a:ext>
              </a:extLst>
            </p:cNvPr>
            <p:cNvCxnSpPr/>
            <p:nvPr/>
          </p:nvCxnSpPr>
          <p:spPr>
            <a:xfrm>
              <a:off x="78853" y="603658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0C4EC707-6321-47FE-BFF9-F57A8966BB27}"/>
                </a:ext>
              </a:extLst>
            </p:cNvPr>
            <p:cNvCxnSpPr/>
            <p:nvPr/>
          </p:nvCxnSpPr>
          <p:spPr>
            <a:xfrm>
              <a:off x="78853" y="642866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1C1A589E-03E6-4917-B078-20949EFDE9BE}"/>
                </a:ext>
              </a:extLst>
            </p:cNvPr>
            <p:cNvCxnSpPr/>
            <p:nvPr/>
          </p:nvCxnSpPr>
          <p:spPr>
            <a:xfrm>
              <a:off x="78853" y="682074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46D6C453-23DE-4A37-BD9B-D2EDCCC38D9B}"/>
                </a:ext>
              </a:extLst>
            </p:cNvPr>
            <p:cNvCxnSpPr/>
            <p:nvPr/>
          </p:nvCxnSpPr>
          <p:spPr>
            <a:xfrm>
              <a:off x="78853" y="721282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613F02-D598-4F86-BE4E-40CBA697CA22}"/>
                </a:ext>
              </a:extLst>
            </p:cNvPr>
            <p:cNvCxnSpPr/>
            <p:nvPr/>
          </p:nvCxnSpPr>
          <p:spPr>
            <a:xfrm>
              <a:off x="78853" y="760490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AB8A5030-DC6F-4BB7-A4CF-84483BE717E7}"/>
                </a:ext>
              </a:extLst>
            </p:cNvPr>
            <p:cNvCxnSpPr/>
            <p:nvPr/>
          </p:nvCxnSpPr>
          <p:spPr>
            <a:xfrm>
              <a:off x="78853" y="799698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8997130-092E-442D-BAAD-3CF0CE644FE0}"/>
                </a:ext>
              </a:extLst>
            </p:cNvPr>
            <p:cNvCxnSpPr/>
            <p:nvPr/>
          </p:nvCxnSpPr>
          <p:spPr>
            <a:xfrm>
              <a:off x="78853" y="838906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D2F96732-23FF-43FA-ACC2-C9B64FD4D2B2}"/>
                </a:ext>
              </a:extLst>
            </p:cNvPr>
            <p:cNvCxnSpPr/>
            <p:nvPr/>
          </p:nvCxnSpPr>
          <p:spPr>
            <a:xfrm>
              <a:off x="78850" y="87811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A647488F-B468-4170-8A83-68490C8C8853}"/>
                </a:ext>
              </a:extLst>
            </p:cNvPr>
            <p:cNvCxnSpPr/>
            <p:nvPr/>
          </p:nvCxnSpPr>
          <p:spPr>
            <a:xfrm>
              <a:off x="78850" y="917323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727D384-6147-4C7C-8B28-C6025D9769D9}"/>
                </a:ext>
              </a:extLst>
            </p:cNvPr>
            <p:cNvCxnSpPr/>
            <p:nvPr/>
          </p:nvCxnSpPr>
          <p:spPr>
            <a:xfrm>
              <a:off x="78850" y="95653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13B019D-7E2B-4F78-9B5C-886339B5DDC4}"/>
                </a:ext>
              </a:extLst>
            </p:cNvPr>
            <p:cNvCxnSpPr/>
            <p:nvPr/>
          </p:nvCxnSpPr>
          <p:spPr>
            <a:xfrm>
              <a:off x="78850" y="99573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DDEDADB-E605-4DB8-BBDD-2495B6BC9F13}"/>
                </a:ext>
              </a:extLst>
            </p:cNvPr>
            <p:cNvCxnSpPr/>
            <p:nvPr/>
          </p:nvCxnSpPr>
          <p:spPr>
            <a:xfrm>
              <a:off x="78853" y="329201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452520D8-9C45-4437-A11B-7ACF642C71C0}"/>
                </a:ext>
              </a:extLst>
            </p:cNvPr>
            <p:cNvCxnSpPr/>
            <p:nvPr/>
          </p:nvCxnSpPr>
          <p:spPr>
            <a:xfrm>
              <a:off x="78853" y="250785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4BE013AB-25B3-47AA-89DB-D75D44EBC887}"/>
                </a:ext>
              </a:extLst>
            </p:cNvPr>
            <p:cNvCxnSpPr/>
            <p:nvPr/>
          </p:nvCxnSpPr>
          <p:spPr>
            <a:xfrm>
              <a:off x="78850" y="7524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6A54A478-A315-4B96-B290-90BDB2BC9091}"/>
                </a:ext>
              </a:extLst>
            </p:cNvPr>
            <p:cNvCxnSpPr/>
            <p:nvPr/>
          </p:nvCxnSpPr>
          <p:spPr>
            <a:xfrm>
              <a:off x="78850" y="114457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0487B729-C5C3-4D46-B10C-2EB002F3E5B6}"/>
                </a:ext>
              </a:extLst>
            </p:cNvPr>
            <p:cNvCxnSpPr/>
            <p:nvPr/>
          </p:nvCxnSpPr>
          <p:spPr>
            <a:xfrm>
              <a:off x="78850" y="15366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75FA2AAC-A2C0-4D7F-9320-601E330C16A2}"/>
                </a:ext>
              </a:extLst>
            </p:cNvPr>
            <p:cNvCxnSpPr/>
            <p:nvPr/>
          </p:nvCxnSpPr>
          <p:spPr>
            <a:xfrm>
              <a:off x="78850" y="192873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DA6C5F10-F171-4305-AA78-55357062ECCB}"/>
                </a:ext>
              </a:extLst>
            </p:cNvPr>
            <p:cNvCxnSpPr/>
            <p:nvPr/>
          </p:nvCxnSpPr>
          <p:spPr>
            <a:xfrm>
              <a:off x="78853" y="23208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0887D414-10A7-4B35-8B01-89B9AC237E68}"/>
                </a:ext>
              </a:extLst>
            </p:cNvPr>
            <p:cNvCxnSpPr/>
            <p:nvPr/>
          </p:nvCxnSpPr>
          <p:spPr>
            <a:xfrm>
              <a:off x="78853" y="310497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CA6BEA60-376B-4711-A79C-D9397DE24791}"/>
                </a:ext>
              </a:extLst>
            </p:cNvPr>
            <p:cNvCxnSpPr/>
            <p:nvPr/>
          </p:nvCxnSpPr>
          <p:spPr>
            <a:xfrm>
              <a:off x="78853" y="388913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EF60E268-F8AE-4DA9-899C-044EF6861454}"/>
                </a:ext>
              </a:extLst>
            </p:cNvPr>
            <p:cNvCxnSpPr/>
            <p:nvPr/>
          </p:nvCxnSpPr>
          <p:spPr>
            <a:xfrm>
              <a:off x="78853" y="428121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112604E-33AC-46E3-973D-33A34B1B5836}"/>
                </a:ext>
              </a:extLst>
            </p:cNvPr>
            <p:cNvCxnSpPr/>
            <p:nvPr/>
          </p:nvCxnSpPr>
          <p:spPr>
            <a:xfrm>
              <a:off x="78853" y="467329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673FF41-BECC-40B3-AE0F-9B714840D03F}"/>
                </a:ext>
              </a:extLst>
            </p:cNvPr>
            <p:cNvCxnSpPr/>
            <p:nvPr/>
          </p:nvCxnSpPr>
          <p:spPr>
            <a:xfrm>
              <a:off x="78853" y="50653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F2EFF1EE-903D-41C4-BBDD-07ED34AF6527}"/>
                </a:ext>
              </a:extLst>
            </p:cNvPr>
            <p:cNvCxnSpPr/>
            <p:nvPr/>
          </p:nvCxnSpPr>
          <p:spPr>
            <a:xfrm>
              <a:off x="78853" y="545745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4227DF87-D787-4B49-93B1-132C95522C7B}"/>
                </a:ext>
              </a:extLst>
            </p:cNvPr>
            <p:cNvCxnSpPr/>
            <p:nvPr/>
          </p:nvCxnSpPr>
          <p:spPr>
            <a:xfrm>
              <a:off x="78853" y="584954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C8C5B4EF-B916-4AD8-AF68-93FD1B587BCD}"/>
                </a:ext>
              </a:extLst>
            </p:cNvPr>
            <p:cNvCxnSpPr/>
            <p:nvPr/>
          </p:nvCxnSpPr>
          <p:spPr>
            <a:xfrm>
              <a:off x="78853" y="624162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55BB7E6-D004-4D42-B2E5-8618FBA9345E}"/>
                </a:ext>
              </a:extLst>
            </p:cNvPr>
            <p:cNvCxnSpPr/>
            <p:nvPr/>
          </p:nvCxnSpPr>
          <p:spPr>
            <a:xfrm>
              <a:off x="78853" y="663370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FCFD00E1-B308-4B75-957E-20D48F82D562}"/>
                </a:ext>
              </a:extLst>
            </p:cNvPr>
            <p:cNvCxnSpPr/>
            <p:nvPr/>
          </p:nvCxnSpPr>
          <p:spPr>
            <a:xfrm>
              <a:off x="78853" y="702578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152C33DD-86E7-45AF-AF65-92DEABDB6058}"/>
                </a:ext>
              </a:extLst>
            </p:cNvPr>
            <p:cNvCxnSpPr/>
            <p:nvPr/>
          </p:nvCxnSpPr>
          <p:spPr>
            <a:xfrm>
              <a:off x="78853" y="741786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2F590CD6-E9AE-47FF-A449-0B43AFEC6664}"/>
                </a:ext>
              </a:extLst>
            </p:cNvPr>
            <p:cNvCxnSpPr/>
            <p:nvPr/>
          </p:nvCxnSpPr>
          <p:spPr>
            <a:xfrm>
              <a:off x="78853" y="780994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85160E99-5001-4336-AA29-A44D9E9FBD45}"/>
                </a:ext>
              </a:extLst>
            </p:cNvPr>
            <p:cNvCxnSpPr/>
            <p:nvPr/>
          </p:nvCxnSpPr>
          <p:spPr>
            <a:xfrm>
              <a:off x="78853" y="820202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84A0F0B3-366B-4600-96F4-2DB53F5F22F1}"/>
                </a:ext>
              </a:extLst>
            </p:cNvPr>
            <p:cNvCxnSpPr/>
            <p:nvPr/>
          </p:nvCxnSpPr>
          <p:spPr>
            <a:xfrm>
              <a:off x="78850" y="85941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F17C9EC9-967A-4B9E-B916-970E5E372218}"/>
                </a:ext>
              </a:extLst>
            </p:cNvPr>
            <p:cNvCxnSpPr/>
            <p:nvPr/>
          </p:nvCxnSpPr>
          <p:spPr>
            <a:xfrm>
              <a:off x="78850" y="898618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986BA661-7CAE-49CF-BFF6-8A2001229E8E}"/>
                </a:ext>
              </a:extLst>
            </p:cNvPr>
            <p:cNvCxnSpPr/>
            <p:nvPr/>
          </p:nvCxnSpPr>
          <p:spPr>
            <a:xfrm>
              <a:off x="78850" y="937826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55101F6A-74FF-4F34-9CBF-1E2048C6CBCA}"/>
                </a:ext>
              </a:extLst>
            </p:cNvPr>
            <p:cNvCxnSpPr/>
            <p:nvPr/>
          </p:nvCxnSpPr>
          <p:spPr>
            <a:xfrm>
              <a:off x="78850" y="977034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3CC7AB24-9D5A-470C-A6F5-52B75A088E08}"/>
                </a:ext>
              </a:extLst>
            </p:cNvPr>
            <p:cNvCxnSpPr/>
            <p:nvPr/>
          </p:nvCxnSpPr>
          <p:spPr>
            <a:xfrm>
              <a:off x="78853" y="3497055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E879BA8-D6CA-4FD7-AC19-E9E0C6377F23}"/>
                </a:ext>
              </a:extLst>
            </p:cNvPr>
            <p:cNvCxnSpPr/>
            <p:nvPr/>
          </p:nvCxnSpPr>
          <p:spPr>
            <a:xfrm>
              <a:off x="78853" y="27128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B0C9799D-B6BC-4193-9A5C-D3342865E3AB}"/>
                </a:ext>
              </a:extLst>
            </p:cNvPr>
            <p:cNvCxnSpPr>
              <a:cxnSpLocks/>
            </p:cNvCxnSpPr>
            <p:nvPr/>
          </p:nvCxnSpPr>
          <p:spPr>
            <a:xfrm>
              <a:off x="22596075" y="539749"/>
              <a:ext cx="0" cy="10117139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6550A32-A2DD-453F-872C-A8B04F4879AB}"/>
                </a:ext>
              </a:extLst>
            </p:cNvPr>
            <p:cNvCxnSpPr/>
            <p:nvPr/>
          </p:nvCxnSpPr>
          <p:spPr>
            <a:xfrm>
              <a:off x="5203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63745111-A2B5-4553-8B77-C80E69D4ACD5}"/>
                </a:ext>
              </a:extLst>
            </p:cNvPr>
            <p:cNvCxnSpPr/>
            <p:nvPr/>
          </p:nvCxnSpPr>
          <p:spPr>
            <a:xfrm>
              <a:off x="9618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642850F0-BC29-4E32-9F79-A8CCC6922C24}"/>
                </a:ext>
              </a:extLst>
            </p:cNvPr>
            <p:cNvCxnSpPr/>
            <p:nvPr/>
          </p:nvCxnSpPr>
          <p:spPr>
            <a:xfrm>
              <a:off x="14033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75A35B8B-6375-41AB-96EB-B05FF5C3CE64}"/>
                </a:ext>
              </a:extLst>
            </p:cNvPr>
            <p:cNvCxnSpPr/>
            <p:nvPr/>
          </p:nvCxnSpPr>
          <p:spPr>
            <a:xfrm>
              <a:off x="18449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66A849F4-1762-4F94-81B8-3959189C51F8}"/>
                </a:ext>
              </a:extLst>
            </p:cNvPr>
            <p:cNvCxnSpPr/>
            <p:nvPr/>
          </p:nvCxnSpPr>
          <p:spPr>
            <a:xfrm>
              <a:off x="22864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19A59251-25A0-4DB8-9191-96AF11B96FEE}"/>
                </a:ext>
              </a:extLst>
            </p:cNvPr>
            <p:cNvCxnSpPr/>
            <p:nvPr/>
          </p:nvCxnSpPr>
          <p:spPr>
            <a:xfrm>
              <a:off x="27279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A4C5D6F3-2895-42A9-A70B-F71DE75F701E}"/>
                </a:ext>
              </a:extLst>
            </p:cNvPr>
            <p:cNvCxnSpPr/>
            <p:nvPr/>
          </p:nvCxnSpPr>
          <p:spPr>
            <a:xfrm>
              <a:off x="31694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6BFC1F1C-0430-4909-8B9E-7250AEDE2052}"/>
                </a:ext>
              </a:extLst>
            </p:cNvPr>
            <p:cNvCxnSpPr/>
            <p:nvPr/>
          </p:nvCxnSpPr>
          <p:spPr>
            <a:xfrm>
              <a:off x="361095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9AA69C31-483C-4EF6-9202-74DDA9C4C0A1}"/>
                </a:ext>
              </a:extLst>
            </p:cNvPr>
            <p:cNvCxnSpPr/>
            <p:nvPr/>
          </p:nvCxnSpPr>
          <p:spPr>
            <a:xfrm>
              <a:off x="40524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3C03A75A-D205-4F38-8C81-06E30F2700AC}"/>
                </a:ext>
              </a:extLst>
            </p:cNvPr>
            <p:cNvCxnSpPr/>
            <p:nvPr/>
          </p:nvCxnSpPr>
          <p:spPr>
            <a:xfrm>
              <a:off x="44939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0A5BE1BB-3394-47F1-BD93-18EE3A7EA719}"/>
                </a:ext>
              </a:extLst>
            </p:cNvPr>
            <p:cNvCxnSpPr/>
            <p:nvPr/>
          </p:nvCxnSpPr>
          <p:spPr>
            <a:xfrm>
              <a:off x="49355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D9691C8D-F470-45BD-B03E-D0B858A3581D}"/>
                </a:ext>
              </a:extLst>
            </p:cNvPr>
            <p:cNvCxnSpPr/>
            <p:nvPr/>
          </p:nvCxnSpPr>
          <p:spPr>
            <a:xfrm>
              <a:off x="53770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59D93979-3860-43CF-BF7B-B7D7AA02874C}"/>
                </a:ext>
              </a:extLst>
            </p:cNvPr>
            <p:cNvCxnSpPr/>
            <p:nvPr/>
          </p:nvCxnSpPr>
          <p:spPr>
            <a:xfrm>
              <a:off x="58185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4C036FBA-0C7F-4F61-BBE5-95B47B0F78E0}"/>
                </a:ext>
              </a:extLst>
            </p:cNvPr>
            <p:cNvCxnSpPr/>
            <p:nvPr/>
          </p:nvCxnSpPr>
          <p:spPr>
            <a:xfrm>
              <a:off x="62600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A5ACD04E-1591-43C8-93AC-380A6AB6B39C}"/>
                </a:ext>
              </a:extLst>
            </p:cNvPr>
            <p:cNvCxnSpPr/>
            <p:nvPr/>
          </p:nvCxnSpPr>
          <p:spPr>
            <a:xfrm>
              <a:off x="670155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9223B57-4B86-4B39-9E75-82F61B09E644}"/>
                </a:ext>
              </a:extLst>
            </p:cNvPr>
            <p:cNvCxnSpPr/>
            <p:nvPr/>
          </p:nvCxnSpPr>
          <p:spPr>
            <a:xfrm>
              <a:off x="714306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3425A0E-0209-4794-8302-863A63AD9E4C}"/>
                </a:ext>
              </a:extLst>
            </p:cNvPr>
            <p:cNvCxnSpPr/>
            <p:nvPr/>
          </p:nvCxnSpPr>
          <p:spPr>
            <a:xfrm>
              <a:off x="75846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142C1E0A-F272-4E89-89C5-B14F161B3502}"/>
                </a:ext>
              </a:extLst>
            </p:cNvPr>
            <p:cNvCxnSpPr/>
            <p:nvPr/>
          </p:nvCxnSpPr>
          <p:spPr>
            <a:xfrm>
              <a:off x="29960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7D27341-7B40-4FE4-A59A-AD72C3CBEEC4}"/>
                </a:ext>
              </a:extLst>
            </p:cNvPr>
            <p:cNvCxnSpPr/>
            <p:nvPr/>
          </p:nvCxnSpPr>
          <p:spPr>
            <a:xfrm>
              <a:off x="7411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91D9F0D1-0CE0-47D0-91E2-0D2465E94DDB}"/>
                </a:ext>
              </a:extLst>
            </p:cNvPr>
            <p:cNvCxnSpPr/>
            <p:nvPr/>
          </p:nvCxnSpPr>
          <p:spPr>
            <a:xfrm>
              <a:off x="11826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025A8DF2-2C31-4309-9A83-03F3708B9153}"/>
                </a:ext>
              </a:extLst>
            </p:cNvPr>
            <p:cNvCxnSpPr/>
            <p:nvPr/>
          </p:nvCxnSpPr>
          <p:spPr>
            <a:xfrm>
              <a:off x="16241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4C135326-84D5-4FBE-85D9-FCE92AABF66C}"/>
                </a:ext>
              </a:extLst>
            </p:cNvPr>
            <p:cNvCxnSpPr/>
            <p:nvPr/>
          </p:nvCxnSpPr>
          <p:spPr>
            <a:xfrm>
              <a:off x="20656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B50F0F3D-BF6E-4069-AC98-62B6724EA2F6}"/>
                </a:ext>
              </a:extLst>
            </p:cNvPr>
            <p:cNvCxnSpPr/>
            <p:nvPr/>
          </p:nvCxnSpPr>
          <p:spPr>
            <a:xfrm>
              <a:off x="25071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947173-F540-46FB-A1BF-F4BD40643575}"/>
                </a:ext>
              </a:extLst>
            </p:cNvPr>
            <p:cNvCxnSpPr/>
            <p:nvPr/>
          </p:nvCxnSpPr>
          <p:spPr>
            <a:xfrm>
              <a:off x="29486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871A5BF8-AF8C-4691-9805-F2DF756F2457}"/>
                </a:ext>
              </a:extLst>
            </p:cNvPr>
            <p:cNvCxnSpPr/>
            <p:nvPr/>
          </p:nvCxnSpPr>
          <p:spPr>
            <a:xfrm>
              <a:off x="33902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2C904D49-7B67-4912-86AD-7F9556AEA625}"/>
                </a:ext>
              </a:extLst>
            </p:cNvPr>
            <p:cNvCxnSpPr/>
            <p:nvPr/>
          </p:nvCxnSpPr>
          <p:spPr>
            <a:xfrm>
              <a:off x="383171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189A5C41-C29D-4956-B743-E241CA177721}"/>
                </a:ext>
              </a:extLst>
            </p:cNvPr>
            <p:cNvCxnSpPr/>
            <p:nvPr/>
          </p:nvCxnSpPr>
          <p:spPr>
            <a:xfrm>
              <a:off x="42732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5ECCADD9-CC3F-45AE-B500-1A7D376C8102}"/>
                </a:ext>
              </a:extLst>
            </p:cNvPr>
            <p:cNvCxnSpPr/>
            <p:nvPr/>
          </p:nvCxnSpPr>
          <p:spPr>
            <a:xfrm>
              <a:off x="47147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46A45777-64BB-43AC-B0AB-902426958799}"/>
                </a:ext>
              </a:extLst>
            </p:cNvPr>
            <p:cNvCxnSpPr/>
            <p:nvPr/>
          </p:nvCxnSpPr>
          <p:spPr>
            <a:xfrm>
              <a:off x="51562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DC88713-02DD-4259-AD4D-C4C39FCA4429}"/>
                </a:ext>
              </a:extLst>
            </p:cNvPr>
            <p:cNvCxnSpPr/>
            <p:nvPr/>
          </p:nvCxnSpPr>
          <p:spPr>
            <a:xfrm>
              <a:off x="55977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E99AD0D-765C-4A2E-8214-430338095F8E}"/>
                </a:ext>
              </a:extLst>
            </p:cNvPr>
            <p:cNvCxnSpPr/>
            <p:nvPr/>
          </p:nvCxnSpPr>
          <p:spPr>
            <a:xfrm>
              <a:off x="60392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6E59582D-42FA-4D9B-8E4B-1C97C6FC1010}"/>
                </a:ext>
              </a:extLst>
            </p:cNvPr>
            <p:cNvCxnSpPr/>
            <p:nvPr/>
          </p:nvCxnSpPr>
          <p:spPr>
            <a:xfrm>
              <a:off x="64807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806179A-2AD8-4291-B0F4-07DF328CB874}"/>
                </a:ext>
              </a:extLst>
            </p:cNvPr>
            <p:cNvCxnSpPr/>
            <p:nvPr/>
          </p:nvCxnSpPr>
          <p:spPr>
            <a:xfrm>
              <a:off x="692231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518259B-5D42-405C-B639-CD8F10DD7CB0}"/>
                </a:ext>
              </a:extLst>
            </p:cNvPr>
            <p:cNvCxnSpPr/>
            <p:nvPr/>
          </p:nvCxnSpPr>
          <p:spPr>
            <a:xfrm>
              <a:off x="736382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8C8D4208-67FA-4575-BA20-633FF78D5C7B}"/>
                </a:ext>
              </a:extLst>
            </p:cNvPr>
            <p:cNvCxnSpPr/>
            <p:nvPr/>
          </p:nvCxnSpPr>
          <p:spPr>
            <a:xfrm>
              <a:off x="788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F0FCDF3-B854-44A1-8266-1DD9A77859D0}"/>
                </a:ext>
              </a:extLst>
            </p:cNvPr>
            <p:cNvCxnSpPr/>
            <p:nvPr/>
          </p:nvCxnSpPr>
          <p:spPr>
            <a:xfrm>
              <a:off x="802609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1A3E8F5B-8F63-45C9-8867-0BD4989B1E90}"/>
                </a:ext>
              </a:extLst>
            </p:cNvPr>
            <p:cNvCxnSpPr/>
            <p:nvPr/>
          </p:nvCxnSpPr>
          <p:spPr>
            <a:xfrm>
              <a:off x="84676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5C153601-285C-4557-9872-26E094FCF976}"/>
                </a:ext>
              </a:extLst>
            </p:cNvPr>
            <p:cNvCxnSpPr/>
            <p:nvPr/>
          </p:nvCxnSpPr>
          <p:spPr>
            <a:xfrm>
              <a:off x="89091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1631023-7AD6-4958-90DA-8CEDB68A6A1B}"/>
                </a:ext>
              </a:extLst>
            </p:cNvPr>
            <p:cNvCxnSpPr/>
            <p:nvPr/>
          </p:nvCxnSpPr>
          <p:spPr>
            <a:xfrm>
              <a:off x="93506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28DD67D1-47EF-439C-AA53-A983315D7415}"/>
                </a:ext>
              </a:extLst>
            </p:cNvPr>
            <p:cNvCxnSpPr/>
            <p:nvPr/>
          </p:nvCxnSpPr>
          <p:spPr>
            <a:xfrm>
              <a:off x="979215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2799406-915E-43F1-A757-64E0C9ABC4C1}"/>
                </a:ext>
              </a:extLst>
            </p:cNvPr>
            <p:cNvCxnSpPr/>
            <p:nvPr/>
          </p:nvCxnSpPr>
          <p:spPr>
            <a:xfrm>
              <a:off x="102336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79442787-0B25-4DDF-BC6E-27E23886D763}"/>
                </a:ext>
              </a:extLst>
            </p:cNvPr>
            <p:cNvCxnSpPr/>
            <p:nvPr/>
          </p:nvCxnSpPr>
          <p:spPr>
            <a:xfrm>
              <a:off x="106751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F36303E9-398D-40F2-B9E7-ECF70E9DED54}"/>
                </a:ext>
              </a:extLst>
            </p:cNvPr>
            <p:cNvCxnSpPr/>
            <p:nvPr/>
          </p:nvCxnSpPr>
          <p:spPr>
            <a:xfrm>
              <a:off x="1111669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689F7877-1F9D-414E-8796-0F400EDB17DA}"/>
                </a:ext>
              </a:extLst>
            </p:cNvPr>
            <p:cNvCxnSpPr/>
            <p:nvPr/>
          </p:nvCxnSpPr>
          <p:spPr>
            <a:xfrm>
              <a:off x="115582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9DC24A34-30D3-4717-9983-6C1587D3647C}"/>
                </a:ext>
              </a:extLst>
            </p:cNvPr>
            <p:cNvCxnSpPr/>
            <p:nvPr/>
          </p:nvCxnSpPr>
          <p:spPr>
            <a:xfrm>
              <a:off x="119997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6DD8466F-653F-4F98-A4D9-80981427A716}"/>
                </a:ext>
              </a:extLst>
            </p:cNvPr>
            <p:cNvCxnSpPr/>
            <p:nvPr/>
          </p:nvCxnSpPr>
          <p:spPr>
            <a:xfrm>
              <a:off x="124412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1E82A3-957F-4112-80AF-DDCD2EB502BE}"/>
                </a:ext>
              </a:extLst>
            </p:cNvPr>
            <p:cNvCxnSpPr/>
            <p:nvPr/>
          </p:nvCxnSpPr>
          <p:spPr>
            <a:xfrm>
              <a:off x="1288274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604AEF0-650D-484C-8E51-04BCCE574E8A}"/>
                </a:ext>
              </a:extLst>
            </p:cNvPr>
            <p:cNvCxnSpPr/>
            <p:nvPr/>
          </p:nvCxnSpPr>
          <p:spPr>
            <a:xfrm>
              <a:off x="1332426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C1F9935D-3E89-4DD4-8CA6-D4D25886F65A}"/>
                </a:ext>
              </a:extLst>
            </p:cNvPr>
            <p:cNvCxnSpPr/>
            <p:nvPr/>
          </p:nvCxnSpPr>
          <p:spPr>
            <a:xfrm>
              <a:off x="137657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CCB16A33-9B9B-44D7-9E20-6EC206B1D251}"/>
                </a:ext>
              </a:extLst>
            </p:cNvPr>
            <p:cNvCxnSpPr/>
            <p:nvPr/>
          </p:nvCxnSpPr>
          <p:spPr>
            <a:xfrm>
              <a:off x="142072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AB9DAEB6-73FB-4E1A-8A66-658E4EDA3EAD}"/>
                </a:ext>
              </a:extLst>
            </p:cNvPr>
            <p:cNvCxnSpPr/>
            <p:nvPr/>
          </p:nvCxnSpPr>
          <p:spPr>
            <a:xfrm>
              <a:off x="146488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81F01DB9-7DA0-4CA1-8A13-43CDE8298948}"/>
                </a:ext>
              </a:extLst>
            </p:cNvPr>
            <p:cNvCxnSpPr/>
            <p:nvPr/>
          </p:nvCxnSpPr>
          <p:spPr>
            <a:xfrm>
              <a:off x="150903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416B9F-D647-43F3-A661-F14AD696EC37}"/>
                </a:ext>
              </a:extLst>
            </p:cNvPr>
            <p:cNvCxnSpPr/>
            <p:nvPr/>
          </p:nvCxnSpPr>
          <p:spPr>
            <a:xfrm>
              <a:off x="780533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EBC50AB-C6F6-4FB9-ADF1-84575C06E23F}"/>
                </a:ext>
              </a:extLst>
            </p:cNvPr>
            <p:cNvCxnSpPr/>
            <p:nvPr/>
          </p:nvCxnSpPr>
          <p:spPr>
            <a:xfrm>
              <a:off x="824685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23328D47-7A7C-4679-87F0-CD265E0752CC}"/>
                </a:ext>
              </a:extLst>
            </p:cNvPr>
            <p:cNvCxnSpPr/>
            <p:nvPr/>
          </p:nvCxnSpPr>
          <p:spPr>
            <a:xfrm>
              <a:off x="868836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C50C66C-7E4F-48FA-8D10-C7099C5D03C6}"/>
                </a:ext>
              </a:extLst>
            </p:cNvPr>
            <p:cNvCxnSpPr/>
            <p:nvPr/>
          </p:nvCxnSpPr>
          <p:spPr>
            <a:xfrm>
              <a:off x="912988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0159571E-05B0-49C0-935F-1610D9B7204E}"/>
                </a:ext>
              </a:extLst>
            </p:cNvPr>
            <p:cNvCxnSpPr/>
            <p:nvPr/>
          </p:nvCxnSpPr>
          <p:spPr>
            <a:xfrm>
              <a:off x="95713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CBE3997F-C108-45BD-948A-0CD33648ADC4}"/>
                </a:ext>
              </a:extLst>
            </p:cNvPr>
            <p:cNvCxnSpPr/>
            <p:nvPr/>
          </p:nvCxnSpPr>
          <p:spPr>
            <a:xfrm>
              <a:off x="100129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0DEFAE6F-1A56-4CAA-BEB6-4AABA59A8478}"/>
                </a:ext>
              </a:extLst>
            </p:cNvPr>
            <p:cNvCxnSpPr/>
            <p:nvPr/>
          </p:nvCxnSpPr>
          <p:spPr>
            <a:xfrm>
              <a:off x="104544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17149F7-59CB-4071-9CF2-A3F095F63AC6}"/>
                </a:ext>
              </a:extLst>
            </p:cNvPr>
            <p:cNvCxnSpPr/>
            <p:nvPr/>
          </p:nvCxnSpPr>
          <p:spPr>
            <a:xfrm>
              <a:off x="108959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95121811-1A42-4778-9FCC-C322B2615B62}"/>
                </a:ext>
              </a:extLst>
            </p:cNvPr>
            <p:cNvCxnSpPr/>
            <p:nvPr/>
          </p:nvCxnSpPr>
          <p:spPr>
            <a:xfrm>
              <a:off x="1133744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6633EB62-F81E-47BF-9460-FEE5C83DA1F6}"/>
                </a:ext>
              </a:extLst>
            </p:cNvPr>
            <p:cNvCxnSpPr/>
            <p:nvPr/>
          </p:nvCxnSpPr>
          <p:spPr>
            <a:xfrm>
              <a:off x="117789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4C39A726-AC7F-493E-BD12-3DE9E0316946}"/>
                </a:ext>
              </a:extLst>
            </p:cNvPr>
            <p:cNvCxnSpPr/>
            <p:nvPr/>
          </p:nvCxnSpPr>
          <p:spPr>
            <a:xfrm>
              <a:off x="122204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D4748120-6AF0-4A82-A83F-95F0521B4CB2}"/>
                </a:ext>
              </a:extLst>
            </p:cNvPr>
            <p:cNvCxnSpPr/>
            <p:nvPr/>
          </p:nvCxnSpPr>
          <p:spPr>
            <a:xfrm>
              <a:off x="126619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1BAD4725-39F5-4FBF-8C58-0D099FDFC894}"/>
                </a:ext>
              </a:extLst>
            </p:cNvPr>
            <p:cNvCxnSpPr/>
            <p:nvPr/>
          </p:nvCxnSpPr>
          <p:spPr>
            <a:xfrm>
              <a:off x="1310350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D26D2B4E-5824-490D-96C1-D791B607BC94}"/>
                </a:ext>
              </a:extLst>
            </p:cNvPr>
            <p:cNvCxnSpPr/>
            <p:nvPr/>
          </p:nvCxnSpPr>
          <p:spPr>
            <a:xfrm>
              <a:off x="1354501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3C1A53CC-6ECD-41DC-96E5-BEA927A19082}"/>
                </a:ext>
              </a:extLst>
            </p:cNvPr>
            <p:cNvCxnSpPr/>
            <p:nvPr/>
          </p:nvCxnSpPr>
          <p:spPr>
            <a:xfrm>
              <a:off x="139865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34E471D0-1F5D-4410-AD18-1C750A4D39D9}"/>
                </a:ext>
              </a:extLst>
            </p:cNvPr>
            <p:cNvCxnSpPr/>
            <p:nvPr/>
          </p:nvCxnSpPr>
          <p:spPr>
            <a:xfrm>
              <a:off x="1442804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972845E4-AD11-4EE5-B4E2-6666B1C82768}"/>
                </a:ext>
              </a:extLst>
            </p:cNvPr>
            <p:cNvCxnSpPr/>
            <p:nvPr/>
          </p:nvCxnSpPr>
          <p:spPr>
            <a:xfrm>
              <a:off x="148695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A63E5D55-79BA-45C6-9F8F-C11B85F35F94}"/>
                </a:ext>
              </a:extLst>
            </p:cNvPr>
            <p:cNvCxnSpPr/>
            <p:nvPr/>
          </p:nvCxnSpPr>
          <p:spPr>
            <a:xfrm>
              <a:off x="155318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BCE643BD-7CD2-4A90-B372-1E4793C50E41}"/>
                </a:ext>
              </a:extLst>
            </p:cNvPr>
            <p:cNvCxnSpPr/>
            <p:nvPr/>
          </p:nvCxnSpPr>
          <p:spPr>
            <a:xfrm>
              <a:off x="159733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2547C60E-2D55-4BE6-B579-836074761C66}"/>
                </a:ext>
              </a:extLst>
            </p:cNvPr>
            <p:cNvCxnSpPr/>
            <p:nvPr/>
          </p:nvCxnSpPr>
          <p:spPr>
            <a:xfrm>
              <a:off x="164148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2C33EC8-89CB-46C4-B28F-BF8F651EE51C}"/>
                </a:ext>
              </a:extLst>
            </p:cNvPr>
            <p:cNvCxnSpPr/>
            <p:nvPr/>
          </p:nvCxnSpPr>
          <p:spPr>
            <a:xfrm>
              <a:off x="168563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F3688860-5B20-4B56-B01A-0139FB54D5BA}"/>
                </a:ext>
              </a:extLst>
            </p:cNvPr>
            <p:cNvCxnSpPr/>
            <p:nvPr/>
          </p:nvCxnSpPr>
          <p:spPr>
            <a:xfrm>
              <a:off x="1729789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76E66C00-FE5E-4830-8B81-8AD769436306}"/>
                </a:ext>
              </a:extLst>
            </p:cNvPr>
            <p:cNvCxnSpPr/>
            <p:nvPr/>
          </p:nvCxnSpPr>
          <p:spPr>
            <a:xfrm>
              <a:off x="177394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BFD2AEE-D934-408B-9921-0F57659A773C}"/>
                </a:ext>
              </a:extLst>
            </p:cNvPr>
            <p:cNvCxnSpPr/>
            <p:nvPr/>
          </p:nvCxnSpPr>
          <p:spPr>
            <a:xfrm>
              <a:off x="181809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F18E84B9-B6C0-4DC7-89D9-4C0285234058}"/>
                </a:ext>
              </a:extLst>
            </p:cNvPr>
            <p:cNvCxnSpPr/>
            <p:nvPr/>
          </p:nvCxnSpPr>
          <p:spPr>
            <a:xfrm>
              <a:off x="1862243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F84A147A-1A6B-42F0-AD86-2D6573D4D1A9}"/>
                </a:ext>
              </a:extLst>
            </p:cNvPr>
            <p:cNvCxnSpPr/>
            <p:nvPr/>
          </p:nvCxnSpPr>
          <p:spPr>
            <a:xfrm>
              <a:off x="190639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77C7AD3-251C-4244-AECA-8E158A99EB94}"/>
                </a:ext>
              </a:extLst>
            </p:cNvPr>
            <p:cNvCxnSpPr/>
            <p:nvPr/>
          </p:nvCxnSpPr>
          <p:spPr>
            <a:xfrm>
              <a:off x="1950546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CC763EAA-8C85-4C1F-8FE1-A969864F25A1}"/>
                </a:ext>
              </a:extLst>
            </p:cNvPr>
            <p:cNvCxnSpPr/>
            <p:nvPr/>
          </p:nvCxnSpPr>
          <p:spPr>
            <a:xfrm>
              <a:off x="199469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8057CA85-FA17-46A2-88A3-413A864A3D45}"/>
                </a:ext>
              </a:extLst>
            </p:cNvPr>
            <p:cNvCxnSpPr/>
            <p:nvPr/>
          </p:nvCxnSpPr>
          <p:spPr>
            <a:xfrm>
              <a:off x="2038848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4F558419-B1C4-4BBB-9768-586206898EB8}"/>
                </a:ext>
              </a:extLst>
            </p:cNvPr>
            <p:cNvCxnSpPr/>
            <p:nvPr/>
          </p:nvCxnSpPr>
          <p:spPr>
            <a:xfrm>
              <a:off x="208300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CD5F3B71-CBA6-4EE5-B097-FB736F5789D3}"/>
                </a:ext>
              </a:extLst>
            </p:cNvPr>
            <p:cNvCxnSpPr/>
            <p:nvPr/>
          </p:nvCxnSpPr>
          <p:spPr>
            <a:xfrm>
              <a:off x="212715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7D834B6D-8D15-4F0C-B76A-60CB76EFCD7C}"/>
                </a:ext>
              </a:extLst>
            </p:cNvPr>
            <p:cNvCxnSpPr/>
            <p:nvPr/>
          </p:nvCxnSpPr>
          <p:spPr>
            <a:xfrm>
              <a:off x="217130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8BB45BD8-F6EA-4277-B96F-B1777DC2750F}"/>
                </a:ext>
              </a:extLst>
            </p:cNvPr>
            <p:cNvCxnSpPr/>
            <p:nvPr/>
          </p:nvCxnSpPr>
          <p:spPr>
            <a:xfrm>
              <a:off x="221545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B60BDBCB-B562-4597-B4AA-14978BD3FB16}"/>
                </a:ext>
              </a:extLst>
            </p:cNvPr>
            <p:cNvCxnSpPr/>
            <p:nvPr/>
          </p:nvCxnSpPr>
          <p:spPr>
            <a:xfrm>
              <a:off x="1531108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3C259FA-7332-419F-88F8-1152035F4626}"/>
                </a:ext>
              </a:extLst>
            </p:cNvPr>
            <p:cNvCxnSpPr/>
            <p:nvPr/>
          </p:nvCxnSpPr>
          <p:spPr>
            <a:xfrm>
              <a:off x="157525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B84E19A5-65E6-4161-A0AD-FA5E00F20E4E}"/>
                </a:ext>
              </a:extLst>
            </p:cNvPr>
            <p:cNvCxnSpPr/>
            <p:nvPr/>
          </p:nvCxnSpPr>
          <p:spPr>
            <a:xfrm>
              <a:off x="161941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7BBB753-3784-4129-98E1-B3A23A68DF38}"/>
                </a:ext>
              </a:extLst>
            </p:cNvPr>
            <p:cNvCxnSpPr/>
            <p:nvPr/>
          </p:nvCxnSpPr>
          <p:spPr>
            <a:xfrm>
              <a:off x="166356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031D7C27-0B3B-4AD3-AFDD-2B6BBBA05D7D}"/>
                </a:ext>
              </a:extLst>
            </p:cNvPr>
            <p:cNvCxnSpPr/>
            <p:nvPr/>
          </p:nvCxnSpPr>
          <p:spPr>
            <a:xfrm>
              <a:off x="1707713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7D463ADB-A329-4278-B330-BBEE02535D43}"/>
                </a:ext>
              </a:extLst>
            </p:cNvPr>
            <p:cNvCxnSpPr/>
            <p:nvPr/>
          </p:nvCxnSpPr>
          <p:spPr>
            <a:xfrm>
              <a:off x="175186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1A0F7FE9-41DA-4F3A-9DC9-525A6BB798E1}"/>
                </a:ext>
              </a:extLst>
            </p:cNvPr>
            <p:cNvCxnSpPr/>
            <p:nvPr/>
          </p:nvCxnSpPr>
          <p:spPr>
            <a:xfrm>
              <a:off x="179601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3C9CAF86-53E5-4526-B2A2-440E19391077}"/>
                </a:ext>
              </a:extLst>
            </p:cNvPr>
            <p:cNvCxnSpPr/>
            <p:nvPr/>
          </p:nvCxnSpPr>
          <p:spPr>
            <a:xfrm>
              <a:off x="184016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D568AD71-5930-47BA-8F2B-E741A50E0048}"/>
                </a:ext>
              </a:extLst>
            </p:cNvPr>
            <p:cNvCxnSpPr/>
            <p:nvPr/>
          </p:nvCxnSpPr>
          <p:spPr>
            <a:xfrm>
              <a:off x="188431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00D791DB-F411-43A7-945B-46C0539A5FEF}"/>
                </a:ext>
              </a:extLst>
            </p:cNvPr>
            <p:cNvCxnSpPr/>
            <p:nvPr/>
          </p:nvCxnSpPr>
          <p:spPr>
            <a:xfrm>
              <a:off x="1928470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430FB28B-4E22-4CEF-92C3-98896CC5228A}"/>
                </a:ext>
              </a:extLst>
            </p:cNvPr>
            <p:cNvCxnSpPr/>
            <p:nvPr/>
          </p:nvCxnSpPr>
          <p:spPr>
            <a:xfrm>
              <a:off x="197262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15AC0772-1DDC-455F-8B02-A45D5044AE7F}"/>
                </a:ext>
              </a:extLst>
            </p:cNvPr>
            <p:cNvCxnSpPr/>
            <p:nvPr/>
          </p:nvCxnSpPr>
          <p:spPr>
            <a:xfrm>
              <a:off x="2016773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DFD5BF36-8145-4CDC-B828-F31851A8BC53}"/>
                </a:ext>
              </a:extLst>
            </p:cNvPr>
            <p:cNvCxnSpPr/>
            <p:nvPr/>
          </p:nvCxnSpPr>
          <p:spPr>
            <a:xfrm>
              <a:off x="206092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28A61F6-3581-4830-9244-706FA76A4A5E}"/>
                </a:ext>
              </a:extLst>
            </p:cNvPr>
            <p:cNvCxnSpPr/>
            <p:nvPr/>
          </p:nvCxnSpPr>
          <p:spPr>
            <a:xfrm>
              <a:off x="210507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2A70D4DF-F94D-4DBA-BD60-FC01CE37705E}"/>
                </a:ext>
              </a:extLst>
            </p:cNvPr>
            <p:cNvCxnSpPr/>
            <p:nvPr/>
          </p:nvCxnSpPr>
          <p:spPr>
            <a:xfrm>
              <a:off x="214922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0B808E4E-AF44-4BC1-A0C2-40D0DBB90C2E}"/>
                </a:ext>
              </a:extLst>
            </p:cNvPr>
            <p:cNvCxnSpPr/>
            <p:nvPr/>
          </p:nvCxnSpPr>
          <p:spPr>
            <a:xfrm>
              <a:off x="219337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0B600701-98A3-4957-9520-9A196DB63BC9}"/>
                </a:ext>
              </a:extLst>
            </p:cNvPr>
            <p:cNvCxnSpPr/>
            <p:nvPr/>
          </p:nvCxnSpPr>
          <p:spPr>
            <a:xfrm>
              <a:off x="223752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056ECDF4-1095-40A7-96EB-A5B3C17F11BE}"/>
                </a:ext>
              </a:extLst>
            </p:cNvPr>
            <p:cNvCxnSpPr/>
            <p:nvPr/>
          </p:nvCxnSpPr>
          <p:spPr>
            <a:xfrm>
              <a:off x="78850" y="103066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9DFEA9E3-DF2D-469B-A816-95CECA8C11A0}"/>
                </a:ext>
              </a:extLst>
            </p:cNvPr>
            <p:cNvCxnSpPr/>
            <p:nvPr/>
          </p:nvCxnSpPr>
          <p:spPr>
            <a:xfrm>
              <a:off x="78850" y="1011959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A8E7F84F-887D-4CBC-A118-01E8DED6E091}"/>
                </a:ext>
              </a:extLst>
            </p:cNvPr>
            <p:cNvCxnSpPr/>
            <p:nvPr/>
          </p:nvCxnSpPr>
          <p:spPr>
            <a:xfrm>
              <a:off x="78850" y="106568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B70D4DE5-115E-49E1-B1A3-BD4F8FBEAA0A}"/>
                </a:ext>
              </a:extLst>
            </p:cNvPr>
            <p:cNvCxnSpPr/>
            <p:nvPr/>
          </p:nvCxnSpPr>
          <p:spPr>
            <a:xfrm>
              <a:off x="78850" y="104698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1" name="TextBox 270">
            <a:extLst>
              <a:ext uri="{FF2B5EF4-FFF2-40B4-BE49-F238E27FC236}">
                <a16:creationId xmlns:a16="http://schemas.microsoft.com/office/drawing/2014/main" id="{B28A72BB-0897-4A88-8F39-48E54081ACF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2E3F0F36-CC2E-4A70-8E42-9C679DB3DC8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직사각형 176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D89AC6A9-78B8-4ADB-B526-69F1A94718B9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>
            <a:hlinkClick r:id="rId5" action="ppaction://hlinksldjump"/>
            <a:extLst>
              <a:ext uri="{FF2B5EF4-FFF2-40B4-BE49-F238E27FC236}">
                <a16:creationId xmlns:a16="http://schemas.microsoft.com/office/drawing/2014/main" id="{60D6B453-A7E3-4374-BDF8-5C9EFA5D9548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A1D79F6-9C8C-49DC-9313-DDD27C603C58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A85ACC7-0EDD-43A1-B5FD-E0295976F56F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직사각형 18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3BC8984-851C-4290-9D20-7863E9754750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D01A8F63-252A-4577-BB45-E08FE8B20FC2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7F17188A-BA5E-495F-8A6E-C143942F80D6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763D7664-05CF-4285-878A-11332FF01DCE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5030D118-50F5-4312-B896-C06FA026ADFB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9EBB68CD-F22A-48A2-A9A6-A8AA85D567A5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5E38CB8E-7496-4F79-AA69-B86728F41537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386553423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13D61993-5E8D-421A-A2C9-D1D834046D14}"/>
              </a:ext>
            </a:extLst>
          </p:cNvPr>
          <p:cNvGrpSpPr/>
          <p:nvPr/>
        </p:nvGrpSpPr>
        <p:grpSpPr>
          <a:xfrm>
            <a:off x="78850" y="539748"/>
            <a:ext cx="22517225" cy="10117140"/>
            <a:chOff x="78850" y="539748"/>
            <a:chExt cx="22517225" cy="10117140"/>
          </a:xfrm>
        </p:grpSpPr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89FF75C5-5470-4B4D-9F92-81F981CAA756}"/>
                </a:ext>
              </a:extLst>
            </p:cNvPr>
            <p:cNvCxnSpPr/>
            <p:nvPr/>
          </p:nvCxnSpPr>
          <p:spPr>
            <a:xfrm>
              <a:off x="78850" y="54745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9D90EA7-81B2-4B79-803A-4E38E7B15C05}"/>
                </a:ext>
              </a:extLst>
            </p:cNvPr>
            <p:cNvCxnSpPr/>
            <p:nvPr/>
          </p:nvCxnSpPr>
          <p:spPr>
            <a:xfrm>
              <a:off x="78850" y="93953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448033E8-07ED-4B2A-96AD-385231721C14}"/>
                </a:ext>
              </a:extLst>
            </p:cNvPr>
            <p:cNvCxnSpPr/>
            <p:nvPr/>
          </p:nvCxnSpPr>
          <p:spPr>
            <a:xfrm>
              <a:off x="78850" y="133161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1D0928DE-E202-4970-85FC-9E0EB0970506}"/>
                </a:ext>
              </a:extLst>
            </p:cNvPr>
            <p:cNvCxnSpPr/>
            <p:nvPr/>
          </p:nvCxnSpPr>
          <p:spPr>
            <a:xfrm>
              <a:off x="78850" y="172369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5C1A735-CAEE-452C-A13D-FD3B9EF17C0E}"/>
                </a:ext>
              </a:extLst>
            </p:cNvPr>
            <p:cNvCxnSpPr/>
            <p:nvPr/>
          </p:nvCxnSpPr>
          <p:spPr>
            <a:xfrm>
              <a:off x="78850" y="21157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52DE93B6-12DC-4F9E-B032-32D3088FCABF}"/>
                </a:ext>
              </a:extLst>
            </p:cNvPr>
            <p:cNvCxnSpPr/>
            <p:nvPr/>
          </p:nvCxnSpPr>
          <p:spPr>
            <a:xfrm>
              <a:off x="78853" y="289993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48172413-FFA0-4613-BF7D-8CDFB7FD7DAB}"/>
                </a:ext>
              </a:extLst>
            </p:cNvPr>
            <p:cNvCxnSpPr/>
            <p:nvPr/>
          </p:nvCxnSpPr>
          <p:spPr>
            <a:xfrm>
              <a:off x="78853" y="3684100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B06F9280-8163-4DEE-97B2-F4D50A069EE3}"/>
                </a:ext>
              </a:extLst>
            </p:cNvPr>
            <p:cNvCxnSpPr/>
            <p:nvPr/>
          </p:nvCxnSpPr>
          <p:spPr>
            <a:xfrm>
              <a:off x="78853" y="407618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9B4A061-D3B3-4A60-AAC5-FB739E22292C}"/>
                </a:ext>
              </a:extLst>
            </p:cNvPr>
            <p:cNvCxnSpPr/>
            <p:nvPr/>
          </p:nvCxnSpPr>
          <p:spPr>
            <a:xfrm>
              <a:off x="78853" y="446826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A58E7545-F9E6-4E9F-BBA9-F88306C27AF6}"/>
                </a:ext>
              </a:extLst>
            </p:cNvPr>
            <p:cNvCxnSpPr/>
            <p:nvPr/>
          </p:nvCxnSpPr>
          <p:spPr>
            <a:xfrm>
              <a:off x="78853" y="48603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182F0CA8-D41B-40C5-A33E-D2AEAD6B0A91}"/>
                </a:ext>
              </a:extLst>
            </p:cNvPr>
            <p:cNvCxnSpPr/>
            <p:nvPr/>
          </p:nvCxnSpPr>
          <p:spPr>
            <a:xfrm>
              <a:off x="78853" y="525242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B57673F8-8001-4FEC-8766-592CD88315BE}"/>
                </a:ext>
              </a:extLst>
            </p:cNvPr>
            <p:cNvCxnSpPr/>
            <p:nvPr/>
          </p:nvCxnSpPr>
          <p:spPr>
            <a:xfrm>
              <a:off x="78853" y="56445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649FFF4F-83C3-4186-8656-579A2B49B1D3}"/>
                </a:ext>
              </a:extLst>
            </p:cNvPr>
            <p:cNvCxnSpPr/>
            <p:nvPr/>
          </p:nvCxnSpPr>
          <p:spPr>
            <a:xfrm>
              <a:off x="78853" y="603658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0C4EC707-6321-47FE-BFF9-F57A8966BB27}"/>
                </a:ext>
              </a:extLst>
            </p:cNvPr>
            <p:cNvCxnSpPr/>
            <p:nvPr/>
          </p:nvCxnSpPr>
          <p:spPr>
            <a:xfrm>
              <a:off x="78853" y="642866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1C1A589E-03E6-4917-B078-20949EFDE9BE}"/>
                </a:ext>
              </a:extLst>
            </p:cNvPr>
            <p:cNvCxnSpPr/>
            <p:nvPr/>
          </p:nvCxnSpPr>
          <p:spPr>
            <a:xfrm>
              <a:off x="78853" y="682074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46D6C453-23DE-4A37-BD9B-D2EDCCC38D9B}"/>
                </a:ext>
              </a:extLst>
            </p:cNvPr>
            <p:cNvCxnSpPr/>
            <p:nvPr/>
          </p:nvCxnSpPr>
          <p:spPr>
            <a:xfrm>
              <a:off x="78853" y="721282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613F02-D598-4F86-BE4E-40CBA697CA22}"/>
                </a:ext>
              </a:extLst>
            </p:cNvPr>
            <p:cNvCxnSpPr/>
            <p:nvPr/>
          </p:nvCxnSpPr>
          <p:spPr>
            <a:xfrm>
              <a:off x="78853" y="760490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AB8A5030-DC6F-4BB7-A4CF-84483BE717E7}"/>
                </a:ext>
              </a:extLst>
            </p:cNvPr>
            <p:cNvCxnSpPr/>
            <p:nvPr/>
          </p:nvCxnSpPr>
          <p:spPr>
            <a:xfrm>
              <a:off x="78853" y="799698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8997130-092E-442D-BAAD-3CF0CE644FE0}"/>
                </a:ext>
              </a:extLst>
            </p:cNvPr>
            <p:cNvCxnSpPr/>
            <p:nvPr/>
          </p:nvCxnSpPr>
          <p:spPr>
            <a:xfrm>
              <a:off x="78853" y="838906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D2F96732-23FF-43FA-ACC2-C9B64FD4D2B2}"/>
                </a:ext>
              </a:extLst>
            </p:cNvPr>
            <p:cNvCxnSpPr/>
            <p:nvPr/>
          </p:nvCxnSpPr>
          <p:spPr>
            <a:xfrm>
              <a:off x="78850" y="87811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A647488F-B468-4170-8A83-68490C8C8853}"/>
                </a:ext>
              </a:extLst>
            </p:cNvPr>
            <p:cNvCxnSpPr/>
            <p:nvPr/>
          </p:nvCxnSpPr>
          <p:spPr>
            <a:xfrm>
              <a:off x="78850" y="917323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727D384-6147-4C7C-8B28-C6025D9769D9}"/>
                </a:ext>
              </a:extLst>
            </p:cNvPr>
            <p:cNvCxnSpPr/>
            <p:nvPr/>
          </p:nvCxnSpPr>
          <p:spPr>
            <a:xfrm>
              <a:off x="78850" y="95653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13B019D-7E2B-4F78-9B5C-886339B5DDC4}"/>
                </a:ext>
              </a:extLst>
            </p:cNvPr>
            <p:cNvCxnSpPr/>
            <p:nvPr/>
          </p:nvCxnSpPr>
          <p:spPr>
            <a:xfrm>
              <a:off x="78850" y="99573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DDEDADB-E605-4DB8-BBDD-2495B6BC9F13}"/>
                </a:ext>
              </a:extLst>
            </p:cNvPr>
            <p:cNvCxnSpPr/>
            <p:nvPr/>
          </p:nvCxnSpPr>
          <p:spPr>
            <a:xfrm>
              <a:off x="78853" y="329201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452520D8-9C45-4437-A11B-7ACF642C71C0}"/>
                </a:ext>
              </a:extLst>
            </p:cNvPr>
            <p:cNvCxnSpPr/>
            <p:nvPr/>
          </p:nvCxnSpPr>
          <p:spPr>
            <a:xfrm>
              <a:off x="78853" y="250785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4BE013AB-25B3-47AA-89DB-D75D44EBC887}"/>
                </a:ext>
              </a:extLst>
            </p:cNvPr>
            <p:cNvCxnSpPr/>
            <p:nvPr/>
          </p:nvCxnSpPr>
          <p:spPr>
            <a:xfrm>
              <a:off x="78850" y="7524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6A54A478-A315-4B96-B290-90BDB2BC9091}"/>
                </a:ext>
              </a:extLst>
            </p:cNvPr>
            <p:cNvCxnSpPr/>
            <p:nvPr/>
          </p:nvCxnSpPr>
          <p:spPr>
            <a:xfrm>
              <a:off x="78850" y="114457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0487B729-C5C3-4D46-B10C-2EB002F3E5B6}"/>
                </a:ext>
              </a:extLst>
            </p:cNvPr>
            <p:cNvCxnSpPr/>
            <p:nvPr/>
          </p:nvCxnSpPr>
          <p:spPr>
            <a:xfrm>
              <a:off x="78850" y="15366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75FA2AAC-A2C0-4D7F-9320-601E330C16A2}"/>
                </a:ext>
              </a:extLst>
            </p:cNvPr>
            <p:cNvCxnSpPr/>
            <p:nvPr/>
          </p:nvCxnSpPr>
          <p:spPr>
            <a:xfrm>
              <a:off x="78850" y="192873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DA6C5F10-F171-4305-AA78-55357062ECCB}"/>
                </a:ext>
              </a:extLst>
            </p:cNvPr>
            <p:cNvCxnSpPr/>
            <p:nvPr/>
          </p:nvCxnSpPr>
          <p:spPr>
            <a:xfrm>
              <a:off x="78853" y="23208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0887D414-10A7-4B35-8B01-89B9AC237E68}"/>
                </a:ext>
              </a:extLst>
            </p:cNvPr>
            <p:cNvCxnSpPr/>
            <p:nvPr/>
          </p:nvCxnSpPr>
          <p:spPr>
            <a:xfrm>
              <a:off x="78853" y="310497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CA6BEA60-376B-4711-A79C-D9397DE24791}"/>
                </a:ext>
              </a:extLst>
            </p:cNvPr>
            <p:cNvCxnSpPr/>
            <p:nvPr/>
          </p:nvCxnSpPr>
          <p:spPr>
            <a:xfrm>
              <a:off x="78853" y="388913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EF60E268-F8AE-4DA9-899C-044EF6861454}"/>
                </a:ext>
              </a:extLst>
            </p:cNvPr>
            <p:cNvCxnSpPr/>
            <p:nvPr/>
          </p:nvCxnSpPr>
          <p:spPr>
            <a:xfrm>
              <a:off x="78853" y="428121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112604E-33AC-46E3-973D-33A34B1B5836}"/>
                </a:ext>
              </a:extLst>
            </p:cNvPr>
            <p:cNvCxnSpPr/>
            <p:nvPr/>
          </p:nvCxnSpPr>
          <p:spPr>
            <a:xfrm>
              <a:off x="78853" y="467329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673FF41-BECC-40B3-AE0F-9B714840D03F}"/>
                </a:ext>
              </a:extLst>
            </p:cNvPr>
            <p:cNvCxnSpPr/>
            <p:nvPr/>
          </p:nvCxnSpPr>
          <p:spPr>
            <a:xfrm>
              <a:off x="78853" y="50653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F2EFF1EE-903D-41C4-BBDD-07ED34AF6527}"/>
                </a:ext>
              </a:extLst>
            </p:cNvPr>
            <p:cNvCxnSpPr/>
            <p:nvPr/>
          </p:nvCxnSpPr>
          <p:spPr>
            <a:xfrm>
              <a:off x="78853" y="545745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4227DF87-D787-4B49-93B1-132C95522C7B}"/>
                </a:ext>
              </a:extLst>
            </p:cNvPr>
            <p:cNvCxnSpPr/>
            <p:nvPr/>
          </p:nvCxnSpPr>
          <p:spPr>
            <a:xfrm>
              <a:off x="78853" y="584954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C8C5B4EF-B916-4AD8-AF68-93FD1B587BCD}"/>
                </a:ext>
              </a:extLst>
            </p:cNvPr>
            <p:cNvCxnSpPr/>
            <p:nvPr/>
          </p:nvCxnSpPr>
          <p:spPr>
            <a:xfrm>
              <a:off x="78853" y="624162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55BB7E6-D004-4D42-B2E5-8618FBA9345E}"/>
                </a:ext>
              </a:extLst>
            </p:cNvPr>
            <p:cNvCxnSpPr/>
            <p:nvPr/>
          </p:nvCxnSpPr>
          <p:spPr>
            <a:xfrm>
              <a:off x="78853" y="663370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FCFD00E1-B308-4B75-957E-20D48F82D562}"/>
                </a:ext>
              </a:extLst>
            </p:cNvPr>
            <p:cNvCxnSpPr/>
            <p:nvPr/>
          </p:nvCxnSpPr>
          <p:spPr>
            <a:xfrm>
              <a:off x="78853" y="702578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152C33DD-86E7-45AF-AF65-92DEABDB6058}"/>
                </a:ext>
              </a:extLst>
            </p:cNvPr>
            <p:cNvCxnSpPr/>
            <p:nvPr/>
          </p:nvCxnSpPr>
          <p:spPr>
            <a:xfrm>
              <a:off x="78853" y="741786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2F590CD6-E9AE-47FF-A449-0B43AFEC6664}"/>
                </a:ext>
              </a:extLst>
            </p:cNvPr>
            <p:cNvCxnSpPr/>
            <p:nvPr/>
          </p:nvCxnSpPr>
          <p:spPr>
            <a:xfrm>
              <a:off x="78853" y="780994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85160E99-5001-4336-AA29-A44D9E9FBD45}"/>
                </a:ext>
              </a:extLst>
            </p:cNvPr>
            <p:cNvCxnSpPr/>
            <p:nvPr/>
          </p:nvCxnSpPr>
          <p:spPr>
            <a:xfrm>
              <a:off x="78853" y="820202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84A0F0B3-366B-4600-96F4-2DB53F5F22F1}"/>
                </a:ext>
              </a:extLst>
            </p:cNvPr>
            <p:cNvCxnSpPr/>
            <p:nvPr/>
          </p:nvCxnSpPr>
          <p:spPr>
            <a:xfrm>
              <a:off x="78850" y="85941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F17C9EC9-967A-4B9E-B916-970E5E372218}"/>
                </a:ext>
              </a:extLst>
            </p:cNvPr>
            <p:cNvCxnSpPr/>
            <p:nvPr/>
          </p:nvCxnSpPr>
          <p:spPr>
            <a:xfrm>
              <a:off x="78850" y="898618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986BA661-7CAE-49CF-BFF6-8A2001229E8E}"/>
                </a:ext>
              </a:extLst>
            </p:cNvPr>
            <p:cNvCxnSpPr/>
            <p:nvPr/>
          </p:nvCxnSpPr>
          <p:spPr>
            <a:xfrm>
              <a:off x="78850" y="937826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55101F6A-74FF-4F34-9CBF-1E2048C6CBCA}"/>
                </a:ext>
              </a:extLst>
            </p:cNvPr>
            <p:cNvCxnSpPr/>
            <p:nvPr/>
          </p:nvCxnSpPr>
          <p:spPr>
            <a:xfrm>
              <a:off x="78850" y="977034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3CC7AB24-9D5A-470C-A6F5-52B75A088E08}"/>
                </a:ext>
              </a:extLst>
            </p:cNvPr>
            <p:cNvCxnSpPr/>
            <p:nvPr/>
          </p:nvCxnSpPr>
          <p:spPr>
            <a:xfrm>
              <a:off x="78853" y="3497055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E879BA8-D6CA-4FD7-AC19-E9E0C6377F23}"/>
                </a:ext>
              </a:extLst>
            </p:cNvPr>
            <p:cNvCxnSpPr/>
            <p:nvPr/>
          </p:nvCxnSpPr>
          <p:spPr>
            <a:xfrm>
              <a:off x="78853" y="27128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B0C9799D-B6BC-4193-9A5C-D3342865E3AB}"/>
                </a:ext>
              </a:extLst>
            </p:cNvPr>
            <p:cNvCxnSpPr>
              <a:cxnSpLocks/>
            </p:cNvCxnSpPr>
            <p:nvPr/>
          </p:nvCxnSpPr>
          <p:spPr>
            <a:xfrm>
              <a:off x="22596075" y="539749"/>
              <a:ext cx="0" cy="10117139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6550A32-A2DD-453F-872C-A8B04F4879AB}"/>
                </a:ext>
              </a:extLst>
            </p:cNvPr>
            <p:cNvCxnSpPr/>
            <p:nvPr/>
          </p:nvCxnSpPr>
          <p:spPr>
            <a:xfrm>
              <a:off x="5203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63745111-A2B5-4553-8B77-C80E69D4ACD5}"/>
                </a:ext>
              </a:extLst>
            </p:cNvPr>
            <p:cNvCxnSpPr/>
            <p:nvPr/>
          </p:nvCxnSpPr>
          <p:spPr>
            <a:xfrm>
              <a:off x="9618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642850F0-BC29-4E32-9F79-A8CCC6922C24}"/>
                </a:ext>
              </a:extLst>
            </p:cNvPr>
            <p:cNvCxnSpPr/>
            <p:nvPr/>
          </p:nvCxnSpPr>
          <p:spPr>
            <a:xfrm>
              <a:off x="14033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75A35B8B-6375-41AB-96EB-B05FF5C3CE64}"/>
                </a:ext>
              </a:extLst>
            </p:cNvPr>
            <p:cNvCxnSpPr/>
            <p:nvPr/>
          </p:nvCxnSpPr>
          <p:spPr>
            <a:xfrm>
              <a:off x="18449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66A849F4-1762-4F94-81B8-3959189C51F8}"/>
                </a:ext>
              </a:extLst>
            </p:cNvPr>
            <p:cNvCxnSpPr/>
            <p:nvPr/>
          </p:nvCxnSpPr>
          <p:spPr>
            <a:xfrm>
              <a:off x="22864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19A59251-25A0-4DB8-9191-96AF11B96FEE}"/>
                </a:ext>
              </a:extLst>
            </p:cNvPr>
            <p:cNvCxnSpPr/>
            <p:nvPr/>
          </p:nvCxnSpPr>
          <p:spPr>
            <a:xfrm>
              <a:off x="27279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A4C5D6F3-2895-42A9-A70B-F71DE75F701E}"/>
                </a:ext>
              </a:extLst>
            </p:cNvPr>
            <p:cNvCxnSpPr/>
            <p:nvPr/>
          </p:nvCxnSpPr>
          <p:spPr>
            <a:xfrm>
              <a:off x="31694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6BFC1F1C-0430-4909-8B9E-7250AEDE2052}"/>
                </a:ext>
              </a:extLst>
            </p:cNvPr>
            <p:cNvCxnSpPr/>
            <p:nvPr/>
          </p:nvCxnSpPr>
          <p:spPr>
            <a:xfrm>
              <a:off x="361095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9AA69C31-483C-4EF6-9202-74DDA9C4C0A1}"/>
                </a:ext>
              </a:extLst>
            </p:cNvPr>
            <p:cNvCxnSpPr/>
            <p:nvPr/>
          </p:nvCxnSpPr>
          <p:spPr>
            <a:xfrm>
              <a:off x="40524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3C03A75A-D205-4F38-8C81-06E30F2700AC}"/>
                </a:ext>
              </a:extLst>
            </p:cNvPr>
            <p:cNvCxnSpPr/>
            <p:nvPr/>
          </p:nvCxnSpPr>
          <p:spPr>
            <a:xfrm>
              <a:off x="44939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0A5BE1BB-3394-47F1-BD93-18EE3A7EA719}"/>
                </a:ext>
              </a:extLst>
            </p:cNvPr>
            <p:cNvCxnSpPr/>
            <p:nvPr/>
          </p:nvCxnSpPr>
          <p:spPr>
            <a:xfrm>
              <a:off x="49355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D9691C8D-F470-45BD-B03E-D0B858A3581D}"/>
                </a:ext>
              </a:extLst>
            </p:cNvPr>
            <p:cNvCxnSpPr/>
            <p:nvPr/>
          </p:nvCxnSpPr>
          <p:spPr>
            <a:xfrm>
              <a:off x="53770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59D93979-3860-43CF-BF7B-B7D7AA02874C}"/>
                </a:ext>
              </a:extLst>
            </p:cNvPr>
            <p:cNvCxnSpPr/>
            <p:nvPr/>
          </p:nvCxnSpPr>
          <p:spPr>
            <a:xfrm>
              <a:off x="58185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4C036FBA-0C7F-4F61-BBE5-95B47B0F78E0}"/>
                </a:ext>
              </a:extLst>
            </p:cNvPr>
            <p:cNvCxnSpPr/>
            <p:nvPr/>
          </p:nvCxnSpPr>
          <p:spPr>
            <a:xfrm>
              <a:off x="62600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A5ACD04E-1591-43C8-93AC-380A6AB6B39C}"/>
                </a:ext>
              </a:extLst>
            </p:cNvPr>
            <p:cNvCxnSpPr/>
            <p:nvPr/>
          </p:nvCxnSpPr>
          <p:spPr>
            <a:xfrm>
              <a:off x="670155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9223B57-4B86-4B39-9E75-82F61B09E644}"/>
                </a:ext>
              </a:extLst>
            </p:cNvPr>
            <p:cNvCxnSpPr/>
            <p:nvPr/>
          </p:nvCxnSpPr>
          <p:spPr>
            <a:xfrm>
              <a:off x="714306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3425A0E-0209-4794-8302-863A63AD9E4C}"/>
                </a:ext>
              </a:extLst>
            </p:cNvPr>
            <p:cNvCxnSpPr/>
            <p:nvPr/>
          </p:nvCxnSpPr>
          <p:spPr>
            <a:xfrm>
              <a:off x="75846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142C1E0A-F272-4E89-89C5-B14F161B3502}"/>
                </a:ext>
              </a:extLst>
            </p:cNvPr>
            <p:cNvCxnSpPr/>
            <p:nvPr/>
          </p:nvCxnSpPr>
          <p:spPr>
            <a:xfrm>
              <a:off x="29960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7D27341-7B40-4FE4-A59A-AD72C3CBEEC4}"/>
                </a:ext>
              </a:extLst>
            </p:cNvPr>
            <p:cNvCxnSpPr/>
            <p:nvPr/>
          </p:nvCxnSpPr>
          <p:spPr>
            <a:xfrm>
              <a:off x="7411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91D9F0D1-0CE0-47D0-91E2-0D2465E94DDB}"/>
                </a:ext>
              </a:extLst>
            </p:cNvPr>
            <p:cNvCxnSpPr/>
            <p:nvPr/>
          </p:nvCxnSpPr>
          <p:spPr>
            <a:xfrm>
              <a:off x="11826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025A8DF2-2C31-4309-9A83-03F3708B9153}"/>
                </a:ext>
              </a:extLst>
            </p:cNvPr>
            <p:cNvCxnSpPr/>
            <p:nvPr/>
          </p:nvCxnSpPr>
          <p:spPr>
            <a:xfrm>
              <a:off x="16241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4C135326-84D5-4FBE-85D9-FCE92AABF66C}"/>
                </a:ext>
              </a:extLst>
            </p:cNvPr>
            <p:cNvCxnSpPr/>
            <p:nvPr/>
          </p:nvCxnSpPr>
          <p:spPr>
            <a:xfrm>
              <a:off x="20656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B50F0F3D-BF6E-4069-AC98-62B6724EA2F6}"/>
                </a:ext>
              </a:extLst>
            </p:cNvPr>
            <p:cNvCxnSpPr/>
            <p:nvPr/>
          </p:nvCxnSpPr>
          <p:spPr>
            <a:xfrm>
              <a:off x="25071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947173-F540-46FB-A1BF-F4BD40643575}"/>
                </a:ext>
              </a:extLst>
            </p:cNvPr>
            <p:cNvCxnSpPr/>
            <p:nvPr/>
          </p:nvCxnSpPr>
          <p:spPr>
            <a:xfrm>
              <a:off x="29486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871A5BF8-AF8C-4691-9805-F2DF756F2457}"/>
                </a:ext>
              </a:extLst>
            </p:cNvPr>
            <p:cNvCxnSpPr/>
            <p:nvPr/>
          </p:nvCxnSpPr>
          <p:spPr>
            <a:xfrm>
              <a:off x="33902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2C904D49-7B67-4912-86AD-7F9556AEA625}"/>
                </a:ext>
              </a:extLst>
            </p:cNvPr>
            <p:cNvCxnSpPr/>
            <p:nvPr/>
          </p:nvCxnSpPr>
          <p:spPr>
            <a:xfrm>
              <a:off x="383171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189A5C41-C29D-4956-B743-E241CA177721}"/>
                </a:ext>
              </a:extLst>
            </p:cNvPr>
            <p:cNvCxnSpPr/>
            <p:nvPr/>
          </p:nvCxnSpPr>
          <p:spPr>
            <a:xfrm>
              <a:off x="42732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5ECCADD9-CC3F-45AE-B500-1A7D376C8102}"/>
                </a:ext>
              </a:extLst>
            </p:cNvPr>
            <p:cNvCxnSpPr/>
            <p:nvPr/>
          </p:nvCxnSpPr>
          <p:spPr>
            <a:xfrm>
              <a:off x="47147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46A45777-64BB-43AC-B0AB-902426958799}"/>
                </a:ext>
              </a:extLst>
            </p:cNvPr>
            <p:cNvCxnSpPr/>
            <p:nvPr/>
          </p:nvCxnSpPr>
          <p:spPr>
            <a:xfrm>
              <a:off x="51562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DC88713-02DD-4259-AD4D-C4C39FCA4429}"/>
                </a:ext>
              </a:extLst>
            </p:cNvPr>
            <p:cNvCxnSpPr/>
            <p:nvPr/>
          </p:nvCxnSpPr>
          <p:spPr>
            <a:xfrm>
              <a:off x="55977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E99AD0D-765C-4A2E-8214-430338095F8E}"/>
                </a:ext>
              </a:extLst>
            </p:cNvPr>
            <p:cNvCxnSpPr/>
            <p:nvPr/>
          </p:nvCxnSpPr>
          <p:spPr>
            <a:xfrm>
              <a:off x="60392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6E59582D-42FA-4D9B-8E4B-1C97C6FC1010}"/>
                </a:ext>
              </a:extLst>
            </p:cNvPr>
            <p:cNvCxnSpPr/>
            <p:nvPr/>
          </p:nvCxnSpPr>
          <p:spPr>
            <a:xfrm>
              <a:off x="64807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806179A-2AD8-4291-B0F4-07DF328CB874}"/>
                </a:ext>
              </a:extLst>
            </p:cNvPr>
            <p:cNvCxnSpPr/>
            <p:nvPr/>
          </p:nvCxnSpPr>
          <p:spPr>
            <a:xfrm>
              <a:off x="692231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518259B-5D42-405C-B639-CD8F10DD7CB0}"/>
                </a:ext>
              </a:extLst>
            </p:cNvPr>
            <p:cNvCxnSpPr/>
            <p:nvPr/>
          </p:nvCxnSpPr>
          <p:spPr>
            <a:xfrm>
              <a:off x="736382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8C8D4208-67FA-4575-BA20-633FF78D5C7B}"/>
                </a:ext>
              </a:extLst>
            </p:cNvPr>
            <p:cNvCxnSpPr/>
            <p:nvPr/>
          </p:nvCxnSpPr>
          <p:spPr>
            <a:xfrm>
              <a:off x="788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F0FCDF3-B854-44A1-8266-1DD9A77859D0}"/>
                </a:ext>
              </a:extLst>
            </p:cNvPr>
            <p:cNvCxnSpPr/>
            <p:nvPr/>
          </p:nvCxnSpPr>
          <p:spPr>
            <a:xfrm>
              <a:off x="802609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1A3E8F5B-8F63-45C9-8867-0BD4989B1E90}"/>
                </a:ext>
              </a:extLst>
            </p:cNvPr>
            <p:cNvCxnSpPr/>
            <p:nvPr/>
          </p:nvCxnSpPr>
          <p:spPr>
            <a:xfrm>
              <a:off x="84676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5C153601-285C-4557-9872-26E094FCF976}"/>
                </a:ext>
              </a:extLst>
            </p:cNvPr>
            <p:cNvCxnSpPr/>
            <p:nvPr/>
          </p:nvCxnSpPr>
          <p:spPr>
            <a:xfrm>
              <a:off x="89091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1631023-7AD6-4958-90DA-8CEDB68A6A1B}"/>
                </a:ext>
              </a:extLst>
            </p:cNvPr>
            <p:cNvCxnSpPr/>
            <p:nvPr/>
          </p:nvCxnSpPr>
          <p:spPr>
            <a:xfrm>
              <a:off x="93506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28DD67D1-47EF-439C-AA53-A983315D7415}"/>
                </a:ext>
              </a:extLst>
            </p:cNvPr>
            <p:cNvCxnSpPr/>
            <p:nvPr/>
          </p:nvCxnSpPr>
          <p:spPr>
            <a:xfrm>
              <a:off x="979215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2799406-915E-43F1-A757-64E0C9ABC4C1}"/>
                </a:ext>
              </a:extLst>
            </p:cNvPr>
            <p:cNvCxnSpPr/>
            <p:nvPr/>
          </p:nvCxnSpPr>
          <p:spPr>
            <a:xfrm>
              <a:off x="102336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79442787-0B25-4DDF-BC6E-27E23886D763}"/>
                </a:ext>
              </a:extLst>
            </p:cNvPr>
            <p:cNvCxnSpPr/>
            <p:nvPr/>
          </p:nvCxnSpPr>
          <p:spPr>
            <a:xfrm>
              <a:off x="106751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F36303E9-398D-40F2-B9E7-ECF70E9DED54}"/>
                </a:ext>
              </a:extLst>
            </p:cNvPr>
            <p:cNvCxnSpPr/>
            <p:nvPr/>
          </p:nvCxnSpPr>
          <p:spPr>
            <a:xfrm>
              <a:off x="1111669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689F7877-1F9D-414E-8796-0F400EDB17DA}"/>
                </a:ext>
              </a:extLst>
            </p:cNvPr>
            <p:cNvCxnSpPr/>
            <p:nvPr/>
          </p:nvCxnSpPr>
          <p:spPr>
            <a:xfrm>
              <a:off x="115582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9DC24A34-30D3-4717-9983-6C1587D3647C}"/>
                </a:ext>
              </a:extLst>
            </p:cNvPr>
            <p:cNvCxnSpPr/>
            <p:nvPr/>
          </p:nvCxnSpPr>
          <p:spPr>
            <a:xfrm>
              <a:off x="119997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6DD8466F-653F-4F98-A4D9-80981427A716}"/>
                </a:ext>
              </a:extLst>
            </p:cNvPr>
            <p:cNvCxnSpPr/>
            <p:nvPr/>
          </p:nvCxnSpPr>
          <p:spPr>
            <a:xfrm>
              <a:off x="124412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1E82A3-957F-4112-80AF-DDCD2EB502BE}"/>
                </a:ext>
              </a:extLst>
            </p:cNvPr>
            <p:cNvCxnSpPr/>
            <p:nvPr/>
          </p:nvCxnSpPr>
          <p:spPr>
            <a:xfrm>
              <a:off x="1288274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604AEF0-650D-484C-8E51-04BCCE574E8A}"/>
                </a:ext>
              </a:extLst>
            </p:cNvPr>
            <p:cNvCxnSpPr/>
            <p:nvPr/>
          </p:nvCxnSpPr>
          <p:spPr>
            <a:xfrm>
              <a:off x="1332426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C1F9935D-3E89-4DD4-8CA6-D4D25886F65A}"/>
                </a:ext>
              </a:extLst>
            </p:cNvPr>
            <p:cNvCxnSpPr/>
            <p:nvPr/>
          </p:nvCxnSpPr>
          <p:spPr>
            <a:xfrm>
              <a:off x="137657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CCB16A33-9B9B-44D7-9E20-6EC206B1D251}"/>
                </a:ext>
              </a:extLst>
            </p:cNvPr>
            <p:cNvCxnSpPr/>
            <p:nvPr/>
          </p:nvCxnSpPr>
          <p:spPr>
            <a:xfrm>
              <a:off x="142072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AB9DAEB6-73FB-4E1A-8A66-658E4EDA3EAD}"/>
                </a:ext>
              </a:extLst>
            </p:cNvPr>
            <p:cNvCxnSpPr/>
            <p:nvPr/>
          </p:nvCxnSpPr>
          <p:spPr>
            <a:xfrm>
              <a:off x="146488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81F01DB9-7DA0-4CA1-8A13-43CDE8298948}"/>
                </a:ext>
              </a:extLst>
            </p:cNvPr>
            <p:cNvCxnSpPr/>
            <p:nvPr/>
          </p:nvCxnSpPr>
          <p:spPr>
            <a:xfrm>
              <a:off x="150903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416B9F-D647-43F3-A661-F14AD696EC37}"/>
                </a:ext>
              </a:extLst>
            </p:cNvPr>
            <p:cNvCxnSpPr/>
            <p:nvPr/>
          </p:nvCxnSpPr>
          <p:spPr>
            <a:xfrm>
              <a:off x="780533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EBC50AB-C6F6-4FB9-ADF1-84575C06E23F}"/>
                </a:ext>
              </a:extLst>
            </p:cNvPr>
            <p:cNvCxnSpPr/>
            <p:nvPr/>
          </p:nvCxnSpPr>
          <p:spPr>
            <a:xfrm>
              <a:off x="824685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23328D47-7A7C-4679-87F0-CD265E0752CC}"/>
                </a:ext>
              </a:extLst>
            </p:cNvPr>
            <p:cNvCxnSpPr/>
            <p:nvPr/>
          </p:nvCxnSpPr>
          <p:spPr>
            <a:xfrm>
              <a:off x="868836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C50C66C-7E4F-48FA-8D10-C7099C5D03C6}"/>
                </a:ext>
              </a:extLst>
            </p:cNvPr>
            <p:cNvCxnSpPr/>
            <p:nvPr/>
          </p:nvCxnSpPr>
          <p:spPr>
            <a:xfrm>
              <a:off x="912988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0159571E-05B0-49C0-935F-1610D9B7204E}"/>
                </a:ext>
              </a:extLst>
            </p:cNvPr>
            <p:cNvCxnSpPr/>
            <p:nvPr/>
          </p:nvCxnSpPr>
          <p:spPr>
            <a:xfrm>
              <a:off x="95713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CBE3997F-C108-45BD-948A-0CD33648ADC4}"/>
                </a:ext>
              </a:extLst>
            </p:cNvPr>
            <p:cNvCxnSpPr/>
            <p:nvPr/>
          </p:nvCxnSpPr>
          <p:spPr>
            <a:xfrm>
              <a:off x="100129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0DEFAE6F-1A56-4CAA-BEB6-4AABA59A8478}"/>
                </a:ext>
              </a:extLst>
            </p:cNvPr>
            <p:cNvCxnSpPr/>
            <p:nvPr/>
          </p:nvCxnSpPr>
          <p:spPr>
            <a:xfrm>
              <a:off x="104544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17149F7-59CB-4071-9CF2-A3F095F63AC6}"/>
                </a:ext>
              </a:extLst>
            </p:cNvPr>
            <p:cNvCxnSpPr/>
            <p:nvPr/>
          </p:nvCxnSpPr>
          <p:spPr>
            <a:xfrm>
              <a:off x="108959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95121811-1A42-4778-9FCC-C322B2615B62}"/>
                </a:ext>
              </a:extLst>
            </p:cNvPr>
            <p:cNvCxnSpPr/>
            <p:nvPr/>
          </p:nvCxnSpPr>
          <p:spPr>
            <a:xfrm>
              <a:off x="1133744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6633EB62-F81E-47BF-9460-FEE5C83DA1F6}"/>
                </a:ext>
              </a:extLst>
            </p:cNvPr>
            <p:cNvCxnSpPr/>
            <p:nvPr/>
          </p:nvCxnSpPr>
          <p:spPr>
            <a:xfrm>
              <a:off x="117789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4C39A726-AC7F-493E-BD12-3DE9E0316946}"/>
                </a:ext>
              </a:extLst>
            </p:cNvPr>
            <p:cNvCxnSpPr/>
            <p:nvPr/>
          </p:nvCxnSpPr>
          <p:spPr>
            <a:xfrm>
              <a:off x="122204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D4748120-6AF0-4A82-A83F-95F0521B4CB2}"/>
                </a:ext>
              </a:extLst>
            </p:cNvPr>
            <p:cNvCxnSpPr/>
            <p:nvPr/>
          </p:nvCxnSpPr>
          <p:spPr>
            <a:xfrm>
              <a:off x="126619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1BAD4725-39F5-4FBF-8C58-0D099FDFC894}"/>
                </a:ext>
              </a:extLst>
            </p:cNvPr>
            <p:cNvCxnSpPr/>
            <p:nvPr/>
          </p:nvCxnSpPr>
          <p:spPr>
            <a:xfrm>
              <a:off x="1310350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D26D2B4E-5824-490D-96C1-D791B607BC94}"/>
                </a:ext>
              </a:extLst>
            </p:cNvPr>
            <p:cNvCxnSpPr/>
            <p:nvPr/>
          </p:nvCxnSpPr>
          <p:spPr>
            <a:xfrm>
              <a:off x="1354501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3C1A53CC-6ECD-41DC-96E5-BEA927A19082}"/>
                </a:ext>
              </a:extLst>
            </p:cNvPr>
            <p:cNvCxnSpPr/>
            <p:nvPr/>
          </p:nvCxnSpPr>
          <p:spPr>
            <a:xfrm>
              <a:off x="139865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34E471D0-1F5D-4410-AD18-1C750A4D39D9}"/>
                </a:ext>
              </a:extLst>
            </p:cNvPr>
            <p:cNvCxnSpPr/>
            <p:nvPr/>
          </p:nvCxnSpPr>
          <p:spPr>
            <a:xfrm>
              <a:off x="1442804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972845E4-AD11-4EE5-B4E2-6666B1C82768}"/>
                </a:ext>
              </a:extLst>
            </p:cNvPr>
            <p:cNvCxnSpPr/>
            <p:nvPr/>
          </p:nvCxnSpPr>
          <p:spPr>
            <a:xfrm>
              <a:off x="148695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A63E5D55-79BA-45C6-9F8F-C11B85F35F94}"/>
                </a:ext>
              </a:extLst>
            </p:cNvPr>
            <p:cNvCxnSpPr/>
            <p:nvPr/>
          </p:nvCxnSpPr>
          <p:spPr>
            <a:xfrm>
              <a:off x="155318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BCE643BD-7CD2-4A90-B372-1E4793C50E41}"/>
                </a:ext>
              </a:extLst>
            </p:cNvPr>
            <p:cNvCxnSpPr/>
            <p:nvPr/>
          </p:nvCxnSpPr>
          <p:spPr>
            <a:xfrm>
              <a:off x="159733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2547C60E-2D55-4BE6-B579-836074761C66}"/>
                </a:ext>
              </a:extLst>
            </p:cNvPr>
            <p:cNvCxnSpPr/>
            <p:nvPr/>
          </p:nvCxnSpPr>
          <p:spPr>
            <a:xfrm>
              <a:off x="164148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2C33EC8-89CB-46C4-B28F-BF8F651EE51C}"/>
                </a:ext>
              </a:extLst>
            </p:cNvPr>
            <p:cNvCxnSpPr/>
            <p:nvPr/>
          </p:nvCxnSpPr>
          <p:spPr>
            <a:xfrm>
              <a:off x="168563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F3688860-5B20-4B56-B01A-0139FB54D5BA}"/>
                </a:ext>
              </a:extLst>
            </p:cNvPr>
            <p:cNvCxnSpPr/>
            <p:nvPr/>
          </p:nvCxnSpPr>
          <p:spPr>
            <a:xfrm>
              <a:off x="1729789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76E66C00-FE5E-4830-8B81-8AD769436306}"/>
                </a:ext>
              </a:extLst>
            </p:cNvPr>
            <p:cNvCxnSpPr/>
            <p:nvPr/>
          </p:nvCxnSpPr>
          <p:spPr>
            <a:xfrm>
              <a:off x="177394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BFD2AEE-D934-408B-9921-0F57659A773C}"/>
                </a:ext>
              </a:extLst>
            </p:cNvPr>
            <p:cNvCxnSpPr/>
            <p:nvPr/>
          </p:nvCxnSpPr>
          <p:spPr>
            <a:xfrm>
              <a:off x="181809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F18E84B9-B6C0-4DC7-89D9-4C0285234058}"/>
                </a:ext>
              </a:extLst>
            </p:cNvPr>
            <p:cNvCxnSpPr/>
            <p:nvPr/>
          </p:nvCxnSpPr>
          <p:spPr>
            <a:xfrm>
              <a:off x="1862243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F84A147A-1A6B-42F0-AD86-2D6573D4D1A9}"/>
                </a:ext>
              </a:extLst>
            </p:cNvPr>
            <p:cNvCxnSpPr/>
            <p:nvPr/>
          </p:nvCxnSpPr>
          <p:spPr>
            <a:xfrm>
              <a:off x="190639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77C7AD3-251C-4244-AECA-8E158A99EB94}"/>
                </a:ext>
              </a:extLst>
            </p:cNvPr>
            <p:cNvCxnSpPr/>
            <p:nvPr/>
          </p:nvCxnSpPr>
          <p:spPr>
            <a:xfrm>
              <a:off x="1950546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CC763EAA-8C85-4C1F-8FE1-A969864F25A1}"/>
                </a:ext>
              </a:extLst>
            </p:cNvPr>
            <p:cNvCxnSpPr/>
            <p:nvPr/>
          </p:nvCxnSpPr>
          <p:spPr>
            <a:xfrm>
              <a:off x="199469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8057CA85-FA17-46A2-88A3-413A864A3D45}"/>
                </a:ext>
              </a:extLst>
            </p:cNvPr>
            <p:cNvCxnSpPr/>
            <p:nvPr/>
          </p:nvCxnSpPr>
          <p:spPr>
            <a:xfrm>
              <a:off x="2038848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4F558419-B1C4-4BBB-9768-586206898EB8}"/>
                </a:ext>
              </a:extLst>
            </p:cNvPr>
            <p:cNvCxnSpPr/>
            <p:nvPr/>
          </p:nvCxnSpPr>
          <p:spPr>
            <a:xfrm>
              <a:off x="208300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CD5F3B71-CBA6-4EE5-B097-FB736F5789D3}"/>
                </a:ext>
              </a:extLst>
            </p:cNvPr>
            <p:cNvCxnSpPr/>
            <p:nvPr/>
          </p:nvCxnSpPr>
          <p:spPr>
            <a:xfrm>
              <a:off x="212715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7D834B6D-8D15-4F0C-B76A-60CB76EFCD7C}"/>
                </a:ext>
              </a:extLst>
            </p:cNvPr>
            <p:cNvCxnSpPr/>
            <p:nvPr/>
          </p:nvCxnSpPr>
          <p:spPr>
            <a:xfrm>
              <a:off x="217130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8BB45BD8-F6EA-4277-B96F-B1777DC2750F}"/>
                </a:ext>
              </a:extLst>
            </p:cNvPr>
            <p:cNvCxnSpPr/>
            <p:nvPr/>
          </p:nvCxnSpPr>
          <p:spPr>
            <a:xfrm>
              <a:off x="221545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B60BDBCB-B562-4597-B4AA-14978BD3FB16}"/>
                </a:ext>
              </a:extLst>
            </p:cNvPr>
            <p:cNvCxnSpPr/>
            <p:nvPr/>
          </p:nvCxnSpPr>
          <p:spPr>
            <a:xfrm>
              <a:off x="1531108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3C259FA-7332-419F-88F8-1152035F4626}"/>
                </a:ext>
              </a:extLst>
            </p:cNvPr>
            <p:cNvCxnSpPr/>
            <p:nvPr/>
          </p:nvCxnSpPr>
          <p:spPr>
            <a:xfrm>
              <a:off x="157525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B84E19A5-65E6-4161-A0AD-FA5E00F20E4E}"/>
                </a:ext>
              </a:extLst>
            </p:cNvPr>
            <p:cNvCxnSpPr/>
            <p:nvPr/>
          </p:nvCxnSpPr>
          <p:spPr>
            <a:xfrm>
              <a:off x="161941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7BBB753-3784-4129-98E1-B3A23A68DF38}"/>
                </a:ext>
              </a:extLst>
            </p:cNvPr>
            <p:cNvCxnSpPr/>
            <p:nvPr/>
          </p:nvCxnSpPr>
          <p:spPr>
            <a:xfrm>
              <a:off x="166356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031D7C27-0B3B-4AD3-AFDD-2B6BBBA05D7D}"/>
                </a:ext>
              </a:extLst>
            </p:cNvPr>
            <p:cNvCxnSpPr/>
            <p:nvPr/>
          </p:nvCxnSpPr>
          <p:spPr>
            <a:xfrm>
              <a:off x="1707713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7D463ADB-A329-4278-B330-BBEE02535D43}"/>
                </a:ext>
              </a:extLst>
            </p:cNvPr>
            <p:cNvCxnSpPr/>
            <p:nvPr/>
          </p:nvCxnSpPr>
          <p:spPr>
            <a:xfrm>
              <a:off x="175186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1A0F7FE9-41DA-4F3A-9DC9-525A6BB798E1}"/>
                </a:ext>
              </a:extLst>
            </p:cNvPr>
            <p:cNvCxnSpPr/>
            <p:nvPr/>
          </p:nvCxnSpPr>
          <p:spPr>
            <a:xfrm>
              <a:off x="179601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3C9CAF86-53E5-4526-B2A2-440E19391077}"/>
                </a:ext>
              </a:extLst>
            </p:cNvPr>
            <p:cNvCxnSpPr/>
            <p:nvPr/>
          </p:nvCxnSpPr>
          <p:spPr>
            <a:xfrm>
              <a:off x="184016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D568AD71-5930-47BA-8F2B-E741A50E0048}"/>
                </a:ext>
              </a:extLst>
            </p:cNvPr>
            <p:cNvCxnSpPr/>
            <p:nvPr/>
          </p:nvCxnSpPr>
          <p:spPr>
            <a:xfrm>
              <a:off x="188431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00D791DB-F411-43A7-945B-46C0539A5FEF}"/>
                </a:ext>
              </a:extLst>
            </p:cNvPr>
            <p:cNvCxnSpPr/>
            <p:nvPr/>
          </p:nvCxnSpPr>
          <p:spPr>
            <a:xfrm>
              <a:off x="1928470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430FB28B-4E22-4CEF-92C3-98896CC5228A}"/>
                </a:ext>
              </a:extLst>
            </p:cNvPr>
            <p:cNvCxnSpPr/>
            <p:nvPr/>
          </p:nvCxnSpPr>
          <p:spPr>
            <a:xfrm>
              <a:off x="197262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15AC0772-1DDC-455F-8B02-A45D5044AE7F}"/>
                </a:ext>
              </a:extLst>
            </p:cNvPr>
            <p:cNvCxnSpPr/>
            <p:nvPr/>
          </p:nvCxnSpPr>
          <p:spPr>
            <a:xfrm>
              <a:off x="2016773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DFD5BF36-8145-4CDC-B828-F31851A8BC53}"/>
                </a:ext>
              </a:extLst>
            </p:cNvPr>
            <p:cNvCxnSpPr/>
            <p:nvPr/>
          </p:nvCxnSpPr>
          <p:spPr>
            <a:xfrm>
              <a:off x="206092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28A61F6-3581-4830-9244-706FA76A4A5E}"/>
                </a:ext>
              </a:extLst>
            </p:cNvPr>
            <p:cNvCxnSpPr/>
            <p:nvPr/>
          </p:nvCxnSpPr>
          <p:spPr>
            <a:xfrm>
              <a:off x="210507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2A70D4DF-F94D-4DBA-BD60-FC01CE37705E}"/>
                </a:ext>
              </a:extLst>
            </p:cNvPr>
            <p:cNvCxnSpPr/>
            <p:nvPr/>
          </p:nvCxnSpPr>
          <p:spPr>
            <a:xfrm>
              <a:off x="214922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0B808E4E-AF44-4BC1-A0C2-40D0DBB90C2E}"/>
                </a:ext>
              </a:extLst>
            </p:cNvPr>
            <p:cNvCxnSpPr/>
            <p:nvPr/>
          </p:nvCxnSpPr>
          <p:spPr>
            <a:xfrm>
              <a:off x="219337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0B600701-98A3-4957-9520-9A196DB63BC9}"/>
                </a:ext>
              </a:extLst>
            </p:cNvPr>
            <p:cNvCxnSpPr/>
            <p:nvPr/>
          </p:nvCxnSpPr>
          <p:spPr>
            <a:xfrm>
              <a:off x="223752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056ECDF4-1095-40A7-96EB-A5B3C17F11BE}"/>
                </a:ext>
              </a:extLst>
            </p:cNvPr>
            <p:cNvCxnSpPr/>
            <p:nvPr/>
          </p:nvCxnSpPr>
          <p:spPr>
            <a:xfrm>
              <a:off x="78850" y="103066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9DFEA9E3-DF2D-469B-A816-95CECA8C11A0}"/>
                </a:ext>
              </a:extLst>
            </p:cNvPr>
            <p:cNvCxnSpPr/>
            <p:nvPr/>
          </p:nvCxnSpPr>
          <p:spPr>
            <a:xfrm>
              <a:off x="78850" y="1011959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A8E7F84F-887D-4CBC-A118-01E8DED6E091}"/>
                </a:ext>
              </a:extLst>
            </p:cNvPr>
            <p:cNvCxnSpPr/>
            <p:nvPr/>
          </p:nvCxnSpPr>
          <p:spPr>
            <a:xfrm>
              <a:off x="78850" y="106568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B70D4DE5-115E-49E1-B1A3-BD4F8FBEAA0A}"/>
                </a:ext>
              </a:extLst>
            </p:cNvPr>
            <p:cNvCxnSpPr/>
            <p:nvPr/>
          </p:nvCxnSpPr>
          <p:spPr>
            <a:xfrm>
              <a:off x="78850" y="104698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1" name="TextBox 270">
            <a:extLst>
              <a:ext uri="{FF2B5EF4-FFF2-40B4-BE49-F238E27FC236}">
                <a16:creationId xmlns:a16="http://schemas.microsoft.com/office/drawing/2014/main" id="{B28A72BB-0897-4A88-8F39-48E54081ACF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75" name="그림 17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E8C7FAC0-06D6-4BF4-82DF-FA2A9C2927D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직사각형 176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687D0C8B-B606-48F5-8A4B-2E726B309925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8" name="직사각형 177">
            <a:hlinkClick r:id="rId5" action="ppaction://hlinksldjump"/>
            <a:extLst>
              <a:ext uri="{FF2B5EF4-FFF2-40B4-BE49-F238E27FC236}">
                <a16:creationId xmlns:a16="http://schemas.microsoft.com/office/drawing/2014/main" id="{8F638E94-0478-4D39-AF8B-9760674B855D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9" name="직사각형 1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93A99D2-8D3B-42F0-A748-0F322DE9D1B6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AD7A5B8-A7F4-40A9-86DD-0B39A704E65F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직사각형 18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91FC19F-BFA4-44AE-B18A-816EBF9A1684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77AF7990-0528-4DFB-BEE9-7F64D4075470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0F128766-FB66-4AA7-9982-68F8C4262E4F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3966A64D-BB12-4B32-92C4-E832A5C1C99B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8F59FB60-3352-4916-91C5-6A3D37A7D5D8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30D750CF-3CB4-4515-A23D-C29660DAA735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62BA22F9-3E12-48A4-B581-A07A3387B412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705860750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TextBox 115">
            <a:extLst>
              <a:ext uri="{FF2B5EF4-FFF2-40B4-BE49-F238E27FC236}">
                <a16:creationId xmlns:a16="http://schemas.microsoft.com/office/drawing/2014/main" id="{A42B1932-D1EA-41F3-9CFB-EAF76809AA6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14" name="그림 113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94A6BB16-C6B9-4E42-BA21-5BD5C69DE8C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15" name="직사각형 114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23F754BE-DDC7-4ADF-9DC5-2CEFD8F102B4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7" name="직사각형 116">
            <a:hlinkClick r:id="rId5" action="ppaction://hlinksldjump"/>
            <a:extLst>
              <a:ext uri="{FF2B5EF4-FFF2-40B4-BE49-F238E27FC236}">
                <a16:creationId xmlns:a16="http://schemas.microsoft.com/office/drawing/2014/main" id="{BE166C3C-EC01-4113-8165-E68BE67215CF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8" name="직사각형 11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EE8F98A-AC39-4A35-930C-8820F99180EF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9" name="직사각형 11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99EF382-511D-4C3F-AA71-D905C083F5D9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0" name="직사각형 11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E788FF6-70DC-48D8-8323-446DA49604F1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B3FF0856-589A-482E-8C8A-228927F9FFA8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8C1177A0-99CE-4679-AD13-E63065EBF57B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31C4FF37-E6B3-46F3-90EC-E33102860BF2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93E4AEAA-A992-4773-A40C-E64DBF0802D9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627F00A7-B7B3-4D76-BDDB-EFCC2AAD780D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D52D57C4-3A44-46EF-8070-D3BB8F084106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DAD1A256-BE76-4CD8-A206-05A0EA1D4E7A}"/>
              </a:ext>
            </a:extLst>
          </p:cNvPr>
          <p:cNvGrpSpPr/>
          <p:nvPr/>
        </p:nvGrpSpPr>
        <p:grpSpPr>
          <a:xfrm>
            <a:off x="71443" y="539750"/>
            <a:ext cx="10971695" cy="10117138"/>
            <a:chOff x="168273" y="415925"/>
            <a:chExt cx="4787902" cy="6408738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D8E033E5-86B5-4F9A-B00C-29C4C3509F8B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177" name="모서리가 둥근 직사각형 302">
                <a:extLst>
                  <a:ext uri="{FF2B5EF4-FFF2-40B4-BE49-F238E27FC236}">
                    <a16:creationId xmlns:a16="http://schemas.microsoft.com/office/drawing/2014/main" id="{8A3540E8-9C3F-4010-B244-2EE864D2B190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78" name="직선 연결선 177">
                <a:extLst>
                  <a:ext uri="{FF2B5EF4-FFF2-40B4-BE49-F238E27FC236}">
                    <a16:creationId xmlns:a16="http://schemas.microsoft.com/office/drawing/2014/main" id="{51025F25-E791-48AE-8A10-8B39BD6B2186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직선 연결선 178">
                <a:extLst>
                  <a:ext uri="{FF2B5EF4-FFF2-40B4-BE49-F238E27FC236}">
                    <a16:creationId xmlns:a16="http://schemas.microsoft.com/office/drawing/2014/main" id="{8578769B-2E0A-4503-BF05-409AFF5E0E09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>
                <a:extLst>
                  <a:ext uri="{FF2B5EF4-FFF2-40B4-BE49-F238E27FC236}">
                    <a16:creationId xmlns:a16="http://schemas.microsoft.com/office/drawing/2014/main" id="{B548839A-8142-4F34-A8FE-72FFD76C1D7D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25E2E5E0-8EBC-4082-9E96-54E540E66946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" name="그룹 128">
              <a:extLst>
                <a:ext uri="{FF2B5EF4-FFF2-40B4-BE49-F238E27FC236}">
                  <a16:creationId xmlns:a16="http://schemas.microsoft.com/office/drawing/2014/main" id="{8B9AD95A-9702-4A79-9128-8A0F31655D57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172" name="모서리가 둥근 직사각형 302">
                <a:extLst>
                  <a:ext uri="{FF2B5EF4-FFF2-40B4-BE49-F238E27FC236}">
                    <a16:creationId xmlns:a16="http://schemas.microsoft.com/office/drawing/2014/main" id="{D727676E-B7E8-4548-9E9D-A620B12A0B01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52F00E4C-3815-48A3-B8E7-F7119A3E3289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33F99D2C-4838-4DF0-99F3-9A22FD20268F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직선 연결선 174">
                <a:extLst>
                  <a:ext uri="{FF2B5EF4-FFF2-40B4-BE49-F238E27FC236}">
                    <a16:creationId xmlns:a16="http://schemas.microsoft.com/office/drawing/2014/main" id="{46380AEB-389C-4B47-B7C2-6FFE954135FF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직선 연결선 175">
                <a:extLst>
                  <a:ext uri="{FF2B5EF4-FFF2-40B4-BE49-F238E27FC236}">
                    <a16:creationId xmlns:a16="http://schemas.microsoft.com/office/drawing/2014/main" id="{379BBA4C-045A-431F-9DF5-D6CB53D12DE6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0" name="그룹 129">
              <a:extLst>
                <a:ext uri="{FF2B5EF4-FFF2-40B4-BE49-F238E27FC236}">
                  <a16:creationId xmlns:a16="http://schemas.microsoft.com/office/drawing/2014/main" id="{E1E8BC6F-E8FE-45EC-8FA7-CCADF4D41404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167" name="모서리가 둥근 직사각형 302">
                <a:extLst>
                  <a:ext uri="{FF2B5EF4-FFF2-40B4-BE49-F238E27FC236}">
                    <a16:creationId xmlns:a16="http://schemas.microsoft.com/office/drawing/2014/main" id="{0741A5FA-8E9C-4C1D-9EBA-E9A2E72FC9A5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7260CEC5-5B40-4123-9314-5FDB97FE944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CB1E74C5-8607-47CC-9BBA-1D93EF03C972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6ADDF558-049D-4E4D-94C3-1FC7DA8E3751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10A9DE28-9CC8-4991-965D-4C40EEAA3C81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131ECD7D-9E83-4ADC-A754-235763E29F60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162" name="모서리가 둥근 직사각형 302">
                <a:extLst>
                  <a:ext uri="{FF2B5EF4-FFF2-40B4-BE49-F238E27FC236}">
                    <a16:creationId xmlns:a16="http://schemas.microsoft.com/office/drawing/2014/main" id="{C0B0362C-1BAF-4E18-A2EF-06A1A06405F5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63" name="직선 연결선 162">
                <a:extLst>
                  <a:ext uri="{FF2B5EF4-FFF2-40B4-BE49-F238E27FC236}">
                    <a16:creationId xmlns:a16="http://schemas.microsoft.com/office/drawing/2014/main" id="{E848D9C5-5FE3-41B2-B41F-9AF46E95BEF8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4B9AC77B-3257-478D-98AB-EE945BAD418C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CB895AA0-14DB-4B27-B3CC-597BB5105046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240757F1-EE7E-4285-9E28-E8E37533399D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D612A434-D052-4BCE-8D19-2F9A93A2525B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157" name="모서리가 둥근 직사각형 302">
                <a:extLst>
                  <a:ext uri="{FF2B5EF4-FFF2-40B4-BE49-F238E27FC236}">
                    <a16:creationId xmlns:a16="http://schemas.microsoft.com/office/drawing/2014/main" id="{B14A7538-D6A5-4B48-AB54-6851689A9EB3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58" name="직선 연결선 157">
                <a:extLst>
                  <a:ext uri="{FF2B5EF4-FFF2-40B4-BE49-F238E27FC236}">
                    <a16:creationId xmlns:a16="http://schemas.microsoft.com/office/drawing/2014/main" id="{444E5204-FF5C-4BBE-B8CF-D811B023AEE9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>
                <a:extLst>
                  <a:ext uri="{FF2B5EF4-FFF2-40B4-BE49-F238E27FC236}">
                    <a16:creationId xmlns:a16="http://schemas.microsoft.com/office/drawing/2014/main" id="{F2370A2A-989B-4273-AA76-A711FD5862FE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직선 연결선 159">
                <a:extLst>
                  <a:ext uri="{FF2B5EF4-FFF2-40B4-BE49-F238E27FC236}">
                    <a16:creationId xmlns:a16="http://schemas.microsoft.com/office/drawing/2014/main" id="{CCAA24EA-DE9E-42CA-97C4-6CFB480B768A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1FFCC986-080E-4891-9C1F-990D13DE2114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3" name="그룹 132">
              <a:extLst>
                <a:ext uri="{FF2B5EF4-FFF2-40B4-BE49-F238E27FC236}">
                  <a16:creationId xmlns:a16="http://schemas.microsoft.com/office/drawing/2014/main" id="{0C44CF38-F064-497D-A095-5CB171C93C9C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152" name="모서리가 둥근 직사각형 302">
                <a:extLst>
                  <a:ext uri="{FF2B5EF4-FFF2-40B4-BE49-F238E27FC236}">
                    <a16:creationId xmlns:a16="http://schemas.microsoft.com/office/drawing/2014/main" id="{BBC1FDF4-CF8F-4063-87C3-CF1A4F073DB8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53" name="직선 연결선 152">
                <a:extLst>
                  <a:ext uri="{FF2B5EF4-FFF2-40B4-BE49-F238E27FC236}">
                    <a16:creationId xmlns:a16="http://schemas.microsoft.com/office/drawing/2014/main" id="{A6B779E5-FB07-4E48-BB72-2E3B72F04774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직선 연결선 153">
                <a:extLst>
                  <a:ext uri="{FF2B5EF4-FFF2-40B4-BE49-F238E27FC236}">
                    <a16:creationId xmlns:a16="http://schemas.microsoft.com/office/drawing/2014/main" id="{5DC0EFEE-277F-456A-B462-56F0C643245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>
                <a:extLst>
                  <a:ext uri="{FF2B5EF4-FFF2-40B4-BE49-F238E27FC236}">
                    <a16:creationId xmlns:a16="http://schemas.microsoft.com/office/drawing/2014/main" id="{598E9969-1B6B-4BAA-8032-7DFF70CCCF66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직선 연결선 155">
                <a:extLst>
                  <a:ext uri="{FF2B5EF4-FFF2-40B4-BE49-F238E27FC236}">
                    <a16:creationId xmlns:a16="http://schemas.microsoft.com/office/drawing/2014/main" id="{54F90937-30D9-4283-9826-034972FAAE4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C012D922-A637-44E2-BAEB-029CE3F6DEFA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147" name="모서리가 둥근 직사각형 302">
                <a:extLst>
                  <a:ext uri="{FF2B5EF4-FFF2-40B4-BE49-F238E27FC236}">
                    <a16:creationId xmlns:a16="http://schemas.microsoft.com/office/drawing/2014/main" id="{70B757DD-620E-4A52-BA00-2D781D6A3F07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48" name="직선 연결선 147">
                <a:extLst>
                  <a:ext uri="{FF2B5EF4-FFF2-40B4-BE49-F238E27FC236}">
                    <a16:creationId xmlns:a16="http://schemas.microsoft.com/office/drawing/2014/main" id="{DEB676F7-90F6-410E-9C05-886B4972E925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직선 연결선 148">
                <a:extLst>
                  <a:ext uri="{FF2B5EF4-FFF2-40B4-BE49-F238E27FC236}">
                    <a16:creationId xmlns:a16="http://schemas.microsoft.com/office/drawing/2014/main" id="{7637DD3C-8824-4FF9-807C-513045703210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>
                <a:extLst>
                  <a:ext uri="{FF2B5EF4-FFF2-40B4-BE49-F238E27FC236}">
                    <a16:creationId xmlns:a16="http://schemas.microsoft.com/office/drawing/2014/main" id="{BC8DA812-BB60-4618-BC40-EEDA9BCE8ACF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>
                <a:extLst>
                  <a:ext uri="{FF2B5EF4-FFF2-40B4-BE49-F238E27FC236}">
                    <a16:creationId xmlns:a16="http://schemas.microsoft.com/office/drawing/2014/main" id="{933ECDEC-4920-43BC-AB90-8D663AD20D33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5" name="그룹 134">
              <a:extLst>
                <a:ext uri="{FF2B5EF4-FFF2-40B4-BE49-F238E27FC236}">
                  <a16:creationId xmlns:a16="http://schemas.microsoft.com/office/drawing/2014/main" id="{9A1ED664-072E-40C9-A4F6-A1662F118729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142" name="모서리가 둥근 직사각형 302">
                <a:extLst>
                  <a:ext uri="{FF2B5EF4-FFF2-40B4-BE49-F238E27FC236}">
                    <a16:creationId xmlns:a16="http://schemas.microsoft.com/office/drawing/2014/main" id="{1406CD99-1DD3-4F41-AD3A-B0AE2B8A652E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43" name="직선 연결선 142">
                <a:extLst>
                  <a:ext uri="{FF2B5EF4-FFF2-40B4-BE49-F238E27FC236}">
                    <a16:creationId xmlns:a16="http://schemas.microsoft.com/office/drawing/2014/main" id="{78D622B2-FE55-420D-ACC7-B72FCA58CBD6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직선 연결선 143">
                <a:extLst>
                  <a:ext uri="{FF2B5EF4-FFF2-40B4-BE49-F238E27FC236}">
                    <a16:creationId xmlns:a16="http://schemas.microsoft.com/office/drawing/2014/main" id="{939293FF-F5C5-4B64-B32E-2EECD3FFFA1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직선 연결선 144">
                <a:extLst>
                  <a:ext uri="{FF2B5EF4-FFF2-40B4-BE49-F238E27FC236}">
                    <a16:creationId xmlns:a16="http://schemas.microsoft.com/office/drawing/2014/main" id="{9E367832-9BC0-425A-A469-6BCA7553A6D1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직선 연결선 145">
                <a:extLst>
                  <a:ext uri="{FF2B5EF4-FFF2-40B4-BE49-F238E27FC236}">
                    <a16:creationId xmlns:a16="http://schemas.microsoft.com/office/drawing/2014/main" id="{DAC5D759-F449-42E4-9817-FEC30DE644E7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DD9F3ED7-95E2-44AC-8A4F-099E5351CF6C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137" name="모서리가 둥근 직사각형 302">
                <a:extLst>
                  <a:ext uri="{FF2B5EF4-FFF2-40B4-BE49-F238E27FC236}">
                    <a16:creationId xmlns:a16="http://schemas.microsoft.com/office/drawing/2014/main" id="{0F385290-D5BC-414A-85D1-890F8416F342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38" name="직선 연결선 137">
                <a:extLst>
                  <a:ext uri="{FF2B5EF4-FFF2-40B4-BE49-F238E27FC236}">
                    <a16:creationId xmlns:a16="http://schemas.microsoft.com/office/drawing/2014/main" id="{085D35C6-290E-422B-8C2E-B111FC8E9A1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직선 연결선 138">
                <a:extLst>
                  <a:ext uri="{FF2B5EF4-FFF2-40B4-BE49-F238E27FC236}">
                    <a16:creationId xmlns:a16="http://schemas.microsoft.com/office/drawing/2014/main" id="{2685F101-51BB-4E7A-AE5B-A439F8BA8434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직선 연결선 139">
                <a:extLst>
                  <a:ext uri="{FF2B5EF4-FFF2-40B4-BE49-F238E27FC236}">
                    <a16:creationId xmlns:a16="http://schemas.microsoft.com/office/drawing/2014/main" id="{B6D1BDD5-FD78-4468-A41D-06AD198DD4B4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>
                <a:extLst>
                  <a:ext uri="{FF2B5EF4-FFF2-40B4-BE49-F238E27FC236}">
                    <a16:creationId xmlns:a16="http://schemas.microsoft.com/office/drawing/2014/main" id="{E58A5C90-7755-4693-B691-0F1651B3162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82" name="그룹 181">
            <a:extLst>
              <a:ext uri="{FF2B5EF4-FFF2-40B4-BE49-F238E27FC236}">
                <a16:creationId xmlns:a16="http://schemas.microsoft.com/office/drawing/2014/main" id="{D46DEA28-1A14-4C3D-A6B3-9DA414F1259B}"/>
              </a:ext>
            </a:extLst>
          </p:cNvPr>
          <p:cNvGrpSpPr/>
          <p:nvPr/>
        </p:nvGrpSpPr>
        <p:grpSpPr>
          <a:xfrm>
            <a:off x="11647239" y="539750"/>
            <a:ext cx="10961931" cy="10117138"/>
            <a:chOff x="168273" y="415925"/>
            <a:chExt cx="4787902" cy="6408738"/>
          </a:xfrm>
        </p:grpSpPr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C008ADB3-981C-4D6D-A1A1-195AAF74CE3F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232" name="모서리가 둥근 직사각형 302">
                <a:extLst>
                  <a:ext uri="{FF2B5EF4-FFF2-40B4-BE49-F238E27FC236}">
                    <a16:creationId xmlns:a16="http://schemas.microsoft.com/office/drawing/2014/main" id="{D81D986A-59FD-4110-A758-40115BC8465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33" name="직선 연결선 232">
                <a:extLst>
                  <a:ext uri="{FF2B5EF4-FFF2-40B4-BE49-F238E27FC236}">
                    <a16:creationId xmlns:a16="http://schemas.microsoft.com/office/drawing/2014/main" id="{B11B6616-9A7A-4E3D-B195-077A9F925859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 233">
                <a:extLst>
                  <a:ext uri="{FF2B5EF4-FFF2-40B4-BE49-F238E27FC236}">
                    <a16:creationId xmlns:a16="http://schemas.microsoft.com/office/drawing/2014/main" id="{491AE1B9-A877-49DB-826A-F34AD6075A8F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>
                <a:extLst>
                  <a:ext uri="{FF2B5EF4-FFF2-40B4-BE49-F238E27FC236}">
                    <a16:creationId xmlns:a16="http://schemas.microsoft.com/office/drawing/2014/main" id="{CC2BCCBD-7A6B-4D76-83CD-2A11D35A1386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직선 연결선 235">
                <a:extLst>
                  <a:ext uri="{FF2B5EF4-FFF2-40B4-BE49-F238E27FC236}">
                    <a16:creationId xmlns:a16="http://schemas.microsoft.com/office/drawing/2014/main" id="{D53B2147-F35B-404A-86A0-9A96894F0C9A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C068D02E-66CF-42E4-92D5-7B916E5E4C71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227" name="모서리가 둥근 직사각형 302">
                <a:extLst>
                  <a:ext uri="{FF2B5EF4-FFF2-40B4-BE49-F238E27FC236}">
                    <a16:creationId xmlns:a16="http://schemas.microsoft.com/office/drawing/2014/main" id="{24D1C4C0-5BF4-43A5-BD48-FD37E08B8F60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28" name="직선 연결선 227">
                <a:extLst>
                  <a:ext uri="{FF2B5EF4-FFF2-40B4-BE49-F238E27FC236}">
                    <a16:creationId xmlns:a16="http://schemas.microsoft.com/office/drawing/2014/main" id="{404B69EA-E543-4928-B11B-CE93A7C174A8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>
                <a:extLst>
                  <a:ext uri="{FF2B5EF4-FFF2-40B4-BE49-F238E27FC236}">
                    <a16:creationId xmlns:a16="http://schemas.microsoft.com/office/drawing/2014/main" id="{FC3CEA57-AFA5-4AD8-B2A9-7528150AABC0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직선 연결선 229">
                <a:extLst>
                  <a:ext uri="{FF2B5EF4-FFF2-40B4-BE49-F238E27FC236}">
                    <a16:creationId xmlns:a16="http://schemas.microsoft.com/office/drawing/2014/main" id="{CD92917E-B339-45B0-9DA3-547414DF40E3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 230">
                <a:extLst>
                  <a:ext uri="{FF2B5EF4-FFF2-40B4-BE49-F238E27FC236}">
                    <a16:creationId xmlns:a16="http://schemas.microsoft.com/office/drawing/2014/main" id="{BFB01C0F-022A-4A18-9B84-B1CD1444F355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69C310D8-3CCA-40D2-871A-731058042641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222" name="모서리가 둥근 직사각형 302">
                <a:extLst>
                  <a:ext uri="{FF2B5EF4-FFF2-40B4-BE49-F238E27FC236}">
                    <a16:creationId xmlns:a16="http://schemas.microsoft.com/office/drawing/2014/main" id="{BF132668-B379-4F04-A1C1-FC95BA5442BC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59D11D5E-88AD-4768-9AFA-60796051A43C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>
                <a:extLst>
                  <a:ext uri="{FF2B5EF4-FFF2-40B4-BE49-F238E27FC236}">
                    <a16:creationId xmlns:a16="http://schemas.microsoft.com/office/drawing/2014/main" id="{703B4B87-0D7C-4293-88F9-E6B745D58C68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>
                <a:extLst>
                  <a:ext uri="{FF2B5EF4-FFF2-40B4-BE49-F238E27FC236}">
                    <a16:creationId xmlns:a16="http://schemas.microsoft.com/office/drawing/2014/main" id="{5D4AFB34-E050-4BFC-BB34-53D5065F5CFD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직선 연결선 225">
                <a:extLst>
                  <a:ext uri="{FF2B5EF4-FFF2-40B4-BE49-F238E27FC236}">
                    <a16:creationId xmlns:a16="http://schemas.microsoft.com/office/drawing/2014/main" id="{C2EB5819-15E4-49EC-818D-5ED857336E33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78664F8C-1032-4C68-BC95-E06660552272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217" name="모서리가 둥근 직사각형 302">
                <a:extLst>
                  <a:ext uri="{FF2B5EF4-FFF2-40B4-BE49-F238E27FC236}">
                    <a16:creationId xmlns:a16="http://schemas.microsoft.com/office/drawing/2014/main" id="{5CA1E724-2064-467A-A6F0-B19C5E031FB8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18" name="직선 연결선 217">
                <a:extLst>
                  <a:ext uri="{FF2B5EF4-FFF2-40B4-BE49-F238E27FC236}">
                    <a16:creationId xmlns:a16="http://schemas.microsoft.com/office/drawing/2014/main" id="{27928B24-819C-40BA-87B0-32A0F92DA55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>
                <a:extLst>
                  <a:ext uri="{FF2B5EF4-FFF2-40B4-BE49-F238E27FC236}">
                    <a16:creationId xmlns:a16="http://schemas.microsoft.com/office/drawing/2014/main" id="{3BC10C47-DC53-4232-B3FC-95BC5C57C420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직선 연결선 219">
                <a:extLst>
                  <a:ext uri="{FF2B5EF4-FFF2-40B4-BE49-F238E27FC236}">
                    <a16:creationId xmlns:a16="http://schemas.microsoft.com/office/drawing/2014/main" id="{FF0310C2-33B5-400F-A779-21F356BD6D4A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>
                <a:extLst>
                  <a:ext uri="{FF2B5EF4-FFF2-40B4-BE49-F238E27FC236}">
                    <a16:creationId xmlns:a16="http://schemas.microsoft.com/office/drawing/2014/main" id="{B72F0339-1108-4F44-8374-EC86C71321AB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E233E21B-95FD-454F-995C-378EA8D6CBBC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212" name="모서리가 둥근 직사각형 302">
                <a:extLst>
                  <a:ext uri="{FF2B5EF4-FFF2-40B4-BE49-F238E27FC236}">
                    <a16:creationId xmlns:a16="http://schemas.microsoft.com/office/drawing/2014/main" id="{A27C9536-E996-49A4-85F8-68B566ABD7D5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13" name="직선 연결선 212">
                <a:extLst>
                  <a:ext uri="{FF2B5EF4-FFF2-40B4-BE49-F238E27FC236}">
                    <a16:creationId xmlns:a16="http://schemas.microsoft.com/office/drawing/2014/main" id="{41FD57AE-1BAE-4DFF-9D32-9DEA08FB07C5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직선 연결선 213">
                <a:extLst>
                  <a:ext uri="{FF2B5EF4-FFF2-40B4-BE49-F238E27FC236}">
                    <a16:creationId xmlns:a16="http://schemas.microsoft.com/office/drawing/2014/main" id="{289ECB2C-1A67-4C34-AC37-18E901CDEEC0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>
                <a:extLst>
                  <a:ext uri="{FF2B5EF4-FFF2-40B4-BE49-F238E27FC236}">
                    <a16:creationId xmlns:a16="http://schemas.microsoft.com/office/drawing/2014/main" id="{A1525075-E756-4679-941F-1F2C78154970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>
                <a:extLst>
                  <a:ext uri="{FF2B5EF4-FFF2-40B4-BE49-F238E27FC236}">
                    <a16:creationId xmlns:a16="http://schemas.microsoft.com/office/drawing/2014/main" id="{2A5EEB1E-4A36-4532-AAEE-4917163CDDF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B731C167-DBC8-43B9-86A4-B0E0D9AB6710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207" name="모서리가 둥근 직사각형 302">
                <a:extLst>
                  <a:ext uri="{FF2B5EF4-FFF2-40B4-BE49-F238E27FC236}">
                    <a16:creationId xmlns:a16="http://schemas.microsoft.com/office/drawing/2014/main" id="{738ACAB8-FEB6-419D-BDA2-3ACAFA7F1212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08" name="직선 연결선 207">
                <a:extLst>
                  <a:ext uri="{FF2B5EF4-FFF2-40B4-BE49-F238E27FC236}">
                    <a16:creationId xmlns:a16="http://schemas.microsoft.com/office/drawing/2014/main" id="{4DC341EE-1D06-46C1-B47F-73A6A5B6A846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>
                <a:extLst>
                  <a:ext uri="{FF2B5EF4-FFF2-40B4-BE49-F238E27FC236}">
                    <a16:creationId xmlns:a16="http://schemas.microsoft.com/office/drawing/2014/main" id="{7DAA7D63-36F6-442E-8653-D5DA71E64155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직선 연결선 209">
                <a:extLst>
                  <a:ext uri="{FF2B5EF4-FFF2-40B4-BE49-F238E27FC236}">
                    <a16:creationId xmlns:a16="http://schemas.microsoft.com/office/drawing/2014/main" id="{125CADC5-29EA-4B46-8E07-DF8CC77B3794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직선 연결선 210">
                <a:extLst>
                  <a:ext uri="{FF2B5EF4-FFF2-40B4-BE49-F238E27FC236}">
                    <a16:creationId xmlns:a16="http://schemas.microsoft.com/office/drawing/2014/main" id="{1021278B-A4A5-45F7-BF16-83AD757F7E12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9" name="그룹 188">
              <a:extLst>
                <a:ext uri="{FF2B5EF4-FFF2-40B4-BE49-F238E27FC236}">
                  <a16:creationId xmlns:a16="http://schemas.microsoft.com/office/drawing/2014/main" id="{DCA04DD0-AD93-4B0B-B8C1-DDD7590F8A67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202" name="모서리가 둥근 직사각형 302">
                <a:extLst>
                  <a:ext uri="{FF2B5EF4-FFF2-40B4-BE49-F238E27FC236}">
                    <a16:creationId xmlns:a16="http://schemas.microsoft.com/office/drawing/2014/main" id="{8A7A462C-3DBA-47C8-974F-4E75C4534F45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03" name="직선 연결선 202">
                <a:extLst>
                  <a:ext uri="{FF2B5EF4-FFF2-40B4-BE49-F238E27FC236}">
                    <a16:creationId xmlns:a16="http://schemas.microsoft.com/office/drawing/2014/main" id="{6C03B53F-116F-4496-A576-3C0736DA2C61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직선 연결선 203">
                <a:extLst>
                  <a:ext uri="{FF2B5EF4-FFF2-40B4-BE49-F238E27FC236}">
                    <a16:creationId xmlns:a16="http://schemas.microsoft.com/office/drawing/2014/main" id="{6B30784D-2DD8-42F4-BC53-49A504EDE564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직선 연결선 204">
                <a:extLst>
                  <a:ext uri="{FF2B5EF4-FFF2-40B4-BE49-F238E27FC236}">
                    <a16:creationId xmlns:a16="http://schemas.microsoft.com/office/drawing/2014/main" id="{9BC9617E-C35F-4C1C-A29C-564573B2BCC8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직선 연결선 205">
                <a:extLst>
                  <a:ext uri="{FF2B5EF4-FFF2-40B4-BE49-F238E27FC236}">
                    <a16:creationId xmlns:a16="http://schemas.microsoft.com/office/drawing/2014/main" id="{E40E1AB6-9A85-4433-93A6-757CFD222E4D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806F6909-A135-41AA-8834-9D73BCE04746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197" name="모서리가 둥근 직사각형 302">
                <a:extLst>
                  <a:ext uri="{FF2B5EF4-FFF2-40B4-BE49-F238E27FC236}">
                    <a16:creationId xmlns:a16="http://schemas.microsoft.com/office/drawing/2014/main" id="{C6F2AD8A-D3BA-4A78-81F4-3201841723DD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98" name="직선 연결선 197">
                <a:extLst>
                  <a:ext uri="{FF2B5EF4-FFF2-40B4-BE49-F238E27FC236}">
                    <a16:creationId xmlns:a16="http://schemas.microsoft.com/office/drawing/2014/main" id="{8A8854D0-8E07-43C6-A622-F8E32BF74E7C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>
                <a:extLst>
                  <a:ext uri="{FF2B5EF4-FFF2-40B4-BE49-F238E27FC236}">
                    <a16:creationId xmlns:a16="http://schemas.microsoft.com/office/drawing/2014/main" id="{C146D428-39F4-4AD3-AEA9-6CD44510C67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직선 연결선 199">
                <a:extLst>
                  <a:ext uri="{FF2B5EF4-FFF2-40B4-BE49-F238E27FC236}">
                    <a16:creationId xmlns:a16="http://schemas.microsoft.com/office/drawing/2014/main" id="{8E46C3B6-4B4C-46F5-908B-C9A04A965306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직선 연결선 200">
                <a:extLst>
                  <a:ext uri="{FF2B5EF4-FFF2-40B4-BE49-F238E27FC236}">
                    <a16:creationId xmlns:a16="http://schemas.microsoft.com/office/drawing/2014/main" id="{B5697F50-73FC-4508-B615-F0E120C0FF14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5C1A01BB-77C7-423E-909A-C405831C2786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192" name="모서리가 둥근 직사각형 302">
                <a:extLst>
                  <a:ext uri="{FF2B5EF4-FFF2-40B4-BE49-F238E27FC236}">
                    <a16:creationId xmlns:a16="http://schemas.microsoft.com/office/drawing/2014/main" id="{38D59F82-2AD9-412C-BDC7-2E7B4995E531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93" name="직선 연결선 192">
                <a:extLst>
                  <a:ext uri="{FF2B5EF4-FFF2-40B4-BE49-F238E27FC236}">
                    <a16:creationId xmlns:a16="http://schemas.microsoft.com/office/drawing/2014/main" id="{9810A6CC-8EF6-4C63-AC40-5FD5DA53C0AA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직선 연결선 193">
                <a:extLst>
                  <a:ext uri="{FF2B5EF4-FFF2-40B4-BE49-F238E27FC236}">
                    <a16:creationId xmlns:a16="http://schemas.microsoft.com/office/drawing/2014/main" id="{C7D6A3BF-CCC0-441E-BE9C-14170A6FDFD1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직선 연결선 194">
                <a:extLst>
                  <a:ext uri="{FF2B5EF4-FFF2-40B4-BE49-F238E27FC236}">
                    <a16:creationId xmlns:a16="http://schemas.microsoft.com/office/drawing/2014/main" id="{97119A2C-883F-4BAC-9A1F-621C2D8D847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직선 연결선 195">
                <a:extLst>
                  <a:ext uri="{FF2B5EF4-FFF2-40B4-BE49-F238E27FC236}">
                    <a16:creationId xmlns:a16="http://schemas.microsoft.com/office/drawing/2014/main" id="{C9AABAD3-57AB-4420-BBF0-CF5D5BDFDB17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927058070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TextBox 115">
            <a:extLst>
              <a:ext uri="{FF2B5EF4-FFF2-40B4-BE49-F238E27FC236}">
                <a16:creationId xmlns:a16="http://schemas.microsoft.com/office/drawing/2014/main" id="{A42B1932-D1EA-41F3-9CFB-EAF76809AA6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14" name="그림 113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B3C74B92-DAB9-4B08-B3FE-94C67C11B5A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15" name="직사각형 114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A1790810-3FDE-48BD-8B23-2DFCDDD3ACEB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7" name="직사각형 116">
            <a:hlinkClick r:id="rId5" action="ppaction://hlinksldjump"/>
            <a:extLst>
              <a:ext uri="{FF2B5EF4-FFF2-40B4-BE49-F238E27FC236}">
                <a16:creationId xmlns:a16="http://schemas.microsoft.com/office/drawing/2014/main" id="{704AC73B-FDC4-4A1C-B6AE-86C5CC8EE2DE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8" name="직사각형 11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715A843-3CA7-4DDE-864A-5050FE792411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9" name="직사각형 11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1DB8F2A-AC64-4427-B385-83F34417D707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0" name="직사각형 11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08CDCFE-2766-49B0-8D48-3CCB74D67B46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CA993CFC-162C-4840-84FB-40C5584B1013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312310F7-DDF4-4A10-B0A2-68114422893B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836B6BF9-D7E4-41CB-B022-6921DC1E5180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6CD1E46B-FFC2-4A41-A6C0-B5CDDAF5E72B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32D1ADC3-DBF4-46D0-BB70-D91F5C92A198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48BB869F-C24E-4F48-B750-45C39965F550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E6C9A09C-4B1C-4D2B-8439-11B3BD463C18}"/>
              </a:ext>
            </a:extLst>
          </p:cNvPr>
          <p:cNvGrpSpPr/>
          <p:nvPr/>
        </p:nvGrpSpPr>
        <p:grpSpPr>
          <a:xfrm>
            <a:off x="71443" y="539750"/>
            <a:ext cx="10971695" cy="10117138"/>
            <a:chOff x="168273" y="415925"/>
            <a:chExt cx="4787902" cy="6408738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1B6594D-8F14-453D-8365-E2A5ED9AFDCB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177" name="모서리가 둥근 직사각형 302">
                <a:extLst>
                  <a:ext uri="{FF2B5EF4-FFF2-40B4-BE49-F238E27FC236}">
                    <a16:creationId xmlns:a16="http://schemas.microsoft.com/office/drawing/2014/main" id="{314A30B4-2C05-4629-BA1C-1C0B20E2137C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78" name="직선 연결선 177">
                <a:extLst>
                  <a:ext uri="{FF2B5EF4-FFF2-40B4-BE49-F238E27FC236}">
                    <a16:creationId xmlns:a16="http://schemas.microsoft.com/office/drawing/2014/main" id="{46E476AB-42B5-47C2-86FB-31353E35D38D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직선 연결선 178">
                <a:extLst>
                  <a:ext uri="{FF2B5EF4-FFF2-40B4-BE49-F238E27FC236}">
                    <a16:creationId xmlns:a16="http://schemas.microsoft.com/office/drawing/2014/main" id="{93113822-83F3-4089-A11D-E04035DED293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>
                <a:extLst>
                  <a:ext uri="{FF2B5EF4-FFF2-40B4-BE49-F238E27FC236}">
                    <a16:creationId xmlns:a16="http://schemas.microsoft.com/office/drawing/2014/main" id="{7BCE6F3C-5AAC-49B6-BB3E-A405C8E13CB3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77E9E011-73A2-4CA2-9C04-D75E68594E0A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" name="그룹 128">
              <a:extLst>
                <a:ext uri="{FF2B5EF4-FFF2-40B4-BE49-F238E27FC236}">
                  <a16:creationId xmlns:a16="http://schemas.microsoft.com/office/drawing/2014/main" id="{5F08A0C8-99CB-4283-8058-47A2F675D8A7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172" name="모서리가 둥근 직사각형 302">
                <a:extLst>
                  <a:ext uri="{FF2B5EF4-FFF2-40B4-BE49-F238E27FC236}">
                    <a16:creationId xmlns:a16="http://schemas.microsoft.com/office/drawing/2014/main" id="{97DD118E-2736-466D-920D-C3F29316293C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1297A675-DA75-4609-8220-ABCFE2B86B2A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C3A67FD5-C37C-4848-A235-1FDFAA37412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직선 연결선 174">
                <a:extLst>
                  <a:ext uri="{FF2B5EF4-FFF2-40B4-BE49-F238E27FC236}">
                    <a16:creationId xmlns:a16="http://schemas.microsoft.com/office/drawing/2014/main" id="{9D67D804-E746-4C12-B70A-AADCE697D472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직선 연결선 175">
                <a:extLst>
                  <a:ext uri="{FF2B5EF4-FFF2-40B4-BE49-F238E27FC236}">
                    <a16:creationId xmlns:a16="http://schemas.microsoft.com/office/drawing/2014/main" id="{01EAD566-68FD-47E5-914A-707093A25297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0" name="그룹 129">
              <a:extLst>
                <a:ext uri="{FF2B5EF4-FFF2-40B4-BE49-F238E27FC236}">
                  <a16:creationId xmlns:a16="http://schemas.microsoft.com/office/drawing/2014/main" id="{E32BC410-3552-4F28-B464-2DA07023BEA5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167" name="모서리가 둥근 직사각형 302">
                <a:extLst>
                  <a:ext uri="{FF2B5EF4-FFF2-40B4-BE49-F238E27FC236}">
                    <a16:creationId xmlns:a16="http://schemas.microsoft.com/office/drawing/2014/main" id="{EAECB9D5-E6B3-40AF-92CC-E0B759314FB0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F7E1B830-CB7B-43E1-A416-A18D1317D55D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1F36F626-4A87-4D07-929C-891107B8539B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DDF865CA-4A0A-40A0-9EE9-4D750F8A0883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48029D49-DBFD-4528-8AE3-6B457E6F779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19BD1070-474C-4812-9BCA-E0D6C5EE814C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162" name="모서리가 둥근 직사각형 302">
                <a:extLst>
                  <a:ext uri="{FF2B5EF4-FFF2-40B4-BE49-F238E27FC236}">
                    <a16:creationId xmlns:a16="http://schemas.microsoft.com/office/drawing/2014/main" id="{E6FF2D23-7344-4144-A24D-7D66F0217DCA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63" name="직선 연결선 162">
                <a:extLst>
                  <a:ext uri="{FF2B5EF4-FFF2-40B4-BE49-F238E27FC236}">
                    <a16:creationId xmlns:a16="http://schemas.microsoft.com/office/drawing/2014/main" id="{77FFC756-1B58-4626-B359-55AD7B43659F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58885C8C-D127-4DCC-B2AF-05A3FC989FB5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297D21C9-74A7-4DCF-A8FE-3C223EA543C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BC836AE6-F470-47E4-80D1-C897466DB81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445AD53C-F287-4196-B817-554F4AD44F29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157" name="모서리가 둥근 직사각형 302">
                <a:extLst>
                  <a:ext uri="{FF2B5EF4-FFF2-40B4-BE49-F238E27FC236}">
                    <a16:creationId xmlns:a16="http://schemas.microsoft.com/office/drawing/2014/main" id="{C860C8CB-DF53-4F71-AF93-C413458767FF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58" name="직선 연결선 157">
                <a:extLst>
                  <a:ext uri="{FF2B5EF4-FFF2-40B4-BE49-F238E27FC236}">
                    <a16:creationId xmlns:a16="http://schemas.microsoft.com/office/drawing/2014/main" id="{905D1935-7A9C-48EA-A0A0-C3EA7ACC94E2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>
                <a:extLst>
                  <a:ext uri="{FF2B5EF4-FFF2-40B4-BE49-F238E27FC236}">
                    <a16:creationId xmlns:a16="http://schemas.microsoft.com/office/drawing/2014/main" id="{2FAA8AE5-01FD-469E-BBB5-0D32D4FF1489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직선 연결선 159">
                <a:extLst>
                  <a:ext uri="{FF2B5EF4-FFF2-40B4-BE49-F238E27FC236}">
                    <a16:creationId xmlns:a16="http://schemas.microsoft.com/office/drawing/2014/main" id="{4757FCCF-CEA1-4A44-8790-7428596C1313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50834F71-9985-41BD-9D1D-DF6F5587928C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3" name="그룹 132">
              <a:extLst>
                <a:ext uri="{FF2B5EF4-FFF2-40B4-BE49-F238E27FC236}">
                  <a16:creationId xmlns:a16="http://schemas.microsoft.com/office/drawing/2014/main" id="{F126C4F7-FCBD-410A-B4B6-326A2168035D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152" name="모서리가 둥근 직사각형 302">
                <a:extLst>
                  <a:ext uri="{FF2B5EF4-FFF2-40B4-BE49-F238E27FC236}">
                    <a16:creationId xmlns:a16="http://schemas.microsoft.com/office/drawing/2014/main" id="{79974329-29A7-49AE-96CA-E6E39093EB12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53" name="직선 연결선 152">
                <a:extLst>
                  <a:ext uri="{FF2B5EF4-FFF2-40B4-BE49-F238E27FC236}">
                    <a16:creationId xmlns:a16="http://schemas.microsoft.com/office/drawing/2014/main" id="{7940109F-F642-4824-B481-64FC80961788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직선 연결선 153">
                <a:extLst>
                  <a:ext uri="{FF2B5EF4-FFF2-40B4-BE49-F238E27FC236}">
                    <a16:creationId xmlns:a16="http://schemas.microsoft.com/office/drawing/2014/main" id="{4C0B61BD-8F3D-4F38-A12C-ED67559D22BB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>
                <a:extLst>
                  <a:ext uri="{FF2B5EF4-FFF2-40B4-BE49-F238E27FC236}">
                    <a16:creationId xmlns:a16="http://schemas.microsoft.com/office/drawing/2014/main" id="{9688B53E-47A1-4ACC-9D71-DC64AC2F5B10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직선 연결선 155">
                <a:extLst>
                  <a:ext uri="{FF2B5EF4-FFF2-40B4-BE49-F238E27FC236}">
                    <a16:creationId xmlns:a16="http://schemas.microsoft.com/office/drawing/2014/main" id="{D043622F-A48A-43E0-BE15-D3E17265E621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490DEE46-6D49-4441-A35D-20B7B9F00BDF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147" name="모서리가 둥근 직사각형 302">
                <a:extLst>
                  <a:ext uri="{FF2B5EF4-FFF2-40B4-BE49-F238E27FC236}">
                    <a16:creationId xmlns:a16="http://schemas.microsoft.com/office/drawing/2014/main" id="{F7AF40B6-B0B8-47C1-A352-4CFD48F4CD9F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48" name="직선 연결선 147">
                <a:extLst>
                  <a:ext uri="{FF2B5EF4-FFF2-40B4-BE49-F238E27FC236}">
                    <a16:creationId xmlns:a16="http://schemas.microsoft.com/office/drawing/2014/main" id="{2AA6D6B4-4BC8-40D0-B712-1576FA5134A4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직선 연결선 148">
                <a:extLst>
                  <a:ext uri="{FF2B5EF4-FFF2-40B4-BE49-F238E27FC236}">
                    <a16:creationId xmlns:a16="http://schemas.microsoft.com/office/drawing/2014/main" id="{F9699AE0-DDC7-42C7-9768-233A57DC54EE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>
                <a:extLst>
                  <a:ext uri="{FF2B5EF4-FFF2-40B4-BE49-F238E27FC236}">
                    <a16:creationId xmlns:a16="http://schemas.microsoft.com/office/drawing/2014/main" id="{A90EFE46-A89E-48C3-97D8-67500BD369C4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>
                <a:extLst>
                  <a:ext uri="{FF2B5EF4-FFF2-40B4-BE49-F238E27FC236}">
                    <a16:creationId xmlns:a16="http://schemas.microsoft.com/office/drawing/2014/main" id="{72E2C018-470E-4FC7-AFB7-EF17E44A8B55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5" name="그룹 134">
              <a:extLst>
                <a:ext uri="{FF2B5EF4-FFF2-40B4-BE49-F238E27FC236}">
                  <a16:creationId xmlns:a16="http://schemas.microsoft.com/office/drawing/2014/main" id="{520C4953-6C6C-40A4-8F2E-3620E201177B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142" name="모서리가 둥근 직사각형 302">
                <a:extLst>
                  <a:ext uri="{FF2B5EF4-FFF2-40B4-BE49-F238E27FC236}">
                    <a16:creationId xmlns:a16="http://schemas.microsoft.com/office/drawing/2014/main" id="{232D0122-0D5D-4494-9928-954604650CF0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43" name="직선 연결선 142">
                <a:extLst>
                  <a:ext uri="{FF2B5EF4-FFF2-40B4-BE49-F238E27FC236}">
                    <a16:creationId xmlns:a16="http://schemas.microsoft.com/office/drawing/2014/main" id="{CE21A3DF-88EA-4ADC-A060-EBD62379A082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직선 연결선 143">
                <a:extLst>
                  <a:ext uri="{FF2B5EF4-FFF2-40B4-BE49-F238E27FC236}">
                    <a16:creationId xmlns:a16="http://schemas.microsoft.com/office/drawing/2014/main" id="{996EE69D-08F5-4FB3-B770-DA2E1A7A2081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직선 연결선 144">
                <a:extLst>
                  <a:ext uri="{FF2B5EF4-FFF2-40B4-BE49-F238E27FC236}">
                    <a16:creationId xmlns:a16="http://schemas.microsoft.com/office/drawing/2014/main" id="{0933472B-FE87-492E-85E4-C93F0E8B8F49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직선 연결선 145">
                <a:extLst>
                  <a:ext uri="{FF2B5EF4-FFF2-40B4-BE49-F238E27FC236}">
                    <a16:creationId xmlns:a16="http://schemas.microsoft.com/office/drawing/2014/main" id="{94DB587A-A965-4C2B-A7D7-5ABC5E028B1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A79BFC0A-5A91-4EC5-A829-568AAAB93E2E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137" name="모서리가 둥근 직사각형 302">
                <a:extLst>
                  <a:ext uri="{FF2B5EF4-FFF2-40B4-BE49-F238E27FC236}">
                    <a16:creationId xmlns:a16="http://schemas.microsoft.com/office/drawing/2014/main" id="{49BB1E2C-1109-466E-A4F1-8239BD17D025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38" name="직선 연결선 137">
                <a:extLst>
                  <a:ext uri="{FF2B5EF4-FFF2-40B4-BE49-F238E27FC236}">
                    <a16:creationId xmlns:a16="http://schemas.microsoft.com/office/drawing/2014/main" id="{8D46A570-9CD5-4A77-A2E9-C6D35DEB0B07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직선 연결선 138">
                <a:extLst>
                  <a:ext uri="{FF2B5EF4-FFF2-40B4-BE49-F238E27FC236}">
                    <a16:creationId xmlns:a16="http://schemas.microsoft.com/office/drawing/2014/main" id="{B3AE1DDF-61D8-4AD7-A7C6-B1791B65DF8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직선 연결선 139">
                <a:extLst>
                  <a:ext uri="{FF2B5EF4-FFF2-40B4-BE49-F238E27FC236}">
                    <a16:creationId xmlns:a16="http://schemas.microsoft.com/office/drawing/2014/main" id="{C84BB5F7-05A1-4EA5-AD4E-A39DEF984BBF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>
                <a:extLst>
                  <a:ext uri="{FF2B5EF4-FFF2-40B4-BE49-F238E27FC236}">
                    <a16:creationId xmlns:a16="http://schemas.microsoft.com/office/drawing/2014/main" id="{DB9FB511-F4F3-46C7-86F1-B907A46F2497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82" name="그룹 181">
            <a:extLst>
              <a:ext uri="{FF2B5EF4-FFF2-40B4-BE49-F238E27FC236}">
                <a16:creationId xmlns:a16="http://schemas.microsoft.com/office/drawing/2014/main" id="{267FEDF9-21AE-44A6-87F5-E268E6B8D0C0}"/>
              </a:ext>
            </a:extLst>
          </p:cNvPr>
          <p:cNvGrpSpPr/>
          <p:nvPr/>
        </p:nvGrpSpPr>
        <p:grpSpPr>
          <a:xfrm>
            <a:off x="11647239" y="539750"/>
            <a:ext cx="10961931" cy="10117138"/>
            <a:chOff x="168273" y="415925"/>
            <a:chExt cx="4787902" cy="6408738"/>
          </a:xfrm>
        </p:grpSpPr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876E0AEE-BCA8-4658-B654-6E319E25C827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232" name="모서리가 둥근 직사각형 302">
                <a:extLst>
                  <a:ext uri="{FF2B5EF4-FFF2-40B4-BE49-F238E27FC236}">
                    <a16:creationId xmlns:a16="http://schemas.microsoft.com/office/drawing/2014/main" id="{65B9D406-EBE3-48B5-A60A-C0B49CCAA1C9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33" name="직선 연결선 232">
                <a:extLst>
                  <a:ext uri="{FF2B5EF4-FFF2-40B4-BE49-F238E27FC236}">
                    <a16:creationId xmlns:a16="http://schemas.microsoft.com/office/drawing/2014/main" id="{7DB21E85-0CD4-44FA-A855-B142C62C2459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 233">
                <a:extLst>
                  <a:ext uri="{FF2B5EF4-FFF2-40B4-BE49-F238E27FC236}">
                    <a16:creationId xmlns:a16="http://schemas.microsoft.com/office/drawing/2014/main" id="{13A3FC02-4EF5-4FE5-8011-A71B4C0326B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>
                <a:extLst>
                  <a:ext uri="{FF2B5EF4-FFF2-40B4-BE49-F238E27FC236}">
                    <a16:creationId xmlns:a16="http://schemas.microsoft.com/office/drawing/2014/main" id="{3AF8DCEC-2B8F-458C-9D83-95856BC45ABA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직선 연결선 235">
                <a:extLst>
                  <a:ext uri="{FF2B5EF4-FFF2-40B4-BE49-F238E27FC236}">
                    <a16:creationId xmlns:a16="http://schemas.microsoft.com/office/drawing/2014/main" id="{3ADAADBF-6B8A-458F-A2F6-8C289B67A92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A746CAF8-F930-475A-884B-0C818C366486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227" name="모서리가 둥근 직사각형 302">
                <a:extLst>
                  <a:ext uri="{FF2B5EF4-FFF2-40B4-BE49-F238E27FC236}">
                    <a16:creationId xmlns:a16="http://schemas.microsoft.com/office/drawing/2014/main" id="{23F78B9C-6301-4173-9863-6959F5DF7D5B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28" name="직선 연결선 227">
                <a:extLst>
                  <a:ext uri="{FF2B5EF4-FFF2-40B4-BE49-F238E27FC236}">
                    <a16:creationId xmlns:a16="http://schemas.microsoft.com/office/drawing/2014/main" id="{6E7E777A-CE8B-4D1B-A84A-7421D0095A39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>
                <a:extLst>
                  <a:ext uri="{FF2B5EF4-FFF2-40B4-BE49-F238E27FC236}">
                    <a16:creationId xmlns:a16="http://schemas.microsoft.com/office/drawing/2014/main" id="{AB85283F-47F1-4601-A698-87F663650B7B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직선 연결선 229">
                <a:extLst>
                  <a:ext uri="{FF2B5EF4-FFF2-40B4-BE49-F238E27FC236}">
                    <a16:creationId xmlns:a16="http://schemas.microsoft.com/office/drawing/2014/main" id="{1D9E02D7-E587-4304-9F94-8FFE373947DF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 230">
                <a:extLst>
                  <a:ext uri="{FF2B5EF4-FFF2-40B4-BE49-F238E27FC236}">
                    <a16:creationId xmlns:a16="http://schemas.microsoft.com/office/drawing/2014/main" id="{41901900-714A-4E4A-8010-7B99D175B5A7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D1399D9E-BA37-40FD-888C-857ADF9CAD7C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222" name="모서리가 둥근 직사각형 302">
                <a:extLst>
                  <a:ext uri="{FF2B5EF4-FFF2-40B4-BE49-F238E27FC236}">
                    <a16:creationId xmlns:a16="http://schemas.microsoft.com/office/drawing/2014/main" id="{0C3347B5-C8AD-4A34-A9C3-0BB413E1E9F0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406B195E-F176-457D-B241-1315AE130D08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>
                <a:extLst>
                  <a:ext uri="{FF2B5EF4-FFF2-40B4-BE49-F238E27FC236}">
                    <a16:creationId xmlns:a16="http://schemas.microsoft.com/office/drawing/2014/main" id="{0F29BF7E-EA8A-409B-A3E3-0CE00399AA68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>
                <a:extLst>
                  <a:ext uri="{FF2B5EF4-FFF2-40B4-BE49-F238E27FC236}">
                    <a16:creationId xmlns:a16="http://schemas.microsoft.com/office/drawing/2014/main" id="{F351DA83-DE56-48B5-852A-8372E20945C9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직선 연결선 225">
                <a:extLst>
                  <a:ext uri="{FF2B5EF4-FFF2-40B4-BE49-F238E27FC236}">
                    <a16:creationId xmlns:a16="http://schemas.microsoft.com/office/drawing/2014/main" id="{2F28CC12-08AE-4882-84BE-F7F9EDF2480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9FAEFDE8-84DF-4F4A-95B3-73548ED7F4FC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217" name="모서리가 둥근 직사각형 302">
                <a:extLst>
                  <a:ext uri="{FF2B5EF4-FFF2-40B4-BE49-F238E27FC236}">
                    <a16:creationId xmlns:a16="http://schemas.microsoft.com/office/drawing/2014/main" id="{C321A885-B468-4293-A6B1-0FA212FF320D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18" name="직선 연결선 217">
                <a:extLst>
                  <a:ext uri="{FF2B5EF4-FFF2-40B4-BE49-F238E27FC236}">
                    <a16:creationId xmlns:a16="http://schemas.microsoft.com/office/drawing/2014/main" id="{AC8EA3E8-C0DA-4AD6-93CE-600FEFE0C842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>
                <a:extLst>
                  <a:ext uri="{FF2B5EF4-FFF2-40B4-BE49-F238E27FC236}">
                    <a16:creationId xmlns:a16="http://schemas.microsoft.com/office/drawing/2014/main" id="{8F3651D9-7985-48EB-B246-0080C0B0FFC0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직선 연결선 219">
                <a:extLst>
                  <a:ext uri="{FF2B5EF4-FFF2-40B4-BE49-F238E27FC236}">
                    <a16:creationId xmlns:a16="http://schemas.microsoft.com/office/drawing/2014/main" id="{D8402A50-19DE-4D84-BCA9-6F87E8475002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>
                <a:extLst>
                  <a:ext uri="{FF2B5EF4-FFF2-40B4-BE49-F238E27FC236}">
                    <a16:creationId xmlns:a16="http://schemas.microsoft.com/office/drawing/2014/main" id="{FC84E401-C3AD-419B-AB5B-C8618197A86A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09DE8D8F-5DA5-44E8-88B6-318B1CBFDA73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212" name="모서리가 둥근 직사각형 302">
                <a:extLst>
                  <a:ext uri="{FF2B5EF4-FFF2-40B4-BE49-F238E27FC236}">
                    <a16:creationId xmlns:a16="http://schemas.microsoft.com/office/drawing/2014/main" id="{D79CA683-EF64-4259-B863-7F9EB6B6CF50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13" name="직선 연결선 212">
                <a:extLst>
                  <a:ext uri="{FF2B5EF4-FFF2-40B4-BE49-F238E27FC236}">
                    <a16:creationId xmlns:a16="http://schemas.microsoft.com/office/drawing/2014/main" id="{E6231945-CD5B-4396-9278-B46AD4411F9D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직선 연결선 213">
                <a:extLst>
                  <a:ext uri="{FF2B5EF4-FFF2-40B4-BE49-F238E27FC236}">
                    <a16:creationId xmlns:a16="http://schemas.microsoft.com/office/drawing/2014/main" id="{BD74D1C0-ED9B-4DE0-A492-3A78C5D67D7E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>
                <a:extLst>
                  <a:ext uri="{FF2B5EF4-FFF2-40B4-BE49-F238E27FC236}">
                    <a16:creationId xmlns:a16="http://schemas.microsoft.com/office/drawing/2014/main" id="{748261C0-96D6-4639-B3AF-2746CE6C23E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>
                <a:extLst>
                  <a:ext uri="{FF2B5EF4-FFF2-40B4-BE49-F238E27FC236}">
                    <a16:creationId xmlns:a16="http://schemas.microsoft.com/office/drawing/2014/main" id="{CA57FC93-1329-4CBD-9FA7-00F247428E5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53307093-B107-4D3E-9AF2-4235378DC17F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207" name="모서리가 둥근 직사각형 302">
                <a:extLst>
                  <a:ext uri="{FF2B5EF4-FFF2-40B4-BE49-F238E27FC236}">
                    <a16:creationId xmlns:a16="http://schemas.microsoft.com/office/drawing/2014/main" id="{C0F1DFE8-FD28-4E96-8B8D-F1B237F347E3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08" name="직선 연결선 207">
                <a:extLst>
                  <a:ext uri="{FF2B5EF4-FFF2-40B4-BE49-F238E27FC236}">
                    <a16:creationId xmlns:a16="http://schemas.microsoft.com/office/drawing/2014/main" id="{0413C4BB-CB37-40F3-AB38-48F8F7DD9E17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>
                <a:extLst>
                  <a:ext uri="{FF2B5EF4-FFF2-40B4-BE49-F238E27FC236}">
                    <a16:creationId xmlns:a16="http://schemas.microsoft.com/office/drawing/2014/main" id="{66B1F4A8-4017-4ABD-ADD3-051A96592AC8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직선 연결선 209">
                <a:extLst>
                  <a:ext uri="{FF2B5EF4-FFF2-40B4-BE49-F238E27FC236}">
                    <a16:creationId xmlns:a16="http://schemas.microsoft.com/office/drawing/2014/main" id="{21B647D0-4B17-4084-9120-17B050444AD0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직선 연결선 210">
                <a:extLst>
                  <a:ext uri="{FF2B5EF4-FFF2-40B4-BE49-F238E27FC236}">
                    <a16:creationId xmlns:a16="http://schemas.microsoft.com/office/drawing/2014/main" id="{28BC434A-3BB1-438D-B375-686DEB0CD0CA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9" name="그룹 188">
              <a:extLst>
                <a:ext uri="{FF2B5EF4-FFF2-40B4-BE49-F238E27FC236}">
                  <a16:creationId xmlns:a16="http://schemas.microsoft.com/office/drawing/2014/main" id="{E21A02AE-89A5-427C-A3D9-4079DE4E6B3A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202" name="모서리가 둥근 직사각형 302">
                <a:extLst>
                  <a:ext uri="{FF2B5EF4-FFF2-40B4-BE49-F238E27FC236}">
                    <a16:creationId xmlns:a16="http://schemas.microsoft.com/office/drawing/2014/main" id="{CA3F255F-8B95-499B-8486-A27CF30BCC71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03" name="직선 연결선 202">
                <a:extLst>
                  <a:ext uri="{FF2B5EF4-FFF2-40B4-BE49-F238E27FC236}">
                    <a16:creationId xmlns:a16="http://schemas.microsoft.com/office/drawing/2014/main" id="{8E918036-B317-4641-8AE5-1B6134DA4D58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직선 연결선 203">
                <a:extLst>
                  <a:ext uri="{FF2B5EF4-FFF2-40B4-BE49-F238E27FC236}">
                    <a16:creationId xmlns:a16="http://schemas.microsoft.com/office/drawing/2014/main" id="{23DDCE52-D396-4F5D-A81E-E4FA624ABB5B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직선 연결선 204">
                <a:extLst>
                  <a:ext uri="{FF2B5EF4-FFF2-40B4-BE49-F238E27FC236}">
                    <a16:creationId xmlns:a16="http://schemas.microsoft.com/office/drawing/2014/main" id="{A0E034D5-B604-4D2D-8D5E-11ADB6449829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직선 연결선 205">
                <a:extLst>
                  <a:ext uri="{FF2B5EF4-FFF2-40B4-BE49-F238E27FC236}">
                    <a16:creationId xmlns:a16="http://schemas.microsoft.com/office/drawing/2014/main" id="{B21AD9EF-43DD-45B4-9449-4B489254689D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58009CDB-B576-4C20-ACC9-7687364ADC59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197" name="모서리가 둥근 직사각형 302">
                <a:extLst>
                  <a:ext uri="{FF2B5EF4-FFF2-40B4-BE49-F238E27FC236}">
                    <a16:creationId xmlns:a16="http://schemas.microsoft.com/office/drawing/2014/main" id="{6D15E702-FC6F-4393-9597-71181D6AEB15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98" name="직선 연결선 197">
                <a:extLst>
                  <a:ext uri="{FF2B5EF4-FFF2-40B4-BE49-F238E27FC236}">
                    <a16:creationId xmlns:a16="http://schemas.microsoft.com/office/drawing/2014/main" id="{61F7A3AB-A25F-4FE2-8CB4-6B133B8451F4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>
                <a:extLst>
                  <a:ext uri="{FF2B5EF4-FFF2-40B4-BE49-F238E27FC236}">
                    <a16:creationId xmlns:a16="http://schemas.microsoft.com/office/drawing/2014/main" id="{597CB1D5-C4B6-4981-8B2D-E22928DED4E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직선 연결선 199">
                <a:extLst>
                  <a:ext uri="{FF2B5EF4-FFF2-40B4-BE49-F238E27FC236}">
                    <a16:creationId xmlns:a16="http://schemas.microsoft.com/office/drawing/2014/main" id="{896888D8-F2EE-45DC-A39F-F9CCE53642D3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직선 연결선 200">
                <a:extLst>
                  <a:ext uri="{FF2B5EF4-FFF2-40B4-BE49-F238E27FC236}">
                    <a16:creationId xmlns:a16="http://schemas.microsoft.com/office/drawing/2014/main" id="{7FFB5E3D-C550-4D1C-81FB-9655082E5AB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9B6FC841-6533-446B-B7B4-6D2B07FBC2F2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192" name="모서리가 둥근 직사각형 302">
                <a:extLst>
                  <a:ext uri="{FF2B5EF4-FFF2-40B4-BE49-F238E27FC236}">
                    <a16:creationId xmlns:a16="http://schemas.microsoft.com/office/drawing/2014/main" id="{D252A876-8087-4479-A309-0B8A5E2ED721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93" name="직선 연결선 192">
                <a:extLst>
                  <a:ext uri="{FF2B5EF4-FFF2-40B4-BE49-F238E27FC236}">
                    <a16:creationId xmlns:a16="http://schemas.microsoft.com/office/drawing/2014/main" id="{735AEC0A-051E-464E-88ED-40342CD126D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직선 연결선 193">
                <a:extLst>
                  <a:ext uri="{FF2B5EF4-FFF2-40B4-BE49-F238E27FC236}">
                    <a16:creationId xmlns:a16="http://schemas.microsoft.com/office/drawing/2014/main" id="{9F610249-EF34-4704-80EF-2DBC608E1086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직선 연결선 194">
                <a:extLst>
                  <a:ext uri="{FF2B5EF4-FFF2-40B4-BE49-F238E27FC236}">
                    <a16:creationId xmlns:a16="http://schemas.microsoft.com/office/drawing/2014/main" id="{7C0F1936-0D28-44B2-A139-41E0D28FB2FC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직선 연결선 195">
                <a:extLst>
                  <a:ext uri="{FF2B5EF4-FFF2-40B4-BE49-F238E27FC236}">
                    <a16:creationId xmlns:a16="http://schemas.microsoft.com/office/drawing/2014/main" id="{D9DDE6DB-C8A3-4E43-9BA1-85E9A5503C6B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40649925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TextBox 115">
            <a:extLst>
              <a:ext uri="{FF2B5EF4-FFF2-40B4-BE49-F238E27FC236}">
                <a16:creationId xmlns:a16="http://schemas.microsoft.com/office/drawing/2014/main" id="{A42B1932-D1EA-41F3-9CFB-EAF76809AA6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14" name="그림 113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E7631547-608E-4DEE-8079-3FA9CD05219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15" name="직사각형 114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A480CD0F-4792-4BC6-8A89-1013407C855F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7" name="직사각형 116">
            <a:hlinkClick r:id="rId5" action="ppaction://hlinksldjump"/>
            <a:extLst>
              <a:ext uri="{FF2B5EF4-FFF2-40B4-BE49-F238E27FC236}">
                <a16:creationId xmlns:a16="http://schemas.microsoft.com/office/drawing/2014/main" id="{C721C73B-6029-432A-8522-A75BD8504221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8" name="직사각형 11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DC70AE9-05E8-4FF8-9B80-0BFBBFEFA287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9" name="직사각형 11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3F724C3-0F39-4DE7-83D6-3AAEDC73F019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0" name="직사각형 11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3D6139D-95AB-4D94-9065-D3318763B845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39F32195-5109-4EB3-A95B-C1AA0393673A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4A1999F1-3AC3-4ECB-9F29-5576200367D9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25160E89-69CC-4194-85E2-607CCCB6DC05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E3D8E182-2D0F-44DF-9260-557FF95DBA30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3A8C7115-7007-490F-AB3D-A93708132856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1C8073B4-F22F-44C3-BC4D-7F86306AB2BD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D65869C4-17D3-473F-BADF-712C52752016}"/>
              </a:ext>
            </a:extLst>
          </p:cNvPr>
          <p:cNvGrpSpPr/>
          <p:nvPr/>
        </p:nvGrpSpPr>
        <p:grpSpPr>
          <a:xfrm>
            <a:off x="71443" y="539750"/>
            <a:ext cx="10971695" cy="10117138"/>
            <a:chOff x="168273" y="415925"/>
            <a:chExt cx="4787902" cy="6408738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795DC0FB-EA0A-49BC-BFF8-E2CF5AB1FD6B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177" name="모서리가 둥근 직사각형 302">
                <a:extLst>
                  <a:ext uri="{FF2B5EF4-FFF2-40B4-BE49-F238E27FC236}">
                    <a16:creationId xmlns:a16="http://schemas.microsoft.com/office/drawing/2014/main" id="{39A42901-6832-4110-A894-A2C765B89D3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78" name="직선 연결선 177">
                <a:extLst>
                  <a:ext uri="{FF2B5EF4-FFF2-40B4-BE49-F238E27FC236}">
                    <a16:creationId xmlns:a16="http://schemas.microsoft.com/office/drawing/2014/main" id="{A21E5AF5-4697-4BB5-979A-CE984FF545AB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직선 연결선 178">
                <a:extLst>
                  <a:ext uri="{FF2B5EF4-FFF2-40B4-BE49-F238E27FC236}">
                    <a16:creationId xmlns:a16="http://schemas.microsoft.com/office/drawing/2014/main" id="{B8A5C794-5371-421D-8F5F-A313C8CC50CF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>
                <a:extLst>
                  <a:ext uri="{FF2B5EF4-FFF2-40B4-BE49-F238E27FC236}">
                    <a16:creationId xmlns:a16="http://schemas.microsoft.com/office/drawing/2014/main" id="{CD595C08-4419-43D9-87F7-E4EAC19B65F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0EB9E833-9A22-437C-A20D-D2921A256AF2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" name="그룹 128">
              <a:extLst>
                <a:ext uri="{FF2B5EF4-FFF2-40B4-BE49-F238E27FC236}">
                  <a16:creationId xmlns:a16="http://schemas.microsoft.com/office/drawing/2014/main" id="{DEB03A85-2757-4A3A-9CC9-A1DB6D8DDE27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172" name="모서리가 둥근 직사각형 302">
                <a:extLst>
                  <a:ext uri="{FF2B5EF4-FFF2-40B4-BE49-F238E27FC236}">
                    <a16:creationId xmlns:a16="http://schemas.microsoft.com/office/drawing/2014/main" id="{E1F65A24-1AB2-4D82-8472-3C2801CFBB8E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6BA0D0E-63F6-499D-9CB7-D374E9385137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CBB33219-18F4-4948-ABA1-F1B5B5BA0FE7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직선 연결선 174">
                <a:extLst>
                  <a:ext uri="{FF2B5EF4-FFF2-40B4-BE49-F238E27FC236}">
                    <a16:creationId xmlns:a16="http://schemas.microsoft.com/office/drawing/2014/main" id="{17C2E10C-0E57-45D2-A370-D936058ACD41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직선 연결선 175">
                <a:extLst>
                  <a:ext uri="{FF2B5EF4-FFF2-40B4-BE49-F238E27FC236}">
                    <a16:creationId xmlns:a16="http://schemas.microsoft.com/office/drawing/2014/main" id="{0204F195-8F76-478C-8DFC-35B4FFA21B1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0" name="그룹 129">
              <a:extLst>
                <a:ext uri="{FF2B5EF4-FFF2-40B4-BE49-F238E27FC236}">
                  <a16:creationId xmlns:a16="http://schemas.microsoft.com/office/drawing/2014/main" id="{4F6C4147-3C39-408D-AFDE-BE5CE36996AF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167" name="모서리가 둥근 직사각형 302">
                <a:extLst>
                  <a:ext uri="{FF2B5EF4-FFF2-40B4-BE49-F238E27FC236}">
                    <a16:creationId xmlns:a16="http://schemas.microsoft.com/office/drawing/2014/main" id="{904113EE-2E4B-4575-B899-0B9F4988FE2C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8E8F183F-1AE4-4C64-A723-B353147C454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3BE0A679-AAFA-4A99-B6CE-BFA3D8ECE72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9B4EAD14-57FA-48B0-9511-207AB5100ADA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C2BDB992-85E8-4936-90B4-EEC89F0EFFB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35E8BF7A-F974-45B3-9B8F-6711570D186E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162" name="모서리가 둥근 직사각형 302">
                <a:extLst>
                  <a:ext uri="{FF2B5EF4-FFF2-40B4-BE49-F238E27FC236}">
                    <a16:creationId xmlns:a16="http://schemas.microsoft.com/office/drawing/2014/main" id="{14022F5C-F761-402A-95BD-D206F341C0B7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63" name="직선 연결선 162">
                <a:extLst>
                  <a:ext uri="{FF2B5EF4-FFF2-40B4-BE49-F238E27FC236}">
                    <a16:creationId xmlns:a16="http://schemas.microsoft.com/office/drawing/2014/main" id="{0B9656D3-D933-4938-97C2-78009342FD6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D88643CC-3FF0-4201-ABDE-F7AF5DBCA07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3927ACAB-DA24-45AB-A099-047D8D468F11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8216B02C-700C-45AC-85DC-9D7D936D8A91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BD3A8C13-2E12-490E-8D37-82DD702F2CD3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157" name="모서리가 둥근 직사각형 302">
                <a:extLst>
                  <a:ext uri="{FF2B5EF4-FFF2-40B4-BE49-F238E27FC236}">
                    <a16:creationId xmlns:a16="http://schemas.microsoft.com/office/drawing/2014/main" id="{6B546128-E27C-432B-B1B4-483AF00A0D5D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58" name="직선 연결선 157">
                <a:extLst>
                  <a:ext uri="{FF2B5EF4-FFF2-40B4-BE49-F238E27FC236}">
                    <a16:creationId xmlns:a16="http://schemas.microsoft.com/office/drawing/2014/main" id="{BFD52FDA-AA7C-4EF6-BE67-F8374A969DAF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>
                <a:extLst>
                  <a:ext uri="{FF2B5EF4-FFF2-40B4-BE49-F238E27FC236}">
                    <a16:creationId xmlns:a16="http://schemas.microsoft.com/office/drawing/2014/main" id="{DD9DA2FB-5D9B-4589-8D9C-7238E548DE87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직선 연결선 159">
                <a:extLst>
                  <a:ext uri="{FF2B5EF4-FFF2-40B4-BE49-F238E27FC236}">
                    <a16:creationId xmlns:a16="http://schemas.microsoft.com/office/drawing/2014/main" id="{B4455F82-67F2-4488-829F-3C6880DC0A71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479A9206-1BB9-482A-AB24-BAA29F6B11B4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3" name="그룹 132">
              <a:extLst>
                <a:ext uri="{FF2B5EF4-FFF2-40B4-BE49-F238E27FC236}">
                  <a16:creationId xmlns:a16="http://schemas.microsoft.com/office/drawing/2014/main" id="{6463EB5B-BC6B-4E09-B008-C86518D09017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152" name="모서리가 둥근 직사각형 302">
                <a:extLst>
                  <a:ext uri="{FF2B5EF4-FFF2-40B4-BE49-F238E27FC236}">
                    <a16:creationId xmlns:a16="http://schemas.microsoft.com/office/drawing/2014/main" id="{57B48134-9632-454B-AE66-92A4F8CDF3EE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53" name="직선 연결선 152">
                <a:extLst>
                  <a:ext uri="{FF2B5EF4-FFF2-40B4-BE49-F238E27FC236}">
                    <a16:creationId xmlns:a16="http://schemas.microsoft.com/office/drawing/2014/main" id="{849CE7C8-3635-4158-8586-E55DA8B8F3BF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직선 연결선 153">
                <a:extLst>
                  <a:ext uri="{FF2B5EF4-FFF2-40B4-BE49-F238E27FC236}">
                    <a16:creationId xmlns:a16="http://schemas.microsoft.com/office/drawing/2014/main" id="{FC6D2FBB-6BF2-476F-8A3B-9918DB0475D4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>
                <a:extLst>
                  <a:ext uri="{FF2B5EF4-FFF2-40B4-BE49-F238E27FC236}">
                    <a16:creationId xmlns:a16="http://schemas.microsoft.com/office/drawing/2014/main" id="{54457CB0-74A1-4CDC-B282-5C09C816F6D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직선 연결선 155">
                <a:extLst>
                  <a:ext uri="{FF2B5EF4-FFF2-40B4-BE49-F238E27FC236}">
                    <a16:creationId xmlns:a16="http://schemas.microsoft.com/office/drawing/2014/main" id="{F3C46B85-F092-43C0-AD96-6436D820C1BC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4FF8CA01-514A-4FB0-A917-9C172A7C34BE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147" name="모서리가 둥근 직사각형 302">
                <a:extLst>
                  <a:ext uri="{FF2B5EF4-FFF2-40B4-BE49-F238E27FC236}">
                    <a16:creationId xmlns:a16="http://schemas.microsoft.com/office/drawing/2014/main" id="{CD642A8E-AF59-4F6D-A889-43A991AFB341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48" name="직선 연결선 147">
                <a:extLst>
                  <a:ext uri="{FF2B5EF4-FFF2-40B4-BE49-F238E27FC236}">
                    <a16:creationId xmlns:a16="http://schemas.microsoft.com/office/drawing/2014/main" id="{CE04EA44-220B-4A7E-8A34-007843FC9C7C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직선 연결선 148">
                <a:extLst>
                  <a:ext uri="{FF2B5EF4-FFF2-40B4-BE49-F238E27FC236}">
                    <a16:creationId xmlns:a16="http://schemas.microsoft.com/office/drawing/2014/main" id="{4A193FD0-B31A-4214-A6A7-D65DC4C17FE3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>
                <a:extLst>
                  <a:ext uri="{FF2B5EF4-FFF2-40B4-BE49-F238E27FC236}">
                    <a16:creationId xmlns:a16="http://schemas.microsoft.com/office/drawing/2014/main" id="{7F043A24-5F43-4CFD-9D5B-2ED73FA92145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>
                <a:extLst>
                  <a:ext uri="{FF2B5EF4-FFF2-40B4-BE49-F238E27FC236}">
                    <a16:creationId xmlns:a16="http://schemas.microsoft.com/office/drawing/2014/main" id="{186F6FE1-AFF3-4A73-8431-42295FA2A3A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5" name="그룹 134">
              <a:extLst>
                <a:ext uri="{FF2B5EF4-FFF2-40B4-BE49-F238E27FC236}">
                  <a16:creationId xmlns:a16="http://schemas.microsoft.com/office/drawing/2014/main" id="{4C9997A1-E723-4846-BAC2-542DFB0C3E6C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142" name="모서리가 둥근 직사각형 302">
                <a:extLst>
                  <a:ext uri="{FF2B5EF4-FFF2-40B4-BE49-F238E27FC236}">
                    <a16:creationId xmlns:a16="http://schemas.microsoft.com/office/drawing/2014/main" id="{AFCC45FD-5372-4760-8D21-905854E02A80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43" name="직선 연결선 142">
                <a:extLst>
                  <a:ext uri="{FF2B5EF4-FFF2-40B4-BE49-F238E27FC236}">
                    <a16:creationId xmlns:a16="http://schemas.microsoft.com/office/drawing/2014/main" id="{854BB15E-A2C2-4284-BDEB-6DCD62CC1DD4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직선 연결선 143">
                <a:extLst>
                  <a:ext uri="{FF2B5EF4-FFF2-40B4-BE49-F238E27FC236}">
                    <a16:creationId xmlns:a16="http://schemas.microsoft.com/office/drawing/2014/main" id="{A7C4CF56-B6C8-423C-B08A-235CD016B0D6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직선 연결선 144">
                <a:extLst>
                  <a:ext uri="{FF2B5EF4-FFF2-40B4-BE49-F238E27FC236}">
                    <a16:creationId xmlns:a16="http://schemas.microsoft.com/office/drawing/2014/main" id="{E871F68F-7E61-4C8D-8130-161E3119364D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직선 연결선 145">
                <a:extLst>
                  <a:ext uri="{FF2B5EF4-FFF2-40B4-BE49-F238E27FC236}">
                    <a16:creationId xmlns:a16="http://schemas.microsoft.com/office/drawing/2014/main" id="{DCF62A81-C4F6-42C3-A9E1-D4BC84785FD6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AC619930-0BDE-49F0-99AF-2323A83F3A10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137" name="모서리가 둥근 직사각형 302">
                <a:extLst>
                  <a:ext uri="{FF2B5EF4-FFF2-40B4-BE49-F238E27FC236}">
                    <a16:creationId xmlns:a16="http://schemas.microsoft.com/office/drawing/2014/main" id="{72FF4440-D84B-41B9-9317-F07E66DC03DD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38" name="직선 연결선 137">
                <a:extLst>
                  <a:ext uri="{FF2B5EF4-FFF2-40B4-BE49-F238E27FC236}">
                    <a16:creationId xmlns:a16="http://schemas.microsoft.com/office/drawing/2014/main" id="{1B8A4FDA-1B39-45E4-A772-761E986B919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직선 연결선 138">
                <a:extLst>
                  <a:ext uri="{FF2B5EF4-FFF2-40B4-BE49-F238E27FC236}">
                    <a16:creationId xmlns:a16="http://schemas.microsoft.com/office/drawing/2014/main" id="{34DA3C85-17B3-4FAC-ABA8-EB4DB6903CB5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직선 연결선 139">
                <a:extLst>
                  <a:ext uri="{FF2B5EF4-FFF2-40B4-BE49-F238E27FC236}">
                    <a16:creationId xmlns:a16="http://schemas.microsoft.com/office/drawing/2014/main" id="{86787097-1ED2-4D03-9758-48B991FCB966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>
                <a:extLst>
                  <a:ext uri="{FF2B5EF4-FFF2-40B4-BE49-F238E27FC236}">
                    <a16:creationId xmlns:a16="http://schemas.microsoft.com/office/drawing/2014/main" id="{504DF822-D689-43B2-9875-BDB527C8FDC4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82" name="그룹 181">
            <a:extLst>
              <a:ext uri="{FF2B5EF4-FFF2-40B4-BE49-F238E27FC236}">
                <a16:creationId xmlns:a16="http://schemas.microsoft.com/office/drawing/2014/main" id="{77BF9A07-5798-4C82-A7A8-F3625526DB9B}"/>
              </a:ext>
            </a:extLst>
          </p:cNvPr>
          <p:cNvGrpSpPr/>
          <p:nvPr/>
        </p:nvGrpSpPr>
        <p:grpSpPr>
          <a:xfrm>
            <a:off x="11647239" y="539750"/>
            <a:ext cx="10961931" cy="10117138"/>
            <a:chOff x="168273" y="415925"/>
            <a:chExt cx="4787902" cy="6408738"/>
          </a:xfrm>
        </p:grpSpPr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4BB479B7-D65D-47E5-AA71-6A50DF5DA19F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232" name="모서리가 둥근 직사각형 302">
                <a:extLst>
                  <a:ext uri="{FF2B5EF4-FFF2-40B4-BE49-F238E27FC236}">
                    <a16:creationId xmlns:a16="http://schemas.microsoft.com/office/drawing/2014/main" id="{1C17C2DA-5A86-44D7-AB08-485186C14BBB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33" name="직선 연결선 232">
                <a:extLst>
                  <a:ext uri="{FF2B5EF4-FFF2-40B4-BE49-F238E27FC236}">
                    <a16:creationId xmlns:a16="http://schemas.microsoft.com/office/drawing/2014/main" id="{FC62E834-CFE3-49EE-9D79-E2D971153C4D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 233">
                <a:extLst>
                  <a:ext uri="{FF2B5EF4-FFF2-40B4-BE49-F238E27FC236}">
                    <a16:creationId xmlns:a16="http://schemas.microsoft.com/office/drawing/2014/main" id="{344C77BA-3F2F-4CF0-9566-6C3CCE261F82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>
                <a:extLst>
                  <a:ext uri="{FF2B5EF4-FFF2-40B4-BE49-F238E27FC236}">
                    <a16:creationId xmlns:a16="http://schemas.microsoft.com/office/drawing/2014/main" id="{FBD61F38-244E-4A3C-840A-337827480241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직선 연결선 235">
                <a:extLst>
                  <a:ext uri="{FF2B5EF4-FFF2-40B4-BE49-F238E27FC236}">
                    <a16:creationId xmlns:a16="http://schemas.microsoft.com/office/drawing/2014/main" id="{A56F9F37-8057-4B28-90FC-17776BD8D37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24CC9D5C-8B3D-49A1-B394-12CB28D51C10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227" name="모서리가 둥근 직사각형 302">
                <a:extLst>
                  <a:ext uri="{FF2B5EF4-FFF2-40B4-BE49-F238E27FC236}">
                    <a16:creationId xmlns:a16="http://schemas.microsoft.com/office/drawing/2014/main" id="{35ADC0AB-732D-4272-9EF4-F6E11F2DA38C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28" name="직선 연결선 227">
                <a:extLst>
                  <a:ext uri="{FF2B5EF4-FFF2-40B4-BE49-F238E27FC236}">
                    <a16:creationId xmlns:a16="http://schemas.microsoft.com/office/drawing/2014/main" id="{3DBE881A-6547-44DA-B29A-C11830BD8FA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>
                <a:extLst>
                  <a:ext uri="{FF2B5EF4-FFF2-40B4-BE49-F238E27FC236}">
                    <a16:creationId xmlns:a16="http://schemas.microsoft.com/office/drawing/2014/main" id="{1E4E6713-488D-401E-A02C-E2113604CBA6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직선 연결선 229">
                <a:extLst>
                  <a:ext uri="{FF2B5EF4-FFF2-40B4-BE49-F238E27FC236}">
                    <a16:creationId xmlns:a16="http://schemas.microsoft.com/office/drawing/2014/main" id="{C07BB020-1771-42A6-81B2-58B63C8D3389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 230">
                <a:extLst>
                  <a:ext uri="{FF2B5EF4-FFF2-40B4-BE49-F238E27FC236}">
                    <a16:creationId xmlns:a16="http://schemas.microsoft.com/office/drawing/2014/main" id="{A25E38C9-CAA3-449E-88ED-2235BE9CB0A1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DDDB4E16-7701-4415-8421-1DA6CD91EBEC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222" name="모서리가 둥근 직사각형 302">
                <a:extLst>
                  <a:ext uri="{FF2B5EF4-FFF2-40B4-BE49-F238E27FC236}">
                    <a16:creationId xmlns:a16="http://schemas.microsoft.com/office/drawing/2014/main" id="{CE299615-2A91-4D0F-A2D7-49834444013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2C1B4A07-947E-4FB2-8EC4-1816080CBA65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>
                <a:extLst>
                  <a:ext uri="{FF2B5EF4-FFF2-40B4-BE49-F238E27FC236}">
                    <a16:creationId xmlns:a16="http://schemas.microsoft.com/office/drawing/2014/main" id="{2349DD9E-62F1-4037-BF40-F508A77CDA86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>
                <a:extLst>
                  <a:ext uri="{FF2B5EF4-FFF2-40B4-BE49-F238E27FC236}">
                    <a16:creationId xmlns:a16="http://schemas.microsoft.com/office/drawing/2014/main" id="{D02F9C46-6B32-438A-A169-A2A27A3FE7C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직선 연결선 225">
                <a:extLst>
                  <a:ext uri="{FF2B5EF4-FFF2-40B4-BE49-F238E27FC236}">
                    <a16:creationId xmlns:a16="http://schemas.microsoft.com/office/drawing/2014/main" id="{4A1D093F-5D4E-41F1-9327-170943CF9396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6DB865BE-E6E6-43F7-9900-762FE4C193CF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217" name="모서리가 둥근 직사각형 302">
                <a:extLst>
                  <a:ext uri="{FF2B5EF4-FFF2-40B4-BE49-F238E27FC236}">
                    <a16:creationId xmlns:a16="http://schemas.microsoft.com/office/drawing/2014/main" id="{A3C90F22-DA4A-444E-B9D3-D2DFA92C302A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18" name="직선 연결선 217">
                <a:extLst>
                  <a:ext uri="{FF2B5EF4-FFF2-40B4-BE49-F238E27FC236}">
                    <a16:creationId xmlns:a16="http://schemas.microsoft.com/office/drawing/2014/main" id="{AA30BC3B-402B-47C5-8140-C9C66BE66E05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>
                <a:extLst>
                  <a:ext uri="{FF2B5EF4-FFF2-40B4-BE49-F238E27FC236}">
                    <a16:creationId xmlns:a16="http://schemas.microsoft.com/office/drawing/2014/main" id="{7BE653C0-3158-4306-A366-E5BAA2B05CE5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직선 연결선 219">
                <a:extLst>
                  <a:ext uri="{FF2B5EF4-FFF2-40B4-BE49-F238E27FC236}">
                    <a16:creationId xmlns:a16="http://schemas.microsoft.com/office/drawing/2014/main" id="{B83FA2C4-0176-4385-9FF4-938EF5D2458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>
                <a:extLst>
                  <a:ext uri="{FF2B5EF4-FFF2-40B4-BE49-F238E27FC236}">
                    <a16:creationId xmlns:a16="http://schemas.microsoft.com/office/drawing/2014/main" id="{B2173D2A-EE0C-4DD8-B6BA-D2A73402C89B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53C1D6E4-E675-40C8-B833-44312FA3E950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212" name="모서리가 둥근 직사각형 302">
                <a:extLst>
                  <a:ext uri="{FF2B5EF4-FFF2-40B4-BE49-F238E27FC236}">
                    <a16:creationId xmlns:a16="http://schemas.microsoft.com/office/drawing/2014/main" id="{B2449725-2CC5-493D-B3C8-22AAAB76D9A1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13" name="직선 연결선 212">
                <a:extLst>
                  <a:ext uri="{FF2B5EF4-FFF2-40B4-BE49-F238E27FC236}">
                    <a16:creationId xmlns:a16="http://schemas.microsoft.com/office/drawing/2014/main" id="{4AC1A635-932F-4511-9C7C-FB302054361B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직선 연결선 213">
                <a:extLst>
                  <a:ext uri="{FF2B5EF4-FFF2-40B4-BE49-F238E27FC236}">
                    <a16:creationId xmlns:a16="http://schemas.microsoft.com/office/drawing/2014/main" id="{F53496BA-852E-4449-89EB-2E2CAB6A3964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>
                <a:extLst>
                  <a:ext uri="{FF2B5EF4-FFF2-40B4-BE49-F238E27FC236}">
                    <a16:creationId xmlns:a16="http://schemas.microsoft.com/office/drawing/2014/main" id="{6D841386-975C-47AD-A90D-7D3CA9059B94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>
                <a:extLst>
                  <a:ext uri="{FF2B5EF4-FFF2-40B4-BE49-F238E27FC236}">
                    <a16:creationId xmlns:a16="http://schemas.microsoft.com/office/drawing/2014/main" id="{4E1F18D5-4494-4E4D-9A98-E152CECFDCD6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7FA55450-EDEE-4B2F-9285-224A84E167E2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207" name="모서리가 둥근 직사각형 302">
                <a:extLst>
                  <a:ext uri="{FF2B5EF4-FFF2-40B4-BE49-F238E27FC236}">
                    <a16:creationId xmlns:a16="http://schemas.microsoft.com/office/drawing/2014/main" id="{6BA51985-FF08-4A46-BBEA-9B6613892F27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08" name="직선 연결선 207">
                <a:extLst>
                  <a:ext uri="{FF2B5EF4-FFF2-40B4-BE49-F238E27FC236}">
                    <a16:creationId xmlns:a16="http://schemas.microsoft.com/office/drawing/2014/main" id="{7B632E8F-D22B-47CF-BACD-12610FB588A4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>
                <a:extLst>
                  <a:ext uri="{FF2B5EF4-FFF2-40B4-BE49-F238E27FC236}">
                    <a16:creationId xmlns:a16="http://schemas.microsoft.com/office/drawing/2014/main" id="{4B93E952-B142-4DE9-AC33-0923DC419152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직선 연결선 209">
                <a:extLst>
                  <a:ext uri="{FF2B5EF4-FFF2-40B4-BE49-F238E27FC236}">
                    <a16:creationId xmlns:a16="http://schemas.microsoft.com/office/drawing/2014/main" id="{7A4F6295-D9BF-48E9-BD34-382428BEB325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직선 연결선 210">
                <a:extLst>
                  <a:ext uri="{FF2B5EF4-FFF2-40B4-BE49-F238E27FC236}">
                    <a16:creationId xmlns:a16="http://schemas.microsoft.com/office/drawing/2014/main" id="{B7106C8A-D659-4C1A-AC65-81AD1F2DD02C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9" name="그룹 188">
              <a:extLst>
                <a:ext uri="{FF2B5EF4-FFF2-40B4-BE49-F238E27FC236}">
                  <a16:creationId xmlns:a16="http://schemas.microsoft.com/office/drawing/2014/main" id="{51D643B4-6F8C-4791-B1F1-C181E991804C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202" name="모서리가 둥근 직사각형 302">
                <a:extLst>
                  <a:ext uri="{FF2B5EF4-FFF2-40B4-BE49-F238E27FC236}">
                    <a16:creationId xmlns:a16="http://schemas.microsoft.com/office/drawing/2014/main" id="{2B732AA3-1A46-46C4-BEE3-ADF1527FF127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03" name="직선 연결선 202">
                <a:extLst>
                  <a:ext uri="{FF2B5EF4-FFF2-40B4-BE49-F238E27FC236}">
                    <a16:creationId xmlns:a16="http://schemas.microsoft.com/office/drawing/2014/main" id="{38936470-BE5D-4DD6-A928-627C89F1A9B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직선 연결선 203">
                <a:extLst>
                  <a:ext uri="{FF2B5EF4-FFF2-40B4-BE49-F238E27FC236}">
                    <a16:creationId xmlns:a16="http://schemas.microsoft.com/office/drawing/2014/main" id="{A598C0BE-D7D3-4C16-A85F-F426C224F10C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직선 연결선 204">
                <a:extLst>
                  <a:ext uri="{FF2B5EF4-FFF2-40B4-BE49-F238E27FC236}">
                    <a16:creationId xmlns:a16="http://schemas.microsoft.com/office/drawing/2014/main" id="{7AC38CE4-C488-4FBE-8BEB-F84B221CBC3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직선 연결선 205">
                <a:extLst>
                  <a:ext uri="{FF2B5EF4-FFF2-40B4-BE49-F238E27FC236}">
                    <a16:creationId xmlns:a16="http://schemas.microsoft.com/office/drawing/2014/main" id="{E63F3A04-4C81-49AC-8E53-696A85A88AF2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C548D297-8350-4230-82B8-136AA164193A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197" name="모서리가 둥근 직사각형 302">
                <a:extLst>
                  <a:ext uri="{FF2B5EF4-FFF2-40B4-BE49-F238E27FC236}">
                    <a16:creationId xmlns:a16="http://schemas.microsoft.com/office/drawing/2014/main" id="{02519E49-8E25-4EB0-A0E1-FF2D36CAE55A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98" name="직선 연결선 197">
                <a:extLst>
                  <a:ext uri="{FF2B5EF4-FFF2-40B4-BE49-F238E27FC236}">
                    <a16:creationId xmlns:a16="http://schemas.microsoft.com/office/drawing/2014/main" id="{6838320E-00C4-4D78-B45C-1F5C183D051C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>
                <a:extLst>
                  <a:ext uri="{FF2B5EF4-FFF2-40B4-BE49-F238E27FC236}">
                    <a16:creationId xmlns:a16="http://schemas.microsoft.com/office/drawing/2014/main" id="{1227CA36-A76D-455E-8650-E9E1690E074F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직선 연결선 199">
                <a:extLst>
                  <a:ext uri="{FF2B5EF4-FFF2-40B4-BE49-F238E27FC236}">
                    <a16:creationId xmlns:a16="http://schemas.microsoft.com/office/drawing/2014/main" id="{F62E8559-9FE7-4330-857C-323F22B385E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직선 연결선 200">
                <a:extLst>
                  <a:ext uri="{FF2B5EF4-FFF2-40B4-BE49-F238E27FC236}">
                    <a16:creationId xmlns:a16="http://schemas.microsoft.com/office/drawing/2014/main" id="{7D1A672C-9AD6-4F29-8426-EC49EA264676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A35CD544-BF75-4AAA-8434-C0AE15899972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192" name="모서리가 둥근 직사각형 302">
                <a:extLst>
                  <a:ext uri="{FF2B5EF4-FFF2-40B4-BE49-F238E27FC236}">
                    <a16:creationId xmlns:a16="http://schemas.microsoft.com/office/drawing/2014/main" id="{DB7BF3D6-40B5-40CE-9498-9E468F2C29F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93" name="직선 연결선 192">
                <a:extLst>
                  <a:ext uri="{FF2B5EF4-FFF2-40B4-BE49-F238E27FC236}">
                    <a16:creationId xmlns:a16="http://schemas.microsoft.com/office/drawing/2014/main" id="{D012A6A4-8CCA-4A27-BFB4-6A563E51397D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직선 연결선 193">
                <a:extLst>
                  <a:ext uri="{FF2B5EF4-FFF2-40B4-BE49-F238E27FC236}">
                    <a16:creationId xmlns:a16="http://schemas.microsoft.com/office/drawing/2014/main" id="{E79EE3EE-0467-4998-8C50-8FC40241F477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직선 연결선 194">
                <a:extLst>
                  <a:ext uri="{FF2B5EF4-FFF2-40B4-BE49-F238E27FC236}">
                    <a16:creationId xmlns:a16="http://schemas.microsoft.com/office/drawing/2014/main" id="{A4133E02-8103-4B0A-B11C-5645288BA253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직선 연결선 195">
                <a:extLst>
                  <a:ext uri="{FF2B5EF4-FFF2-40B4-BE49-F238E27FC236}">
                    <a16:creationId xmlns:a16="http://schemas.microsoft.com/office/drawing/2014/main" id="{3FD9939A-9E47-40FC-B2CF-64F78AE28BC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4158874620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TextBox 115">
            <a:extLst>
              <a:ext uri="{FF2B5EF4-FFF2-40B4-BE49-F238E27FC236}">
                <a16:creationId xmlns:a16="http://schemas.microsoft.com/office/drawing/2014/main" id="{A42B1932-D1EA-41F3-9CFB-EAF76809AA6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14" name="그림 113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856EECC7-642B-4EF8-A4DA-05C03BF05D0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15" name="직사각형 114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29036150-5697-4FD5-AB49-67CBC3C7FAE1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7" name="직사각형 116">
            <a:hlinkClick r:id="rId5" action="ppaction://hlinksldjump"/>
            <a:extLst>
              <a:ext uri="{FF2B5EF4-FFF2-40B4-BE49-F238E27FC236}">
                <a16:creationId xmlns:a16="http://schemas.microsoft.com/office/drawing/2014/main" id="{72E1E8A7-6CF5-46EC-A16A-38BA14FBCC9B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8" name="직사각형 11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97233E0-065A-4F06-99B6-AA99D84C3144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9" name="직사각형 11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F400C7A-5B5A-4B61-A7D7-E89B1E600485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0" name="직사각형 11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5A1A71A-4905-46ED-82E2-1F17462BB34A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A6ACB693-C428-4385-81FF-70C28EC455C9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DBBECB4D-A605-4E7E-9F84-550E4129CBCD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3F3E9549-D3C7-4A72-9A46-9A1877F168B8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57BD8407-FE18-4D55-B046-9D94B2C7D80D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F6E84DC-00D1-4D1E-9F39-1023D4F9E339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CE7AC8F2-4B1B-45F4-8E64-8EA7C885CB59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30751D9-CF73-4733-A277-BAE9B2F596B3}"/>
              </a:ext>
            </a:extLst>
          </p:cNvPr>
          <p:cNvGrpSpPr/>
          <p:nvPr/>
        </p:nvGrpSpPr>
        <p:grpSpPr>
          <a:xfrm>
            <a:off x="71443" y="539750"/>
            <a:ext cx="10971695" cy="10117138"/>
            <a:chOff x="168273" y="415925"/>
            <a:chExt cx="4787902" cy="6408738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90934C1A-F441-4376-8234-ECB61D193463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177" name="모서리가 둥근 직사각형 302">
                <a:extLst>
                  <a:ext uri="{FF2B5EF4-FFF2-40B4-BE49-F238E27FC236}">
                    <a16:creationId xmlns:a16="http://schemas.microsoft.com/office/drawing/2014/main" id="{F9F9B984-5FB6-4292-A316-0CDE82A00271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78" name="직선 연결선 177">
                <a:extLst>
                  <a:ext uri="{FF2B5EF4-FFF2-40B4-BE49-F238E27FC236}">
                    <a16:creationId xmlns:a16="http://schemas.microsoft.com/office/drawing/2014/main" id="{FC7F36F3-B0C2-4B6A-92DC-5B0F387110AD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직선 연결선 178">
                <a:extLst>
                  <a:ext uri="{FF2B5EF4-FFF2-40B4-BE49-F238E27FC236}">
                    <a16:creationId xmlns:a16="http://schemas.microsoft.com/office/drawing/2014/main" id="{430B2E05-5953-41F2-95FA-05C0FA97109E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>
                <a:extLst>
                  <a:ext uri="{FF2B5EF4-FFF2-40B4-BE49-F238E27FC236}">
                    <a16:creationId xmlns:a16="http://schemas.microsoft.com/office/drawing/2014/main" id="{7811EFC9-9A78-472D-890E-2E5FE45D2053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1C7C2249-DEB2-4C4A-8837-D8F734C0A36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" name="그룹 128">
              <a:extLst>
                <a:ext uri="{FF2B5EF4-FFF2-40B4-BE49-F238E27FC236}">
                  <a16:creationId xmlns:a16="http://schemas.microsoft.com/office/drawing/2014/main" id="{F017320B-DB53-48C0-82B4-70AA01D77FD7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172" name="모서리가 둥근 직사각형 302">
                <a:extLst>
                  <a:ext uri="{FF2B5EF4-FFF2-40B4-BE49-F238E27FC236}">
                    <a16:creationId xmlns:a16="http://schemas.microsoft.com/office/drawing/2014/main" id="{29F7DC37-3D24-4C32-AED2-CDE49B5037AA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87E630B0-A773-4D0A-86E5-91EBD0BF3A7D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630F76C0-C354-484F-AE79-7C4149B20C14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직선 연결선 174">
                <a:extLst>
                  <a:ext uri="{FF2B5EF4-FFF2-40B4-BE49-F238E27FC236}">
                    <a16:creationId xmlns:a16="http://schemas.microsoft.com/office/drawing/2014/main" id="{7ADFDB16-1CE8-4EA2-99DF-7F0850DDF50C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직선 연결선 175">
                <a:extLst>
                  <a:ext uri="{FF2B5EF4-FFF2-40B4-BE49-F238E27FC236}">
                    <a16:creationId xmlns:a16="http://schemas.microsoft.com/office/drawing/2014/main" id="{2E81FB80-F75C-43DD-9526-AE8274DC73F6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0" name="그룹 129">
              <a:extLst>
                <a:ext uri="{FF2B5EF4-FFF2-40B4-BE49-F238E27FC236}">
                  <a16:creationId xmlns:a16="http://schemas.microsoft.com/office/drawing/2014/main" id="{ECD9D9FD-258F-48C2-8576-F46BB75FD4B1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167" name="모서리가 둥근 직사각형 302">
                <a:extLst>
                  <a:ext uri="{FF2B5EF4-FFF2-40B4-BE49-F238E27FC236}">
                    <a16:creationId xmlns:a16="http://schemas.microsoft.com/office/drawing/2014/main" id="{8A199561-1A55-4E09-A905-9E56012CE48B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3A4EFE61-1AC5-46EB-B9FC-B62D1711322A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2C14BC67-54E5-4265-9EC1-40CBF1C47663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CB81503A-D279-442D-9EDD-27DC3CE2BF35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7898B6D3-B5B6-46BE-B55B-6EBEA6BB323D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9DE04DBD-4041-4CE7-B34C-76AE81847C3E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162" name="모서리가 둥근 직사각형 302">
                <a:extLst>
                  <a:ext uri="{FF2B5EF4-FFF2-40B4-BE49-F238E27FC236}">
                    <a16:creationId xmlns:a16="http://schemas.microsoft.com/office/drawing/2014/main" id="{BBD9F0A5-13AC-4D2C-99C5-6EEC58B95C33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63" name="직선 연결선 162">
                <a:extLst>
                  <a:ext uri="{FF2B5EF4-FFF2-40B4-BE49-F238E27FC236}">
                    <a16:creationId xmlns:a16="http://schemas.microsoft.com/office/drawing/2014/main" id="{FCB421E4-7654-4BD0-9DAA-41E8B26566AD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F68CD9F6-044F-4DF7-AE9E-319E274EB1FF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9BB2D938-DEA9-4591-9D09-66ADB580D3C8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F3CEC182-311D-4EE6-B8C7-F10C8F340365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20FAB6E5-8436-406F-8E15-1F752D6E20E6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157" name="모서리가 둥근 직사각형 302">
                <a:extLst>
                  <a:ext uri="{FF2B5EF4-FFF2-40B4-BE49-F238E27FC236}">
                    <a16:creationId xmlns:a16="http://schemas.microsoft.com/office/drawing/2014/main" id="{65E05404-2631-4E0C-8F11-7F4730E28665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58" name="직선 연결선 157">
                <a:extLst>
                  <a:ext uri="{FF2B5EF4-FFF2-40B4-BE49-F238E27FC236}">
                    <a16:creationId xmlns:a16="http://schemas.microsoft.com/office/drawing/2014/main" id="{3C73B3F7-84FB-4BBB-AC6E-7D31F2CE29D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>
                <a:extLst>
                  <a:ext uri="{FF2B5EF4-FFF2-40B4-BE49-F238E27FC236}">
                    <a16:creationId xmlns:a16="http://schemas.microsoft.com/office/drawing/2014/main" id="{E3B48997-3255-48F2-9AAB-AF3074E19F46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직선 연결선 159">
                <a:extLst>
                  <a:ext uri="{FF2B5EF4-FFF2-40B4-BE49-F238E27FC236}">
                    <a16:creationId xmlns:a16="http://schemas.microsoft.com/office/drawing/2014/main" id="{915106E9-7B0B-4910-A6B5-99AE9FAF1CD4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5F59E399-7437-45D5-BC3A-A8E93B84FEEA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3" name="그룹 132">
              <a:extLst>
                <a:ext uri="{FF2B5EF4-FFF2-40B4-BE49-F238E27FC236}">
                  <a16:creationId xmlns:a16="http://schemas.microsoft.com/office/drawing/2014/main" id="{6BF27118-DCBB-46DF-A3A4-75DC68C7F48D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152" name="모서리가 둥근 직사각형 302">
                <a:extLst>
                  <a:ext uri="{FF2B5EF4-FFF2-40B4-BE49-F238E27FC236}">
                    <a16:creationId xmlns:a16="http://schemas.microsoft.com/office/drawing/2014/main" id="{23B401AD-CB83-4B56-8A2F-D3AC00DBEF3D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53" name="직선 연결선 152">
                <a:extLst>
                  <a:ext uri="{FF2B5EF4-FFF2-40B4-BE49-F238E27FC236}">
                    <a16:creationId xmlns:a16="http://schemas.microsoft.com/office/drawing/2014/main" id="{DFE241E3-00D4-45E2-BBB9-E7624A045DB9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직선 연결선 153">
                <a:extLst>
                  <a:ext uri="{FF2B5EF4-FFF2-40B4-BE49-F238E27FC236}">
                    <a16:creationId xmlns:a16="http://schemas.microsoft.com/office/drawing/2014/main" id="{B6CCCB7E-FAEF-489A-8585-60AE49AB1E4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>
                <a:extLst>
                  <a:ext uri="{FF2B5EF4-FFF2-40B4-BE49-F238E27FC236}">
                    <a16:creationId xmlns:a16="http://schemas.microsoft.com/office/drawing/2014/main" id="{8157AE3A-06F8-4BE8-BDE0-FD0DCBD7A6A3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직선 연결선 155">
                <a:extLst>
                  <a:ext uri="{FF2B5EF4-FFF2-40B4-BE49-F238E27FC236}">
                    <a16:creationId xmlns:a16="http://schemas.microsoft.com/office/drawing/2014/main" id="{976C979F-4863-4019-812E-DAE7F69FA60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D32AEAC4-E413-4084-AE2B-F5203F5E9F5B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147" name="모서리가 둥근 직사각형 302">
                <a:extLst>
                  <a:ext uri="{FF2B5EF4-FFF2-40B4-BE49-F238E27FC236}">
                    <a16:creationId xmlns:a16="http://schemas.microsoft.com/office/drawing/2014/main" id="{81AEF88F-CD7E-4F9D-B25C-D58DA5438002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48" name="직선 연결선 147">
                <a:extLst>
                  <a:ext uri="{FF2B5EF4-FFF2-40B4-BE49-F238E27FC236}">
                    <a16:creationId xmlns:a16="http://schemas.microsoft.com/office/drawing/2014/main" id="{3EECC1EF-69C6-45CA-AC79-9211A2890C66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직선 연결선 148">
                <a:extLst>
                  <a:ext uri="{FF2B5EF4-FFF2-40B4-BE49-F238E27FC236}">
                    <a16:creationId xmlns:a16="http://schemas.microsoft.com/office/drawing/2014/main" id="{4462B5A1-86E0-4CFE-9D5B-048B166EF687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>
                <a:extLst>
                  <a:ext uri="{FF2B5EF4-FFF2-40B4-BE49-F238E27FC236}">
                    <a16:creationId xmlns:a16="http://schemas.microsoft.com/office/drawing/2014/main" id="{A20BA8AC-D631-4769-A202-32473804D2C3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>
                <a:extLst>
                  <a:ext uri="{FF2B5EF4-FFF2-40B4-BE49-F238E27FC236}">
                    <a16:creationId xmlns:a16="http://schemas.microsoft.com/office/drawing/2014/main" id="{9458DCB4-AE85-4A8C-8A48-D18D5E04C30B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5" name="그룹 134">
              <a:extLst>
                <a:ext uri="{FF2B5EF4-FFF2-40B4-BE49-F238E27FC236}">
                  <a16:creationId xmlns:a16="http://schemas.microsoft.com/office/drawing/2014/main" id="{104F4224-BCAC-42EC-8AF0-09AF0BC3EE48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142" name="모서리가 둥근 직사각형 302">
                <a:extLst>
                  <a:ext uri="{FF2B5EF4-FFF2-40B4-BE49-F238E27FC236}">
                    <a16:creationId xmlns:a16="http://schemas.microsoft.com/office/drawing/2014/main" id="{EADBA3F0-09C0-4DD4-A7AB-A5826FDB91F8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43" name="직선 연결선 142">
                <a:extLst>
                  <a:ext uri="{FF2B5EF4-FFF2-40B4-BE49-F238E27FC236}">
                    <a16:creationId xmlns:a16="http://schemas.microsoft.com/office/drawing/2014/main" id="{9F1D6A00-C47A-488F-BDA6-037D1923986A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직선 연결선 143">
                <a:extLst>
                  <a:ext uri="{FF2B5EF4-FFF2-40B4-BE49-F238E27FC236}">
                    <a16:creationId xmlns:a16="http://schemas.microsoft.com/office/drawing/2014/main" id="{4C68F667-61BC-4C3A-A73F-7D8DED9A6907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직선 연결선 144">
                <a:extLst>
                  <a:ext uri="{FF2B5EF4-FFF2-40B4-BE49-F238E27FC236}">
                    <a16:creationId xmlns:a16="http://schemas.microsoft.com/office/drawing/2014/main" id="{FE202417-3BEA-4593-A880-4DB49DF6D754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직선 연결선 145">
                <a:extLst>
                  <a:ext uri="{FF2B5EF4-FFF2-40B4-BE49-F238E27FC236}">
                    <a16:creationId xmlns:a16="http://schemas.microsoft.com/office/drawing/2014/main" id="{A6C3A100-E2E7-4A81-AD05-5201E3858405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F417E87E-EA39-439E-BE8F-0405155490EE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137" name="모서리가 둥근 직사각형 302">
                <a:extLst>
                  <a:ext uri="{FF2B5EF4-FFF2-40B4-BE49-F238E27FC236}">
                    <a16:creationId xmlns:a16="http://schemas.microsoft.com/office/drawing/2014/main" id="{ED1490C9-C449-4227-8A08-9AA9D12A2ED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38" name="직선 연결선 137">
                <a:extLst>
                  <a:ext uri="{FF2B5EF4-FFF2-40B4-BE49-F238E27FC236}">
                    <a16:creationId xmlns:a16="http://schemas.microsoft.com/office/drawing/2014/main" id="{041F7791-6783-4107-B717-1D2E2F15DDD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직선 연결선 138">
                <a:extLst>
                  <a:ext uri="{FF2B5EF4-FFF2-40B4-BE49-F238E27FC236}">
                    <a16:creationId xmlns:a16="http://schemas.microsoft.com/office/drawing/2014/main" id="{B9014389-488B-418F-8F32-B7C557271008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직선 연결선 139">
                <a:extLst>
                  <a:ext uri="{FF2B5EF4-FFF2-40B4-BE49-F238E27FC236}">
                    <a16:creationId xmlns:a16="http://schemas.microsoft.com/office/drawing/2014/main" id="{AE36006E-770B-4ED5-9412-36ED89FE8A50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>
                <a:extLst>
                  <a:ext uri="{FF2B5EF4-FFF2-40B4-BE49-F238E27FC236}">
                    <a16:creationId xmlns:a16="http://schemas.microsoft.com/office/drawing/2014/main" id="{BEE1AF73-CCB1-4F73-BFFC-3EE960775849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82" name="그룹 181">
            <a:extLst>
              <a:ext uri="{FF2B5EF4-FFF2-40B4-BE49-F238E27FC236}">
                <a16:creationId xmlns:a16="http://schemas.microsoft.com/office/drawing/2014/main" id="{612DC7A7-BCAE-4320-8598-60FCAE49D09A}"/>
              </a:ext>
            </a:extLst>
          </p:cNvPr>
          <p:cNvGrpSpPr/>
          <p:nvPr/>
        </p:nvGrpSpPr>
        <p:grpSpPr>
          <a:xfrm>
            <a:off x="11647239" y="539750"/>
            <a:ext cx="10961931" cy="10117138"/>
            <a:chOff x="168273" y="415925"/>
            <a:chExt cx="4787902" cy="6408738"/>
          </a:xfrm>
        </p:grpSpPr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1DA9959E-E76A-4297-AEF3-F00579B8238A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232" name="모서리가 둥근 직사각형 302">
                <a:extLst>
                  <a:ext uri="{FF2B5EF4-FFF2-40B4-BE49-F238E27FC236}">
                    <a16:creationId xmlns:a16="http://schemas.microsoft.com/office/drawing/2014/main" id="{A96C4261-B85E-4822-A8DD-CE20D845732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33" name="직선 연결선 232">
                <a:extLst>
                  <a:ext uri="{FF2B5EF4-FFF2-40B4-BE49-F238E27FC236}">
                    <a16:creationId xmlns:a16="http://schemas.microsoft.com/office/drawing/2014/main" id="{49535311-8E9A-4A57-8049-33A2F595A059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 233">
                <a:extLst>
                  <a:ext uri="{FF2B5EF4-FFF2-40B4-BE49-F238E27FC236}">
                    <a16:creationId xmlns:a16="http://schemas.microsoft.com/office/drawing/2014/main" id="{DA68EE80-C653-4DB9-9004-CF4B304B2AB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>
                <a:extLst>
                  <a:ext uri="{FF2B5EF4-FFF2-40B4-BE49-F238E27FC236}">
                    <a16:creationId xmlns:a16="http://schemas.microsoft.com/office/drawing/2014/main" id="{4BC59ABD-B72E-4349-A7DB-0E65780A1120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직선 연결선 235">
                <a:extLst>
                  <a:ext uri="{FF2B5EF4-FFF2-40B4-BE49-F238E27FC236}">
                    <a16:creationId xmlns:a16="http://schemas.microsoft.com/office/drawing/2014/main" id="{1BF2A542-F23D-4B44-A7F4-3ADF13D1F68C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02237298-DF80-4917-A020-B3145A4FC560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227" name="모서리가 둥근 직사각형 302">
                <a:extLst>
                  <a:ext uri="{FF2B5EF4-FFF2-40B4-BE49-F238E27FC236}">
                    <a16:creationId xmlns:a16="http://schemas.microsoft.com/office/drawing/2014/main" id="{64847985-5422-494F-92E4-A90A8176AD48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28" name="직선 연결선 227">
                <a:extLst>
                  <a:ext uri="{FF2B5EF4-FFF2-40B4-BE49-F238E27FC236}">
                    <a16:creationId xmlns:a16="http://schemas.microsoft.com/office/drawing/2014/main" id="{814F9A47-1EEA-408E-93BD-29E18978DBAF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>
                <a:extLst>
                  <a:ext uri="{FF2B5EF4-FFF2-40B4-BE49-F238E27FC236}">
                    <a16:creationId xmlns:a16="http://schemas.microsoft.com/office/drawing/2014/main" id="{40C71F39-4675-49BA-B191-4E5E46697FF0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직선 연결선 229">
                <a:extLst>
                  <a:ext uri="{FF2B5EF4-FFF2-40B4-BE49-F238E27FC236}">
                    <a16:creationId xmlns:a16="http://schemas.microsoft.com/office/drawing/2014/main" id="{3A5CECAB-CC89-4693-A0F0-421E5D335EA0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 230">
                <a:extLst>
                  <a:ext uri="{FF2B5EF4-FFF2-40B4-BE49-F238E27FC236}">
                    <a16:creationId xmlns:a16="http://schemas.microsoft.com/office/drawing/2014/main" id="{060F88FA-1E79-42E7-9E81-DC2C5DD6D8E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D995CEAE-60C6-43AA-8331-768BFABB9F53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222" name="모서리가 둥근 직사각형 302">
                <a:extLst>
                  <a:ext uri="{FF2B5EF4-FFF2-40B4-BE49-F238E27FC236}">
                    <a16:creationId xmlns:a16="http://schemas.microsoft.com/office/drawing/2014/main" id="{F9693976-B6B0-4D1B-995A-373EBD301D01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6D8FD36A-0586-4575-B36B-E962E2F6B4E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>
                <a:extLst>
                  <a:ext uri="{FF2B5EF4-FFF2-40B4-BE49-F238E27FC236}">
                    <a16:creationId xmlns:a16="http://schemas.microsoft.com/office/drawing/2014/main" id="{D0D82CFB-071F-4D00-B96C-9E56ED56978B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>
                <a:extLst>
                  <a:ext uri="{FF2B5EF4-FFF2-40B4-BE49-F238E27FC236}">
                    <a16:creationId xmlns:a16="http://schemas.microsoft.com/office/drawing/2014/main" id="{F6472DDD-D3F5-4720-A241-FA6880183365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직선 연결선 225">
                <a:extLst>
                  <a:ext uri="{FF2B5EF4-FFF2-40B4-BE49-F238E27FC236}">
                    <a16:creationId xmlns:a16="http://schemas.microsoft.com/office/drawing/2014/main" id="{615F52B8-3936-4B84-BBE2-9CC0EEB2AEE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64618491-6A32-4CC7-928D-DFDFE68A70DA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217" name="모서리가 둥근 직사각형 302">
                <a:extLst>
                  <a:ext uri="{FF2B5EF4-FFF2-40B4-BE49-F238E27FC236}">
                    <a16:creationId xmlns:a16="http://schemas.microsoft.com/office/drawing/2014/main" id="{4776AD92-D4BD-4E18-8CC3-79FC45D508C9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18" name="직선 연결선 217">
                <a:extLst>
                  <a:ext uri="{FF2B5EF4-FFF2-40B4-BE49-F238E27FC236}">
                    <a16:creationId xmlns:a16="http://schemas.microsoft.com/office/drawing/2014/main" id="{62899F3D-6403-468C-B98A-0F43FBA896F5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>
                <a:extLst>
                  <a:ext uri="{FF2B5EF4-FFF2-40B4-BE49-F238E27FC236}">
                    <a16:creationId xmlns:a16="http://schemas.microsoft.com/office/drawing/2014/main" id="{D0732259-D8A4-41C9-AB51-8994972892E5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직선 연결선 219">
                <a:extLst>
                  <a:ext uri="{FF2B5EF4-FFF2-40B4-BE49-F238E27FC236}">
                    <a16:creationId xmlns:a16="http://schemas.microsoft.com/office/drawing/2014/main" id="{E6A09F99-1E03-4493-9127-5AA3807C8E4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>
                <a:extLst>
                  <a:ext uri="{FF2B5EF4-FFF2-40B4-BE49-F238E27FC236}">
                    <a16:creationId xmlns:a16="http://schemas.microsoft.com/office/drawing/2014/main" id="{15C27A07-5189-42A8-BE78-368A7890E3F7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0911D156-CAA7-4E9C-9BA0-2BFD0D3DDF59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212" name="모서리가 둥근 직사각형 302">
                <a:extLst>
                  <a:ext uri="{FF2B5EF4-FFF2-40B4-BE49-F238E27FC236}">
                    <a16:creationId xmlns:a16="http://schemas.microsoft.com/office/drawing/2014/main" id="{71A50A74-84C6-499A-99B0-FBBB157B8F3D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13" name="직선 연결선 212">
                <a:extLst>
                  <a:ext uri="{FF2B5EF4-FFF2-40B4-BE49-F238E27FC236}">
                    <a16:creationId xmlns:a16="http://schemas.microsoft.com/office/drawing/2014/main" id="{6CD8B281-BB33-4C32-9F06-0C9F48FE943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직선 연결선 213">
                <a:extLst>
                  <a:ext uri="{FF2B5EF4-FFF2-40B4-BE49-F238E27FC236}">
                    <a16:creationId xmlns:a16="http://schemas.microsoft.com/office/drawing/2014/main" id="{47168708-BC45-4BCF-9E2F-ED2478ADD1A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>
                <a:extLst>
                  <a:ext uri="{FF2B5EF4-FFF2-40B4-BE49-F238E27FC236}">
                    <a16:creationId xmlns:a16="http://schemas.microsoft.com/office/drawing/2014/main" id="{24DD6309-E507-4E62-848E-EA194E19B019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>
                <a:extLst>
                  <a:ext uri="{FF2B5EF4-FFF2-40B4-BE49-F238E27FC236}">
                    <a16:creationId xmlns:a16="http://schemas.microsoft.com/office/drawing/2014/main" id="{7DD70775-4EDD-4E19-BFF3-9966A46A37C5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33F8C6EE-95A4-4732-86E2-B8F57D15D940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207" name="모서리가 둥근 직사각형 302">
                <a:extLst>
                  <a:ext uri="{FF2B5EF4-FFF2-40B4-BE49-F238E27FC236}">
                    <a16:creationId xmlns:a16="http://schemas.microsoft.com/office/drawing/2014/main" id="{49BAE0F5-346B-4379-98E2-DD96207B106E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08" name="직선 연결선 207">
                <a:extLst>
                  <a:ext uri="{FF2B5EF4-FFF2-40B4-BE49-F238E27FC236}">
                    <a16:creationId xmlns:a16="http://schemas.microsoft.com/office/drawing/2014/main" id="{89F7AF05-7FBA-44A3-99F0-7BC367EEA9AB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>
                <a:extLst>
                  <a:ext uri="{FF2B5EF4-FFF2-40B4-BE49-F238E27FC236}">
                    <a16:creationId xmlns:a16="http://schemas.microsoft.com/office/drawing/2014/main" id="{2EA299C9-04D0-4D6A-871D-B4FEFC10D7E2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직선 연결선 209">
                <a:extLst>
                  <a:ext uri="{FF2B5EF4-FFF2-40B4-BE49-F238E27FC236}">
                    <a16:creationId xmlns:a16="http://schemas.microsoft.com/office/drawing/2014/main" id="{FFEC871A-0B6E-4B1D-8B6A-AC29398E4519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직선 연결선 210">
                <a:extLst>
                  <a:ext uri="{FF2B5EF4-FFF2-40B4-BE49-F238E27FC236}">
                    <a16:creationId xmlns:a16="http://schemas.microsoft.com/office/drawing/2014/main" id="{A563DFDF-7CEC-42E1-AF0B-276533618042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9" name="그룹 188">
              <a:extLst>
                <a:ext uri="{FF2B5EF4-FFF2-40B4-BE49-F238E27FC236}">
                  <a16:creationId xmlns:a16="http://schemas.microsoft.com/office/drawing/2014/main" id="{CA35C1D4-D9BF-425F-9DD0-0CED7302A69E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202" name="모서리가 둥근 직사각형 302">
                <a:extLst>
                  <a:ext uri="{FF2B5EF4-FFF2-40B4-BE49-F238E27FC236}">
                    <a16:creationId xmlns:a16="http://schemas.microsoft.com/office/drawing/2014/main" id="{8FCE8189-BF66-46A5-918B-775BBC59AF1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03" name="직선 연결선 202">
                <a:extLst>
                  <a:ext uri="{FF2B5EF4-FFF2-40B4-BE49-F238E27FC236}">
                    <a16:creationId xmlns:a16="http://schemas.microsoft.com/office/drawing/2014/main" id="{BE146E0C-35D3-4D68-A570-2C38ACD8C57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직선 연결선 203">
                <a:extLst>
                  <a:ext uri="{FF2B5EF4-FFF2-40B4-BE49-F238E27FC236}">
                    <a16:creationId xmlns:a16="http://schemas.microsoft.com/office/drawing/2014/main" id="{097D49CF-C423-48B1-93DE-DBAF9BDA7099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직선 연결선 204">
                <a:extLst>
                  <a:ext uri="{FF2B5EF4-FFF2-40B4-BE49-F238E27FC236}">
                    <a16:creationId xmlns:a16="http://schemas.microsoft.com/office/drawing/2014/main" id="{B0776773-1E8A-41E8-BF68-534E177674D0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직선 연결선 205">
                <a:extLst>
                  <a:ext uri="{FF2B5EF4-FFF2-40B4-BE49-F238E27FC236}">
                    <a16:creationId xmlns:a16="http://schemas.microsoft.com/office/drawing/2014/main" id="{978107E4-10B2-4675-9A3C-4DE3811B9FD2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CFF2D7FE-CB69-4DF1-ABAA-B623E39D531C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197" name="모서리가 둥근 직사각형 302">
                <a:extLst>
                  <a:ext uri="{FF2B5EF4-FFF2-40B4-BE49-F238E27FC236}">
                    <a16:creationId xmlns:a16="http://schemas.microsoft.com/office/drawing/2014/main" id="{5E7FB61C-D0AF-4EF1-BA62-812290F3D1C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98" name="직선 연결선 197">
                <a:extLst>
                  <a:ext uri="{FF2B5EF4-FFF2-40B4-BE49-F238E27FC236}">
                    <a16:creationId xmlns:a16="http://schemas.microsoft.com/office/drawing/2014/main" id="{3AD9B914-7100-4445-88BC-88B94029F57A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>
                <a:extLst>
                  <a:ext uri="{FF2B5EF4-FFF2-40B4-BE49-F238E27FC236}">
                    <a16:creationId xmlns:a16="http://schemas.microsoft.com/office/drawing/2014/main" id="{C69C02D8-CE03-4B3B-9038-F07212A3F970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직선 연결선 199">
                <a:extLst>
                  <a:ext uri="{FF2B5EF4-FFF2-40B4-BE49-F238E27FC236}">
                    <a16:creationId xmlns:a16="http://schemas.microsoft.com/office/drawing/2014/main" id="{49128820-225F-4ECC-A857-E39C36D3C803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직선 연결선 200">
                <a:extLst>
                  <a:ext uri="{FF2B5EF4-FFF2-40B4-BE49-F238E27FC236}">
                    <a16:creationId xmlns:a16="http://schemas.microsoft.com/office/drawing/2014/main" id="{F4D4A284-FD83-4E27-948E-DDA78DEA5749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022ABA28-5571-40A0-ACD4-9A1E61F837F8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192" name="모서리가 둥근 직사각형 302">
                <a:extLst>
                  <a:ext uri="{FF2B5EF4-FFF2-40B4-BE49-F238E27FC236}">
                    <a16:creationId xmlns:a16="http://schemas.microsoft.com/office/drawing/2014/main" id="{B16DE603-E7DF-4516-A65C-09DFCA397CCD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93" name="직선 연결선 192">
                <a:extLst>
                  <a:ext uri="{FF2B5EF4-FFF2-40B4-BE49-F238E27FC236}">
                    <a16:creationId xmlns:a16="http://schemas.microsoft.com/office/drawing/2014/main" id="{F959556F-C502-4D67-A830-B203B4B7BFA7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직선 연결선 193">
                <a:extLst>
                  <a:ext uri="{FF2B5EF4-FFF2-40B4-BE49-F238E27FC236}">
                    <a16:creationId xmlns:a16="http://schemas.microsoft.com/office/drawing/2014/main" id="{99F55FE5-96C7-4297-AFD7-2304C06A06E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직선 연결선 194">
                <a:extLst>
                  <a:ext uri="{FF2B5EF4-FFF2-40B4-BE49-F238E27FC236}">
                    <a16:creationId xmlns:a16="http://schemas.microsoft.com/office/drawing/2014/main" id="{26A76785-D7DD-456D-83C9-4C584153865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직선 연결선 195">
                <a:extLst>
                  <a:ext uri="{FF2B5EF4-FFF2-40B4-BE49-F238E27FC236}">
                    <a16:creationId xmlns:a16="http://schemas.microsoft.com/office/drawing/2014/main" id="{59D809DA-67DE-4AAB-8F94-B84267F4BD7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091334173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F2364334-D0A4-48F9-BE82-6AF19367B398}"/>
              </a:ext>
            </a:extLst>
          </p:cNvPr>
          <p:cNvGrpSpPr/>
          <p:nvPr/>
        </p:nvGrpSpPr>
        <p:grpSpPr>
          <a:xfrm>
            <a:off x="71443" y="539750"/>
            <a:ext cx="10971695" cy="10117138"/>
            <a:chOff x="168273" y="415925"/>
            <a:chExt cx="4787902" cy="6408738"/>
          </a:xfrm>
        </p:grpSpPr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D1E826A4-EEDE-41D6-A14F-EAA4F696342E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54" name="모서리가 둥근 직사각형 302">
                <a:extLst>
                  <a:ext uri="{FF2B5EF4-FFF2-40B4-BE49-F238E27FC236}">
                    <a16:creationId xmlns:a16="http://schemas.microsoft.com/office/drawing/2014/main" id="{36E20C0D-1836-40B3-A7DB-22288541394F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025BF7D4-CD88-484A-B482-F23F4A326EB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44F65D54-4CDD-4AA9-9576-AE847B77F8A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DF580E57-E7A2-4880-8DF6-C833FDEBA4C9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B5DC96C-7C15-4096-AE34-78793BE88CE9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7010BDDA-A610-490D-BEF2-31862BF0750D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49" name="모서리가 둥근 직사각형 302">
                <a:extLst>
                  <a:ext uri="{FF2B5EF4-FFF2-40B4-BE49-F238E27FC236}">
                    <a16:creationId xmlns:a16="http://schemas.microsoft.com/office/drawing/2014/main" id="{B040490E-621A-4AC7-B911-AB1E1E988739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F6C70BEC-E7AC-421B-A232-0EAF0FDD3DE6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DD63D140-454B-4EE2-B81C-5D1688863E1C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4D4AF43E-2696-4643-BF10-8604B12A68F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960B49FF-42F6-477B-9601-75F2127AC124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4BF4B649-F911-482F-AC8D-1E0A4206B18A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44" name="모서리가 둥근 직사각형 302">
                <a:extLst>
                  <a:ext uri="{FF2B5EF4-FFF2-40B4-BE49-F238E27FC236}">
                    <a16:creationId xmlns:a16="http://schemas.microsoft.com/office/drawing/2014/main" id="{D043FD0F-576D-4CDA-B116-6D91BFE3A713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E83F281A-83AB-4B58-A8DE-DE57AB04B76B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C05AE82D-DECA-4279-9638-A745AB62D813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3B71AD17-1C76-4CE8-BEC0-8996C7823375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542EB546-94B5-4890-9EC2-153929BD1BCB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20BE52EC-236F-48BD-9A53-F1D9BC28D717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39" name="모서리가 둥근 직사각형 302">
                <a:extLst>
                  <a:ext uri="{FF2B5EF4-FFF2-40B4-BE49-F238E27FC236}">
                    <a16:creationId xmlns:a16="http://schemas.microsoft.com/office/drawing/2014/main" id="{14610F90-F95A-4A99-B86C-CA76E3DC990B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92511038-8984-48A4-809E-44B9014E0AA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DD1DB35E-35D9-448D-BCCB-4E884FB1D4D5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ED5E48CA-1F41-42FE-9CAE-9BE9C90066A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0B04487A-236B-402C-8F2E-1341240F0DDC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A203B64F-B5AC-48AA-9394-41B44749F48A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34" name="모서리가 둥근 직사각형 302">
                <a:extLst>
                  <a:ext uri="{FF2B5EF4-FFF2-40B4-BE49-F238E27FC236}">
                    <a16:creationId xmlns:a16="http://schemas.microsoft.com/office/drawing/2014/main" id="{E2333CF3-C13F-412D-8597-E16061D6F058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35" name="직선 연결선 34">
                <a:extLst>
                  <a:ext uri="{FF2B5EF4-FFF2-40B4-BE49-F238E27FC236}">
                    <a16:creationId xmlns:a16="http://schemas.microsoft.com/office/drawing/2014/main" id="{5A7258B0-9F62-4494-B9CE-B3B2506CFBF7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직선 연결선 35">
                <a:extLst>
                  <a:ext uri="{FF2B5EF4-FFF2-40B4-BE49-F238E27FC236}">
                    <a16:creationId xmlns:a16="http://schemas.microsoft.com/office/drawing/2014/main" id="{8D5259C0-60D8-4007-910E-C057BB78988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614ECA9E-4AEB-40AE-A304-933E7EADF72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3CF35B93-C803-405F-ABD4-49124119E873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B8D3889D-DFD1-459E-85FB-A4AA9E5AC792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29" name="모서리가 둥근 직사각형 302">
                <a:extLst>
                  <a:ext uri="{FF2B5EF4-FFF2-40B4-BE49-F238E27FC236}">
                    <a16:creationId xmlns:a16="http://schemas.microsoft.com/office/drawing/2014/main" id="{38E26F8F-F175-4789-A9CA-414D384B39A1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30" name="직선 연결선 29">
                <a:extLst>
                  <a:ext uri="{FF2B5EF4-FFF2-40B4-BE49-F238E27FC236}">
                    <a16:creationId xmlns:a16="http://schemas.microsoft.com/office/drawing/2014/main" id="{5ECE48A3-50E7-4E62-8987-D5A200E4978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직선 연결선 30">
                <a:extLst>
                  <a:ext uri="{FF2B5EF4-FFF2-40B4-BE49-F238E27FC236}">
                    <a16:creationId xmlns:a16="http://schemas.microsoft.com/office/drawing/2014/main" id="{58587A82-B38F-4B94-8A7B-9405CBB502E3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직선 연결선 31">
                <a:extLst>
                  <a:ext uri="{FF2B5EF4-FFF2-40B4-BE49-F238E27FC236}">
                    <a16:creationId xmlns:a16="http://schemas.microsoft.com/office/drawing/2014/main" id="{5C4CD56D-2CEF-45E7-A091-B1B939A9B90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직선 연결선 32">
                <a:extLst>
                  <a:ext uri="{FF2B5EF4-FFF2-40B4-BE49-F238E27FC236}">
                    <a16:creationId xmlns:a16="http://schemas.microsoft.com/office/drawing/2014/main" id="{6FF3DF69-9E14-4167-99B9-CC67AD2F6A6A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0796ED65-2BE9-49E6-97BF-A398A63F85BC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24" name="모서리가 둥근 직사각형 302">
                <a:extLst>
                  <a:ext uri="{FF2B5EF4-FFF2-40B4-BE49-F238E27FC236}">
                    <a16:creationId xmlns:a16="http://schemas.microsoft.com/office/drawing/2014/main" id="{E7C08865-1EEB-4A85-AA02-7EF4EDE9B53A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5" name="직선 연결선 24">
                <a:extLst>
                  <a:ext uri="{FF2B5EF4-FFF2-40B4-BE49-F238E27FC236}">
                    <a16:creationId xmlns:a16="http://schemas.microsoft.com/office/drawing/2014/main" id="{D0CDD5E9-EA5C-4A29-9F1F-BC5B8BDC725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직선 연결선 25">
                <a:extLst>
                  <a:ext uri="{FF2B5EF4-FFF2-40B4-BE49-F238E27FC236}">
                    <a16:creationId xmlns:a16="http://schemas.microsoft.com/office/drawing/2014/main" id="{2862E384-1765-4B94-9A75-93098D0D07B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직선 연결선 26">
                <a:extLst>
                  <a:ext uri="{FF2B5EF4-FFF2-40B4-BE49-F238E27FC236}">
                    <a16:creationId xmlns:a16="http://schemas.microsoft.com/office/drawing/2014/main" id="{A220A7C8-2B25-496F-AE18-5F38F51926B0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직선 연결선 27">
                <a:extLst>
                  <a:ext uri="{FF2B5EF4-FFF2-40B4-BE49-F238E27FC236}">
                    <a16:creationId xmlns:a16="http://schemas.microsoft.com/office/drawing/2014/main" id="{F26DED0C-01AD-45C0-8A0D-F77776043AB3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BCC9325C-EEBC-466D-A062-5608961FF6D9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19" name="모서리가 둥근 직사각형 302">
                <a:extLst>
                  <a:ext uri="{FF2B5EF4-FFF2-40B4-BE49-F238E27FC236}">
                    <a16:creationId xmlns:a16="http://schemas.microsoft.com/office/drawing/2014/main" id="{3C12DEDD-35EC-4292-9167-E10E78D2B9F0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0" name="직선 연결선 19">
                <a:extLst>
                  <a:ext uri="{FF2B5EF4-FFF2-40B4-BE49-F238E27FC236}">
                    <a16:creationId xmlns:a16="http://schemas.microsoft.com/office/drawing/2014/main" id="{BB619AC2-7E62-4580-9894-B0702E4D171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직선 연결선 20">
                <a:extLst>
                  <a:ext uri="{FF2B5EF4-FFF2-40B4-BE49-F238E27FC236}">
                    <a16:creationId xmlns:a16="http://schemas.microsoft.com/office/drawing/2014/main" id="{693B5427-45EE-4BAD-9E1F-2C7E9C53C784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직선 연결선 21">
                <a:extLst>
                  <a:ext uri="{FF2B5EF4-FFF2-40B4-BE49-F238E27FC236}">
                    <a16:creationId xmlns:a16="http://schemas.microsoft.com/office/drawing/2014/main" id="{22A70A43-B68B-4A0C-9CC5-8E05FCF7BF1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직선 연결선 22">
                <a:extLst>
                  <a:ext uri="{FF2B5EF4-FFF2-40B4-BE49-F238E27FC236}">
                    <a16:creationId xmlns:a16="http://schemas.microsoft.com/office/drawing/2014/main" id="{AF64CEE9-958A-4484-9E3C-1565BD6259A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EA55A10D-1CD3-42DB-9CB1-10700193D9B4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14" name="모서리가 둥근 직사각형 302">
                <a:extLst>
                  <a:ext uri="{FF2B5EF4-FFF2-40B4-BE49-F238E27FC236}">
                    <a16:creationId xmlns:a16="http://schemas.microsoft.com/office/drawing/2014/main" id="{7739E424-EFEA-4D64-ABC2-754C87B864BB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428A2499-1B3E-4A89-93A8-3665C8F820A2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직선 연결선 15">
                <a:extLst>
                  <a:ext uri="{FF2B5EF4-FFF2-40B4-BE49-F238E27FC236}">
                    <a16:creationId xmlns:a16="http://schemas.microsoft.com/office/drawing/2014/main" id="{D0BB96AD-E73C-435A-B6C9-22926FB95B26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직선 연결선 16">
                <a:extLst>
                  <a:ext uri="{FF2B5EF4-FFF2-40B4-BE49-F238E27FC236}">
                    <a16:creationId xmlns:a16="http://schemas.microsoft.com/office/drawing/2014/main" id="{5D1BF0E9-8061-4BCC-B771-A4896F6E24D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직선 연결선 17">
                <a:extLst>
                  <a:ext uri="{FF2B5EF4-FFF2-40B4-BE49-F238E27FC236}">
                    <a16:creationId xmlns:a16="http://schemas.microsoft.com/office/drawing/2014/main" id="{AD773C89-3D52-400A-B688-98B55ADBCFD1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633261F0-3C8B-4858-91CC-45CD4DAC0C0D}"/>
              </a:ext>
            </a:extLst>
          </p:cNvPr>
          <p:cNvGrpSpPr/>
          <p:nvPr/>
        </p:nvGrpSpPr>
        <p:grpSpPr>
          <a:xfrm>
            <a:off x="11647239" y="539750"/>
            <a:ext cx="10961931" cy="10117138"/>
            <a:chOff x="168273" y="415925"/>
            <a:chExt cx="4787902" cy="6408738"/>
          </a:xfrm>
        </p:grpSpPr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77B8CFD9-3FF5-40D5-ADA8-A05D15475F0D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109" name="모서리가 둥근 직사각형 302">
                <a:extLst>
                  <a:ext uri="{FF2B5EF4-FFF2-40B4-BE49-F238E27FC236}">
                    <a16:creationId xmlns:a16="http://schemas.microsoft.com/office/drawing/2014/main" id="{31E3A763-8945-47E6-BA79-CF9BCB29E83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10" name="직선 연결선 109">
                <a:extLst>
                  <a:ext uri="{FF2B5EF4-FFF2-40B4-BE49-F238E27FC236}">
                    <a16:creationId xmlns:a16="http://schemas.microsoft.com/office/drawing/2014/main" id="{53570A06-0612-48A4-9A2B-27A26DDF94D8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직선 연결선 110">
                <a:extLst>
                  <a:ext uri="{FF2B5EF4-FFF2-40B4-BE49-F238E27FC236}">
                    <a16:creationId xmlns:a16="http://schemas.microsoft.com/office/drawing/2014/main" id="{658DB963-4AAA-4BA0-AB35-7598338F293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61BBA4A6-A54D-4963-BA6E-8D5C892CD77D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7D0B5A53-6FF0-48E5-B720-203D350515A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" name="그룹 60">
              <a:extLst>
                <a:ext uri="{FF2B5EF4-FFF2-40B4-BE49-F238E27FC236}">
                  <a16:creationId xmlns:a16="http://schemas.microsoft.com/office/drawing/2014/main" id="{DE7B8050-B811-43C7-B00C-8388507EA16C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104" name="모서리가 둥근 직사각형 302">
                <a:extLst>
                  <a:ext uri="{FF2B5EF4-FFF2-40B4-BE49-F238E27FC236}">
                    <a16:creationId xmlns:a16="http://schemas.microsoft.com/office/drawing/2014/main" id="{27A254FE-2359-4671-8098-4EB6240C217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05" name="직선 연결선 104">
                <a:extLst>
                  <a:ext uri="{FF2B5EF4-FFF2-40B4-BE49-F238E27FC236}">
                    <a16:creationId xmlns:a16="http://schemas.microsoft.com/office/drawing/2014/main" id="{40BFDE2A-314F-4CA3-B458-53620DF44029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직선 연결선 105">
                <a:extLst>
                  <a:ext uri="{FF2B5EF4-FFF2-40B4-BE49-F238E27FC236}">
                    <a16:creationId xmlns:a16="http://schemas.microsoft.com/office/drawing/2014/main" id="{22402E5D-6970-4F3D-802E-C5654B2A1F21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>
                <a:extLst>
                  <a:ext uri="{FF2B5EF4-FFF2-40B4-BE49-F238E27FC236}">
                    <a16:creationId xmlns:a16="http://schemas.microsoft.com/office/drawing/2014/main" id="{074E8A05-3586-402C-92ED-17214F9900E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직선 연결선 107">
                <a:extLst>
                  <a:ext uri="{FF2B5EF4-FFF2-40B4-BE49-F238E27FC236}">
                    <a16:creationId xmlns:a16="http://schemas.microsoft.com/office/drawing/2014/main" id="{A35ED886-7EF5-4901-894F-904E03065F75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그룹 61">
              <a:extLst>
                <a:ext uri="{FF2B5EF4-FFF2-40B4-BE49-F238E27FC236}">
                  <a16:creationId xmlns:a16="http://schemas.microsoft.com/office/drawing/2014/main" id="{D64A0D09-F4F0-4C94-9A1F-AD5B1E2F1685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99" name="모서리가 둥근 직사각형 302">
                <a:extLst>
                  <a:ext uri="{FF2B5EF4-FFF2-40B4-BE49-F238E27FC236}">
                    <a16:creationId xmlns:a16="http://schemas.microsoft.com/office/drawing/2014/main" id="{8D672D1D-7150-484A-A118-05564972610E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100" name="직선 연결선 99">
                <a:extLst>
                  <a:ext uri="{FF2B5EF4-FFF2-40B4-BE49-F238E27FC236}">
                    <a16:creationId xmlns:a16="http://schemas.microsoft.com/office/drawing/2014/main" id="{F41B9A0B-72B6-45E1-87C8-B6347AEEF43F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직선 연결선 100">
                <a:extLst>
                  <a:ext uri="{FF2B5EF4-FFF2-40B4-BE49-F238E27FC236}">
                    <a16:creationId xmlns:a16="http://schemas.microsoft.com/office/drawing/2014/main" id="{3C71E0BA-18A9-4502-9812-8B5C7CAB75C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직선 연결선 101">
                <a:extLst>
                  <a:ext uri="{FF2B5EF4-FFF2-40B4-BE49-F238E27FC236}">
                    <a16:creationId xmlns:a16="http://schemas.microsoft.com/office/drawing/2014/main" id="{3A9FD8B3-3F6D-4D62-8E34-46428BB1A99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>
                <a:extLst>
                  <a:ext uri="{FF2B5EF4-FFF2-40B4-BE49-F238E27FC236}">
                    <a16:creationId xmlns:a16="http://schemas.microsoft.com/office/drawing/2014/main" id="{10D0FFBA-014D-4284-A8CD-5B828EFAD30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9B37D33A-451E-4A06-BFB7-E112F0256A70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94" name="모서리가 둥근 직사각형 302">
                <a:extLst>
                  <a:ext uri="{FF2B5EF4-FFF2-40B4-BE49-F238E27FC236}">
                    <a16:creationId xmlns:a16="http://schemas.microsoft.com/office/drawing/2014/main" id="{BEFAF08C-6218-48B8-97D7-706B243CE5C9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95" name="직선 연결선 94">
                <a:extLst>
                  <a:ext uri="{FF2B5EF4-FFF2-40B4-BE49-F238E27FC236}">
                    <a16:creationId xmlns:a16="http://schemas.microsoft.com/office/drawing/2014/main" id="{3906D28D-5554-4FDC-9355-4738DDEA1F34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F0FE7483-5D13-4E93-A3D3-397325F08630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직선 연결선 96">
                <a:extLst>
                  <a:ext uri="{FF2B5EF4-FFF2-40B4-BE49-F238E27FC236}">
                    <a16:creationId xmlns:a16="http://schemas.microsoft.com/office/drawing/2014/main" id="{FDC0F83D-243A-4777-A3D7-9E871C3C505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직선 연결선 97">
                <a:extLst>
                  <a:ext uri="{FF2B5EF4-FFF2-40B4-BE49-F238E27FC236}">
                    <a16:creationId xmlns:a16="http://schemas.microsoft.com/office/drawing/2014/main" id="{26EDEA11-48B9-4B06-BF84-DCCECFFAFAF1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36F38097-B085-4E1C-87C2-0B84B611AB19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89" name="모서리가 둥근 직사각형 302">
                <a:extLst>
                  <a:ext uri="{FF2B5EF4-FFF2-40B4-BE49-F238E27FC236}">
                    <a16:creationId xmlns:a16="http://schemas.microsoft.com/office/drawing/2014/main" id="{CA2DA8DC-E781-4B0B-8379-121D539D9CE3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90" name="직선 연결선 89">
                <a:extLst>
                  <a:ext uri="{FF2B5EF4-FFF2-40B4-BE49-F238E27FC236}">
                    <a16:creationId xmlns:a16="http://schemas.microsoft.com/office/drawing/2014/main" id="{911D57EB-04D1-454B-A0A8-86A671731ED5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>
                <a:extLst>
                  <a:ext uri="{FF2B5EF4-FFF2-40B4-BE49-F238E27FC236}">
                    <a16:creationId xmlns:a16="http://schemas.microsoft.com/office/drawing/2014/main" id="{6C1C57D9-18A3-4411-9DEB-DA31E17E50C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직선 연결선 91">
                <a:extLst>
                  <a:ext uri="{FF2B5EF4-FFF2-40B4-BE49-F238E27FC236}">
                    <a16:creationId xmlns:a16="http://schemas.microsoft.com/office/drawing/2014/main" id="{03333E15-EBED-4F8D-8866-75C32A22380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>
                <a:extLst>
                  <a:ext uri="{FF2B5EF4-FFF2-40B4-BE49-F238E27FC236}">
                    <a16:creationId xmlns:a16="http://schemas.microsoft.com/office/drawing/2014/main" id="{33845529-4149-4D42-A6B8-78BE47D10B3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252020AC-11AC-49F9-BC26-CDD32AC3AB58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84" name="모서리가 둥근 직사각형 302">
                <a:extLst>
                  <a:ext uri="{FF2B5EF4-FFF2-40B4-BE49-F238E27FC236}">
                    <a16:creationId xmlns:a16="http://schemas.microsoft.com/office/drawing/2014/main" id="{2D7B25BE-044E-4AFE-9278-B14E4C923CC6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85" name="직선 연결선 84">
                <a:extLst>
                  <a:ext uri="{FF2B5EF4-FFF2-40B4-BE49-F238E27FC236}">
                    <a16:creationId xmlns:a16="http://schemas.microsoft.com/office/drawing/2014/main" id="{C68642B8-DDDE-4A7E-9D3D-AA2877A9E3A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5B4833A2-8328-4BBC-82CC-51E668CEBA91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직선 연결선 86">
                <a:extLst>
                  <a:ext uri="{FF2B5EF4-FFF2-40B4-BE49-F238E27FC236}">
                    <a16:creationId xmlns:a16="http://schemas.microsoft.com/office/drawing/2014/main" id="{54901F07-22CD-4B6E-A707-43520676834F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98110B13-DC3B-4ED6-A37F-4C837DF5DA1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680A95F5-2C80-486E-A6D5-62C582AA12F9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79" name="모서리가 둥근 직사각형 302">
                <a:extLst>
                  <a:ext uri="{FF2B5EF4-FFF2-40B4-BE49-F238E27FC236}">
                    <a16:creationId xmlns:a16="http://schemas.microsoft.com/office/drawing/2014/main" id="{0E14320B-69EB-4191-BD9F-DDFDE9B7941C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80" name="직선 연결선 79">
                <a:extLst>
                  <a:ext uri="{FF2B5EF4-FFF2-40B4-BE49-F238E27FC236}">
                    <a16:creationId xmlns:a16="http://schemas.microsoft.com/office/drawing/2014/main" id="{F7199491-5974-4020-895D-207F40A0FDD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>
                <a:extLst>
                  <a:ext uri="{FF2B5EF4-FFF2-40B4-BE49-F238E27FC236}">
                    <a16:creationId xmlns:a16="http://schemas.microsoft.com/office/drawing/2014/main" id="{2BDFC013-4AA4-4B61-90A7-9090F468637C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직선 연결선 81">
                <a:extLst>
                  <a:ext uri="{FF2B5EF4-FFF2-40B4-BE49-F238E27FC236}">
                    <a16:creationId xmlns:a16="http://schemas.microsoft.com/office/drawing/2014/main" id="{910FD7A4-743F-469C-9877-0D2D6C6FFA0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직선 연결선 82">
                <a:extLst>
                  <a:ext uri="{FF2B5EF4-FFF2-40B4-BE49-F238E27FC236}">
                    <a16:creationId xmlns:a16="http://schemas.microsoft.com/office/drawing/2014/main" id="{FE7DD8FC-D939-46D6-9833-9E3B07F324D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DC1E18D7-D111-4F41-983E-B6C9111F5651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74" name="모서리가 둥근 직사각형 302">
                <a:extLst>
                  <a:ext uri="{FF2B5EF4-FFF2-40B4-BE49-F238E27FC236}">
                    <a16:creationId xmlns:a16="http://schemas.microsoft.com/office/drawing/2014/main" id="{532EDBDB-EBDD-4581-B602-1807E0BC75DF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75" name="직선 연결선 74">
                <a:extLst>
                  <a:ext uri="{FF2B5EF4-FFF2-40B4-BE49-F238E27FC236}">
                    <a16:creationId xmlns:a16="http://schemas.microsoft.com/office/drawing/2014/main" id="{37EE776A-1288-4324-B1D0-631FEF1C45A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>
                <a:extLst>
                  <a:ext uri="{FF2B5EF4-FFF2-40B4-BE49-F238E27FC236}">
                    <a16:creationId xmlns:a16="http://schemas.microsoft.com/office/drawing/2014/main" id="{2480C122-6BEB-4F93-A103-E308ECEA4BF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직선 연결선 76">
                <a:extLst>
                  <a:ext uri="{FF2B5EF4-FFF2-40B4-BE49-F238E27FC236}">
                    <a16:creationId xmlns:a16="http://schemas.microsoft.com/office/drawing/2014/main" id="{6D3D0DB7-7C3E-4638-AB70-55F61A7DEEA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직선 연결선 77">
                <a:extLst>
                  <a:ext uri="{FF2B5EF4-FFF2-40B4-BE49-F238E27FC236}">
                    <a16:creationId xmlns:a16="http://schemas.microsoft.com/office/drawing/2014/main" id="{E502E12E-3ACD-4DF4-8C43-85440A3B14D6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7D90BBBF-843D-41C5-9ED6-29A55600ADE3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69" name="모서리가 둥근 직사각형 302">
                <a:extLst>
                  <a:ext uri="{FF2B5EF4-FFF2-40B4-BE49-F238E27FC236}">
                    <a16:creationId xmlns:a16="http://schemas.microsoft.com/office/drawing/2014/main" id="{49D46040-8A8A-482D-B231-CB7E7487FF28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70" name="직선 연결선 69">
                <a:extLst>
                  <a:ext uri="{FF2B5EF4-FFF2-40B4-BE49-F238E27FC236}">
                    <a16:creationId xmlns:a16="http://schemas.microsoft.com/office/drawing/2014/main" id="{B882BB4E-A31B-44A1-9120-7CD137E24CB6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직선 연결선 70">
                <a:extLst>
                  <a:ext uri="{FF2B5EF4-FFF2-40B4-BE49-F238E27FC236}">
                    <a16:creationId xmlns:a16="http://schemas.microsoft.com/office/drawing/2014/main" id="{A0967772-4A4F-488C-9584-FAB5DDEAB15F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직선 연결선 71">
                <a:extLst>
                  <a:ext uri="{FF2B5EF4-FFF2-40B4-BE49-F238E27FC236}">
                    <a16:creationId xmlns:a16="http://schemas.microsoft.com/office/drawing/2014/main" id="{8A6FEF9B-87B4-4A91-9C23-771EAB262724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2959577D-EC01-4667-9AA0-212CC3901B8C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A42B1932-D1EA-41F3-9CFB-EAF76809AA6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14" name="그림 113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B9C27857-C791-4418-826B-DAE6FFF1AB0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15" name="직사각형 114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93469E35-190B-47CC-B4C4-6BB401321DB6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7" name="직사각형 116">
            <a:hlinkClick r:id="rId5" action="ppaction://hlinksldjump"/>
            <a:extLst>
              <a:ext uri="{FF2B5EF4-FFF2-40B4-BE49-F238E27FC236}">
                <a16:creationId xmlns:a16="http://schemas.microsoft.com/office/drawing/2014/main" id="{B18DD286-A189-427E-A349-81C25C22D768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8" name="직사각형 11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5B3DED4-7E6D-4302-A7C7-2F936B259957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19" name="직사각형 11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0DFC0E2-1342-44CE-B52C-7D1CE29DD942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0" name="직사각형 11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60C56C1-6651-4096-A7F0-2C1FE2DA676A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5E83D2D7-C79A-4412-966D-1DEC7D2B4D83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B28F72C5-18BC-4F91-9360-631C241EA7BD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59368FAE-0FE0-496C-AEDF-E241E47B3CD2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479CB029-93D5-41F3-8079-D04E2621C8DA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577A23C8-DDBB-4743-B648-1FB6613BA181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DB7E3298-CBEA-4A6E-9540-5B42A7223D3B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642190503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93CBB134-D3CC-4D6A-9E63-62F14FC2F59D}"/>
              </a:ext>
            </a:extLst>
          </p:cNvPr>
          <p:cNvGrpSpPr/>
          <p:nvPr/>
        </p:nvGrpSpPr>
        <p:grpSpPr>
          <a:xfrm>
            <a:off x="179388" y="539751"/>
            <a:ext cx="22321837" cy="10117138"/>
            <a:chOff x="236587" y="1417857"/>
            <a:chExt cx="22242413" cy="9010459"/>
          </a:xfrm>
        </p:grpSpPr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F5EC5A45-B374-4D94-BF85-BB9B6769637F}"/>
                </a:ext>
              </a:extLst>
            </p:cNvPr>
            <p:cNvGrpSpPr/>
            <p:nvPr/>
          </p:nvGrpSpPr>
          <p:grpSpPr>
            <a:xfrm>
              <a:off x="236587" y="1417857"/>
              <a:ext cx="5324263" cy="9010459"/>
              <a:chOff x="236587" y="1417857"/>
              <a:chExt cx="5324263" cy="9010459"/>
            </a:xfrm>
          </p:grpSpPr>
          <p:sp>
            <p:nvSpPr>
              <p:cNvPr id="4" name="모서리가 둥근 직사각형 302">
                <a:extLst>
                  <a:ext uri="{FF2B5EF4-FFF2-40B4-BE49-F238E27FC236}">
                    <a16:creationId xmlns:a16="http://schemas.microsoft.com/office/drawing/2014/main" id="{EC6EB742-71D2-4C5E-AC91-6EC0B6C49B3B}"/>
                  </a:ext>
                </a:extLst>
              </p:cNvPr>
              <p:cNvSpPr/>
              <p:nvPr/>
            </p:nvSpPr>
            <p:spPr>
              <a:xfrm>
                <a:off x="236587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5" name="모서리가 둥근 직사각형 303">
                <a:extLst>
                  <a:ext uri="{FF2B5EF4-FFF2-40B4-BE49-F238E27FC236}">
                    <a16:creationId xmlns:a16="http://schemas.microsoft.com/office/drawing/2014/main" id="{C84CF98E-FD48-4F94-9721-7EC4A34F1C43}"/>
                  </a:ext>
                </a:extLst>
              </p:cNvPr>
              <p:cNvSpPr/>
              <p:nvPr/>
            </p:nvSpPr>
            <p:spPr>
              <a:xfrm>
                <a:off x="236587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6" name="모서리가 둥근 직사각형 304">
                <a:extLst>
                  <a:ext uri="{FF2B5EF4-FFF2-40B4-BE49-F238E27FC236}">
                    <a16:creationId xmlns:a16="http://schemas.microsoft.com/office/drawing/2014/main" id="{62F425DB-43C1-4A79-BBC4-C4722AD05503}"/>
                  </a:ext>
                </a:extLst>
              </p:cNvPr>
              <p:cNvSpPr/>
              <p:nvPr/>
            </p:nvSpPr>
            <p:spPr>
              <a:xfrm>
                <a:off x="236587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7" name="모서리가 둥근 직사각형 305">
                <a:extLst>
                  <a:ext uri="{FF2B5EF4-FFF2-40B4-BE49-F238E27FC236}">
                    <a16:creationId xmlns:a16="http://schemas.microsoft.com/office/drawing/2014/main" id="{459E2C90-D1E7-4490-9A61-2886187D7DD2}"/>
                  </a:ext>
                </a:extLst>
              </p:cNvPr>
              <p:cNvSpPr/>
              <p:nvPr/>
            </p:nvSpPr>
            <p:spPr>
              <a:xfrm>
                <a:off x="236587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8" name="모서리가 둥근 직사각형 306">
                <a:extLst>
                  <a:ext uri="{FF2B5EF4-FFF2-40B4-BE49-F238E27FC236}">
                    <a16:creationId xmlns:a16="http://schemas.microsoft.com/office/drawing/2014/main" id="{B70DFABF-9E6A-4481-8C18-27630CCDA7A2}"/>
                  </a:ext>
                </a:extLst>
              </p:cNvPr>
              <p:cNvSpPr/>
              <p:nvPr/>
            </p:nvSpPr>
            <p:spPr>
              <a:xfrm>
                <a:off x="236587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E7B5E4E1-8B4D-48F2-B8EE-705EDAFB73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4187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E7E7CCFA-F8CE-453C-BC86-4D5DFDD3D638}"/>
                  </a:ext>
                </a:extLst>
              </p:cNvPr>
              <p:cNvCxnSpPr/>
              <p:nvPr/>
            </p:nvCxnSpPr>
            <p:spPr>
              <a:xfrm>
                <a:off x="294187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직선 연결선 38">
                <a:extLst>
                  <a:ext uri="{FF2B5EF4-FFF2-40B4-BE49-F238E27FC236}">
                    <a16:creationId xmlns:a16="http://schemas.microsoft.com/office/drawing/2014/main" id="{16BB2C4F-5540-49AF-8384-E6A551FAC393}"/>
                  </a:ext>
                </a:extLst>
              </p:cNvPr>
              <p:cNvCxnSpPr/>
              <p:nvPr/>
            </p:nvCxnSpPr>
            <p:spPr>
              <a:xfrm>
                <a:off x="294187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822BD19C-4394-4335-AEAF-6D083B845461}"/>
                  </a:ext>
                </a:extLst>
              </p:cNvPr>
              <p:cNvCxnSpPr/>
              <p:nvPr/>
            </p:nvCxnSpPr>
            <p:spPr>
              <a:xfrm>
                <a:off x="294187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3E1CA9B2-454B-4F06-9E15-EB357C20216A}"/>
                  </a:ext>
                </a:extLst>
              </p:cNvPr>
              <p:cNvCxnSpPr/>
              <p:nvPr/>
            </p:nvCxnSpPr>
            <p:spPr>
              <a:xfrm>
                <a:off x="294187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D5F56B55-D93B-4036-881E-BE354E87C526}"/>
                  </a:ext>
                </a:extLst>
              </p:cNvPr>
              <p:cNvCxnSpPr/>
              <p:nvPr/>
            </p:nvCxnSpPr>
            <p:spPr>
              <a:xfrm>
                <a:off x="294187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C812CF22-124D-48D1-A559-CC38303CA9CC}"/>
                  </a:ext>
                </a:extLst>
              </p:cNvPr>
              <p:cNvCxnSpPr/>
              <p:nvPr/>
            </p:nvCxnSpPr>
            <p:spPr>
              <a:xfrm>
                <a:off x="294187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>
                <a:extLst>
                  <a:ext uri="{FF2B5EF4-FFF2-40B4-BE49-F238E27FC236}">
                    <a16:creationId xmlns:a16="http://schemas.microsoft.com/office/drawing/2014/main" id="{73F11963-29B3-436A-ABDF-CDEAA5C671D6}"/>
                  </a:ext>
                </a:extLst>
              </p:cNvPr>
              <p:cNvCxnSpPr/>
              <p:nvPr/>
            </p:nvCxnSpPr>
            <p:spPr>
              <a:xfrm>
                <a:off x="294187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621B4E3B-5635-44F5-A280-4A911405480F}"/>
                  </a:ext>
                </a:extLst>
              </p:cNvPr>
              <p:cNvCxnSpPr/>
              <p:nvPr/>
            </p:nvCxnSpPr>
            <p:spPr>
              <a:xfrm>
                <a:off x="294187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5B89D61C-8BE6-4DEF-B1FC-2FD24E823B2A}"/>
                  </a:ext>
                </a:extLst>
              </p:cNvPr>
              <p:cNvCxnSpPr/>
              <p:nvPr/>
            </p:nvCxnSpPr>
            <p:spPr>
              <a:xfrm>
                <a:off x="294187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21C06BFB-072F-4A0A-BE21-E8A5152E77FA}"/>
                  </a:ext>
                </a:extLst>
              </p:cNvPr>
              <p:cNvCxnSpPr/>
              <p:nvPr/>
            </p:nvCxnSpPr>
            <p:spPr>
              <a:xfrm>
                <a:off x="294187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EF1D726A-0E45-4569-BB03-C6F829648FE0}"/>
                  </a:ext>
                </a:extLst>
              </p:cNvPr>
              <p:cNvCxnSpPr/>
              <p:nvPr/>
            </p:nvCxnSpPr>
            <p:spPr>
              <a:xfrm>
                <a:off x="294187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>
                <a:extLst>
                  <a:ext uri="{FF2B5EF4-FFF2-40B4-BE49-F238E27FC236}">
                    <a16:creationId xmlns:a16="http://schemas.microsoft.com/office/drawing/2014/main" id="{873F46A8-B7AE-4778-A3B7-0CD7E55C9C40}"/>
                  </a:ext>
                </a:extLst>
              </p:cNvPr>
              <p:cNvCxnSpPr/>
              <p:nvPr/>
            </p:nvCxnSpPr>
            <p:spPr>
              <a:xfrm>
                <a:off x="294187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7F68A330-AC4F-44A0-8F30-792F7E6C9850}"/>
                  </a:ext>
                </a:extLst>
              </p:cNvPr>
              <p:cNvCxnSpPr/>
              <p:nvPr/>
            </p:nvCxnSpPr>
            <p:spPr>
              <a:xfrm>
                <a:off x="294187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B5AB868B-D47A-4B4C-BD16-D35D85C9F1F1}"/>
                  </a:ext>
                </a:extLst>
              </p:cNvPr>
              <p:cNvCxnSpPr/>
              <p:nvPr/>
            </p:nvCxnSpPr>
            <p:spPr>
              <a:xfrm>
                <a:off x="294187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A26EC26E-4C42-4A27-B919-22AA30B05AB5}"/>
                  </a:ext>
                </a:extLst>
              </p:cNvPr>
              <p:cNvCxnSpPr/>
              <p:nvPr/>
            </p:nvCxnSpPr>
            <p:spPr>
              <a:xfrm>
                <a:off x="294187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7E144425-2C64-4961-ACA0-B85332833B3E}"/>
                  </a:ext>
                </a:extLst>
              </p:cNvPr>
              <p:cNvCxnSpPr/>
              <p:nvPr/>
            </p:nvCxnSpPr>
            <p:spPr>
              <a:xfrm>
                <a:off x="294187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2EA67E62-BCF4-445F-B9FA-A938025B7228}"/>
                  </a:ext>
                </a:extLst>
              </p:cNvPr>
              <p:cNvCxnSpPr/>
              <p:nvPr/>
            </p:nvCxnSpPr>
            <p:spPr>
              <a:xfrm>
                <a:off x="294187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65E72C26-C582-4220-8FAB-92D79D0BD3A0}"/>
                  </a:ext>
                </a:extLst>
              </p:cNvPr>
              <p:cNvCxnSpPr/>
              <p:nvPr/>
            </p:nvCxnSpPr>
            <p:spPr>
              <a:xfrm>
                <a:off x="294187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259A2F08-4BD2-44C2-98CD-7E0B8841AFB1}"/>
                  </a:ext>
                </a:extLst>
              </p:cNvPr>
              <p:cNvCxnSpPr/>
              <p:nvPr/>
            </p:nvCxnSpPr>
            <p:spPr>
              <a:xfrm>
                <a:off x="294187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BBBD2801-3FF6-472E-B893-BAF819319F7E}"/>
                  </a:ext>
                </a:extLst>
              </p:cNvPr>
              <p:cNvCxnSpPr/>
              <p:nvPr/>
            </p:nvCxnSpPr>
            <p:spPr>
              <a:xfrm>
                <a:off x="294187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F764B2F-887F-4A85-A97C-E7C7C35A9E94}"/>
                  </a:ext>
                </a:extLst>
              </p:cNvPr>
              <p:cNvCxnSpPr/>
              <p:nvPr/>
            </p:nvCxnSpPr>
            <p:spPr>
              <a:xfrm>
                <a:off x="294187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>
                <a:extLst>
                  <a:ext uri="{FF2B5EF4-FFF2-40B4-BE49-F238E27FC236}">
                    <a16:creationId xmlns:a16="http://schemas.microsoft.com/office/drawing/2014/main" id="{ACDE7281-E85C-413F-B96A-D2F63BD03190}"/>
                  </a:ext>
                </a:extLst>
              </p:cNvPr>
              <p:cNvCxnSpPr/>
              <p:nvPr/>
            </p:nvCxnSpPr>
            <p:spPr>
              <a:xfrm>
                <a:off x="294187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직선 연결선 59">
                <a:extLst>
                  <a:ext uri="{FF2B5EF4-FFF2-40B4-BE49-F238E27FC236}">
                    <a16:creationId xmlns:a16="http://schemas.microsoft.com/office/drawing/2014/main" id="{57D16AD7-FDCB-42F2-8420-7D0563450E53}"/>
                  </a:ext>
                </a:extLst>
              </p:cNvPr>
              <p:cNvCxnSpPr/>
              <p:nvPr/>
            </p:nvCxnSpPr>
            <p:spPr>
              <a:xfrm>
                <a:off x="294187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CCA591C5-440A-4D68-A3F9-7E120C94F909}"/>
                  </a:ext>
                </a:extLst>
              </p:cNvPr>
              <p:cNvCxnSpPr/>
              <p:nvPr/>
            </p:nvCxnSpPr>
            <p:spPr>
              <a:xfrm>
                <a:off x="294187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>
                <a:extLst>
                  <a:ext uri="{FF2B5EF4-FFF2-40B4-BE49-F238E27FC236}">
                    <a16:creationId xmlns:a16="http://schemas.microsoft.com/office/drawing/2014/main" id="{64E9835F-C030-4EA0-BA67-86B306F4EBC7}"/>
                  </a:ext>
                </a:extLst>
              </p:cNvPr>
              <p:cNvCxnSpPr/>
              <p:nvPr/>
            </p:nvCxnSpPr>
            <p:spPr>
              <a:xfrm>
                <a:off x="294187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>
                <a:extLst>
                  <a:ext uri="{FF2B5EF4-FFF2-40B4-BE49-F238E27FC236}">
                    <a16:creationId xmlns:a16="http://schemas.microsoft.com/office/drawing/2014/main" id="{9D34BC12-DE1C-4DB1-BECD-B96ABA16C3D5}"/>
                  </a:ext>
                </a:extLst>
              </p:cNvPr>
              <p:cNvCxnSpPr/>
              <p:nvPr/>
            </p:nvCxnSpPr>
            <p:spPr>
              <a:xfrm>
                <a:off x="294187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>
                <a:extLst>
                  <a:ext uri="{FF2B5EF4-FFF2-40B4-BE49-F238E27FC236}">
                    <a16:creationId xmlns:a16="http://schemas.microsoft.com/office/drawing/2014/main" id="{D819FBB6-E2EE-4705-A430-3FE9E809B60C}"/>
                  </a:ext>
                </a:extLst>
              </p:cNvPr>
              <p:cNvCxnSpPr/>
              <p:nvPr/>
            </p:nvCxnSpPr>
            <p:spPr>
              <a:xfrm>
                <a:off x="294187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>
                <a:extLst>
                  <a:ext uri="{FF2B5EF4-FFF2-40B4-BE49-F238E27FC236}">
                    <a16:creationId xmlns:a16="http://schemas.microsoft.com/office/drawing/2014/main" id="{EE9B849A-D0D3-4185-8C33-E664A47F0FA3}"/>
                  </a:ext>
                </a:extLst>
              </p:cNvPr>
              <p:cNvCxnSpPr/>
              <p:nvPr/>
            </p:nvCxnSpPr>
            <p:spPr>
              <a:xfrm>
                <a:off x="294187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직선 연결선 66">
                <a:extLst>
                  <a:ext uri="{FF2B5EF4-FFF2-40B4-BE49-F238E27FC236}">
                    <a16:creationId xmlns:a16="http://schemas.microsoft.com/office/drawing/2014/main" id="{AA2B8F77-67F6-4561-BF18-EF9DB61CD91A}"/>
                  </a:ext>
                </a:extLst>
              </p:cNvPr>
              <p:cNvCxnSpPr/>
              <p:nvPr/>
            </p:nvCxnSpPr>
            <p:spPr>
              <a:xfrm>
                <a:off x="294187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AD20A2EC-BB6F-4956-820E-86D249D635F9}"/>
                  </a:ext>
                </a:extLst>
              </p:cNvPr>
              <p:cNvCxnSpPr/>
              <p:nvPr/>
            </p:nvCxnSpPr>
            <p:spPr>
              <a:xfrm>
                <a:off x="294187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5" name="그룹 314">
              <a:extLst>
                <a:ext uri="{FF2B5EF4-FFF2-40B4-BE49-F238E27FC236}">
                  <a16:creationId xmlns:a16="http://schemas.microsoft.com/office/drawing/2014/main" id="{84ECDF41-CF85-45EF-BD27-E25F81BBEE3E}"/>
                </a:ext>
              </a:extLst>
            </p:cNvPr>
            <p:cNvGrpSpPr/>
            <p:nvPr/>
          </p:nvGrpSpPr>
          <p:grpSpPr>
            <a:xfrm>
              <a:off x="5875971" y="1417857"/>
              <a:ext cx="5324262" cy="9010459"/>
              <a:chOff x="5943120" y="1417857"/>
              <a:chExt cx="5324262" cy="9010459"/>
            </a:xfrm>
          </p:grpSpPr>
          <p:sp>
            <p:nvSpPr>
              <p:cNvPr id="205" name="모서리가 둥근 직사각형 302">
                <a:extLst>
                  <a:ext uri="{FF2B5EF4-FFF2-40B4-BE49-F238E27FC236}">
                    <a16:creationId xmlns:a16="http://schemas.microsoft.com/office/drawing/2014/main" id="{4727AD4D-37CD-4EAA-AD89-07FC10EEEA89}"/>
                  </a:ext>
                </a:extLst>
              </p:cNvPr>
              <p:cNvSpPr/>
              <p:nvPr/>
            </p:nvSpPr>
            <p:spPr>
              <a:xfrm>
                <a:off x="5943120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6" name="모서리가 둥근 직사각형 303">
                <a:extLst>
                  <a:ext uri="{FF2B5EF4-FFF2-40B4-BE49-F238E27FC236}">
                    <a16:creationId xmlns:a16="http://schemas.microsoft.com/office/drawing/2014/main" id="{E599C280-C5D5-47C0-8B61-26740BEA02E2}"/>
                  </a:ext>
                </a:extLst>
              </p:cNvPr>
              <p:cNvSpPr/>
              <p:nvPr/>
            </p:nvSpPr>
            <p:spPr>
              <a:xfrm>
                <a:off x="5943120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7" name="모서리가 둥근 직사각형 304">
                <a:extLst>
                  <a:ext uri="{FF2B5EF4-FFF2-40B4-BE49-F238E27FC236}">
                    <a16:creationId xmlns:a16="http://schemas.microsoft.com/office/drawing/2014/main" id="{F0FFE307-6E85-4C51-B793-7B46A2FDA4A9}"/>
                  </a:ext>
                </a:extLst>
              </p:cNvPr>
              <p:cNvSpPr/>
              <p:nvPr/>
            </p:nvSpPr>
            <p:spPr>
              <a:xfrm>
                <a:off x="5943120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8" name="모서리가 둥근 직사각형 305">
                <a:extLst>
                  <a:ext uri="{FF2B5EF4-FFF2-40B4-BE49-F238E27FC236}">
                    <a16:creationId xmlns:a16="http://schemas.microsoft.com/office/drawing/2014/main" id="{344E3845-C0F3-4BC8-A0F5-7E834742AE88}"/>
                  </a:ext>
                </a:extLst>
              </p:cNvPr>
              <p:cNvSpPr/>
              <p:nvPr/>
            </p:nvSpPr>
            <p:spPr>
              <a:xfrm>
                <a:off x="5943120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9" name="모서리가 둥근 직사각형 306">
                <a:extLst>
                  <a:ext uri="{FF2B5EF4-FFF2-40B4-BE49-F238E27FC236}">
                    <a16:creationId xmlns:a16="http://schemas.microsoft.com/office/drawing/2014/main" id="{A50F0E7C-AC1C-4C1E-8055-2198D9347E08}"/>
                  </a:ext>
                </a:extLst>
              </p:cNvPr>
              <p:cNvSpPr/>
              <p:nvPr/>
            </p:nvSpPr>
            <p:spPr>
              <a:xfrm>
                <a:off x="5943120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10" name="직선 연결선 209">
                <a:extLst>
                  <a:ext uri="{FF2B5EF4-FFF2-40B4-BE49-F238E27FC236}">
                    <a16:creationId xmlns:a16="http://schemas.microsoft.com/office/drawing/2014/main" id="{2386B1DF-7B36-4561-882B-B48038388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48409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직선 연결선 210">
                <a:extLst>
                  <a:ext uri="{FF2B5EF4-FFF2-40B4-BE49-F238E27FC236}">
                    <a16:creationId xmlns:a16="http://schemas.microsoft.com/office/drawing/2014/main" id="{1CB3BF07-72F3-4508-97FD-109E14995D0B}"/>
                  </a:ext>
                </a:extLst>
              </p:cNvPr>
              <p:cNvCxnSpPr/>
              <p:nvPr/>
            </p:nvCxnSpPr>
            <p:spPr>
              <a:xfrm>
                <a:off x="8648409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>
                <a:extLst>
                  <a:ext uri="{FF2B5EF4-FFF2-40B4-BE49-F238E27FC236}">
                    <a16:creationId xmlns:a16="http://schemas.microsoft.com/office/drawing/2014/main" id="{FB260C78-EB32-43C6-A4EE-DAA763F82B0C}"/>
                  </a:ext>
                </a:extLst>
              </p:cNvPr>
              <p:cNvCxnSpPr/>
              <p:nvPr/>
            </p:nvCxnSpPr>
            <p:spPr>
              <a:xfrm>
                <a:off x="8648409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>
                <a:extLst>
                  <a:ext uri="{FF2B5EF4-FFF2-40B4-BE49-F238E27FC236}">
                    <a16:creationId xmlns:a16="http://schemas.microsoft.com/office/drawing/2014/main" id="{3A42E1ED-E2A6-4B36-AA65-30C8E13C04EA}"/>
                  </a:ext>
                </a:extLst>
              </p:cNvPr>
              <p:cNvCxnSpPr/>
              <p:nvPr/>
            </p:nvCxnSpPr>
            <p:spPr>
              <a:xfrm>
                <a:off x="8648409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직선 연결선 213">
                <a:extLst>
                  <a:ext uri="{FF2B5EF4-FFF2-40B4-BE49-F238E27FC236}">
                    <a16:creationId xmlns:a16="http://schemas.microsoft.com/office/drawing/2014/main" id="{FB836CA4-35E5-498E-A831-463209217612}"/>
                  </a:ext>
                </a:extLst>
              </p:cNvPr>
              <p:cNvCxnSpPr/>
              <p:nvPr/>
            </p:nvCxnSpPr>
            <p:spPr>
              <a:xfrm>
                <a:off x="8648409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>
                <a:extLst>
                  <a:ext uri="{FF2B5EF4-FFF2-40B4-BE49-F238E27FC236}">
                    <a16:creationId xmlns:a16="http://schemas.microsoft.com/office/drawing/2014/main" id="{559CC054-B503-4FCB-A5DC-C3378B038209}"/>
                  </a:ext>
                </a:extLst>
              </p:cNvPr>
              <p:cNvCxnSpPr/>
              <p:nvPr/>
            </p:nvCxnSpPr>
            <p:spPr>
              <a:xfrm>
                <a:off x="8648409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>
                <a:extLst>
                  <a:ext uri="{FF2B5EF4-FFF2-40B4-BE49-F238E27FC236}">
                    <a16:creationId xmlns:a16="http://schemas.microsoft.com/office/drawing/2014/main" id="{25769139-60F8-4204-B37C-A4F7464B19D9}"/>
                  </a:ext>
                </a:extLst>
              </p:cNvPr>
              <p:cNvCxnSpPr/>
              <p:nvPr/>
            </p:nvCxnSpPr>
            <p:spPr>
              <a:xfrm>
                <a:off x="8648409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>
                <a:extLst>
                  <a:ext uri="{FF2B5EF4-FFF2-40B4-BE49-F238E27FC236}">
                    <a16:creationId xmlns:a16="http://schemas.microsoft.com/office/drawing/2014/main" id="{A13047BB-386B-4C25-A686-111CFF17C090}"/>
                  </a:ext>
                </a:extLst>
              </p:cNvPr>
              <p:cNvCxnSpPr/>
              <p:nvPr/>
            </p:nvCxnSpPr>
            <p:spPr>
              <a:xfrm>
                <a:off x="8648409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직선 연결선 217">
                <a:extLst>
                  <a:ext uri="{FF2B5EF4-FFF2-40B4-BE49-F238E27FC236}">
                    <a16:creationId xmlns:a16="http://schemas.microsoft.com/office/drawing/2014/main" id="{03576FAC-F848-4E3B-8E74-FB4692A9EDB4}"/>
                  </a:ext>
                </a:extLst>
              </p:cNvPr>
              <p:cNvCxnSpPr/>
              <p:nvPr/>
            </p:nvCxnSpPr>
            <p:spPr>
              <a:xfrm>
                <a:off x="8648409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>
                <a:extLst>
                  <a:ext uri="{FF2B5EF4-FFF2-40B4-BE49-F238E27FC236}">
                    <a16:creationId xmlns:a16="http://schemas.microsoft.com/office/drawing/2014/main" id="{441700D6-3AA8-4347-B6C7-1CA0958DEF75}"/>
                  </a:ext>
                </a:extLst>
              </p:cNvPr>
              <p:cNvCxnSpPr/>
              <p:nvPr/>
            </p:nvCxnSpPr>
            <p:spPr>
              <a:xfrm>
                <a:off x="8648409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직선 연결선 219">
                <a:extLst>
                  <a:ext uri="{FF2B5EF4-FFF2-40B4-BE49-F238E27FC236}">
                    <a16:creationId xmlns:a16="http://schemas.microsoft.com/office/drawing/2014/main" id="{1A9A959D-E0EC-42FD-A06A-CB379FD3291B}"/>
                  </a:ext>
                </a:extLst>
              </p:cNvPr>
              <p:cNvCxnSpPr/>
              <p:nvPr/>
            </p:nvCxnSpPr>
            <p:spPr>
              <a:xfrm>
                <a:off x="8648409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>
                <a:extLst>
                  <a:ext uri="{FF2B5EF4-FFF2-40B4-BE49-F238E27FC236}">
                    <a16:creationId xmlns:a16="http://schemas.microsoft.com/office/drawing/2014/main" id="{F62394E7-F347-4FD4-9699-EE34BFAF0CCB}"/>
                  </a:ext>
                </a:extLst>
              </p:cNvPr>
              <p:cNvCxnSpPr/>
              <p:nvPr/>
            </p:nvCxnSpPr>
            <p:spPr>
              <a:xfrm>
                <a:off x="8648409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직선 연결선 221">
                <a:extLst>
                  <a:ext uri="{FF2B5EF4-FFF2-40B4-BE49-F238E27FC236}">
                    <a16:creationId xmlns:a16="http://schemas.microsoft.com/office/drawing/2014/main" id="{899D7A91-9A1E-4ADD-A3DF-32AFD347A26F}"/>
                  </a:ext>
                </a:extLst>
              </p:cNvPr>
              <p:cNvCxnSpPr/>
              <p:nvPr/>
            </p:nvCxnSpPr>
            <p:spPr>
              <a:xfrm>
                <a:off x="8648409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17F7ED2E-85AB-413D-A759-F9CBC883828E}"/>
                  </a:ext>
                </a:extLst>
              </p:cNvPr>
              <p:cNvCxnSpPr/>
              <p:nvPr/>
            </p:nvCxnSpPr>
            <p:spPr>
              <a:xfrm>
                <a:off x="8648409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>
                <a:extLst>
                  <a:ext uri="{FF2B5EF4-FFF2-40B4-BE49-F238E27FC236}">
                    <a16:creationId xmlns:a16="http://schemas.microsoft.com/office/drawing/2014/main" id="{6EEBCB4D-AAD4-4F98-A7CA-B43BC67A0881}"/>
                  </a:ext>
                </a:extLst>
              </p:cNvPr>
              <p:cNvCxnSpPr/>
              <p:nvPr/>
            </p:nvCxnSpPr>
            <p:spPr>
              <a:xfrm>
                <a:off x="8648409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>
                <a:extLst>
                  <a:ext uri="{FF2B5EF4-FFF2-40B4-BE49-F238E27FC236}">
                    <a16:creationId xmlns:a16="http://schemas.microsoft.com/office/drawing/2014/main" id="{41A19DA5-E089-4484-9A94-A9DF3B1BC32C}"/>
                  </a:ext>
                </a:extLst>
              </p:cNvPr>
              <p:cNvCxnSpPr/>
              <p:nvPr/>
            </p:nvCxnSpPr>
            <p:spPr>
              <a:xfrm>
                <a:off x="8648409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직선 연결선 225">
                <a:extLst>
                  <a:ext uri="{FF2B5EF4-FFF2-40B4-BE49-F238E27FC236}">
                    <a16:creationId xmlns:a16="http://schemas.microsoft.com/office/drawing/2014/main" id="{5B412772-3513-4D21-8906-9E39ACF43BD7}"/>
                  </a:ext>
                </a:extLst>
              </p:cNvPr>
              <p:cNvCxnSpPr/>
              <p:nvPr/>
            </p:nvCxnSpPr>
            <p:spPr>
              <a:xfrm>
                <a:off x="8648409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직선 연결선 226">
                <a:extLst>
                  <a:ext uri="{FF2B5EF4-FFF2-40B4-BE49-F238E27FC236}">
                    <a16:creationId xmlns:a16="http://schemas.microsoft.com/office/drawing/2014/main" id="{B4EBDB79-F65C-4914-AC30-BAA8D2F646F2}"/>
                  </a:ext>
                </a:extLst>
              </p:cNvPr>
              <p:cNvCxnSpPr/>
              <p:nvPr/>
            </p:nvCxnSpPr>
            <p:spPr>
              <a:xfrm>
                <a:off x="8648409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>
                <a:extLst>
                  <a:ext uri="{FF2B5EF4-FFF2-40B4-BE49-F238E27FC236}">
                    <a16:creationId xmlns:a16="http://schemas.microsoft.com/office/drawing/2014/main" id="{667CC4E9-4833-4198-8615-D06532703FFC}"/>
                  </a:ext>
                </a:extLst>
              </p:cNvPr>
              <p:cNvCxnSpPr/>
              <p:nvPr/>
            </p:nvCxnSpPr>
            <p:spPr>
              <a:xfrm>
                <a:off x="8648409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>
                <a:extLst>
                  <a:ext uri="{FF2B5EF4-FFF2-40B4-BE49-F238E27FC236}">
                    <a16:creationId xmlns:a16="http://schemas.microsoft.com/office/drawing/2014/main" id="{0075FF4A-3482-44D9-9F0E-44E24962AFFB}"/>
                  </a:ext>
                </a:extLst>
              </p:cNvPr>
              <p:cNvCxnSpPr/>
              <p:nvPr/>
            </p:nvCxnSpPr>
            <p:spPr>
              <a:xfrm>
                <a:off x="8648409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직선 연결선 229">
                <a:extLst>
                  <a:ext uri="{FF2B5EF4-FFF2-40B4-BE49-F238E27FC236}">
                    <a16:creationId xmlns:a16="http://schemas.microsoft.com/office/drawing/2014/main" id="{6F1EBB34-E58E-4F65-BAAD-3157D1B76FE9}"/>
                  </a:ext>
                </a:extLst>
              </p:cNvPr>
              <p:cNvCxnSpPr/>
              <p:nvPr/>
            </p:nvCxnSpPr>
            <p:spPr>
              <a:xfrm>
                <a:off x="8648409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 230">
                <a:extLst>
                  <a:ext uri="{FF2B5EF4-FFF2-40B4-BE49-F238E27FC236}">
                    <a16:creationId xmlns:a16="http://schemas.microsoft.com/office/drawing/2014/main" id="{9F6F3503-67D3-40E8-9C70-8C7DBB12EE14}"/>
                  </a:ext>
                </a:extLst>
              </p:cNvPr>
              <p:cNvCxnSpPr/>
              <p:nvPr/>
            </p:nvCxnSpPr>
            <p:spPr>
              <a:xfrm>
                <a:off x="8648409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직선 연결선 231">
                <a:extLst>
                  <a:ext uri="{FF2B5EF4-FFF2-40B4-BE49-F238E27FC236}">
                    <a16:creationId xmlns:a16="http://schemas.microsoft.com/office/drawing/2014/main" id="{0B505442-94D2-4C90-9C5B-37C9E13C8C46}"/>
                  </a:ext>
                </a:extLst>
              </p:cNvPr>
              <p:cNvCxnSpPr/>
              <p:nvPr/>
            </p:nvCxnSpPr>
            <p:spPr>
              <a:xfrm>
                <a:off x="8648409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>
                <a:extLst>
                  <a:ext uri="{FF2B5EF4-FFF2-40B4-BE49-F238E27FC236}">
                    <a16:creationId xmlns:a16="http://schemas.microsoft.com/office/drawing/2014/main" id="{C3F37D00-4BB7-4368-8BDC-606AAF44C64D}"/>
                  </a:ext>
                </a:extLst>
              </p:cNvPr>
              <p:cNvCxnSpPr/>
              <p:nvPr/>
            </p:nvCxnSpPr>
            <p:spPr>
              <a:xfrm>
                <a:off x="8648409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 233">
                <a:extLst>
                  <a:ext uri="{FF2B5EF4-FFF2-40B4-BE49-F238E27FC236}">
                    <a16:creationId xmlns:a16="http://schemas.microsoft.com/office/drawing/2014/main" id="{465ABC33-16D6-42B2-9754-2F6590D4E347}"/>
                  </a:ext>
                </a:extLst>
              </p:cNvPr>
              <p:cNvCxnSpPr/>
              <p:nvPr/>
            </p:nvCxnSpPr>
            <p:spPr>
              <a:xfrm>
                <a:off x="8648409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>
                <a:extLst>
                  <a:ext uri="{FF2B5EF4-FFF2-40B4-BE49-F238E27FC236}">
                    <a16:creationId xmlns:a16="http://schemas.microsoft.com/office/drawing/2014/main" id="{65C7C804-76C7-4CEC-8327-F429FB2840AB}"/>
                  </a:ext>
                </a:extLst>
              </p:cNvPr>
              <p:cNvCxnSpPr/>
              <p:nvPr/>
            </p:nvCxnSpPr>
            <p:spPr>
              <a:xfrm>
                <a:off x="8648409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직선 연결선 235">
                <a:extLst>
                  <a:ext uri="{FF2B5EF4-FFF2-40B4-BE49-F238E27FC236}">
                    <a16:creationId xmlns:a16="http://schemas.microsoft.com/office/drawing/2014/main" id="{A2E0C59D-9053-42BF-B76D-28665C6A2E86}"/>
                  </a:ext>
                </a:extLst>
              </p:cNvPr>
              <p:cNvCxnSpPr/>
              <p:nvPr/>
            </p:nvCxnSpPr>
            <p:spPr>
              <a:xfrm>
                <a:off x="8648409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직선 연결선 236">
                <a:extLst>
                  <a:ext uri="{FF2B5EF4-FFF2-40B4-BE49-F238E27FC236}">
                    <a16:creationId xmlns:a16="http://schemas.microsoft.com/office/drawing/2014/main" id="{989CD918-A093-438F-8F7A-E1548607DB1F}"/>
                  </a:ext>
                </a:extLst>
              </p:cNvPr>
              <p:cNvCxnSpPr/>
              <p:nvPr/>
            </p:nvCxnSpPr>
            <p:spPr>
              <a:xfrm>
                <a:off x="8648409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직선 연결선 237">
                <a:extLst>
                  <a:ext uri="{FF2B5EF4-FFF2-40B4-BE49-F238E27FC236}">
                    <a16:creationId xmlns:a16="http://schemas.microsoft.com/office/drawing/2014/main" id="{A011F9D4-E673-4F4C-977A-6146EE9CA193}"/>
                  </a:ext>
                </a:extLst>
              </p:cNvPr>
              <p:cNvCxnSpPr/>
              <p:nvPr/>
            </p:nvCxnSpPr>
            <p:spPr>
              <a:xfrm>
                <a:off x="8648409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직선 연결선 238">
                <a:extLst>
                  <a:ext uri="{FF2B5EF4-FFF2-40B4-BE49-F238E27FC236}">
                    <a16:creationId xmlns:a16="http://schemas.microsoft.com/office/drawing/2014/main" id="{29DAD61E-EF4E-480D-9ACF-F4B9A845FBAD}"/>
                  </a:ext>
                </a:extLst>
              </p:cNvPr>
              <p:cNvCxnSpPr/>
              <p:nvPr/>
            </p:nvCxnSpPr>
            <p:spPr>
              <a:xfrm>
                <a:off x="8648409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직선 연결선 239">
                <a:extLst>
                  <a:ext uri="{FF2B5EF4-FFF2-40B4-BE49-F238E27FC236}">
                    <a16:creationId xmlns:a16="http://schemas.microsoft.com/office/drawing/2014/main" id="{588676AC-18B4-4EDB-A5E8-42F1CF1FA747}"/>
                  </a:ext>
                </a:extLst>
              </p:cNvPr>
              <p:cNvCxnSpPr/>
              <p:nvPr/>
            </p:nvCxnSpPr>
            <p:spPr>
              <a:xfrm>
                <a:off x="8648409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B2CA60A3-943D-4BEC-9EA2-CAA07F7ACF8C}"/>
                </a:ext>
              </a:extLst>
            </p:cNvPr>
            <p:cNvGrpSpPr/>
            <p:nvPr/>
          </p:nvGrpSpPr>
          <p:grpSpPr>
            <a:xfrm>
              <a:off x="11515354" y="1417857"/>
              <a:ext cx="5324262" cy="9010459"/>
              <a:chOff x="11548929" y="1417857"/>
              <a:chExt cx="5324262" cy="9010459"/>
            </a:xfrm>
          </p:grpSpPr>
          <p:sp>
            <p:nvSpPr>
              <p:cNvPr id="241" name="모서리가 둥근 직사각형 302">
                <a:extLst>
                  <a:ext uri="{FF2B5EF4-FFF2-40B4-BE49-F238E27FC236}">
                    <a16:creationId xmlns:a16="http://schemas.microsoft.com/office/drawing/2014/main" id="{EDAF7CFC-1C3A-43F2-A8CC-8FF27D18A65A}"/>
                  </a:ext>
                </a:extLst>
              </p:cNvPr>
              <p:cNvSpPr/>
              <p:nvPr/>
            </p:nvSpPr>
            <p:spPr>
              <a:xfrm>
                <a:off x="11548929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2" name="모서리가 둥근 직사각형 303">
                <a:extLst>
                  <a:ext uri="{FF2B5EF4-FFF2-40B4-BE49-F238E27FC236}">
                    <a16:creationId xmlns:a16="http://schemas.microsoft.com/office/drawing/2014/main" id="{47D18189-7270-4C22-8A9D-28290F9A5005}"/>
                  </a:ext>
                </a:extLst>
              </p:cNvPr>
              <p:cNvSpPr/>
              <p:nvPr/>
            </p:nvSpPr>
            <p:spPr>
              <a:xfrm>
                <a:off x="11548929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3" name="모서리가 둥근 직사각형 304">
                <a:extLst>
                  <a:ext uri="{FF2B5EF4-FFF2-40B4-BE49-F238E27FC236}">
                    <a16:creationId xmlns:a16="http://schemas.microsoft.com/office/drawing/2014/main" id="{6D084D22-8D40-4BFF-81CE-57BA962096F2}"/>
                  </a:ext>
                </a:extLst>
              </p:cNvPr>
              <p:cNvSpPr/>
              <p:nvPr/>
            </p:nvSpPr>
            <p:spPr>
              <a:xfrm>
                <a:off x="11548929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4" name="모서리가 둥근 직사각형 305">
                <a:extLst>
                  <a:ext uri="{FF2B5EF4-FFF2-40B4-BE49-F238E27FC236}">
                    <a16:creationId xmlns:a16="http://schemas.microsoft.com/office/drawing/2014/main" id="{B80D5F27-C770-47EC-B5A2-D9F7FCCE69FF}"/>
                  </a:ext>
                </a:extLst>
              </p:cNvPr>
              <p:cNvSpPr/>
              <p:nvPr/>
            </p:nvSpPr>
            <p:spPr>
              <a:xfrm>
                <a:off x="11548929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5" name="모서리가 둥근 직사각형 306">
                <a:extLst>
                  <a:ext uri="{FF2B5EF4-FFF2-40B4-BE49-F238E27FC236}">
                    <a16:creationId xmlns:a16="http://schemas.microsoft.com/office/drawing/2014/main" id="{183678A4-8751-4E27-9B93-64A7DF5E3FD3}"/>
                  </a:ext>
                </a:extLst>
              </p:cNvPr>
              <p:cNvSpPr/>
              <p:nvPr/>
            </p:nvSpPr>
            <p:spPr>
              <a:xfrm>
                <a:off x="11548929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46" name="직선 연결선 245">
                <a:extLst>
                  <a:ext uri="{FF2B5EF4-FFF2-40B4-BE49-F238E27FC236}">
                    <a16:creationId xmlns:a16="http://schemas.microsoft.com/office/drawing/2014/main" id="{A50ECB6C-ACD1-4FFC-BF91-F5475E5B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254218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연결선 246">
                <a:extLst>
                  <a:ext uri="{FF2B5EF4-FFF2-40B4-BE49-F238E27FC236}">
                    <a16:creationId xmlns:a16="http://schemas.microsoft.com/office/drawing/2014/main" id="{35EFC75C-0919-4219-B7C3-1EF9179F7905}"/>
                  </a:ext>
                </a:extLst>
              </p:cNvPr>
              <p:cNvCxnSpPr/>
              <p:nvPr/>
            </p:nvCxnSpPr>
            <p:spPr>
              <a:xfrm>
                <a:off x="14254218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직선 연결선 247">
                <a:extLst>
                  <a:ext uri="{FF2B5EF4-FFF2-40B4-BE49-F238E27FC236}">
                    <a16:creationId xmlns:a16="http://schemas.microsoft.com/office/drawing/2014/main" id="{DA1D7231-0352-4C31-A29C-25250B2316A5}"/>
                  </a:ext>
                </a:extLst>
              </p:cNvPr>
              <p:cNvCxnSpPr/>
              <p:nvPr/>
            </p:nvCxnSpPr>
            <p:spPr>
              <a:xfrm>
                <a:off x="14254218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>
                <a:extLst>
                  <a:ext uri="{FF2B5EF4-FFF2-40B4-BE49-F238E27FC236}">
                    <a16:creationId xmlns:a16="http://schemas.microsoft.com/office/drawing/2014/main" id="{F5B0246E-F600-42CE-9E07-319826E780BD}"/>
                  </a:ext>
                </a:extLst>
              </p:cNvPr>
              <p:cNvCxnSpPr/>
              <p:nvPr/>
            </p:nvCxnSpPr>
            <p:spPr>
              <a:xfrm>
                <a:off x="14254218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직선 연결선 249">
                <a:extLst>
                  <a:ext uri="{FF2B5EF4-FFF2-40B4-BE49-F238E27FC236}">
                    <a16:creationId xmlns:a16="http://schemas.microsoft.com/office/drawing/2014/main" id="{AF126F03-9EC8-420E-B5CB-D435F08DF99E}"/>
                  </a:ext>
                </a:extLst>
              </p:cNvPr>
              <p:cNvCxnSpPr/>
              <p:nvPr/>
            </p:nvCxnSpPr>
            <p:spPr>
              <a:xfrm>
                <a:off x="14254218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직선 연결선 250">
                <a:extLst>
                  <a:ext uri="{FF2B5EF4-FFF2-40B4-BE49-F238E27FC236}">
                    <a16:creationId xmlns:a16="http://schemas.microsoft.com/office/drawing/2014/main" id="{9C20F1F5-EFDB-4BCE-817B-D6D9B1F69F3E}"/>
                  </a:ext>
                </a:extLst>
              </p:cNvPr>
              <p:cNvCxnSpPr/>
              <p:nvPr/>
            </p:nvCxnSpPr>
            <p:spPr>
              <a:xfrm>
                <a:off x="14254218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직선 연결선 251">
                <a:extLst>
                  <a:ext uri="{FF2B5EF4-FFF2-40B4-BE49-F238E27FC236}">
                    <a16:creationId xmlns:a16="http://schemas.microsoft.com/office/drawing/2014/main" id="{0282387A-6D21-4794-99CC-78DF9325E558}"/>
                  </a:ext>
                </a:extLst>
              </p:cNvPr>
              <p:cNvCxnSpPr/>
              <p:nvPr/>
            </p:nvCxnSpPr>
            <p:spPr>
              <a:xfrm>
                <a:off x="14254218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직선 연결선 252">
                <a:extLst>
                  <a:ext uri="{FF2B5EF4-FFF2-40B4-BE49-F238E27FC236}">
                    <a16:creationId xmlns:a16="http://schemas.microsoft.com/office/drawing/2014/main" id="{24E1AF14-C46B-4502-A9B6-9738E0A357CA}"/>
                  </a:ext>
                </a:extLst>
              </p:cNvPr>
              <p:cNvCxnSpPr/>
              <p:nvPr/>
            </p:nvCxnSpPr>
            <p:spPr>
              <a:xfrm>
                <a:off x="14254218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직선 연결선 253">
                <a:extLst>
                  <a:ext uri="{FF2B5EF4-FFF2-40B4-BE49-F238E27FC236}">
                    <a16:creationId xmlns:a16="http://schemas.microsoft.com/office/drawing/2014/main" id="{F3317C95-934F-4C94-9E00-4B9078DCBF1E}"/>
                  </a:ext>
                </a:extLst>
              </p:cNvPr>
              <p:cNvCxnSpPr/>
              <p:nvPr/>
            </p:nvCxnSpPr>
            <p:spPr>
              <a:xfrm>
                <a:off x="14254218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직선 연결선 254">
                <a:extLst>
                  <a:ext uri="{FF2B5EF4-FFF2-40B4-BE49-F238E27FC236}">
                    <a16:creationId xmlns:a16="http://schemas.microsoft.com/office/drawing/2014/main" id="{B95FB43F-9108-450E-B7CC-7F47EE717B57}"/>
                  </a:ext>
                </a:extLst>
              </p:cNvPr>
              <p:cNvCxnSpPr/>
              <p:nvPr/>
            </p:nvCxnSpPr>
            <p:spPr>
              <a:xfrm>
                <a:off x="14254218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>
                <a:extLst>
                  <a:ext uri="{FF2B5EF4-FFF2-40B4-BE49-F238E27FC236}">
                    <a16:creationId xmlns:a16="http://schemas.microsoft.com/office/drawing/2014/main" id="{F6DC83AB-8119-4C22-90E0-22413FE43674}"/>
                  </a:ext>
                </a:extLst>
              </p:cNvPr>
              <p:cNvCxnSpPr/>
              <p:nvPr/>
            </p:nvCxnSpPr>
            <p:spPr>
              <a:xfrm>
                <a:off x="14254218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직선 연결선 256">
                <a:extLst>
                  <a:ext uri="{FF2B5EF4-FFF2-40B4-BE49-F238E27FC236}">
                    <a16:creationId xmlns:a16="http://schemas.microsoft.com/office/drawing/2014/main" id="{81E2B5A4-34E2-4DE1-BDA7-888F9C09A723}"/>
                  </a:ext>
                </a:extLst>
              </p:cNvPr>
              <p:cNvCxnSpPr/>
              <p:nvPr/>
            </p:nvCxnSpPr>
            <p:spPr>
              <a:xfrm>
                <a:off x="14254218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>
                <a:extLst>
                  <a:ext uri="{FF2B5EF4-FFF2-40B4-BE49-F238E27FC236}">
                    <a16:creationId xmlns:a16="http://schemas.microsoft.com/office/drawing/2014/main" id="{F073D697-491D-43FE-96A5-37ED096D2E8A}"/>
                  </a:ext>
                </a:extLst>
              </p:cNvPr>
              <p:cNvCxnSpPr/>
              <p:nvPr/>
            </p:nvCxnSpPr>
            <p:spPr>
              <a:xfrm>
                <a:off x="14254218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>
                <a:extLst>
                  <a:ext uri="{FF2B5EF4-FFF2-40B4-BE49-F238E27FC236}">
                    <a16:creationId xmlns:a16="http://schemas.microsoft.com/office/drawing/2014/main" id="{0068CAB1-4F56-4B85-82A3-1E93981384A3}"/>
                  </a:ext>
                </a:extLst>
              </p:cNvPr>
              <p:cNvCxnSpPr/>
              <p:nvPr/>
            </p:nvCxnSpPr>
            <p:spPr>
              <a:xfrm>
                <a:off x="14254218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직선 연결선 259">
                <a:extLst>
                  <a:ext uri="{FF2B5EF4-FFF2-40B4-BE49-F238E27FC236}">
                    <a16:creationId xmlns:a16="http://schemas.microsoft.com/office/drawing/2014/main" id="{05EEAD43-12DB-49D2-9B89-1D3CE09ADDB3}"/>
                  </a:ext>
                </a:extLst>
              </p:cNvPr>
              <p:cNvCxnSpPr/>
              <p:nvPr/>
            </p:nvCxnSpPr>
            <p:spPr>
              <a:xfrm>
                <a:off x="14254218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직선 연결선 260">
                <a:extLst>
                  <a:ext uri="{FF2B5EF4-FFF2-40B4-BE49-F238E27FC236}">
                    <a16:creationId xmlns:a16="http://schemas.microsoft.com/office/drawing/2014/main" id="{83C39F24-1C94-438A-A89F-58FEC0672EA9}"/>
                  </a:ext>
                </a:extLst>
              </p:cNvPr>
              <p:cNvCxnSpPr/>
              <p:nvPr/>
            </p:nvCxnSpPr>
            <p:spPr>
              <a:xfrm>
                <a:off x="14254218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직선 연결선 261">
                <a:extLst>
                  <a:ext uri="{FF2B5EF4-FFF2-40B4-BE49-F238E27FC236}">
                    <a16:creationId xmlns:a16="http://schemas.microsoft.com/office/drawing/2014/main" id="{CEA32DAC-7922-40B3-AB5B-344FE1F71F9B}"/>
                  </a:ext>
                </a:extLst>
              </p:cNvPr>
              <p:cNvCxnSpPr/>
              <p:nvPr/>
            </p:nvCxnSpPr>
            <p:spPr>
              <a:xfrm>
                <a:off x="14254218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직선 연결선 262">
                <a:extLst>
                  <a:ext uri="{FF2B5EF4-FFF2-40B4-BE49-F238E27FC236}">
                    <a16:creationId xmlns:a16="http://schemas.microsoft.com/office/drawing/2014/main" id="{D7227509-564B-47E4-9412-CC882168446B}"/>
                  </a:ext>
                </a:extLst>
              </p:cNvPr>
              <p:cNvCxnSpPr/>
              <p:nvPr/>
            </p:nvCxnSpPr>
            <p:spPr>
              <a:xfrm>
                <a:off x="14254218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직선 연결선 263">
                <a:extLst>
                  <a:ext uri="{FF2B5EF4-FFF2-40B4-BE49-F238E27FC236}">
                    <a16:creationId xmlns:a16="http://schemas.microsoft.com/office/drawing/2014/main" id="{1D5158BD-E286-4693-8F70-807C97F87438}"/>
                  </a:ext>
                </a:extLst>
              </p:cNvPr>
              <p:cNvCxnSpPr/>
              <p:nvPr/>
            </p:nvCxnSpPr>
            <p:spPr>
              <a:xfrm>
                <a:off x="14254218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>
                <a:extLst>
                  <a:ext uri="{FF2B5EF4-FFF2-40B4-BE49-F238E27FC236}">
                    <a16:creationId xmlns:a16="http://schemas.microsoft.com/office/drawing/2014/main" id="{59B7242A-F591-4D80-8791-ED592941C261}"/>
                  </a:ext>
                </a:extLst>
              </p:cNvPr>
              <p:cNvCxnSpPr/>
              <p:nvPr/>
            </p:nvCxnSpPr>
            <p:spPr>
              <a:xfrm>
                <a:off x="14254218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>
                <a:extLst>
                  <a:ext uri="{FF2B5EF4-FFF2-40B4-BE49-F238E27FC236}">
                    <a16:creationId xmlns:a16="http://schemas.microsoft.com/office/drawing/2014/main" id="{0FB01A24-71E1-4F21-B97C-9BF23FFE85A2}"/>
                  </a:ext>
                </a:extLst>
              </p:cNvPr>
              <p:cNvCxnSpPr/>
              <p:nvPr/>
            </p:nvCxnSpPr>
            <p:spPr>
              <a:xfrm>
                <a:off x="14254218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직선 연결선 266">
                <a:extLst>
                  <a:ext uri="{FF2B5EF4-FFF2-40B4-BE49-F238E27FC236}">
                    <a16:creationId xmlns:a16="http://schemas.microsoft.com/office/drawing/2014/main" id="{52F673FE-F658-4FEE-B623-2EF76A9BD5FB}"/>
                  </a:ext>
                </a:extLst>
              </p:cNvPr>
              <p:cNvCxnSpPr/>
              <p:nvPr/>
            </p:nvCxnSpPr>
            <p:spPr>
              <a:xfrm>
                <a:off x="14254218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>
                <a:extLst>
                  <a:ext uri="{FF2B5EF4-FFF2-40B4-BE49-F238E27FC236}">
                    <a16:creationId xmlns:a16="http://schemas.microsoft.com/office/drawing/2014/main" id="{755F7D14-B39F-46D5-85CD-FC60772AFE00}"/>
                  </a:ext>
                </a:extLst>
              </p:cNvPr>
              <p:cNvCxnSpPr/>
              <p:nvPr/>
            </p:nvCxnSpPr>
            <p:spPr>
              <a:xfrm>
                <a:off x="14254218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직선 연결선 268">
                <a:extLst>
                  <a:ext uri="{FF2B5EF4-FFF2-40B4-BE49-F238E27FC236}">
                    <a16:creationId xmlns:a16="http://schemas.microsoft.com/office/drawing/2014/main" id="{3393C0BA-139C-4A5F-8FC4-05F2879BDC06}"/>
                  </a:ext>
                </a:extLst>
              </p:cNvPr>
              <p:cNvCxnSpPr/>
              <p:nvPr/>
            </p:nvCxnSpPr>
            <p:spPr>
              <a:xfrm>
                <a:off x="14254218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>
                <a:extLst>
                  <a:ext uri="{FF2B5EF4-FFF2-40B4-BE49-F238E27FC236}">
                    <a16:creationId xmlns:a16="http://schemas.microsoft.com/office/drawing/2014/main" id="{3DCDB880-6BCB-4DBF-9BA9-8F9BC9CD51C0}"/>
                  </a:ext>
                </a:extLst>
              </p:cNvPr>
              <p:cNvCxnSpPr/>
              <p:nvPr/>
            </p:nvCxnSpPr>
            <p:spPr>
              <a:xfrm>
                <a:off x="14254218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직선 연결선 270">
                <a:extLst>
                  <a:ext uri="{FF2B5EF4-FFF2-40B4-BE49-F238E27FC236}">
                    <a16:creationId xmlns:a16="http://schemas.microsoft.com/office/drawing/2014/main" id="{5FC35A32-46F8-4DD0-B1FA-A635B9AA7A22}"/>
                  </a:ext>
                </a:extLst>
              </p:cNvPr>
              <p:cNvCxnSpPr/>
              <p:nvPr/>
            </p:nvCxnSpPr>
            <p:spPr>
              <a:xfrm>
                <a:off x="14254218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직선 연결선 271">
                <a:extLst>
                  <a:ext uri="{FF2B5EF4-FFF2-40B4-BE49-F238E27FC236}">
                    <a16:creationId xmlns:a16="http://schemas.microsoft.com/office/drawing/2014/main" id="{13C173B7-B087-474F-8704-9DB6BD3D2C8B}"/>
                  </a:ext>
                </a:extLst>
              </p:cNvPr>
              <p:cNvCxnSpPr/>
              <p:nvPr/>
            </p:nvCxnSpPr>
            <p:spPr>
              <a:xfrm>
                <a:off x="14254218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직선 연결선 272">
                <a:extLst>
                  <a:ext uri="{FF2B5EF4-FFF2-40B4-BE49-F238E27FC236}">
                    <a16:creationId xmlns:a16="http://schemas.microsoft.com/office/drawing/2014/main" id="{02307BAF-4A65-4B4B-88E2-182618D3E8C3}"/>
                  </a:ext>
                </a:extLst>
              </p:cNvPr>
              <p:cNvCxnSpPr/>
              <p:nvPr/>
            </p:nvCxnSpPr>
            <p:spPr>
              <a:xfrm>
                <a:off x="14254218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>
                <a:extLst>
                  <a:ext uri="{FF2B5EF4-FFF2-40B4-BE49-F238E27FC236}">
                    <a16:creationId xmlns:a16="http://schemas.microsoft.com/office/drawing/2014/main" id="{75E2F053-95FD-4E85-AFA5-0E684F48DF16}"/>
                  </a:ext>
                </a:extLst>
              </p:cNvPr>
              <p:cNvCxnSpPr/>
              <p:nvPr/>
            </p:nvCxnSpPr>
            <p:spPr>
              <a:xfrm>
                <a:off x="14254218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>
                <a:extLst>
                  <a:ext uri="{FF2B5EF4-FFF2-40B4-BE49-F238E27FC236}">
                    <a16:creationId xmlns:a16="http://schemas.microsoft.com/office/drawing/2014/main" id="{414B8D6C-28D8-4930-8B15-BD11AC693CF6}"/>
                  </a:ext>
                </a:extLst>
              </p:cNvPr>
              <p:cNvCxnSpPr/>
              <p:nvPr/>
            </p:nvCxnSpPr>
            <p:spPr>
              <a:xfrm>
                <a:off x="14254218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직선 연결선 275">
                <a:extLst>
                  <a:ext uri="{FF2B5EF4-FFF2-40B4-BE49-F238E27FC236}">
                    <a16:creationId xmlns:a16="http://schemas.microsoft.com/office/drawing/2014/main" id="{6D2290CE-F3EF-41C2-831E-05178D1EBD3B}"/>
                  </a:ext>
                </a:extLst>
              </p:cNvPr>
              <p:cNvCxnSpPr/>
              <p:nvPr/>
            </p:nvCxnSpPr>
            <p:spPr>
              <a:xfrm>
                <a:off x="14254218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510F13D5-2224-4404-BE61-C9658B48C2B3}"/>
                </a:ext>
              </a:extLst>
            </p:cNvPr>
            <p:cNvGrpSpPr/>
            <p:nvPr/>
          </p:nvGrpSpPr>
          <p:grpSpPr>
            <a:xfrm>
              <a:off x="17154738" y="1417857"/>
              <a:ext cx="5324262" cy="9010459"/>
              <a:chOff x="17154738" y="1417857"/>
              <a:chExt cx="5324262" cy="9010459"/>
            </a:xfrm>
          </p:grpSpPr>
          <p:sp>
            <p:nvSpPr>
              <p:cNvPr id="277" name="모서리가 둥근 직사각형 302">
                <a:extLst>
                  <a:ext uri="{FF2B5EF4-FFF2-40B4-BE49-F238E27FC236}">
                    <a16:creationId xmlns:a16="http://schemas.microsoft.com/office/drawing/2014/main" id="{BB974790-B467-4A07-A435-199CA7AF1035}"/>
                  </a:ext>
                </a:extLst>
              </p:cNvPr>
              <p:cNvSpPr/>
              <p:nvPr/>
            </p:nvSpPr>
            <p:spPr>
              <a:xfrm>
                <a:off x="17154738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78" name="모서리가 둥근 직사각형 303">
                <a:extLst>
                  <a:ext uri="{FF2B5EF4-FFF2-40B4-BE49-F238E27FC236}">
                    <a16:creationId xmlns:a16="http://schemas.microsoft.com/office/drawing/2014/main" id="{29EB8463-375F-4A81-B3FD-8E131F65C3FD}"/>
                  </a:ext>
                </a:extLst>
              </p:cNvPr>
              <p:cNvSpPr/>
              <p:nvPr/>
            </p:nvSpPr>
            <p:spPr>
              <a:xfrm>
                <a:off x="17154738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79" name="모서리가 둥근 직사각형 304">
                <a:extLst>
                  <a:ext uri="{FF2B5EF4-FFF2-40B4-BE49-F238E27FC236}">
                    <a16:creationId xmlns:a16="http://schemas.microsoft.com/office/drawing/2014/main" id="{381CFDC5-1055-4611-B2F7-06E44CBC7C72}"/>
                  </a:ext>
                </a:extLst>
              </p:cNvPr>
              <p:cNvSpPr/>
              <p:nvPr/>
            </p:nvSpPr>
            <p:spPr>
              <a:xfrm>
                <a:off x="17154738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80" name="모서리가 둥근 직사각형 305">
                <a:extLst>
                  <a:ext uri="{FF2B5EF4-FFF2-40B4-BE49-F238E27FC236}">
                    <a16:creationId xmlns:a16="http://schemas.microsoft.com/office/drawing/2014/main" id="{803B05E8-7157-42BF-A08E-4DA91541E2AA}"/>
                  </a:ext>
                </a:extLst>
              </p:cNvPr>
              <p:cNvSpPr/>
              <p:nvPr/>
            </p:nvSpPr>
            <p:spPr>
              <a:xfrm>
                <a:off x="17154738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81" name="모서리가 둥근 직사각형 306">
                <a:extLst>
                  <a:ext uri="{FF2B5EF4-FFF2-40B4-BE49-F238E27FC236}">
                    <a16:creationId xmlns:a16="http://schemas.microsoft.com/office/drawing/2014/main" id="{FF0DA609-5A5B-45DE-A357-090FAA05DAA1}"/>
                  </a:ext>
                </a:extLst>
              </p:cNvPr>
              <p:cNvSpPr/>
              <p:nvPr/>
            </p:nvSpPr>
            <p:spPr>
              <a:xfrm>
                <a:off x="17154738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82" name="직선 연결선 281">
                <a:extLst>
                  <a:ext uri="{FF2B5EF4-FFF2-40B4-BE49-F238E27FC236}">
                    <a16:creationId xmlns:a16="http://schemas.microsoft.com/office/drawing/2014/main" id="{04E5492A-0FD9-4845-929C-EB7E44362F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6002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>
                <a:extLst>
                  <a:ext uri="{FF2B5EF4-FFF2-40B4-BE49-F238E27FC236}">
                    <a16:creationId xmlns:a16="http://schemas.microsoft.com/office/drawing/2014/main" id="{F2122232-5C30-4580-9C7A-F3659CB72A0F}"/>
                  </a:ext>
                </a:extLst>
              </p:cNvPr>
              <p:cNvCxnSpPr/>
              <p:nvPr/>
            </p:nvCxnSpPr>
            <p:spPr>
              <a:xfrm>
                <a:off x="1986002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직선 연결선 283">
                <a:extLst>
                  <a:ext uri="{FF2B5EF4-FFF2-40B4-BE49-F238E27FC236}">
                    <a16:creationId xmlns:a16="http://schemas.microsoft.com/office/drawing/2014/main" id="{4778CD14-A0CF-48F6-93BB-55B5D74E5625}"/>
                  </a:ext>
                </a:extLst>
              </p:cNvPr>
              <p:cNvCxnSpPr/>
              <p:nvPr/>
            </p:nvCxnSpPr>
            <p:spPr>
              <a:xfrm>
                <a:off x="1986002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직선 연결선 284">
                <a:extLst>
                  <a:ext uri="{FF2B5EF4-FFF2-40B4-BE49-F238E27FC236}">
                    <a16:creationId xmlns:a16="http://schemas.microsoft.com/office/drawing/2014/main" id="{93101131-8A8E-4225-BB84-FDCBD62DF68C}"/>
                  </a:ext>
                </a:extLst>
              </p:cNvPr>
              <p:cNvCxnSpPr/>
              <p:nvPr/>
            </p:nvCxnSpPr>
            <p:spPr>
              <a:xfrm>
                <a:off x="1986002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직선 연결선 285">
                <a:extLst>
                  <a:ext uri="{FF2B5EF4-FFF2-40B4-BE49-F238E27FC236}">
                    <a16:creationId xmlns:a16="http://schemas.microsoft.com/office/drawing/2014/main" id="{518176BE-A7B5-4DF2-8BC5-4BDC7BACAE0C}"/>
                  </a:ext>
                </a:extLst>
              </p:cNvPr>
              <p:cNvCxnSpPr/>
              <p:nvPr/>
            </p:nvCxnSpPr>
            <p:spPr>
              <a:xfrm>
                <a:off x="1986002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>
                <a:extLst>
                  <a:ext uri="{FF2B5EF4-FFF2-40B4-BE49-F238E27FC236}">
                    <a16:creationId xmlns:a16="http://schemas.microsoft.com/office/drawing/2014/main" id="{7E87EE9D-F27C-4202-ACF5-766CC177EEE5}"/>
                  </a:ext>
                </a:extLst>
              </p:cNvPr>
              <p:cNvCxnSpPr/>
              <p:nvPr/>
            </p:nvCxnSpPr>
            <p:spPr>
              <a:xfrm>
                <a:off x="1986002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직선 연결선 287">
                <a:extLst>
                  <a:ext uri="{FF2B5EF4-FFF2-40B4-BE49-F238E27FC236}">
                    <a16:creationId xmlns:a16="http://schemas.microsoft.com/office/drawing/2014/main" id="{4BEC2918-BFE5-4338-A6F7-8E89CFB612A3}"/>
                  </a:ext>
                </a:extLst>
              </p:cNvPr>
              <p:cNvCxnSpPr/>
              <p:nvPr/>
            </p:nvCxnSpPr>
            <p:spPr>
              <a:xfrm>
                <a:off x="1986002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>
                <a:extLst>
                  <a:ext uri="{FF2B5EF4-FFF2-40B4-BE49-F238E27FC236}">
                    <a16:creationId xmlns:a16="http://schemas.microsoft.com/office/drawing/2014/main" id="{38A4C7BA-F17F-469C-A914-A1121A4AF5C8}"/>
                  </a:ext>
                </a:extLst>
              </p:cNvPr>
              <p:cNvCxnSpPr/>
              <p:nvPr/>
            </p:nvCxnSpPr>
            <p:spPr>
              <a:xfrm>
                <a:off x="1986002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직선 연결선 289">
                <a:extLst>
                  <a:ext uri="{FF2B5EF4-FFF2-40B4-BE49-F238E27FC236}">
                    <a16:creationId xmlns:a16="http://schemas.microsoft.com/office/drawing/2014/main" id="{9466834E-6BCD-46A0-94AE-FBFEFA446F1F}"/>
                  </a:ext>
                </a:extLst>
              </p:cNvPr>
              <p:cNvCxnSpPr/>
              <p:nvPr/>
            </p:nvCxnSpPr>
            <p:spPr>
              <a:xfrm>
                <a:off x="1986002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직선 연결선 290">
                <a:extLst>
                  <a:ext uri="{FF2B5EF4-FFF2-40B4-BE49-F238E27FC236}">
                    <a16:creationId xmlns:a16="http://schemas.microsoft.com/office/drawing/2014/main" id="{6C63A5FD-4B08-4A0D-9BA0-36EA70994AAF}"/>
                  </a:ext>
                </a:extLst>
              </p:cNvPr>
              <p:cNvCxnSpPr/>
              <p:nvPr/>
            </p:nvCxnSpPr>
            <p:spPr>
              <a:xfrm>
                <a:off x="1986002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직선 연결선 291">
                <a:extLst>
                  <a:ext uri="{FF2B5EF4-FFF2-40B4-BE49-F238E27FC236}">
                    <a16:creationId xmlns:a16="http://schemas.microsoft.com/office/drawing/2014/main" id="{4CA1092E-A136-4FE4-9974-C02F01EA0139}"/>
                  </a:ext>
                </a:extLst>
              </p:cNvPr>
              <p:cNvCxnSpPr/>
              <p:nvPr/>
            </p:nvCxnSpPr>
            <p:spPr>
              <a:xfrm>
                <a:off x="1986002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3" name="직선 연결선 292">
                <a:extLst>
                  <a:ext uri="{FF2B5EF4-FFF2-40B4-BE49-F238E27FC236}">
                    <a16:creationId xmlns:a16="http://schemas.microsoft.com/office/drawing/2014/main" id="{9F9F02E4-D912-4C5B-AE09-DE81910E6626}"/>
                  </a:ext>
                </a:extLst>
              </p:cNvPr>
              <p:cNvCxnSpPr/>
              <p:nvPr/>
            </p:nvCxnSpPr>
            <p:spPr>
              <a:xfrm>
                <a:off x="1986002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직선 연결선 293">
                <a:extLst>
                  <a:ext uri="{FF2B5EF4-FFF2-40B4-BE49-F238E27FC236}">
                    <a16:creationId xmlns:a16="http://schemas.microsoft.com/office/drawing/2014/main" id="{8C04FD21-82FB-442B-9C56-BB276D61B8C8}"/>
                  </a:ext>
                </a:extLst>
              </p:cNvPr>
              <p:cNvCxnSpPr/>
              <p:nvPr/>
            </p:nvCxnSpPr>
            <p:spPr>
              <a:xfrm>
                <a:off x="1986002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직선 연결선 294">
                <a:extLst>
                  <a:ext uri="{FF2B5EF4-FFF2-40B4-BE49-F238E27FC236}">
                    <a16:creationId xmlns:a16="http://schemas.microsoft.com/office/drawing/2014/main" id="{5CBE671D-38F7-403A-B008-F112A98E95F4}"/>
                  </a:ext>
                </a:extLst>
              </p:cNvPr>
              <p:cNvCxnSpPr/>
              <p:nvPr/>
            </p:nvCxnSpPr>
            <p:spPr>
              <a:xfrm>
                <a:off x="1986002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>
                <a:extLst>
                  <a:ext uri="{FF2B5EF4-FFF2-40B4-BE49-F238E27FC236}">
                    <a16:creationId xmlns:a16="http://schemas.microsoft.com/office/drawing/2014/main" id="{CAA97933-5FCC-4474-B5C9-1666C5E53D34}"/>
                  </a:ext>
                </a:extLst>
              </p:cNvPr>
              <p:cNvCxnSpPr/>
              <p:nvPr/>
            </p:nvCxnSpPr>
            <p:spPr>
              <a:xfrm>
                <a:off x="1986002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직선 연결선 296">
                <a:extLst>
                  <a:ext uri="{FF2B5EF4-FFF2-40B4-BE49-F238E27FC236}">
                    <a16:creationId xmlns:a16="http://schemas.microsoft.com/office/drawing/2014/main" id="{6F10A4BC-3A89-42A2-9540-90090905F9A9}"/>
                  </a:ext>
                </a:extLst>
              </p:cNvPr>
              <p:cNvCxnSpPr/>
              <p:nvPr/>
            </p:nvCxnSpPr>
            <p:spPr>
              <a:xfrm>
                <a:off x="1986002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직선 연결선 297">
                <a:extLst>
                  <a:ext uri="{FF2B5EF4-FFF2-40B4-BE49-F238E27FC236}">
                    <a16:creationId xmlns:a16="http://schemas.microsoft.com/office/drawing/2014/main" id="{7CF13C50-8BD9-46EC-A0D4-2D01948B61F5}"/>
                  </a:ext>
                </a:extLst>
              </p:cNvPr>
              <p:cNvCxnSpPr/>
              <p:nvPr/>
            </p:nvCxnSpPr>
            <p:spPr>
              <a:xfrm>
                <a:off x="1986002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직선 연결선 298">
                <a:extLst>
                  <a:ext uri="{FF2B5EF4-FFF2-40B4-BE49-F238E27FC236}">
                    <a16:creationId xmlns:a16="http://schemas.microsoft.com/office/drawing/2014/main" id="{A590F5F3-7867-4C03-82BE-565E868F25A2}"/>
                  </a:ext>
                </a:extLst>
              </p:cNvPr>
              <p:cNvCxnSpPr/>
              <p:nvPr/>
            </p:nvCxnSpPr>
            <p:spPr>
              <a:xfrm>
                <a:off x="1986002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>
                <a:extLst>
                  <a:ext uri="{FF2B5EF4-FFF2-40B4-BE49-F238E27FC236}">
                    <a16:creationId xmlns:a16="http://schemas.microsoft.com/office/drawing/2014/main" id="{45F9E5EB-CB87-4232-8C1F-77F0198EF5A4}"/>
                  </a:ext>
                </a:extLst>
              </p:cNvPr>
              <p:cNvCxnSpPr/>
              <p:nvPr/>
            </p:nvCxnSpPr>
            <p:spPr>
              <a:xfrm>
                <a:off x="1986002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직선 연결선 300">
                <a:extLst>
                  <a:ext uri="{FF2B5EF4-FFF2-40B4-BE49-F238E27FC236}">
                    <a16:creationId xmlns:a16="http://schemas.microsoft.com/office/drawing/2014/main" id="{AC0B36F6-EE67-4E3C-B292-2AB1EEFE40B6}"/>
                  </a:ext>
                </a:extLst>
              </p:cNvPr>
              <p:cNvCxnSpPr/>
              <p:nvPr/>
            </p:nvCxnSpPr>
            <p:spPr>
              <a:xfrm>
                <a:off x="1986002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직선 연결선 301">
                <a:extLst>
                  <a:ext uri="{FF2B5EF4-FFF2-40B4-BE49-F238E27FC236}">
                    <a16:creationId xmlns:a16="http://schemas.microsoft.com/office/drawing/2014/main" id="{17098D0D-D102-438A-9BFF-432FD0F37583}"/>
                  </a:ext>
                </a:extLst>
              </p:cNvPr>
              <p:cNvCxnSpPr/>
              <p:nvPr/>
            </p:nvCxnSpPr>
            <p:spPr>
              <a:xfrm>
                <a:off x="1986002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직선 연결선 302">
                <a:extLst>
                  <a:ext uri="{FF2B5EF4-FFF2-40B4-BE49-F238E27FC236}">
                    <a16:creationId xmlns:a16="http://schemas.microsoft.com/office/drawing/2014/main" id="{5A66C170-8D9D-46AB-A2C9-220718806975}"/>
                  </a:ext>
                </a:extLst>
              </p:cNvPr>
              <p:cNvCxnSpPr/>
              <p:nvPr/>
            </p:nvCxnSpPr>
            <p:spPr>
              <a:xfrm>
                <a:off x="1986002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직선 연결선 303">
                <a:extLst>
                  <a:ext uri="{FF2B5EF4-FFF2-40B4-BE49-F238E27FC236}">
                    <a16:creationId xmlns:a16="http://schemas.microsoft.com/office/drawing/2014/main" id="{02F1F5CF-9EC4-4286-A7F4-F73A95C37AE2}"/>
                  </a:ext>
                </a:extLst>
              </p:cNvPr>
              <p:cNvCxnSpPr/>
              <p:nvPr/>
            </p:nvCxnSpPr>
            <p:spPr>
              <a:xfrm>
                <a:off x="1986002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>
                <a:extLst>
                  <a:ext uri="{FF2B5EF4-FFF2-40B4-BE49-F238E27FC236}">
                    <a16:creationId xmlns:a16="http://schemas.microsoft.com/office/drawing/2014/main" id="{54431AE4-9D44-4107-9713-2CAAC5FAFDD6}"/>
                  </a:ext>
                </a:extLst>
              </p:cNvPr>
              <p:cNvCxnSpPr/>
              <p:nvPr/>
            </p:nvCxnSpPr>
            <p:spPr>
              <a:xfrm>
                <a:off x="1986002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직선 연결선 305">
                <a:extLst>
                  <a:ext uri="{FF2B5EF4-FFF2-40B4-BE49-F238E27FC236}">
                    <a16:creationId xmlns:a16="http://schemas.microsoft.com/office/drawing/2014/main" id="{39AE1CD7-2C99-4BD6-8804-D9176B67AA9F}"/>
                  </a:ext>
                </a:extLst>
              </p:cNvPr>
              <p:cNvCxnSpPr/>
              <p:nvPr/>
            </p:nvCxnSpPr>
            <p:spPr>
              <a:xfrm>
                <a:off x="1986002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직선 연결선 306">
                <a:extLst>
                  <a:ext uri="{FF2B5EF4-FFF2-40B4-BE49-F238E27FC236}">
                    <a16:creationId xmlns:a16="http://schemas.microsoft.com/office/drawing/2014/main" id="{B20A9D1A-BCA5-44F0-AE21-A06027CDD565}"/>
                  </a:ext>
                </a:extLst>
              </p:cNvPr>
              <p:cNvCxnSpPr/>
              <p:nvPr/>
            </p:nvCxnSpPr>
            <p:spPr>
              <a:xfrm>
                <a:off x="1986002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직선 연결선 307">
                <a:extLst>
                  <a:ext uri="{FF2B5EF4-FFF2-40B4-BE49-F238E27FC236}">
                    <a16:creationId xmlns:a16="http://schemas.microsoft.com/office/drawing/2014/main" id="{377A980D-921C-46BD-AC7D-781FA58522F9}"/>
                  </a:ext>
                </a:extLst>
              </p:cNvPr>
              <p:cNvCxnSpPr/>
              <p:nvPr/>
            </p:nvCxnSpPr>
            <p:spPr>
              <a:xfrm>
                <a:off x="1986002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직선 연결선 308">
                <a:extLst>
                  <a:ext uri="{FF2B5EF4-FFF2-40B4-BE49-F238E27FC236}">
                    <a16:creationId xmlns:a16="http://schemas.microsoft.com/office/drawing/2014/main" id="{1BDA90E2-E95F-4725-8DCE-435FF728A6DC}"/>
                  </a:ext>
                </a:extLst>
              </p:cNvPr>
              <p:cNvCxnSpPr/>
              <p:nvPr/>
            </p:nvCxnSpPr>
            <p:spPr>
              <a:xfrm>
                <a:off x="1986002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>
                <a:extLst>
                  <a:ext uri="{FF2B5EF4-FFF2-40B4-BE49-F238E27FC236}">
                    <a16:creationId xmlns:a16="http://schemas.microsoft.com/office/drawing/2014/main" id="{985C4427-3096-4712-A94A-14E5D43078BB}"/>
                  </a:ext>
                </a:extLst>
              </p:cNvPr>
              <p:cNvCxnSpPr/>
              <p:nvPr/>
            </p:nvCxnSpPr>
            <p:spPr>
              <a:xfrm>
                <a:off x="1986002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직선 연결선 310">
                <a:extLst>
                  <a:ext uri="{FF2B5EF4-FFF2-40B4-BE49-F238E27FC236}">
                    <a16:creationId xmlns:a16="http://schemas.microsoft.com/office/drawing/2014/main" id="{8C3518F7-A02B-4A25-B6FB-E9CDC008DBEC}"/>
                  </a:ext>
                </a:extLst>
              </p:cNvPr>
              <p:cNvCxnSpPr/>
              <p:nvPr/>
            </p:nvCxnSpPr>
            <p:spPr>
              <a:xfrm>
                <a:off x="1986002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직선 연결선 311">
                <a:extLst>
                  <a:ext uri="{FF2B5EF4-FFF2-40B4-BE49-F238E27FC236}">
                    <a16:creationId xmlns:a16="http://schemas.microsoft.com/office/drawing/2014/main" id="{765C194B-0641-42EE-B1A6-7BB093F66EEB}"/>
                  </a:ext>
                </a:extLst>
              </p:cNvPr>
              <p:cNvCxnSpPr/>
              <p:nvPr/>
            </p:nvCxnSpPr>
            <p:spPr>
              <a:xfrm>
                <a:off x="1986002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46DF43AD-B97B-4090-B20C-4287DBB0F00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52" name="그림 151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A0521D62-C598-48B1-A190-B75C2E21596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4" name="직사각형 153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FD52850A-E846-47F0-88D3-5A37064A6EAE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5" name="직사각형 154">
            <a:hlinkClick r:id="rId5" action="ppaction://hlinksldjump"/>
            <a:extLst>
              <a:ext uri="{FF2B5EF4-FFF2-40B4-BE49-F238E27FC236}">
                <a16:creationId xmlns:a16="http://schemas.microsoft.com/office/drawing/2014/main" id="{218B0911-A288-4E28-853B-42DB5D7B1146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6" name="직사각형 15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F64DCD8-D259-49A8-B469-86342448A240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1659BEE-3BD8-4FEC-81AD-87EF2041A38B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43D3A7C-D6A4-48AC-92FB-96D34DA662DA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7A85874C-AD95-4505-84CC-CAA7059D5E4A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B992C1AE-9004-438C-BB84-792D9E251AF8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5D341589-BA50-4548-809B-E5959A2A2DDF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948D7441-BCDC-4241-B090-C466B82ECACE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CF10E007-5D97-448D-A65F-FA7CF488EFDF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2C438A47-79D9-43AD-BE46-A014CCD2B2E3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766334092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93CBB134-D3CC-4D6A-9E63-62F14FC2F59D}"/>
              </a:ext>
            </a:extLst>
          </p:cNvPr>
          <p:cNvGrpSpPr/>
          <p:nvPr/>
        </p:nvGrpSpPr>
        <p:grpSpPr>
          <a:xfrm>
            <a:off x="179388" y="539751"/>
            <a:ext cx="22321837" cy="10117138"/>
            <a:chOff x="236587" y="1417857"/>
            <a:chExt cx="22242413" cy="9010459"/>
          </a:xfrm>
        </p:grpSpPr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F5EC5A45-B374-4D94-BF85-BB9B6769637F}"/>
                </a:ext>
              </a:extLst>
            </p:cNvPr>
            <p:cNvGrpSpPr/>
            <p:nvPr/>
          </p:nvGrpSpPr>
          <p:grpSpPr>
            <a:xfrm>
              <a:off x="236587" y="1417857"/>
              <a:ext cx="5324263" cy="9010459"/>
              <a:chOff x="236587" y="1417857"/>
              <a:chExt cx="5324263" cy="9010459"/>
            </a:xfrm>
          </p:grpSpPr>
          <p:sp>
            <p:nvSpPr>
              <p:cNvPr id="4" name="모서리가 둥근 직사각형 302">
                <a:extLst>
                  <a:ext uri="{FF2B5EF4-FFF2-40B4-BE49-F238E27FC236}">
                    <a16:creationId xmlns:a16="http://schemas.microsoft.com/office/drawing/2014/main" id="{EC6EB742-71D2-4C5E-AC91-6EC0B6C49B3B}"/>
                  </a:ext>
                </a:extLst>
              </p:cNvPr>
              <p:cNvSpPr/>
              <p:nvPr/>
            </p:nvSpPr>
            <p:spPr>
              <a:xfrm>
                <a:off x="236587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5" name="모서리가 둥근 직사각형 303">
                <a:extLst>
                  <a:ext uri="{FF2B5EF4-FFF2-40B4-BE49-F238E27FC236}">
                    <a16:creationId xmlns:a16="http://schemas.microsoft.com/office/drawing/2014/main" id="{C84CF98E-FD48-4F94-9721-7EC4A34F1C43}"/>
                  </a:ext>
                </a:extLst>
              </p:cNvPr>
              <p:cNvSpPr/>
              <p:nvPr/>
            </p:nvSpPr>
            <p:spPr>
              <a:xfrm>
                <a:off x="236587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6" name="모서리가 둥근 직사각형 304">
                <a:extLst>
                  <a:ext uri="{FF2B5EF4-FFF2-40B4-BE49-F238E27FC236}">
                    <a16:creationId xmlns:a16="http://schemas.microsoft.com/office/drawing/2014/main" id="{62F425DB-43C1-4A79-BBC4-C4722AD05503}"/>
                  </a:ext>
                </a:extLst>
              </p:cNvPr>
              <p:cNvSpPr/>
              <p:nvPr/>
            </p:nvSpPr>
            <p:spPr>
              <a:xfrm>
                <a:off x="236587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7" name="모서리가 둥근 직사각형 305">
                <a:extLst>
                  <a:ext uri="{FF2B5EF4-FFF2-40B4-BE49-F238E27FC236}">
                    <a16:creationId xmlns:a16="http://schemas.microsoft.com/office/drawing/2014/main" id="{459E2C90-D1E7-4490-9A61-2886187D7DD2}"/>
                  </a:ext>
                </a:extLst>
              </p:cNvPr>
              <p:cNvSpPr/>
              <p:nvPr/>
            </p:nvSpPr>
            <p:spPr>
              <a:xfrm>
                <a:off x="236587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8" name="모서리가 둥근 직사각형 306">
                <a:extLst>
                  <a:ext uri="{FF2B5EF4-FFF2-40B4-BE49-F238E27FC236}">
                    <a16:creationId xmlns:a16="http://schemas.microsoft.com/office/drawing/2014/main" id="{B70DFABF-9E6A-4481-8C18-27630CCDA7A2}"/>
                  </a:ext>
                </a:extLst>
              </p:cNvPr>
              <p:cNvSpPr/>
              <p:nvPr/>
            </p:nvSpPr>
            <p:spPr>
              <a:xfrm>
                <a:off x="236587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E7B5E4E1-8B4D-48F2-B8EE-705EDAFB73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4187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E7E7CCFA-F8CE-453C-BC86-4D5DFDD3D638}"/>
                  </a:ext>
                </a:extLst>
              </p:cNvPr>
              <p:cNvCxnSpPr/>
              <p:nvPr/>
            </p:nvCxnSpPr>
            <p:spPr>
              <a:xfrm>
                <a:off x="294187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직선 연결선 38">
                <a:extLst>
                  <a:ext uri="{FF2B5EF4-FFF2-40B4-BE49-F238E27FC236}">
                    <a16:creationId xmlns:a16="http://schemas.microsoft.com/office/drawing/2014/main" id="{16BB2C4F-5540-49AF-8384-E6A551FAC393}"/>
                  </a:ext>
                </a:extLst>
              </p:cNvPr>
              <p:cNvCxnSpPr/>
              <p:nvPr/>
            </p:nvCxnSpPr>
            <p:spPr>
              <a:xfrm>
                <a:off x="294187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822BD19C-4394-4335-AEAF-6D083B845461}"/>
                  </a:ext>
                </a:extLst>
              </p:cNvPr>
              <p:cNvCxnSpPr/>
              <p:nvPr/>
            </p:nvCxnSpPr>
            <p:spPr>
              <a:xfrm>
                <a:off x="294187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3E1CA9B2-454B-4F06-9E15-EB357C20216A}"/>
                  </a:ext>
                </a:extLst>
              </p:cNvPr>
              <p:cNvCxnSpPr/>
              <p:nvPr/>
            </p:nvCxnSpPr>
            <p:spPr>
              <a:xfrm>
                <a:off x="294187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D5F56B55-D93B-4036-881E-BE354E87C526}"/>
                  </a:ext>
                </a:extLst>
              </p:cNvPr>
              <p:cNvCxnSpPr/>
              <p:nvPr/>
            </p:nvCxnSpPr>
            <p:spPr>
              <a:xfrm>
                <a:off x="294187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C812CF22-124D-48D1-A559-CC38303CA9CC}"/>
                  </a:ext>
                </a:extLst>
              </p:cNvPr>
              <p:cNvCxnSpPr/>
              <p:nvPr/>
            </p:nvCxnSpPr>
            <p:spPr>
              <a:xfrm>
                <a:off x="294187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>
                <a:extLst>
                  <a:ext uri="{FF2B5EF4-FFF2-40B4-BE49-F238E27FC236}">
                    <a16:creationId xmlns:a16="http://schemas.microsoft.com/office/drawing/2014/main" id="{73F11963-29B3-436A-ABDF-CDEAA5C671D6}"/>
                  </a:ext>
                </a:extLst>
              </p:cNvPr>
              <p:cNvCxnSpPr/>
              <p:nvPr/>
            </p:nvCxnSpPr>
            <p:spPr>
              <a:xfrm>
                <a:off x="294187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621B4E3B-5635-44F5-A280-4A911405480F}"/>
                  </a:ext>
                </a:extLst>
              </p:cNvPr>
              <p:cNvCxnSpPr/>
              <p:nvPr/>
            </p:nvCxnSpPr>
            <p:spPr>
              <a:xfrm>
                <a:off x="294187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5B89D61C-8BE6-4DEF-B1FC-2FD24E823B2A}"/>
                  </a:ext>
                </a:extLst>
              </p:cNvPr>
              <p:cNvCxnSpPr/>
              <p:nvPr/>
            </p:nvCxnSpPr>
            <p:spPr>
              <a:xfrm>
                <a:off x="294187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21C06BFB-072F-4A0A-BE21-E8A5152E77FA}"/>
                  </a:ext>
                </a:extLst>
              </p:cNvPr>
              <p:cNvCxnSpPr/>
              <p:nvPr/>
            </p:nvCxnSpPr>
            <p:spPr>
              <a:xfrm>
                <a:off x="294187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EF1D726A-0E45-4569-BB03-C6F829648FE0}"/>
                  </a:ext>
                </a:extLst>
              </p:cNvPr>
              <p:cNvCxnSpPr/>
              <p:nvPr/>
            </p:nvCxnSpPr>
            <p:spPr>
              <a:xfrm>
                <a:off x="294187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>
                <a:extLst>
                  <a:ext uri="{FF2B5EF4-FFF2-40B4-BE49-F238E27FC236}">
                    <a16:creationId xmlns:a16="http://schemas.microsoft.com/office/drawing/2014/main" id="{873F46A8-B7AE-4778-A3B7-0CD7E55C9C40}"/>
                  </a:ext>
                </a:extLst>
              </p:cNvPr>
              <p:cNvCxnSpPr/>
              <p:nvPr/>
            </p:nvCxnSpPr>
            <p:spPr>
              <a:xfrm>
                <a:off x="294187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7F68A330-AC4F-44A0-8F30-792F7E6C9850}"/>
                  </a:ext>
                </a:extLst>
              </p:cNvPr>
              <p:cNvCxnSpPr/>
              <p:nvPr/>
            </p:nvCxnSpPr>
            <p:spPr>
              <a:xfrm>
                <a:off x="294187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B5AB868B-D47A-4B4C-BD16-D35D85C9F1F1}"/>
                  </a:ext>
                </a:extLst>
              </p:cNvPr>
              <p:cNvCxnSpPr/>
              <p:nvPr/>
            </p:nvCxnSpPr>
            <p:spPr>
              <a:xfrm>
                <a:off x="294187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A26EC26E-4C42-4A27-B919-22AA30B05AB5}"/>
                  </a:ext>
                </a:extLst>
              </p:cNvPr>
              <p:cNvCxnSpPr/>
              <p:nvPr/>
            </p:nvCxnSpPr>
            <p:spPr>
              <a:xfrm>
                <a:off x="294187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7E144425-2C64-4961-ACA0-B85332833B3E}"/>
                  </a:ext>
                </a:extLst>
              </p:cNvPr>
              <p:cNvCxnSpPr/>
              <p:nvPr/>
            </p:nvCxnSpPr>
            <p:spPr>
              <a:xfrm>
                <a:off x="294187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2EA67E62-BCF4-445F-B9FA-A938025B7228}"/>
                  </a:ext>
                </a:extLst>
              </p:cNvPr>
              <p:cNvCxnSpPr/>
              <p:nvPr/>
            </p:nvCxnSpPr>
            <p:spPr>
              <a:xfrm>
                <a:off x="294187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65E72C26-C582-4220-8FAB-92D79D0BD3A0}"/>
                  </a:ext>
                </a:extLst>
              </p:cNvPr>
              <p:cNvCxnSpPr/>
              <p:nvPr/>
            </p:nvCxnSpPr>
            <p:spPr>
              <a:xfrm>
                <a:off x="294187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259A2F08-4BD2-44C2-98CD-7E0B8841AFB1}"/>
                  </a:ext>
                </a:extLst>
              </p:cNvPr>
              <p:cNvCxnSpPr/>
              <p:nvPr/>
            </p:nvCxnSpPr>
            <p:spPr>
              <a:xfrm>
                <a:off x="294187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BBBD2801-3FF6-472E-B893-BAF819319F7E}"/>
                  </a:ext>
                </a:extLst>
              </p:cNvPr>
              <p:cNvCxnSpPr/>
              <p:nvPr/>
            </p:nvCxnSpPr>
            <p:spPr>
              <a:xfrm>
                <a:off x="294187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F764B2F-887F-4A85-A97C-E7C7C35A9E94}"/>
                  </a:ext>
                </a:extLst>
              </p:cNvPr>
              <p:cNvCxnSpPr/>
              <p:nvPr/>
            </p:nvCxnSpPr>
            <p:spPr>
              <a:xfrm>
                <a:off x="294187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>
                <a:extLst>
                  <a:ext uri="{FF2B5EF4-FFF2-40B4-BE49-F238E27FC236}">
                    <a16:creationId xmlns:a16="http://schemas.microsoft.com/office/drawing/2014/main" id="{ACDE7281-E85C-413F-B96A-D2F63BD03190}"/>
                  </a:ext>
                </a:extLst>
              </p:cNvPr>
              <p:cNvCxnSpPr/>
              <p:nvPr/>
            </p:nvCxnSpPr>
            <p:spPr>
              <a:xfrm>
                <a:off x="294187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직선 연결선 59">
                <a:extLst>
                  <a:ext uri="{FF2B5EF4-FFF2-40B4-BE49-F238E27FC236}">
                    <a16:creationId xmlns:a16="http://schemas.microsoft.com/office/drawing/2014/main" id="{57D16AD7-FDCB-42F2-8420-7D0563450E53}"/>
                  </a:ext>
                </a:extLst>
              </p:cNvPr>
              <p:cNvCxnSpPr/>
              <p:nvPr/>
            </p:nvCxnSpPr>
            <p:spPr>
              <a:xfrm>
                <a:off x="294187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CCA591C5-440A-4D68-A3F9-7E120C94F909}"/>
                  </a:ext>
                </a:extLst>
              </p:cNvPr>
              <p:cNvCxnSpPr/>
              <p:nvPr/>
            </p:nvCxnSpPr>
            <p:spPr>
              <a:xfrm>
                <a:off x="294187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>
                <a:extLst>
                  <a:ext uri="{FF2B5EF4-FFF2-40B4-BE49-F238E27FC236}">
                    <a16:creationId xmlns:a16="http://schemas.microsoft.com/office/drawing/2014/main" id="{64E9835F-C030-4EA0-BA67-86B306F4EBC7}"/>
                  </a:ext>
                </a:extLst>
              </p:cNvPr>
              <p:cNvCxnSpPr/>
              <p:nvPr/>
            </p:nvCxnSpPr>
            <p:spPr>
              <a:xfrm>
                <a:off x="294187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>
                <a:extLst>
                  <a:ext uri="{FF2B5EF4-FFF2-40B4-BE49-F238E27FC236}">
                    <a16:creationId xmlns:a16="http://schemas.microsoft.com/office/drawing/2014/main" id="{9D34BC12-DE1C-4DB1-BECD-B96ABA16C3D5}"/>
                  </a:ext>
                </a:extLst>
              </p:cNvPr>
              <p:cNvCxnSpPr/>
              <p:nvPr/>
            </p:nvCxnSpPr>
            <p:spPr>
              <a:xfrm>
                <a:off x="294187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>
                <a:extLst>
                  <a:ext uri="{FF2B5EF4-FFF2-40B4-BE49-F238E27FC236}">
                    <a16:creationId xmlns:a16="http://schemas.microsoft.com/office/drawing/2014/main" id="{D819FBB6-E2EE-4705-A430-3FE9E809B60C}"/>
                  </a:ext>
                </a:extLst>
              </p:cNvPr>
              <p:cNvCxnSpPr/>
              <p:nvPr/>
            </p:nvCxnSpPr>
            <p:spPr>
              <a:xfrm>
                <a:off x="294187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>
                <a:extLst>
                  <a:ext uri="{FF2B5EF4-FFF2-40B4-BE49-F238E27FC236}">
                    <a16:creationId xmlns:a16="http://schemas.microsoft.com/office/drawing/2014/main" id="{EE9B849A-D0D3-4185-8C33-E664A47F0FA3}"/>
                  </a:ext>
                </a:extLst>
              </p:cNvPr>
              <p:cNvCxnSpPr/>
              <p:nvPr/>
            </p:nvCxnSpPr>
            <p:spPr>
              <a:xfrm>
                <a:off x="294187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직선 연결선 66">
                <a:extLst>
                  <a:ext uri="{FF2B5EF4-FFF2-40B4-BE49-F238E27FC236}">
                    <a16:creationId xmlns:a16="http://schemas.microsoft.com/office/drawing/2014/main" id="{AA2B8F77-67F6-4561-BF18-EF9DB61CD91A}"/>
                  </a:ext>
                </a:extLst>
              </p:cNvPr>
              <p:cNvCxnSpPr/>
              <p:nvPr/>
            </p:nvCxnSpPr>
            <p:spPr>
              <a:xfrm>
                <a:off x="294187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AD20A2EC-BB6F-4956-820E-86D249D635F9}"/>
                  </a:ext>
                </a:extLst>
              </p:cNvPr>
              <p:cNvCxnSpPr/>
              <p:nvPr/>
            </p:nvCxnSpPr>
            <p:spPr>
              <a:xfrm>
                <a:off x="294187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5" name="그룹 314">
              <a:extLst>
                <a:ext uri="{FF2B5EF4-FFF2-40B4-BE49-F238E27FC236}">
                  <a16:creationId xmlns:a16="http://schemas.microsoft.com/office/drawing/2014/main" id="{84ECDF41-CF85-45EF-BD27-E25F81BBEE3E}"/>
                </a:ext>
              </a:extLst>
            </p:cNvPr>
            <p:cNvGrpSpPr/>
            <p:nvPr/>
          </p:nvGrpSpPr>
          <p:grpSpPr>
            <a:xfrm>
              <a:off x="5875971" y="1417857"/>
              <a:ext cx="5324262" cy="9010459"/>
              <a:chOff x="5943120" y="1417857"/>
              <a:chExt cx="5324262" cy="9010459"/>
            </a:xfrm>
          </p:grpSpPr>
          <p:sp>
            <p:nvSpPr>
              <p:cNvPr id="205" name="모서리가 둥근 직사각형 302">
                <a:extLst>
                  <a:ext uri="{FF2B5EF4-FFF2-40B4-BE49-F238E27FC236}">
                    <a16:creationId xmlns:a16="http://schemas.microsoft.com/office/drawing/2014/main" id="{4727AD4D-37CD-4EAA-AD89-07FC10EEEA89}"/>
                  </a:ext>
                </a:extLst>
              </p:cNvPr>
              <p:cNvSpPr/>
              <p:nvPr/>
            </p:nvSpPr>
            <p:spPr>
              <a:xfrm>
                <a:off x="5943120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6" name="모서리가 둥근 직사각형 303">
                <a:extLst>
                  <a:ext uri="{FF2B5EF4-FFF2-40B4-BE49-F238E27FC236}">
                    <a16:creationId xmlns:a16="http://schemas.microsoft.com/office/drawing/2014/main" id="{E599C280-C5D5-47C0-8B61-26740BEA02E2}"/>
                  </a:ext>
                </a:extLst>
              </p:cNvPr>
              <p:cNvSpPr/>
              <p:nvPr/>
            </p:nvSpPr>
            <p:spPr>
              <a:xfrm>
                <a:off x="5943120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7" name="모서리가 둥근 직사각형 304">
                <a:extLst>
                  <a:ext uri="{FF2B5EF4-FFF2-40B4-BE49-F238E27FC236}">
                    <a16:creationId xmlns:a16="http://schemas.microsoft.com/office/drawing/2014/main" id="{F0FFE307-6E85-4C51-B793-7B46A2FDA4A9}"/>
                  </a:ext>
                </a:extLst>
              </p:cNvPr>
              <p:cNvSpPr/>
              <p:nvPr/>
            </p:nvSpPr>
            <p:spPr>
              <a:xfrm>
                <a:off x="5943120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8" name="모서리가 둥근 직사각형 305">
                <a:extLst>
                  <a:ext uri="{FF2B5EF4-FFF2-40B4-BE49-F238E27FC236}">
                    <a16:creationId xmlns:a16="http://schemas.microsoft.com/office/drawing/2014/main" id="{344E3845-C0F3-4BC8-A0F5-7E834742AE88}"/>
                  </a:ext>
                </a:extLst>
              </p:cNvPr>
              <p:cNvSpPr/>
              <p:nvPr/>
            </p:nvSpPr>
            <p:spPr>
              <a:xfrm>
                <a:off x="5943120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9" name="모서리가 둥근 직사각형 306">
                <a:extLst>
                  <a:ext uri="{FF2B5EF4-FFF2-40B4-BE49-F238E27FC236}">
                    <a16:creationId xmlns:a16="http://schemas.microsoft.com/office/drawing/2014/main" id="{A50F0E7C-AC1C-4C1E-8055-2198D9347E08}"/>
                  </a:ext>
                </a:extLst>
              </p:cNvPr>
              <p:cNvSpPr/>
              <p:nvPr/>
            </p:nvSpPr>
            <p:spPr>
              <a:xfrm>
                <a:off x="5943120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10" name="직선 연결선 209">
                <a:extLst>
                  <a:ext uri="{FF2B5EF4-FFF2-40B4-BE49-F238E27FC236}">
                    <a16:creationId xmlns:a16="http://schemas.microsoft.com/office/drawing/2014/main" id="{2386B1DF-7B36-4561-882B-B48038388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48409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직선 연결선 210">
                <a:extLst>
                  <a:ext uri="{FF2B5EF4-FFF2-40B4-BE49-F238E27FC236}">
                    <a16:creationId xmlns:a16="http://schemas.microsoft.com/office/drawing/2014/main" id="{1CB3BF07-72F3-4508-97FD-109E14995D0B}"/>
                  </a:ext>
                </a:extLst>
              </p:cNvPr>
              <p:cNvCxnSpPr/>
              <p:nvPr/>
            </p:nvCxnSpPr>
            <p:spPr>
              <a:xfrm>
                <a:off x="8648409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>
                <a:extLst>
                  <a:ext uri="{FF2B5EF4-FFF2-40B4-BE49-F238E27FC236}">
                    <a16:creationId xmlns:a16="http://schemas.microsoft.com/office/drawing/2014/main" id="{FB260C78-EB32-43C6-A4EE-DAA763F82B0C}"/>
                  </a:ext>
                </a:extLst>
              </p:cNvPr>
              <p:cNvCxnSpPr/>
              <p:nvPr/>
            </p:nvCxnSpPr>
            <p:spPr>
              <a:xfrm>
                <a:off x="8648409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>
                <a:extLst>
                  <a:ext uri="{FF2B5EF4-FFF2-40B4-BE49-F238E27FC236}">
                    <a16:creationId xmlns:a16="http://schemas.microsoft.com/office/drawing/2014/main" id="{3A42E1ED-E2A6-4B36-AA65-30C8E13C04EA}"/>
                  </a:ext>
                </a:extLst>
              </p:cNvPr>
              <p:cNvCxnSpPr/>
              <p:nvPr/>
            </p:nvCxnSpPr>
            <p:spPr>
              <a:xfrm>
                <a:off x="8648409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직선 연결선 213">
                <a:extLst>
                  <a:ext uri="{FF2B5EF4-FFF2-40B4-BE49-F238E27FC236}">
                    <a16:creationId xmlns:a16="http://schemas.microsoft.com/office/drawing/2014/main" id="{FB836CA4-35E5-498E-A831-463209217612}"/>
                  </a:ext>
                </a:extLst>
              </p:cNvPr>
              <p:cNvCxnSpPr/>
              <p:nvPr/>
            </p:nvCxnSpPr>
            <p:spPr>
              <a:xfrm>
                <a:off x="8648409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>
                <a:extLst>
                  <a:ext uri="{FF2B5EF4-FFF2-40B4-BE49-F238E27FC236}">
                    <a16:creationId xmlns:a16="http://schemas.microsoft.com/office/drawing/2014/main" id="{559CC054-B503-4FCB-A5DC-C3378B038209}"/>
                  </a:ext>
                </a:extLst>
              </p:cNvPr>
              <p:cNvCxnSpPr/>
              <p:nvPr/>
            </p:nvCxnSpPr>
            <p:spPr>
              <a:xfrm>
                <a:off x="8648409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>
                <a:extLst>
                  <a:ext uri="{FF2B5EF4-FFF2-40B4-BE49-F238E27FC236}">
                    <a16:creationId xmlns:a16="http://schemas.microsoft.com/office/drawing/2014/main" id="{25769139-60F8-4204-B37C-A4F7464B19D9}"/>
                  </a:ext>
                </a:extLst>
              </p:cNvPr>
              <p:cNvCxnSpPr/>
              <p:nvPr/>
            </p:nvCxnSpPr>
            <p:spPr>
              <a:xfrm>
                <a:off x="8648409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>
                <a:extLst>
                  <a:ext uri="{FF2B5EF4-FFF2-40B4-BE49-F238E27FC236}">
                    <a16:creationId xmlns:a16="http://schemas.microsoft.com/office/drawing/2014/main" id="{A13047BB-386B-4C25-A686-111CFF17C090}"/>
                  </a:ext>
                </a:extLst>
              </p:cNvPr>
              <p:cNvCxnSpPr/>
              <p:nvPr/>
            </p:nvCxnSpPr>
            <p:spPr>
              <a:xfrm>
                <a:off x="8648409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직선 연결선 217">
                <a:extLst>
                  <a:ext uri="{FF2B5EF4-FFF2-40B4-BE49-F238E27FC236}">
                    <a16:creationId xmlns:a16="http://schemas.microsoft.com/office/drawing/2014/main" id="{03576FAC-F848-4E3B-8E74-FB4692A9EDB4}"/>
                  </a:ext>
                </a:extLst>
              </p:cNvPr>
              <p:cNvCxnSpPr/>
              <p:nvPr/>
            </p:nvCxnSpPr>
            <p:spPr>
              <a:xfrm>
                <a:off x="8648409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>
                <a:extLst>
                  <a:ext uri="{FF2B5EF4-FFF2-40B4-BE49-F238E27FC236}">
                    <a16:creationId xmlns:a16="http://schemas.microsoft.com/office/drawing/2014/main" id="{441700D6-3AA8-4347-B6C7-1CA0958DEF75}"/>
                  </a:ext>
                </a:extLst>
              </p:cNvPr>
              <p:cNvCxnSpPr/>
              <p:nvPr/>
            </p:nvCxnSpPr>
            <p:spPr>
              <a:xfrm>
                <a:off x="8648409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직선 연결선 219">
                <a:extLst>
                  <a:ext uri="{FF2B5EF4-FFF2-40B4-BE49-F238E27FC236}">
                    <a16:creationId xmlns:a16="http://schemas.microsoft.com/office/drawing/2014/main" id="{1A9A959D-E0EC-42FD-A06A-CB379FD3291B}"/>
                  </a:ext>
                </a:extLst>
              </p:cNvPr>
              <p:cNvCxnSpPr/>
              <p:nvPr/>
            </p:nvCxnSpPr>
            <p:spPr>
              <a:xfrm>
                <a:off x="8648409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>
                <a:extLst>
                  <a:ext uri="{FF2B5EF4-FFF2-40B4-BE49-F238E27FC236}">
                    <a16:creationId xmlns:a16="http://schemas.microsoft.com/office/drawing/2014/main" id="{F62394E7-F347-4FD4-9699-EE34BFAF0CCB}"/>
                  </a:ext>
                </a:extLst>
              </p:cNvPr>
              <p:cNvCxnSpPr/>
              <p:nvPr/>
            </p:nvCxnSpPr>
            <p:spPr>
              <a:xfrm>
                <a:off x="8648409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직선 연결선 221">
                <a:extLst>
                  <a:ext uri="{FF2B5EF4-FFF2-40B4-BE49-F238E27FC236}">
                    <a16:creationId xmlns:a16="http://schemas.microsoft.com/office/drawing/2014/main" id="{899D7A91-9A1E-4ADD-A3DF-32AFD347A26F}"/>
                  </a:ext>
                </a:extLst>
              </p:cNvPr>
              <p:cNvCxnSpPr/>
              <p:nvPr/>
            </p:nvCxnSpPr>
            <p:spPr>
              <a:xfrm>
                <a:off x="8648409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17F7ED2E-85AB-413D-A759-F9CBC883828E}"/>
                  </a:ext>
                </a:extLst>
              </p:cNvPr>
              <p:cNvCxnSpPr/>
              <p:nvPr/>
            </p:nvCxnSpPr>
            <p:spPr>
              <a:xfrm>
                <a:off x="8648409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>
                <a:extLst>
                  <a:ext uri="{FF2B5EF4-FFF2-40B4-BE49-F238E27FC236}">
                    <a16:creationId xmlns:a16="http://schemas.microsoft.com/office/drawing/2014/main" id="{6EEBCB4D-AAD4-4F98-A7CA-B43BC67A0881}"/>
                  </a:ext>
                </a:extLst>
              </p:cNvPr>
              <p:cNvCxnSpPr/>
              <p:nvPr/>
            </p:nvCxnSpPr>
            <p:spPr>
              <a:xfrm>
                <a:off x="8648409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>
                <a:extLst>
                  <a:ext uri="{FF2B5EF4-FFF2-40B4-BE49-F238E27FC236}">
                    <a16:creationId xmlns:a16="http://schemas.microsoft.com/office/drawing/2014/main" id="{41A19DA5-E089-4484-9A94-A9DF3B1BC32C}"/>
                  </a:ext>
                </a:extLst>
              </p:cNvPr>
              <p:cNvCxnSpPr/>
              <p:nvPr/>
            </p:nvCxnSpPr>
            <p:spPr>
              <a:xfrm>
                <a:off x="8648409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직선 연결선 225">
                <a:extLst>
                  <a:ext uri="{FF2B5EF4-FFF2-40B4-BE49-F238E27FC236}">
                    <a16:creationId xmlns:a16="http://schemas.microsoft.com/office/drawing/2014/main" id="{5B412772-3513-4D21-8906-9E39ACF43BD7}"/>
                  </a:ext>
                </a:extLst>
              </p:cNvPr>
              <p:cNvCxnSpPr/>
              <p:nvPr/>
            </p:nvCxnSpPr>
            <p:spPr>
              <a:xfrm>
                <a:off x="8648409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직선 연결선 226">
                <a:extLst>
                  <a:ext uri="{FF2B5EF4-FFF2-40B4-BE49-F238E27FC236}">
                    <a16:creationId xmlns:a16="http://schemas.microsoft.com/office/drawing/2014/main" id="{B4EBDB79-F65C-4914-AC30-BAA8D2F646F2}"/>
                  </a:ext>
                </a:extLst>
              </p:cNvPr>
              <p:cNvCxnSpPr/>
              <p:nvPr/>
            </p:nvCxnSpPr>
            <p:spPr>
              <a:xfrm>
                <a:off x="8648409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>
                <a:extLst>
                  <a:ext uri="{FF2B5EF4-FFF2-40B4-BE49-F238E27FC236}">
                    <a16:creationId xmlns:a16="http://schemas.microsoft.com/office/drawing/2014/main" id="{667CC4E9-4833-4198-8615-D06532703FFC}"/>
                  </a:ext>
                </a:extLst>
              </p:cNvPr>
              <p:cNvCxnSpPr/>
              <p:nvPr/>
            </p:nvCxnSpPr>
            <p:spPr>
              <a:xfrm>
                <a:off x="8648409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>
                <a:extLst>
                  <a:ext uri="{FF2B5EF4-FFF2-40B4-BE49-F238E27FC236}">
                    <a16:creationId xmlns:a16="http://schemas.microsoft.com/office/drawing/2014/main" id="{0075FF4A-3482-44D9-9F0E-44E24962AFFB}"/>
                  </a:ext>
                </a:extLst>
              </p:cNvPr>
              <p:cNvCxnSpPr/>
              <p:nvPr/>
            </p:nvCxnSpPr>
            <p:spPr>
              <a:xfrm>
                <a:off x="8648409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직선 연결선 229">
                <a:extLst>
                  <a:ext uri="{FF2B5EF4-FFF2-40B4-BE49-F238E27FC236}">
                    <a16:creationId xmlns:a16="http://schemas.microsoft.com/office/drawing/2014/main" id="{6F1EBB34-E58E-4F65-BAAD-3157D1B76FE9}"/>
                  </a:ext>
                </a:extLst>
              </p:cNvPr>
              <p:cNvCxnSpPr/>
              <p:nvPr/>
            </p:nvCxnSpPr>
            <p:spPr>
              <a:xfrm>
                <a:off x="8648409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 230">
                <a:extLst>
                  <a:ext uri="{FF2B5EF4-FFF2-40B4-BE49-F238E27FC236}">
                    <a16:creationId xmlns:a16="http://schemas.microsoft.com/office/drawing/2014/main" id="{9F6F3503-67D3-40E8-9C70-8C7DBB12EE14}"/>
                  </a:ext>
                </a:extLst>
              </p:cNvPr>
              <p:cNvCxnSpPr/>
              <p:nvPr/>
            </p:nvCxnSpPr>
            <p:spPr>
              <a:xfrm>
                <a:off x="8648409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직선 연결선 231">
                <a:extLst>
                  <a:ext uri="{FF2B5EF4-FFF2-40B4-BE49-F238E27FC236}">
                    <a16:creationId xmlns:a16="http://schemas.microsoft.com/office/drawing/2014/main" id="{0B505442-94D2-4C90-9C5B-37C9E13C8C46}"/>
                  </a:ext>
                </a:extLst>
              </p:cNvPr>
              <p:cNvCxnSpPr/>
              <p:nvPr/>
            </p:nvCxnSpPr>
            <p:spPr>
              <a:xfrm>
                <a:off x="8648409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>
                <a:extLst>
                  <a:ext uri="{FF2B5EF4-FFF2-40B4-BE49-F238E27FC236}">
                    <a16:creationId xmlns:a16="http://schemas.microsoft.com/office/drawing/2014/main" id="{C3F37D00-4BB7-4368-8BDC-606AAF44C64D}"/>
                  </a:ext>
                </a:extLst>
              </p:cNvPr>
              <p:cNvCxnSpPr/>
              <p:nvPr/>
            </p:nvCxnSpPr>
            <p:spPr>
              <a:xfrm>
                <a:off x="8648409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 233">
                <a:extLst>
                  <a:ext uri="{FF2B5EF4-FFF2-40B4-BE49-F238E27FC236}">
                    <a16:creationId xmlns:a16="http://schemas.microsoft.com/office/drawing/2014/main" id="{465ABC33-16D6-42B2-9754-2F6590D4E347}"/>
                  </a:ext>
                </a:extLst>
              </p:cNvPr>
              <p:cNvCxnSpPr/>
              <p:nvPr/>
            </p:nvCxnSpPr>
            <p:spPr>
              <a:xfrm>
                <a:off x="8648409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>
                <a:extLst>
                  <a:ext uri="{FF2B5EF4-FFF2-40B4-BE49-F238E27FC236}">
                    <a16:creationId xmlns:a16="http://schemas.microsoft.com/office/drawing/2014/main" id="{65C7C804-76C7-4CEC-8327-F429FB2840AB}"/>
                  </a:ext>
                </a:extLst>
              </p:cNvPr>
              <p:cNvCxnSpPr/>
              <p:nvPr/>
            </p:nvCxnSpPr>
            <p:spPr>
              <a:xfrm>
                <a:off x="8648409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직선 연결선 235">
                <a:extLst>
                  <a:ext uri="{FF2B5EF4-FFF2-40B4-BE49-F238E27FC236}">
                    <a16:creationId xmlns:a16="http://schemas.microsoft.com/office/drawing/2014/main" id="{A2E0C59D-9053-42BF-B76D-28665C6A2E86}"/>
                  </a:ext>
                </a:extLst>
              </p:cNvPr>
              <p:cNvCxnSpPr/>
              <p:nvPr/>
            </p:nvCxnSpPr>
            <p:spPr>
              <a:xfrm>
                <a:off x="8648409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직선 연결선 236">
                <a:extLst>
                  <a:ext uri="{FF2B5EF4-FFF2-40B4-BE49-F238E27FC236}">
                    <a16:creationId xmlns:a16="http://schemas.microsoft.com/office/drawing/2014/main" id="{989CD918-A093-438F-8F7A-E1548607DB1F}"/>
                  </a:ext>
                </a:extLst>
              </p:cNvPr>
              <p:cNvCxnSpPr/>
              <p:nvPr/>
            </p:nvCxnSpPr>
            <p:spPr>
              <a:xfrm>
                <a:off x="8648409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직선 연결선 237">
                <a:extLst>
                  <a:ext uri="{FF2B5EF4-FFF2-40B4-BE49-F238E27FC236}">
                    <a16:creationId xmlns:a16="http://schemas.microsoft.com/office/drawing/2014/main" id="{A011F9D4-E673-4F4C-977A-6146EE9CA193}"/>
                  </a:ext>
                </a:extLst>
              </p:cNvPr>
              <p:cNvCxnSpPr/>
              <p:nvPr/>
            </p:nvCxnSpPr>
            <p:spPr>
              <a:xfrm>
                <a:off x="8648409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직선 연결선 238">
                <a:extLst>
                  <a:ext uri="{FF2B5EF4-FFF2-40B4-BE49-F238E27FC236}">
                    <a16:creationId xmlns:a16="http://schemas.microsoft.com/office/drawing/2014/main" id="{29DAD61E-EF4E-480D-9ACF-F4B9A845FBAD}"/>
                  </a:ext>
                </a:extLst>
              </p:cNvPr>
              <p:cNvCxnSpPr/>
              <p:nvPr/>
            </p:nvCxnSpPr>
            <p:spPr>
              <a:xfrm>
                <a:off x="8648409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직선 연결선 239">
                <a:extLst>
                  <a:ext uri="{FF2B5EF4-FFF2-40B4-BE49-F238E27FC236}">
                    <a16:creationId xmlns:a16="http://schemas.microsoft.com/office/drawing/2014/main" id="{588676AC-18B4-4EDB-A5E8-42F1CF1FA747}"/>
                  </a:ext>
                </a:extLst>
              </p:cNvPr>
              <p:cNvCxnSpPr/>
              <p:nvPr/>
            </p:nvCxnSpPr>
            <p:spPr>
              <a:xfrm>
                <a:off x="8648409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B2CA60A3-943D-4BEC-9EA2-CAA07F7ACF8C}"/>
                </a:ext>
              </a:extLst>
            </p:cNvPr>
            <p:cNvGrpSpPr/>
            <p:nvPr/>
          </p:nvGrpSpPr>
          <p:grpSpPr>
            <a:xfrm>
              <a:off x="11515354" y="1417857"/>
              <a:ext cx="5324262" cy="9010459"/>
              <a:chOff x="11548929" y="1417857"/>
              <a:chExt cx="5324262" cy="9010459"/>
            </a:xfrm>
          </p:grpSpPr>
          <p:sp>
            <p:nvSpPr>
              <p:cNvPr id="241" name="모서리가 둥근 직사각형 302">
                <a:extLst>
                  <a:ext uri="{FF2B5EF4-FFF2-40B4-BE49-F238E27FC236}">
                    <a16:creationId xmlns:a16="http://schemas.microsoft.com/office/drawing/2014/main" id="{EDAF7CFC-1C3A-43F2-A8CC-8FF27D18A65A}"/>
                  </a:ext>
                </a:extLst>
              </p:cNvPr>
              <p:cNvSpPr/>
              <p:nvPr/>
            </p:nvSpPr>
            <p:spPr>
              <a:xfrm>
                <a:off x="11548929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2" name="모서리가 둥근 직사각형 303">
                <a:extLst>
                  <a:ext uri="{FF2B5EF4-FFF2-40B4-BE49-F238E27FC236}">
                    <a16:creationId xmlns:a16="http://schemas.microsoft.com/office/drawing/2014/main" id="{47D18189-7270-4C22-8A9D-28290F9A5005}"/>
                  </a:ext>
                </a:extLst>
              </p:cNvPr>
              <p:cNvSpPr/>
              <p:nvPr/>
            </p:nvSpPr>
            <p:spPr>
              <a:xfrm>
                <a:off x="11548929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3" name="모서리가 둥근 직사각형 304">
                <a:extLst>
                  <a:ext uri="{FF2B5EF4-FFF2-40B4-BE49-F238E27FC236}">
                    <a16:creationId xmlns:a16="http://schemas.microsoft.com/office/drawing/2014/main" id="{6D084D22-8D40-4BFF-81CE-57BA962096F2}"/>
                  </a:ext>
                </a:extLst>
              </p:cNvPr>
              <p:cNvSpPr/>
              <p:nvPr/>
            </p:nvSpPr>
            <p:spPr>
              <a:xfrm>
                <a:off x="11548929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4" name="모서리가 둥근 직사각형 305">
                <a:extLst>
                  <a:ext uri="{FF2B5EF4-FFF2-40B4-BE49-F238E27FC236}">
                    <a16:creationId xmlns:a16="http://schemas.microsoft.com/office/drawing/2014/main" id="{B80D5F27-C770-47EC-B5A2-D9F7FCCE69FF}"/>
                  </a:ext>
                </a:extLst>
              </p:cNvPr>
              <p:cNvSpPr/>
              <p:nvPr/>
            </p:nvSpPr>
            <p:spPr>
              <a:xfrm>
                <a:off x="11548929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5" name="모서리가 둥근 직사각형 306">
                <a:extLst>
                  <a:ext uri="{FF2B5EF4-FFF2-40B4-BE49-F238E27FC236}">
                    <a16:creationId xmlns:a16="http://schemas.microsoft.com/office/drawing/2014/main" id="{183678A4-8751-4E27-9B93-64A7DF5E3FD3}"/>
                  </a:ext>
                </a:extLst>
              </p:cNvPr>
              <p:cNvSpPr/>
              <p:nvPr/>
            </p:nvSpPr>
            <p:spPr>
              <a:xfrm>
                <a:off x="11548929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46" name="직선 연결선 245">
                <a:extLst>
                  <a:ext uri="{FF2B5EF4-FFF2-40B4-BE49-F238E27FC236}">
                    <a16:creationId xmlns:a16="http://schemas.microsoft.com/office/drawing/2014/main" id="{A50ECB6C-ACD1-4FFC-BF91-F5475E5B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254218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연결선 246">
                <a:extLst>
                  <a:ext uri="{FF2B5EF4-FFF2-40B4-BE49-F238E27FC236}">
                    <a16:creationId xmlns:a16="http://schemas.microsoft.com/office/drawing/2014/main" id="{35EFC75C-0919-4219-B7C3-1EF9179F7905}"/>
                  </a:ext>
                </a:extLst>
              </p:cNvPr>
              <p:cNvCxnSpPr/>
              <p:nvPr/>
            </p:nvCxnSpPr>
            <p:spPr>
              <a:xfrm>
                <a:off x="14254218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직선 연결선 247">
                <a:extLst>
                  <a:ext uri="{FF2B5EF4-FFF2-40B4-BE49-F238E27FC236}">
                    <a16:creationId xmlns:a16="http://schemas.microsoft.com/office/drawing/2014/main" id="{DA1D7231-0352-4C31-A29C-25250B2316A5}"/>
                  </a:ext>
                </a:extLst>
              </p:cNvPr>
              <p:cNvCxnSpPr/>
              <p:nvPr/>
            </p:nvCxnSpPr>
            <p:spPr>
              <a:xfrm>
                <a:off x="14254218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>
                <a:extLst>
                  <a:ext uri="{FF2B5EF4-FFF2-40B4-BE49-F238E27FC236}">
                    <a16:creationId xmlns:a16="http://schemas.microsoft.com/office/drawing/2014/main" id="{F5B0246E-F600-42CE-9E07-319826E780BD}"/>
                  </a:ext>
                </a:extLst>
              </p:cNvPr>
              <p:cNvCxnSpPr/>
              <p:nvPr/>
            </p:nvCxnSpPr>
            <p:spPr>
              <a:xfrm>
                <a:off x="14254218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직선 연결선 249">
                <a:extLst>
                  <a:ext uri="{FF2B5EF4-FFF2-40B4-BE49-F238E27FC236}">
                    <a16:creationId xmlns:a16="http://schemas.microsoft.com/office/drawing/2014/main" id="{AF126F03-9EC8-420E-B5CB-D435F08DF99E}"/>
                  </a:ext>
                </a:extLst>
              </p:cNvPr>
              <p:cNvCxnSpPr/>
              <p:nvPr/>
            </p:nvCxnSpPr>
            <p:spPr>
              <a:xfrm>
                <a:off x="14254218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직선 연결선 250">
                <a:extLst>
                  <a:ext uri="{FF2B5EF4-FFF2-40B4-BE49-F238E27FC236}">
                    <a16:creationId xmlns:a16="http://schemas.microsoft.com/office/drawing/2014/main" id="{9C20F1F5-EFDB-4BCE-817B-D6D9B1F69F3E}"/>
                  </a:ext>
                </a:extLst>
              </p:cNvPr>
              <p:cNvCxnSpPr/>
              <p:nvPr/>
            </p:nvCxnSpPr>
            <p:spPr>
              <a:xfrm>
                <a:off x="14254218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직선 연결선 251">
                <a:extLst>
                  <a:ext uri="{FF2B5EF4-FFF2-40B4-BE49-F238E27FC236}">
                    <a16:creationId xmlns:a16="http://schemas.microsoft.com/office/drawing/2014/main" id="{0282387A-6D21-4794-99CC-78DF9325E558}"/>
                  </a:ext>
                </a:extLst>
              </p:cNvPr>
              <p:cNvCxnSpPr/>
              <p:nvPr/>
            </p:nvCxnSpPr>
            <p:spPr>
              <a:xfrm>
                <a:off x="14254218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직선 연결선 252">
                <a:extLst>
                  <a:ext uri="{FF2B5EF4-FFF2-40B4-BE49-F238E27FC236}">
                    <a16:creationId xmlns:a16="http://schemas.microsoft.com/office/drawing/2014/main" id="{24E1AF14-C46B-4502-A9B6-9738E0A357CA}"/>
                  </a:ext>
                </a:extLst>
              </p:cNvPr>
              <p:cNvCxnSpPr/>
              <p:nvPr/>
            </p:nvCxnSpPr>
            <p:spPr>
              <a:xfrm>
                <a:off x="14254218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직선 연결선 253">
                <a:extLst>
                  <a:ext uri="{FF2B5EF4-FFF2-40B4-BE49-F238E27FC236}">
                    <a16:creationId xmlns:a16="http://schemas.microsoft.com/office/drawing/2014/main" id="{F3317C95-934F-4C94-9E00-4B9078DCBF1E}"/>
                  </a:ext>
                </a:extLst>
              </p:cNvPr>
              <p:cNvCxnSpPr/>
              <p:nvPr/>
            </p:nvCxnSpPr>
            <p:spPr>
              <a:xfrm>
                <a:off x="14254218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직선 연결선 254">
                <a:extLst>
                  <a:ext uri="{FF2B5EF4-FFF2-40B4-BE49-F238E27FC236}">
                    <a16:creationId xmlns:a16="http://schemas.microsoft.com/office/drawing/2014/main" id="{B95FB43F-9108-450E-B7CC-7F47EE717B57}"/>
                  </a:ext>
                </a:extLst>
              </p:cNvPr>
              <p:cNvCxnSpPr/>
              <p:nvPr/>
            </p:nvCxnSpPr>
            <p:spPr>
              <a:xfrm>
                <a:off x="14254218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>
                <a:extLst>
                  <a:ext uri="{FF2B5EF4-FFF2-40B4-BE49-F238E27FC236}">
                    <a16:creationId xmlns:a16="http://schemas.microsoft.com/office/drawing/2014/main" id="{F6DC83AB-8119-4C22-90E0-22413FE43674}"/>
                  </a:ext>
                </a:extLst>
              </p:cNvPr>
              <p:cNvCxnSpPr/>
              <p:nvPr/>
            </p:nvCxnSpPr>
            <p:spPr>
              <a:xfrm>
                <a:off x="14254218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직선 연결선 256">
                <a:extLst>
                  <a:ext uri="{FF2B5EF4-FFF2-40B4-BE49-F238E27FC236}">
                    <a16:creationId xmlns:a16="http://schemas.microsoft.com/office/drawing/2014/main" id="{81E2B5A4-34E2-4DE1-BDA7-888F9C09A723}"/>
                  </a:ext>
                </a:extLst>
              </p:cNvPr>
              <p:cNvCxnSpPr/>
              <p:nvPr/>
            </p:nvCxnSpPr>
            <p:spPr>
              <a:xfrm>
                <a:off x="14254218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>
                <a:extLst>
                  <a:ext uri="{FF2B5EF4-FFF2-40B4-BE49-F238E27FC236}">
                    <a16:creationId xmlns:a16="http://schemas.microsoft.com/office/drawing/2014/main" id="{F073D697-491D-43FE-96A5-37ED096D2E8A}"/>
                  </a:ext>
                </a:extLst>
              </p:cNvPr>
              <p:cNvCxnSpPr/>
              <p:nvPr/>
            </p:nvCxnSpPr>
            <p:spPr>
              <a:xfrm>
                <a:off x="14254218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>
                <a:extLst>
                  <a:ext uri="{FF2B5EF4-FFF2-40B4-BE49-F238E27FC236}">
                    <a16:creationId xmlns:a16="http://schemas.microsoft.com/office/drawing/2014/main" id="{0068CAB1-4F56-4B85-82A3-1E93981384A3}"/>
                  </a:ext>
                </a:extLst>
              </p:cNvPr>
              <p:cNvCxnSpPr/>
              <p:nvPr/>
            </p:nvCxnSpPr>
            <p:spPr>
              <a:xfrm>
                <a:off x="14254218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직선 연결선 259">
                <a:extLst>
                  <a:ext uri="{FF2B5EF4-FFF2-40B4-BE49-F238E27FC236}">
                    <a16:creationId xmlns:a16="http://schemas.microsoft.com/office/drawing/2014/main" id="{05EEAD43-12DB-49D2-9B89-1D3CE09ADDB3}"/>
                  </a:ext>
                </a:extLst>
              </p:cNvPr>
              <p:cNvCxnSpPr/>
              <p:nvPr/>
            </p:nvCxnSpPr>
            <p:spPr>
              <a:xfrm>
                <a:off x="14254218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직선 연결선 260">
                <a:extLst>
                  <a:ext uri="{FF2B5EF4-FFF2-40B4-BE49-F238E27FC236}">
                    <a16:creationId xmlns:a16="http://schemas.microsoft.com/office/drawing/2014/main" id="{83C39F24-1C94-438A-A89F-58FEC0672EA9}"/>
                  </a:ext>
                </a:extLst>
              </p:cNvPr>
              <p:cNvCxnSpPr/>
              <p:nvPr/>
            </p:nvCxnSpPr>
            <p:spPr>
              <a:xfrm>
                <a:off x="14254218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직선 연결선 261">
                <a:extLst>
                  <a:ext uri="{FF2B5EF4-FFF2-40B4-BE49-F238E27FC236}">
                    <a16:creationId xmlns:a16="http://schemas.microsoft.com/office/drawing/2014/main" id="{CEA32DAC-7922-40B3-AB5B-344FE1F71F9B}"/>
                  </a:ext>
                </a:extLst>
              </p:cNvPr>
              <p:cNvCxnSpPr/>
              <p:nvPr/>
            </p:nvCxnSpPr>
            <p:spPr>
              <a:xfrm>
                <a:off x="14254218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직선 연결선 262">
                <a:extLst>
                  <a:ext uri="{FF2B5EF4-FFF2-40B4-BE49-F238E27FC236}">
                    <a16:creationId xmlns:a16="http://schemas.microsoft.com/office/drawing/2014/main" id="{D7227509-564B-47E4-9412-CC882168446B}"/>
                  </a:ext>
                </a:extLst>
              </p:cNvPr>
              <p:cNvCxnSpPr/>
              <p:nvPr/>
            </p:nvCxnSpPr>
            <p:spPr>
              <a:xfrm>
                <a:off x="14254218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직선 연결선 263">
                <a:extLst>
                  <a:ext uri="{FF2B5EF4-FFF2-40B4-BE49-F238E27FC236}">
                    <a16:creationId xmlns:a16="http://schemas.microsoft.com/office/drawing/2014/main" id="{1D5158BD-E286-4693-8F70-807C97F87438}"/>
                  </a:ext>
                </a:extLst>
              </p:cNvPr>
              <p:cNvCxnSpPr/>
              <p:nvPr/>
            </p:nvCxnSpPr>
            <p:spPr>
              <a:xfrm>
                <a:off x="14254218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>
                <a:extLst>
                  <a:ext uri="{FF2B5EF4-FFF2-40B4-BE49-F238E27FC236}">
                    <a16:creationId xmlns:a16="http://schemas.microsoft.com/office/drawing/2014/main" id="{59B7242A-F591-4D80-8791-ED592941C261}"/>
                  </a:ext>
                </a:extLst>
              </p:cNvPr>
              <p:cNvCxnSpPr/>
              <p:nvPr/>
            </p:nvCxnSpPr>
            <p:spPr>
              <a:xfrm>
                <a:off x="14254218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>
                <a:extLst>
                  <a:ext uri="{FF2B5EF4-FFF2-40B4-BE49-F238E27FC236}">
                    <a16:creationId xmlns:a16="http://schemas.microsoft.com/office/drawing/2014/main" id="{0FB01A24-71E1-4F21-B97C-9BF23FFE85A2}"/>
                  </a:ext>
                </a:extLst>
              </p:cNvPr>
              <p:cNvCxnSpPr/>
              <p:nvPr/>
            </p:nvCxnSpPr>
            <p:spPr>
              <a:xfrm>
                <a:off x="14254218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직선 연결선 266">
                <a:extLst>
                  <a:ext uri="{FF2B5EF4-FFF2-40B4-BE49-F238E27FC236}">
                    <a16:creationId xmlns:a16="http://schemas.microsoft.com/office/drawing/2014/main" id="{52F673FE-F658-4FEE-B623-2EF76A9BD5FB}"/>
                  </a:ext>
                </a:extLst>
              </p:cNvPr>
              <p:cNvCxnSpPr/>
              <p:nvPr/>
            </p:nvCxnSpPr>
            <p:spPr>
              <a:xfrm>
                <a:off x="14254218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>
                <a:extLst>
                  <a:ext uri="{FF2B5EF4-FFF2-40B4-BE49-F238E27FC236}">
                    <a16:creationId xmlns:a16="http://schemas.microsoft.com/office/drawing/2014/main" id="{755F7D14-B39F-46D5-85CD-FC60772AFE00}"/>
                  </a:ext>
                </a:extLst>
              </p:cNvPr>
              <p:cNvCxnSpPr/>
              <p:nvPr/>
            </p:nvCxnSpPr>
            <p:spPr>
              <a:xfrm>
                <a:off x="14254218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직선 연결선 268">
                <a:extLst>
                  <a:ext uri="{FF2B5EF4-FFF2-40B4-BE49-F238E27FC236}">
                    <a16:creationId xmlns:a16="http://schemas.microsoft.com/office/drawing/2014/main" id="{3393C0BA-139C-4A5F-8FC4-05F2879BDC06}"/>
                  </a:ext>
                </a:extLst>
              </p:cNvPr>
              <p:cNvCxnSpPr/>
              <p:nvPr/>
            </p:nvCxnSpPr>
            <p:spPr>
              <a:xfrm>
                <a:off x="14254218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>
                <a:extLst>
                  <a:ext uri="{FF2B5EF4-FFF2-40B4-BE49-F238E27FC236}">
                    <a16:creationId xmlns:a16="http://schemas.microsoft.com/office/drawing/2014/main" id="{3DCDB880-6BCB-4DBF-9BA9-8F9BC9CD51C0}"/>
                  </a:ext>
                </a:extLst>
              </p:cNvPr>
              <p:cNvCxnSpPr/>
              <p:nvPr/>
            </p:nvCxnSpPr>
            <p:spPr>
              <a:xfrm>
                <a:off x="14254218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직선 연결선 270">
                <a:extLst>
                  <a:ext uri="{FF2B5EF4-FFF2-40B4-BE49-F238E27FC236}">
                    <a16:creationId xmlns:a16="http://schemas.microsoft.com/office/drawing/2014/main" id="{5FC35A32-46F8-4DD0-B1FA-A635B9AA7A22}"/>
                  </a:ext>
                </a:extLst>
              </p:cNvPr>
              <p:cNvCxnSpPr/>
              <p:nvPr/>
            </p:nvCxnSpPr>
            <p:spPr>
              <a:xfrm>
                <a:off x="14254218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직선 연결선 271">
                <a:extLst>
                  <a:ext uri="{FF2B5EF4-FFF2-40B4-BE49-F238E27FC236}">
                    <a16:creationId xmlns:a16="http://schemas.microsoft.com/office/drawing/2014/main" id="{13C173B7-B087-474F-8704-9DB6BD3D2C8B}"/>
                  </a:ext>
                </a:extLst>
              </p:cNvPr>
              <p:cNvCxnSpPr/>
              <p:nvPr/>
            </p:nvCxnSpPr>
            <p:spPr>
              <a:xfrm>
                <a:off x="14254218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직선 연결선 272">
                <a:extLst>
                  <a:ext uri="{FF2B5EF4-FFF2-40B4-BE49-F238E27FC236}">
                    <a16:creationId xmlns:a16="http://schemas.microsoft.com/office/drawing/2014/main" id="{02307BAF-4A65-4B4B-88E2-182618D3E8C3}"/>
                  </a:ext>
                </a:extLst>
              </p:cNvPr>
              <p:cNvCxnSpPr/>
              <p:nvPr/>
            </p:nvCxnSpPr>
            <p:spPr>
              <a:xfrm>
                <a:off x="14254218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>
                <a:extLst>
                  <a:ext uri="{FF2B5EF4-FFF2-40B4-BE49-F238E27FC236}">
                    <a16:creationId xmlns:a16="http://schemas.microsoft.com/office/drawing/2014/main" id="{75E2F053-95FD-4E85-AFA5-0E684F48DF16}"/>
                  </a:ext>
                </a:extLst>
              </p:cNvPr>
              <p:cNvCxnSpPr/>
              <p:nvPr/>
            </p:nvCxnSpPr>
            <p:spPr>
              <a:xfrm>
                <a:off x="14254218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>
                <a:extLst>
                  <a:ext uri="{FF2B5EF4-FFF2-40B4-BE49-F238E27FC236}">
                    <a16:creationId xmlns:a16="http://schemas.microsoft.com/office/drawing/2014/main" id="{414B8D6C-28D8-4930-8B15-BD11AC693CF6}"/>
                  </a:ext>
                </a:extLst>
              </p:cNvPr>
              <p:cNvCxnSpPr/>
              <p:nvPr/>
            </p:nvCxnSpPr>
            <p:spPr>
              <a:xfrm>
                <a:off x="14254218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직선 연결선 275">
                <a:extLst>
                  <a:ext uri="{FF2B5EF4-FFF2-40B4-BE49-F238E27FC236}">
                    <a16:creationId xmlns:a16="http://schemas.microsoft.com/office/drawing/2014/main" id="{6D2290CE-F3EF-41C2-831E-05178D1EBD3B}"/>
                  </a:ext>
                </a:extLst>
              </p:cNvPr>
              <p:cNvCxnSpPr/>
              <p:nvPr/>
            </p:nvCxnSpPr>
            <p:spPr>
              <a:xfrm>
                <a:off x="14254218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510F13D5-2224-4404-BE61-C9658B48C2B3}"/>
                </a:ext>
              </a:extLst>
            </p:cNvPr>
            <p:cNvGrpSpPr/>
            <p:nvPr/>
          </p:nvGrpSpPr>
          <p:grpSpPr>
            <a:xfrm>
              <a:off x="17154738" y="1417857"/>
              <a:ext cx="5324262" cy="9010459"/>
              <a:chOff x="17154738" y="1417857"/>
              <a:chExt cx="5324262" cy="9010459"/>
            </a:xfrm>
          </p:grpSpPr>
          <p:sp>
            <p:nvSpPr>
              <p:cNvPr id="277" name="모서리가 둥근 직사각형 302">
                <a:extLst>
                  <a:ext uri="{FF2B5EF4-FFF2-40B4-BE49-F238E27FC236}">
                    <a16:creationId xmlns:a16="http://schemas.microsoft.com/office/drawing/2014/main" id="{BB974790-B467-4A07-A435-199CA7AF1035}"/>
                  </a:ext>
                </a:extLst>
              </p:cNvPr>
              <p:cNvSpPr/>
              <p:nvPr/>
            </p:nvSpPr>
            <p:spPr>
              <a:xfrm>
                <a:off x="17154738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78" name="모서리가 둥근 직사각형 303">
                <a:extLst>
                  <a:ext uri="{FF2B5EF4-FFF2-40B4-BE49-F238E27FC236}">
                    <a16:creationId xmlns:a16="http://schemas.microsoft.com/office/drawing/2014/main" id="{29EB8463-375F-4A81-B3FD-8E131F65C3FD}"/>
                  </a:ext>
                </a:extLst>
              </p:cNvPr>
              <p:cNvSpPr/>
              <p:nvPr/>
            </p:nvSpPr>
            <p:spPr>
              <a:xfrm>
                <a:off x="17154738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79" name="모서리가 둥근 직사각형 304">
                <a:extLst>
                  <a:ext uri="{FF2B5EF4-FFF2-40B4-BE49-F238E27FC236}">
                    <a16:creationId xmlns:a16="http://schemas.microsoft.com/office/drawing/2014/main" id="{381CFDC5-1055-4611-B2F7-06E44CBC7C72}"/>
                  </a:ext>
                </a:extLst>
              </p:cNvPr>
              <p:cNvSpPr/>
              <p:nvPr/>
            </p:nvSpPr>
            <p:spPr>
              <a:xfrm>
                <a:off x="17154738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80" name="모서리가 둥근 직사각형 305">
                <a:extLst>
                  <a:ext uri="{FF2B5EF4-FFF2-40B4-BE49-F238E27FC236}">
                    <a16:creationId xmlns:a16="http://schemas.microsoft.com/office/drawing/2014/main" id="{803B05E8-7157-42BF-A08E-4DA91541E2AA}"/>
                  </a:ext>
                </a:extLst>
              </p:cNvPr>
              <p:cNvSpPr/>
              <p:nvPr/>
            </p:nvSpPr>
            <p:spPr>
              <a:xfrm>
                <a:off x="17154738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81" name="모서리가 둥근 직사각형 306">
                <a:extLst>
                  <a:ext uri="{FF2B5EF4-FFF2-40B4-BE49-F238E27FC236}">
                    <a16:creationId xmlns:a16="http://schemas.microsoft.com/office/drawing/2014/main" id="{FF0DA609-5A5B-45DE-A357-090FAA05DAA1}"/>
                  </a:ext>
                </a:extLst>
              </p:cNvPr>
              <p:cNvSpPr/>
              <p:nvPr/>
            </p:nvSpPr>
            <p:spPr>
              <a:xfrm>
                <a:off x="17154738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82" name="직선 연결선 281">
                <a:extLst>
                  <a:ext uri="{FF2B5EF4-FFF2-40B4-BE49-F238E27FC236}">
                    <a16:creationId xmlns:a16="http://schemas.microsoft.com/office/drawing/2014/main" id="{04E5492A-0FD9-4845-929C-EB7E44362F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6002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>
                <a:extLst>
                  <a:ext uri="{FF2B5EF4-FFF2-40B4-BE49-F238E27FC236}">
                    <a16:creationId xmlns:a16="http://schemas.microsoft.com/office/drawing/2014/main" id="{F2122232-5C30-4580-9C7A-F3659CB72A0F}"/>
                  </a:ext>
                </a:extLst>
              </p:cNvPr>
              <p:cNvCxnSpPr/>
              <p:nvPr/>
            </p:nvCxnSpPr>
            <p:spPr>
              <a:xfrm>
                <a:off x="1986002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직선 연결선 283">
                <a:extLst>
                  <a:ext uri="{FF2B5EF4-FFF2-40B4-BE49-F238E27FC236}">
                    <a16:creationId xmlns:a16="http://schemas.microsoft.com/office/drawing/2014/main" id="{4778CD14-A0CF-48F6-93BB-55B5D74E5625}"/>
                  </a:ext>
                </a:extLst>
              </p:cNvPr>
              <p:cNvCxnSpPr/>
              <p:nvPr/>
            </p:nvCxnSpPr>
            <p:spPr>
              <a:xfrm>
                <a:off x="1986002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직선 연결선 284">
                <a:extLst>
                  <a:ext uri="{FF2B5EF4-FFF2-40B4-BE49-F238E27FC236}">
                    <a16:creationId xmlns:a16="http://schemas.microsoft.com/office/drawing/2014/main" id="{93101131-8A8E-4225-BB84-FDCBD62DF68C}"/>
                  </a:ext>
                </a:extLst>
              </p:cNvPr>
              <p:cNvCxnSpPr/>
              <p:nvPr/>
            </p:nvCxnSpPr>
            <p:spPr>
              <a:xfrm>
                <a:off x="1986002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직선 연결선 285">
                <a:extLst>
                  <a:ext uri="{FF2B5EF4-FFF2-40B4-BE49-F238E27FC236}">
                    <a16:creationId xmlns:a16="http://schemas.microsoft.com/office/drawing/2014/main" id="{518176BE-A7B5-4DF2-8BC5-4BDC7BACAE0C}"/>
                  </a:ext>
                </a:extLst>
              </p:cNvPr>
              <p:cNvCxnSpPr/>
              <p:nvPr/>
            </p:nvCxnSpPr>
            <p:spPr>
              <a:xfrm>
                <a:off x="1986002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>
                <a:extLst>
                  <a:ext uri="{FF2B5EF4-FFF2-40B4-BE49-F238E27FC236}">
                    <a16:creationId xmlns:a16="http://schemas.microsoft.com/office/drawing/2014/main" id="{7E87EE9D-F27C-4202-ACF5-766CC177EEE5}"/>
                  </a:ext>
                </a:extLst>
              </p:cNvPr>
              <p:cNvCxnSpPr/>
              <p:nvPr/>
            </p:nvCxnSpPr>
            <p:spPr>
              <a:xfrm>
                <a:off x="1986002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직선 연결선 287">
                <a:extLst>
                  <a:ext uri="{FF2B5EF4-FFF2-40B4-BE49-F238E27FC236}">
                    <a16:creationId xmlns:a16="http://schemas.microsoft.com/office/drawing/2014/main" id="{4BEC2918-BFE5-4338-A6F7-8E89CFB612A3}"/>
                  </a:ext>
                </a:extLst>
              </p:cNvPr>
              <p:cNvCxnSpPr/>
              <p:nvPr/>
            </p:nvCxnSpPr>
            <p:spPr>
              <a:xfrm>
                <a:off x="1986002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>
                <a:extLst>
                  <a:ext uri="{FF2B5EF4-FFF2-40B4-BE49-F238E27FC236}">
                    <a16:creationId xmlns:a16="http://schemas.microsoft.com/office/drawing/2014/main" id="{38A4C7BA-F17F-469C-A914-A1121A4AF5C8}"/>
                  </a:ext>
                </a:extLst>
              </p:cNvPr>
              <p:cNvCxnSpPr/>
              <p:nvPr/>
            </p:nvCxnSpPr>
            <p:spPr>
              <a:xfrm>
                <a:off x="1986002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직선 연결선 289">
                <a:extLst>
                  <a:ext uri="{FF2B5EF4-FFF2-40B4-BE49-F238E27FC236}">
                    <a16:creationId xmlns:a16="http://schemas.microsoft.com/office/drawing/2014/main" id="{9466834E-6BCD-46A0-94AE-FBFEFA446F1F}"/>
                  </a:ext>
                </a:extLst>
              </p:cNvPr>
              <p:cNvCxnSpPr/>
              <p:nvPr/>
            </p:nvCxnSpPr>
            <p:spPr>
              <a:xfrm>
                <a:off x="1986002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직선 연결선 290">
                <a:extLst>
                  <a:ext uri="{FF2B5EF4-FFF2-40B4-BE49-F238E27FC236}">
                    <a16:creationId xmlns:a16="http://schemas.microsoft.com/office/drawing/2014/main" id="{6C63A5FD-4B08-4A0D-9BA0-36EA70994AAF}"/>
                  </a:ext>
                </a:extLst>
              </p:cNvPr>
              <p:cNvCxnSpPr/>
              <p:nvPr/>
            </p:nvCxnSpPr>
            <p:spPr>
              <a:xfrm>
                <a:off x="1986002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직선 연결선 291">
                <a:extLst>
                  <a:ext uri="{FF2B5EF4-FFF2-40B4-BE49-F238E27FC236}">
                    <a16:creationId xmlns:a16="http://schemas.microsoft.com/office/drawing/2014/main" id="{4CA1092E-A136-4FE4-9974-C02F01EA0139}"/>
                  </a:ext>
                </a:extLst>
              </p:cNvPr>
              <p:cNvCxnSpPr/>
              <p:nvPr/>
            </p:nvCxnSpPr>
            <p:spPr>
              <a:xfrm>
                <a:off x="1986002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3" name="직선 연결선 292">
                <a:extLst>
                  <a:ext uri="{FF2B5EF4-FFF2-40B4-BE49-F238E27FC236}">
                    <a16:creationId xmlns:a16="http://schemas.microsoft.com/office/drawing/2014/main" id="{9F9F02E4-D912-4C5B-AE09-DE81910E6626}"/>
                  </a:ext>
                </a:extLst>
              </p:cNvPr>
              <p:cNvCxnSpPr/>
              <p:nvPr/>
            </p:nvCxnSpPr>
            <p:spPr>
              <a:xfrm>
                <a:off x="1986002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직선 연결선 293">
                <a:extLst>
                  <a:ext uri="{FF2B5EF4-FFF2-40B4-BE49-F238E27FC236}">
                    <a16:creationId xmlns:a16="http://schemas.microsoft.com/office/drawing/2014/main" id="{8C04FD21-82FB-442B-9C56-BB276D61B8C8}"/>
                  </a:ext>
                </a:extLst>
              </p:cNvPr>
              <p:cNvCxnSpPr/>
              <p:nvPr/>
            </p:nvCxnSpPr>
            <p:spPr>
              <a:xfrm>
                <a:off x="1986002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직선 연결선 294">
                <a:extLst>
                  <a:ext uri="{FF2B5EF4-FFF2-40B4-BE49-F238E27FC236}">
                    <a16:creationId xmlns:a16="http://schemas.microsoft.com/office/drawing/2014/main" id="{5CBE671D-38F7-403A-B008-F112A98E95F4}"/>
                  </a:ext>
                </a:extLst>
              </p:cNvPr>
              <p:cNvCxnSpPr/>
              <p:nvPr/>
            </p:nvCxnSpPr>
            <p:spPr>
              <a:xfrm>
                <a:off x="1986002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>
                <a:extLst>
                  <a:ext uri="{FF2B5EF4-FFF2-40B4-BE49-F238E27FC236}">
                    <a16:creationId xmlns:a16="http://schemas.microsoft.com/office/drawing/2014/main" id="{CAA97933-5FCC-4474-B5C9-1666C5E53D34}"/>
                  </a:ext>
                </a:extLst>
              </p:cNvPr>
              <p:cNvCxnSpPr/>
              <p:nvPr/>
            </p:nvCxnSpPr>
            <p:spPr>
              <a:xfrm>
                <a:off x="1986002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직선 연결선 296">
                <a:extLst>
                  <a:ext uri="{FF2B5EF4-FFF2-40B4-BE49-F238E27FC236}">
                    <a16:creationId xmlns:a16="http://schemas.microsoft.com/office/drawing/2014/main" id="{6F10A4BC-3A89-42A2-9540-90090905F9A9}"/>
                  </a:ext>
                </a:extLst>
              </p:cNvPr>
              <p:cNvCxnSpPr/>
              <p:nvPr/>
            </p:nvCxnSpPr>
            <p:spPr>
              <a:xfrm>
                <a:off x="1986002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직선 연결선 297">
                <a:extLst>
                  <a:ext uri="{FF2B5EF4-FFF2-40B4-BE49-F238E27FC236}">
                    <a16:creationId xmlns:a16="http://schemas.microsoft.com/office/drawing/2014/main" id="{7CF13C50-8BD9-46EC-A0D4-2D01948B61F5}"/>
                  </a:ext>
                </a:extLst>
              </p:cNvPr>
              <p:cNvCxnSpPr/>
              <p:nvPr/>
            </p:nvCxnSpPr>
            <p:spPr>
              <a:xfrm>
                <a:off x="1986002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직선 연결선 298">
                <a:extLst>
                  <a:ext uri="{FF2B5EF4-FFF2-40B4-BE49-F238E27FC236}">
                    <a16:creationId xmlns:a16="http://schemas.microsoft.com/office/drawing/2014/main" id="{A590F5F3-7867-4C03-82BE-565E868F25A2}"/>
                  </a:ext>
                </a:extLst>
              </p:cNvPr>
              <p:cNvCxnSpPr/>
              <p:nvPr/>
            </p:nvCxnSpPr>
            <p:spPr>
              <a:xfrm>
                <a:off x="1986002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>
                <a:extLst>
                  <a:ext uri="{FF2B5EF4-FFF2-40B4-BE49-F238E27FC236}">
                    <a16:creationId xmlns:a16="http://schemas.microsoft.com/office/drawing/2014/main" id="{45F9E5EB-CB87-4232-8C1F-77F0198EF5A4}"/>
                  </a:ext>
                </a:extLst>
              </p:cNvPr>
              <p:cNvCxnSpPr/>
              <p:nvPr/>
            </p:nvCxnSpPr>
            <p:spPr>
              <a:xfrm>
                <a:off x="1986002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직선 연결선 300">
                <a:extLst>
                  <a:ext uri="{FF2B5EF4-FFF2-40B4-BE49-F238E27FC236}">
                    <a16:creationId xmlns:a16="http://schemas.microsoft.com/office/drawing/2014/main" id="{AC0B36F6-EE67-4E3C-B292-2AB1EEFE40B6}"/>
                  </a:ext>
                </a:extLst>
              </p:cNvPr>
              <p:cNvCxnSpPr/>
              <p:nvPr/>
            </p:nvCxnSpPr>
            <p:spPr>
              <a:xfrm>
                <a:off x="1986002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직선 연결선 301">
                <a:extLst>
                  <a:ext uri="{FF2B5EF4-FFF2-40B4-BE49-F238E27FC236}">
                    <a16:creationId xmlns:a16="http://schemas.microsoft.com/office/drawing/2014/main" id="{17098D0D-D102-438A-9BFF-432FD0F37583}"/>
                  </a:ext>
                </a:extLst>
              </p:cNvPr>
              <p:cNvCxnSpPr/>
              <p:nvPr/>
            </p:nvCxnSpPr>
            <p:spPr>
              <a:xfrm>
                <a:off x="1986002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직선 연결선 302">
                <a:extLst>
                  <a:ext uri="{FF2B5EF4-FFF2-40B4-BE49-F238E27FC236}">
                    <a16:creationId xmlns:a16="http://schemas.microsoft.com/office/drawing/2014/main" id="{5A66C170-8D9D-46AB-A2C9-220718806975}"/>
                  </a:ext>
                </a:extLst>
              </p:cNvPr>
              <p:cNvCxnSpPr/>
              <p:nvPr/>
            </p:nvCxnSpPr>
            <p:spPr>
              <a:xfrm>
                <a:off x="1986002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직선 연결선 303">
                <a:extLst>
                  <a:ext uri="{FF2B5EF4-FFF2-40B4-BE49-F238E27FC236}">
                    <a16:creationId xmlns:a16="http://schemas.microsoft.com/office/drawing/2014/main" id="{02F1F5CF-9EC4-4286-A7F4-F73A95C37AE2}"/>
                  </a:ext>
                </a:extLst>
              </p:cNvPr>
              <p:cNvCxnSpPr/>
              <p:nvPr/>
            </p:nvCxnSpPr>
            <p:spPr>
              <a:xfrm>
                <a:off x="1986002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>
                <a:extLst>
                  <a:ext uri="{FF2B5EF4-FFF2-40B4-BE49-F238E27FC236}">
                    <a16:creationId xmlns:a16="http://schemas.microsoft.com/office/drawing/2014/main" id="{54431AE4-9D44-4107-9713-2CAAC5FAFDD6}"/>
                  </a:ext>
                </a:extLst>
              </p:cNvPr>
              <p:cNvCxnSpPr/>
              <p:nvPr/>
            </p:nvCxnSpPr>
            <p:spPr>
              <a:xfrm>
                <a:off x="1986002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직선 연결선 305">
                <a:extLst>
                  <a:ext uri="{FF2B5EF4-FFF2-40B4-BE49-F238E27FC236}">
                    <a16:creationId xmlns:a16="http://schemas.microsoft.com/office/drawing/2014/main" id="{39AE1CD7-2C99-4BD6-8804-D9176B67AA9F}"/>
                  </a:ext>
                </a:extLst>
              </p:cNvPr>
              <p:cNvCxnSpPr/>
              <p:nvPr/>
            </p:nvCxnSpPr>
            <p:spPr>
              <a:xfrm>
                <a:off x="1986002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직선 연결선 306">
                <a:extLst>
                  <a:ext uri="{FF2B5EF4-FFF2-40B4-BE49-F238E27FC236}">
                    <a16:creationId xmlns:a16="http://schemas.microsoft.com/office/drawing/2014/main" id="{B20A9D1A-BCA5-44F0-AE21-A06027CDD565}"/>
                  </a:ext>
                </a:extLst>
              </p:cNvPr>
              <p:cNvCxnSpPr/>
              <p:nvPr/>
            </p:nvCxnSpPr>
            <p:spPr>
              <a:xfrm>
                <a:off x="1986002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직선 연결선 307">
                <a:extLst>
                  <a:ext uri="{FF2B5EF4-FFF2-40B4-BE49-F238E27FC236}">
                    <a16:creationId xmlns:a16="http://schemas.microsoft.com/office/drawing/2014/main" id="{377A980D-921C-46BD-AC7D-781FA58522F9}"/>
                  </a:ext>
                </a:extLst>
              </p:cNvPr>
              <p:cNvCxnSpPr/>
              <p:nvPr/>
            </p:nvCxnSpPr>
            <p:spPr>
              <a:xfrm>
                <a:off x="1986002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직선 연결선 308">
                <a:extLst>
                  <a:ext uri="{FF2B5EF4-FFF2-40B4-BE49-F238E27FC236}">
                    <a16:creationId xmlns:a16="http://schemas.microsoft.com/office/drawing/2014/main" id="{1BDA90E2-E95F-4725-8DCE-435FF728A6DC}"/>
                  </a:ext>
                </a:extLst>
              </p:cNvPr>
              <p:cNvCxnSpPr/>
              <p:nvPr/>
            </p:nvCxnSpPr>
            <p:spPr>
              <a:xfrm>
                <a:off x="1986002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>
                <a:extLst>
                  <a:ext uri="{FF2B5EF4-FFF2-40B4-BE49-F238E27FC236}">
                    <a16:creationId xmlns:a16="http://schemas.microsoft.com/office/drawing/2014/main" id="{985C4427-3096-4712-A94A-14E5D43078BB}"/>
                  </a:ext>
                </a:extLst>
              </p:cNvPr>
              <p:cNvCxnSpPr/>
              <p:nvPr/>
            </p:nvCxnSpPr>
            <p:spPr>
              <a:xfrm>
                <a:off x="1986002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직선 연결선 310">
                <a:extLst>
                  <a:ext uri="{FF2B5EF4-FFF2-40B4-BE49-F238E27FC236}">
                    <a16:creationId xmlns:a16="http://schemas.microsoft.com/office/drawing/2014/main" id="{8C3518F7-A02B-4A25-B6FB-E9CDC008DBEC}"/>
                  </a:ext>
                </a:extLst>
              </p:cNvPr>
              <p:cNvCxnSpPr/>
              <p:nvPr/>
            </p:nvCxnSpPr>
            <p:spPr>
              <a:xfrm>
                <a:off x="1986002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직선 연결선 311">
                <a:extLst>
                  <a:ext uri="{FF2B5EF4-FFF2-40B4-BE49-F238E27FC236}">
                    <a16:creationId xmlns:a16="http://schemas.microsoft.com/office/drawing/2014/main" id="{765C194B-0641-42EE-B1A6-7BB093F66EEB}"/>
                  </a:ext>
                </a:extLst>
              </p:cNvPr>
              <p:cNvCxnSpPr/>
              <p:nvPr/>
            </p:nvCxnSpPr>
            <p:spPr>
              <a:xfrm>
                <a:off x="1986002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46DF43AD-B97B-4090-B20C-4287DBB0F00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52" name="그림 151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D878A0CA-6FD7-4E05-B6BE-92BCF3D1B82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4" name="직사각형 153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ABB84443-831D-4C21-9FBE-DB08237073F9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5" name="직사각형 154">
            <a:hlinkClick r:id="rId5" action="ppaction://hlinksldjump"/>
            <a:extLst>
              <a:ext uri="{FF2B5EF4-FFF2-40B4-BE49-F238E27FC236}">
                <a16:creationId xmlns:a16="http://schemas.microsoft.com/office/drawing/2014/main" id="{96C86A73-C486-4F0F-9A60-04A1CEE53498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6" name="직사각형 15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735C565-C843-48A1-A93D-319844260D99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31535C5-4D3D-4D44-8909-4E8CF24FA3F6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C172EB5-70E4-4450-AF07-0D10B4367083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89B29240-74AB-4032-BD67-760AF73B1B77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9087071D-E520-42A9-8731-09E2655E4800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D43E5D6C-3407-440D-A115-A409E25A8A8A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48EA95DC-6BAC-44A2-853E-D926999C7EB8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7DFE8013-01DC-4D24-988A-DAD2003E3149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0F75FCB3-3ADD-4306-A75A-1EA5A3AC3B81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34919484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93CBB134-D3CC-4D6A-9E63-62F14FC2F59D}"/>
              </a:ext>
            </a:extLst>
          </p:cNvPr>
          <p:cNvGrpSpPr/>
          <p:nvPr/>
        </p:nvGrpSpPr>
        <p:grpSpPr>
          <a:xfrm>
            <a:off x="179388" y="539751"/>
            <a:ext cx="22321837" cy="10117138"/>
            <a:chOff x="236587" y="1417857"/>
            <a:chExt cx="22242413" cy="9010459"/>
          </a:xfrm>
        </p:grpSpPr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F5EC5A45-B374-4D94-BF85-BB9B6769637F}"/>
                </a:ext>
              </a:extLst>
            </p:cNvPr>
            <p:cNvGrpSpPr/>
            <p:nvPr/>
          </p:nvGrpSpPr>
          <p:grpSpPr>
            <a:xfrm>
              <a:off x="236587" y="1417857"/>
              <a:ext cx="5324263" cy="9010459"/>
              <a:chOff x="236587" y="1417857"/>
              <a:chExt cx="5324263" cy="9010459"/>
            </a:xfrm>
          </p:grpSpPr>
          <p:sp>
            <p:nvSpPr>
              <p:cNvPr id="4" name="모서리가 둥근 직사각형 302">
                <a:extLst>
                  <a:ext uri="{FF2B5EF4-FFF2-40B4-BE49-F238E27FC236}">
                    <a16:creationId xmlns:a16="http://schemas.microsoft.com/office/drawing/2014/main" id="{EC6EB742-71D2-4C5E-AC91-6EC0B6C49B3B}"/>
                  </a:ext>
                </a:extLst>
              </p:cNvPr>
              <p:cNvSpPr/>
              <p:nvPr/>
            </p:nvSpPr>
            <p:spPr>
              <a:xfrm>
                <a:off x="236587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5" name="모서리가 둥근 직사각형 303">
                <a:extLst>
                  <a:ext uri="{FF2B5EF4-FFF2-40B4-BE49-F238E27FC236}">
                    <a16:creationId xmlns:a16="http://schemas.microsoft.com/office/drawing/2014/main" id="{C84CF98E-FD48-4F94-9721-7EC4A34F1C43}"/>
                  </a:ext>
                </a:extLst>
              </p:cNvPr>
              <p:cNvSpPr/>
              <p:nvPr/>
            </p:nvSpPr>
            <p:spPr>
              <a:xfrm>
                <a:off x="236587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6" name="모서리가 둥근 직사각형 304">
                <a:extLst>
                  <a:ext uri="{FF2B5EF4-FFF2-40B4-BE49-F238E27FC236}">
                    <a16:creationId xmlns:a16="http://schemas.microsoft.com/office/drawing/2014/main" id="{62F425DB-43C1-4A79-BBC4-C4722AD05503}"/>
                  </a:ext>
                </a:extLst>
              </p:cNvPr>
              <p:cNvSpPr/>
              <p:nvPr/>
            </p:nvSpPr>
            <p:spPr>
              <a:xfrm>
                <a:off x="236587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7" name="모서리가 둥근 직사각형 305">
                <a:extLst>
                  <a:ext uri="{FF2B5EF4-FFF2-40B4-BE49-F238E27FC236}">
                    <a16:creationId xmlns:a16="http://schemas.microsoft.com/office/drawing/2014/main" id="{459E2C90-D1E7-4490-9A61-2886187D7DD2}"/>
                  </a:ext>
                </a:extLst>
              </p:cNvPr>
              <p:cNvSpPr/>
              <p:nvPr/>
            </p:nvSpPr>
            <p:spPr>
              <a:xfrm>
                <a:off x="236587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8" name="모서리가 둥근 직사각형 306">
                <a:extLst>
                  <a:ext uri="{FF2B5EF4-FFF2-40B4-BE49-F238E27FC236}">
                    <a16:creationId xmlns:a16="http://schemas.microsoft.com/office/drawing/2014/main" id="{B70DFABF-9E6A-4481-8C18-27630CCDA7A2}"/>
                  </a:ext>
                </a:extLst>
              </p:cNvPr>
              <p:cNvSpPr/>
              <p:nvPr/>
            </p:nvSpPr>
            <p:spPr>
              <a:xfrm>
                <a:off x="236587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E7B5E4E1-8B4D-48F2-B8EE-705EDAFB73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4187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E7E7CCFA-F8CE-453C-BC86-4D5DFDD3D638}"/>
                  </a:ext>
                </a:extLst>
              </p:cNvPr>
              <p:cNvCxnSpPr/>
              <p:nvPr/>
            </p:nvCxnSpPr>
            <p:spPr>
              <a:xfrm>
                <a:off x="294187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직선 연결선 38">
                <a:extLst>
                  <a:ext uri="{FF2B5EF4-FFF2-40B4-BE49-F238E27FC236}">
                    <a16:creationId xmlns:a16="http://schemas.microsoft.com/office/drawing/2014/main" id="{16BB2C4F-5540-49AF-8384-E6A551FAC393}"/>
                  </a:ext>
                </a:extLst>
              </p:cNvPr>
              <p:cNvCxnSpPr/>
              <p:nvPr/>
            </p:nvCxnSpPr>
            <p:spPr>
              <a:xfrm>
                <a:off x="294187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822BD19C-4394-4335-AEAF-6D083B845461}"/>
                  </a:ext>
                </a:extLst>
              </p:cNvPr>
              <p:cNvCxnSpPr/>
              <p:nvPr/>
            </p:nvCxnSpPr>
            <p:spPr>
              <a:xfrm>
                <a:off x="294187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3E1CA9B2-454B-4F06-9E15-EB357C20216A}"/>
                  </a:ext>
                </a:extLst>
              </p:cNvPr>
              <p:cNvCxnSpPr/>
              <p:nvPr/>
            </p:nvCxnSpPr>
            <p:spPr>
              <a:xfrm>
                <a:off x="294187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D5F56B55-D93B-4036-881E-BE354E87C526}"/>
                  </a:ext>
                </a:extLst>
              </p:cNvPr>
              <p:cNvCxnSpPr/>
              <p:nvPr/>
            </p:nvCxnSpPr>
            <p:spPr>
              <a:xfrm>
                <a:off x="294187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C812CF22-124D-48D1-A559-CC38303CA9CC}"/>
                  </a:ext>
                </a:extLst>
              </p:cNvPr>
              <p:cNvCxnSpPr/>
              <p:nvPr/>
            </p:nvCxnSpPr>
            <p:spPr>
              <a:xfrm>
                <a:off x="294187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>
                <a:extLst>
                  <a:ext uri="{FF2B5EF4-FFF2-40B4-BE49-F238E27FC236}">
                    <a16:creationId xmlns:a16="http://schemas.microsoft.com/office/drawing/2014/main" id="{73F11963-29B3-436A-ABDF-CDEAA5C671D6}"/>
                  </a:ext>
                </a:extLst>
              </p:cNvPr>
              <p:cNvCxnSpPr/>
              <p:nvPr/>
            </p:nvCxnSpPr>
            <p:spPr>
              <a:xfrm>
                <a:off x="294187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621B4E3B-5635-44F5-A280-4A911405480F}"/>
                  </a:ext>
                </a:extLst>
              </p:cNvPr>
              <p:cNvCxnSpPr/>
              <p:nvPr/>
            </p:nvCxnSpPr>
            <p:spPr>
              <a:xfrm>
                <a:off x="294187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5B89D61C-8BE6-4DEF-B1FC-2FD24E823B2A}"/>
                  </a:ext>
                </a:extLst>
              </p:cNvPr>
              <p:cNvCxnSpPr/>
              <p:nvPr/>
            </p:nvCxnSpPr>
            <p:spPr>
              <a:xfrm>
                <a:off x="294187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21C06BFB-072F-4A0A-BE21-E8A5152E77FA}"/>
                  </a:ext>
                </a:extLst>
              </p:cNvPr>
              <p:cNvCxnSpPr/>
              <p:nvPr/>
            </p:nvCxnSpPr>
            <p:spPr>
              <a:xfrm>
                <a:off x="294187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EF1D726A-0E45-4569-BB03-C6F829648FE0}"/>
                  </a:ext>
                </a:extLst>
              </p:cNvPr>
              <p:cNvCxnSpPr/>
              <p:nvPr/>
            </p:nvCxnSpPr>
            <p:spPr>
              <a:xfrm>
                <a:off x="294187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>
                <a:extLst>
                  <a:ext uri="{FF2B5EF4-FFF2-40B4-BE49-F238E27FC236}">
                    <a16:creationId xmlns:a16="http://schemas.microsoft.com/office/drawing/2014/main" id="{873F46A8-B7AE-4778-A3B7-0CD7E55C9C40}"/>
                  </a:ext>
                </a:extLst>
              </p:cNvPr>
              <p:cNvCxnSpPr/>
              <p:nvPr/>
            </p:nvCxnSpPr>
            <p:spPr>
              <a:xfrm>
                <a:off x="294187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7F68A330-AC4F-44A0-8F30-792F7E6C9850}"/>
                  </a:ext>
                </a:extLst>
              </p:cNvPr>
              <p:cNvCxnSpPr/>
              <p:nvPr/>
            </p:nvCxnSpPr>
            <p:spPr>
              <a:xfrm>
                <a:off x="294187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B5AB868B-D47A-4B4C-BD16-D35D85C9F1F1}"/>
                  </a:ext>
                </a:extLst>
              </p:cNvPr>
              <p:cNvCxnSpPr/>
              <p:nvPr/>
            </p:nvCxnSpPr>
            <p:spPr>
              <a:xfrm>
                <a:off x="294187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A26EC26E-4C42-4A27-B919-22AA30B05AB5}"/>
                  </a:ext>
                </a:extLst>
              </p:cNvPr>
              <p:cNvCxnSpPr/>
              <p:nvPr/>
            </p:nvCxnSpPr>
            <p:spPr>
              <a:xfrm>
                <a:off x="294187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7E144425-2C64-4961-ACA0-B85332833B3E}"/>
                  </a:ext>
                </a:extLst>
              </p:cNvPr>
              <p:cNvCxnSpPr/>
              <p:nvPr/>
            </p:nvCxnSpPr>
            <p:spPr>
              <a:xfrm>
                <a:off x="294187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2EA67E62-BCF4-445F-B9FA-A938025B7228}"/>
                  </a:ext>
                </a:extLst>
              </p:cNvPr>
              <p:cNvCxnSpPr/>
              <p:nvPr/>
            </p:nvCxnSpPr>
            <p:spPr>
              <a:xfrm>
                <a:off x="294187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65E72C26-C582-4220-8FAB-92D79D0BD3A0}"/>
                  </a:ext>
                </a:extLst>
              </p:cNvPr>
              <p:cNvCxnSpPr/>
              <p:nvPr/>
            </p:nvCxnSpPr>
            <p:spPr>
              <a:xfrm>
                <a:off x="294187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259A2F08-4BD2-44C2-98CD-7E0B8841AFB1}"/>
                  </a:ext>
                </a:extLst>
              </p:cNvPr>
              <p:cNvCxnSpPr/>
              <p:nvPr/>
            </p:nvCxnSpPr>
            <p:spPr>
              <a:xfrm>
                <a:off x="294187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BBBD2801-3FF6-472E-B893-BAF819319F7E}"/>
                  </a:ext>
                </a:extLst>
              </p:cNvPr>
              <p:cNvCxnSpPr/>
              <p:nvPr/>
            </p:nvCxnSpPr>
            <p:spPr>
              <a:xfrm>
                <a:off x="294187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F764B2F-887F-4A85-A97C-E7C7C35A9E94}"/>
                  </a:ext>
                </a:extLst>
              </p:cNvPr>
              <p:cNvCxnSpPr/>
              <p:nvPr/>
            </p:nvCxnSpPr>
            <p:spPr>
              <a:xfrm>
                <a:off x="294187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>
                <a:extLst>
                  <a:ext uri="{FF2B5EF4-FFF2-40B4-BE49-F238E27FC236}">
                    <a16:creationId xmlns:a16="http://schemas.microsoft.com/office/drawing/2014/main" id="{ACDE7281-E85C-413F-B96A-D2F63BD03190}"/>
                  </a:ext>
                </a:extLst>
              </p:cNvPr>
              <p:cNvCxnSpPr/>
              <p:nvPr/>
            </p:nvCxnSpPr>
            <p:spPr>
              <a:xfrm>
                <a:off x="294187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직선 연결선 59">
                <a:extLst>
                  <a:ext uri="{FF2B5EF4-FFF2-40B4-BE49-F238E27FC236}">
                    <a16:creationId xmlns:a16="http://schemas.microsoft.com/office/drawing/2014/main" id="{57D16AD7-FDCB-42F2-8420-7D0563450E53}"/>
                  </a:ext>
                </a:extLst>
              </p:cNvPr>
              <p:cNvCxnSpPr/>
              <p:nvPr/>
            </p:nvCxnSpPr>
            <p:spPr>
              <a:xfrm>
                <a:off x="294187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CCA591C5-440A-4D68-A3F9-7E120C94F909}"/>
                  </a:ext>
                </a:extLst>
              </p:cNvPr>
              <p:cNvCxnSpPr/>
              <p:nvPr/>
            </p:nvCxnSpPr>
            <p:spPr>
              <a:xfrm>
                <a:off x="294187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>
                <a:extLst>
                  <a:ext uri="{FF2B5EF4-FFF2-40B4-BE49-F238E27FC236}">
                    <a16:creationId xmlns:a16="http://schemas.microsoft.com/office/drawing/2014/main" id="{64E9835F-C030-4EA0-BA67-86B306F4EBC7}"/>
                  </a:ext>
                </a:extLst>
              </p:cNvPr>
              <p:cNvCxnSpPr/>
              <p:nvPr/>
            </p:nvCxnSpPr>
            <p:spPr>
              <a:xfrm>
                <a:off x="294187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>
                <a:extLst>
                  <a:ext uri="{FF2B5EF4-FFF2-40B4-BE49-F238E27FC236}">
                    <a16:creationId xmlns:a16="http://schemas.microsoft.com/office/drawing/2014/main" id="{9D34BC12-DE1C-4DB1-BECD-B96ABA16C3D5}"/>
                  </a:ext>
                </a:extLst>
              </p:cNvPr>
              <p:cNvCxnSpPr/>
              <p:nvPr/>
            </p:nvCxnSpPr>
            <p:spPr>
              <a:xfrm>
                <a:off x="294187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>
                <a:extLst>
                  <a:ext uri="{FF2B5EF4-FFF2-40B4-BE49-F238E27FC236}">
                    <a16:creationId xmlns:a16="http://schemas.microsoft.com/office/drawing/2014/main" id="{D819FBB6-E2EE-4705-A430-3FE9E809B60C}"/>
                  </a:ext>
                </a:extLst>
              </p:cNvPr>
              <p:cNvCxnSpPr/>
              <p:nvPr/>
            </p:nvCxnSpPr>
            <p:spPr>
              <a:xfrm>
                <a:off x="294187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>
                <a:extLst>
                  <a:ext uri="{FF2B5EF4-FFF2-40B4-BE49-F238E27FC236}">
                    <a16:creationId xmlns:a16="http://schemas.microsoft.com/office/drawing/2014/main" id="{EE9B849A-D0D3-4185-8C33-E664A47F0FA3}"/>
                  </a:ext>
                </a:extLst>
              </p:cNvPr>
              <p:cNvCxnSpPr/>
              <p:nvPr/>
            </p:nvCxnSpPr>
            <p:spPr>
              <a:xfrm>
                <a:off x="294187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직선 연결선 66">
                <a:extLst>
                  <a:ext uri="{FF2B5EF4-FFF2-40B4-BE49-F238E27FC236}">
                    <a16:creationId xmlns:a16="http://schemas.microsoft.com/office/drawing/2014/main" id="{AA2B8F77-67F6-4561-BF18-EF9DB61CD91A}"/>
                  </a:ext>
                </a:extLst>
              </p:cNvPr>
              <p:cNvCxnSpPr/>
              <p:nvPr/>
            </p:nvCxnSpPr>
            <p:spPr>
              <a:xfrm>
                <a:off x="294187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AD20A2EC-BB6F-4956-820E-86D249D635F9}"/>
                  </a:ext>
                </a:extLst>
              </p:cNvPr>
              <p:cNvCxnSpPr/>
              <p:nvPr/>
            </p:nvCxnSpPr>
            <p:spPr>
              <a:xfrm>
                <a:off x="294187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5" name="그룹 314">
              <a:extLst>
                <a:ext uri="{FF2B5EF4-FFF2-40B4-BE49-F238E27FC236}">
                  <a16:creationId xmlns:a16="http://schemas.microsoft.com/office/drawing/2014/main" id="{84ECDF41-CF85-45EF-BD27-E25F81BBEE3E}"/>
                </a:ext>
              </a:extLst>
            </p:cNvPr>
            <p:cNvGrpSpPr/>
            <p:nvPr/>
          </p:nvGrpSpPr>
          <p:grpSpPr>
            <a:xfrm>
              <a:off x="5875971" y="1417857"/>
              <a:ext cx="5324262" cy="9010459"/>
              <a:chOff x="5943120" y="1417857"/>
              <a:chExt cx="5324262" cy="9010459"/>
            </a:xfrm>
          </p:grpSpPr>
          <p:sp>
            <p:nvSpPr>
              <p:cNvPr id="205" name="모서리가 둥근 직사각형 302">
                <a:extLst>
                  <a:ext uri="{FF2B5EF4-FFF2-40B4-BE49-F238E27FC236}">
                    <a16:creationId xmlns:a16="http://schemas.microsoft.com/office/drawing/2014/main" id="{4727AD4D-37CD-4EAA-AD89-07FC10EEEA89}"/>
                  </a:ext>
                </a:extLst>
              </p:cNvPr>
              <p:cNvSpPr/>
              <p:nvPr/>
            </p:nvSpPr>
            <p:spPr>
              <a:xfrm>
                <a:off x="5943120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6" name="모서리가 둥근 직사각형 303">
                <a:extLst>
                  <a:ext uri="{FF2B5EF4-FFF2-40B4-BE49-F238E27FC236}">
                    <a16:creationId xmlns:a16="http://schemas.microsoft.com/office/drawing/2014/main" id="{E599C280-C5D5-47C0-8B61-26740BEA02E2}"/>
                  </a:ext>
                </a:extLst>
              </p:cNvPr>
              <p:cNvSpPr/>
              <p:nvPr/>
            </p:nvSpPr>
            <p:spPr>
              <a:xfrm>
                <a:off x="5943120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7" name="모서리가 둥근 직사각형 304">
                <a:extLst>
                  <a:ext uri="{FF2B5EF4-FFF2-40B4-BE49-F238E27FC236}">
                    <a16:creationId xmlns:a16="http://schemas.microsoft.com/office/drawing/2014/main" id="{F0FFE307-6E85-4C51-B793-7B46A2FDA4A9}"/>
                  </a:ext>
                </a:extLst>
              </p:cNvPr>
              <p:cNvSpPr/>
              <p:nvPr/>
            </p:nvSpPr>
            <p:spPr>
              <a:xfrm>
                <a:off x="5943120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8" name="모서리가 둥근 직사각형 305">
                <a:extLst>
                  <a:ext uri="{FF2B5EF4-FFF2-40B4-BE49-F238E27FC236}">
                    <a16:creationId xmlns:a16="http://schemas.microsoft.com/office/drawing/2014/main" id="{344E3845-C0F3-4BC8-A0F5-7E834742AE88}"/>
                  </a:ext>
                </a:extLst>
              </p:cNvPr>
              <p:cNvSpPr/>
              <p:nvPr/>
            </p:nvSpPr>
            <p:spPr>
              <a:xfrm>
                <a:off x="5943120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9" name="모서리가 둥근 직사각형 306">
                <a:extLst>
                  <a:ext uri="{FF2B5EF4-FFF2-40B4-BE49-F238E27FC236}">
                    <a16:creationId xmlns:a16="http://schemas.microsoft.com/office/drawing/2014/main" id="{A50F0E7C-AC1C-4C1E-8055-2198D9347E08}"/>
                  </a:ext>
                </a:extLst>
              </p:cNvPr>
              <p:cNvSpPr/>
              <p:nvPr/>
            </p:nvSpPr>
            <p:spPr>
              <a:xfrm>
                <a:off x="5943120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10" name="직선 연결선 209">
                <a:extLst>
                  <a:ext uri="{FF2B5EF4-FFF2-40B4-BE49-F238E27FC236}">
                    <a16:creationId xmlns:a16="http://schemas.microsoft.com/office/drawing/2014/main" id="{2386B1DF-7B36-4561-882B-B48038388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48409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직선 연결선 210">
                <a:extLst>
                  <a:ext uri="{FF2B5EF4-FFF2-40B4-BE49-F238E27FC236}">
                    <a16:creationId xmlns:a16="http://schemas.microsoft.com/office/drawing/2014/main" id="{1CB3BF07-72F3-4508-97FD-109E14995D0B}"/>
                  </a:ext>
                </a:extLst>
              </p:cNvPr>
              <p:cNvCxnSpPr/>
              <p:nvPr/>
            </p:nvCxnSpPr>
            <p:spPr>
              <a:xfrm>
                <a:off x="8648409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>
                <a:extLst>
                  <a:ext uri="{FF2B5EF4-FFF2-40B4-BE49-F238E27FC236}">
                    <a16:creationId xmlns:a16="http://schemas.microsoft.com/office/drawing/2014/main" id="{FB260C78-EB32-43C6-A4EE-DAA763F82B0C}"/>
                  </a:ext>
                </a:extLst>
              </p:cNvPr>
              <p:cNvCxnSpPr/>
              <p:nvPr/>
            </p:nvCxnSpPr>
            <p:spPr>
              <a:xfrm>
                <a:off x="8648409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>
                <a:extLst>
                  <a:ext uri="{FF2B5EF4-FFF2-40B4-BE49-F238E27FC236}">
                    <a16:creationId xmlns:a16="http://schemas.microsoft.com/office/drawing/2014/main" id="{3A42E1ED-E2A6-4B36-AA65-30C8E13C04EA}"/>
                  </a:ext>
                </a:extLst>
              </p:cNvPr>
              <p:cNvCxnSpPr/>
              <p:nvPr/>
            </p:nvCxnSpPr>
            <p:spPr>
              <a:xfrm>
                <a:off x="8648409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직선 연결선 213">
                <a:extLst>
                  <a:ext uri="{FF2B5EF4-FFF2-40B4-BE49-F238E27FC236}">
                    <a16:creationId xmlns:a16="http://schemas.microsoft.com/office/drawing/2014/main" id="{FB836CA4-35E5-498E-A831-463209217612}"/>
                  </a:ext>
                </a:extLst>
              </p:cNvPr>
              <p:cNvCxnSpPr/>
              <p:nvPr/>
            </p:nvCxnSpPr>
            <p:spPr>
              <a:xfrm>
                <a:off x="8648409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>
                <a:extLst>
                  <a:ext uri="{FF2B5EF4-FFF2-40B4-BE49-F238E27FC236}">
                    <a16:creationId xmlns:a16="http://schemas.microsoft.com/office/drawing/2014/main" id="{559CC054-B503-4FCB-A5DC-C3378B038209}"/>
                  </a:ext>
                </a:extLst>
              </p:cNvPr>
              <p:cNvCxnSpPr/>
              <p:nvPr/>
            </p:nvCxnSpPr>
            <p:spPr>
              <a:xfrm>
                <a:off x="8648409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>
                <a:extLst>
                  <a:ext uri="{FF2B5EF4-FFF2-40B4-BE49-F238E27FC236}">
                    <a16:creationId xmlns:a16="http://schemas.microsoft.com/office/drawing/2014/main" id="{25769139-60F8-4204-B37C-A4F7464B19D9}"/>
                  </a:ext>
                </a:extLst>
              </p:cNvPr>
              <p:cNvCxnSpPr/>
              <p:nvPr/>
            </p:nvCxnSpPr>
            <p:spPr>
              <a:xfrm>
                <a:off x="8648409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>
                <a:extLst>
                  <a:ext uri="{FF2B5EF4-FFF2-40B4-BE49-F238E27FC236}">
                    <a16:creationId xmlns:a16="http://schemas.microsoft.com/office/drawing/2014/main" id="{A13047BB-386B-4C25-A686-111CFF17C090}"/>
                  </a:ext>
                </a:extLst>
              </p:cNvPr>
              <p:cNvCxnSpPr/>
              <p:nvPr/>
            </p:nvCxnSpPr>
            <p:spPr>
              <a:xfrm>
                <a:off x="8648409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직선 연결선 217">
                <a:extLst>
                  <a:ext uri="{FF2B5EF4-FFF2-40B4-BE49-F238E27FC236}">
                    <a16:creationId xmlns:a16="http://schemas.microsoft.com/office/drawing/2014/main" id="{03576FAC-F848-4E3B-8E74-FB4692A9EDB4}"/>
                  </a:ext>
                </a:extLst>
              </p:cNvPr>
              <p:cNvCxnSpPr/>
              <p:nvPr/>
            </p:nvCxnSpPr>
            <p:spPr>
              <a:xfrm>
                <a:off x="8648409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>
                <a:extLst>
                  <a:ext uri="{FF2B5EF4-FFF2-40B4-BE49-F238E27FC236}">
                    <a16:creationId xmlns:a16="http://schemas.microsoft.com/office/drawing/2014/main" id="{441700D6-3AA8-4347-B6C7-1CA0958DEF75}"/>
                  </a:ext>
                </a:extLst>
              </p:cNvPr>
              <p:cNvCxnSpPr/>
              <p:nvPr/>
            </p:nvCxnSpPr>
            <p:spPr>
              <a:xfrm>
                <a:off x="8648409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직선 연결선 219">
                <a:extLst>
                  <a:ext uri="{FF2B5EF4-FFF2-40B4-BE49-F238E27FC236}">
                    <a16:creationId xmlns:a16="http://schemas.microsoft.com/office/drawing/2014/main" id="{1A9A959D-E0EC-42FD-A06A-CB379FD3291B}"/>
                  </a:ext>
                </a:extLst>
              </p:cNvPr>
              <p:cNvCxnSpPr/>
              <p:nvPr/>
            </p:nvCxnSpPr>
            <p:spPr>
              <a:xfrm>
                <a:off x="8648409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>
                <a:extLst>
                  <a:ext uri="{FF2B5EF4-FFF2-40B4-BE49-F238E27FC236}">
                    <a16:creationId xmlns:a16="http://schemas.microsoft.com/office/drawing/2014/main" id="{F62394E7-F347-4FD4-9699-EE34BFAF0CCB}"/>
                  </a:ext>
                </a:extLst>
              </p:cNvPr>
              <p:cNvCxnSpPr/>
              <p:nvPr/>
            </p:nvCxnSpPr>
            <p:spPr>
              <a:xfrm>
                <a:off x="8648409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직선 연결선 221">
                <a:extLst>
                  <a:ext uri="{FF2B5EF4-FFF2-40B4-BE49-F238E27FC236}">
                    <a16:creationId xmlns:a16="http://schemas.microsoft.com/office/drawing/2014/main" id="{899D7A91-9A1E-4ADD-A3DF-32AFD347A26F}"/>
                  </a:ext>
                </a:extLst>
              </p:cNvPr>
              <p:cNvCxnSpPr/>
              <p:nvPr/>
            </p:nvCxnSpPr>
            <p:spPr>
              <a:xfrm>
                <a:off x="8648409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17F7ED2E-85AB-413D-A759-F9CBC883828E}"/>
                  </a:ext>
                </a:extLst>
              </p:cNvPr>
              <p:cNvCxnSpPr/>
              <p:nvPr/>
            </p:nvCxnSpPr>
            <p:spPr>
              <a:xfrm>
                <a:off x="8648409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>
                <a:extLst>
                  <a:ext uri="{FF2B5EF4-FFF2-40B4-BE49-F238E27FC236}">
                    <a16:creationId xmlns:a16="http://schemas.microsoft.com/office/drawing/2014/main" id="{6EEBCB4D-AAD4-4F98-A7CA-B43BC67A0881}"/>
                  </a:ext>
                </a:extLst>
              </p:cNvPr>
              <p:cNvCxnSpPr/>
              <p:nvPr/>
            </p:nvCxnSpPr>
            <p:spPr>
              <a:xfrm>
                <a:off x="8648409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>
                <a:extLst>
                  <a:ext uri="{FF2B5EF4-FFF2-40B4-BE49-F238E27FC236}">
                    <a16:creationId xmlns:a16="http://schemas.microsoft.com/office/drawing/2014/main" id="{41A19DA5-E089-4484-9A94-A9DF3B1BC32C}"/>
                  </a:ext>
                </a:extLst>
              </p:cNvPr>
              <p:cNvCxnSpPr/>
              <p:nvPr/>
            </p:nvCxnSpPr>
            <p:spPr>
              <a:xfrm>
                <a:off x="8648409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직선 연결선 225">
                <a:extLst>
                  <a:ext uri="{FF2B5EF4-FFF2-40B4-BE49-F238E27FC236}">
                    <a16:creationId xmlns:a16="http://schemas.microsoft.com/office/drawing/2014/main" id="{5B412772-3513-4D21-8906-9E39ACF43BD7}"/>
                  </a:ext>
                </a:extLst>
              </p:cNvPr>
              <p:cNvCxnSpPr/>
              <p:nvPr/>
            </p:nvCxnSpPr>
            <p:spPr>
              <a:xfrm>
                <a:off x="8648409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직선 연결선 226">
                <a:extLst>
                  <a:ext uri="{FF2B5EF4-FFF2-40B4-BE49-F238E27FC236}">
                    <a16:creationId xmlns:a16="http://schemas.microsoft.com/office/drawing/2014/main" id="{B4EBDB79-F65C-4914-AC30-BAA8D2F646F2}"/>
                  </a:ext>
                </a:extLst>
              </p:cNvPr>
              <p:cNvCxnSpPr/>
              <p:nvPr/>
            </p:nvCxnSpPr>
            <p:spPr>
              <a:xfrm>
                <a:off x="8648409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>
                <a:extLst>
                  <a:ext uri="{FF2B5EF4-FFF2-40B4-BE49-F238E27FC236}">
                    <a16:creationId xmlns:a16="http://schemas.microsoft.com/office/drawing/2014/main" id="{667CC4E9-4833-4198-8615-D06532703FFC}"/>
                  </a:ext>
                </a:extLst>
              </p:cNvPr>
              <p:cNvCxnSpPr/>
              <p:nvPr/>
            </p:nvCxnSpPr>
            <p:spPr>
              <a:xfrm>
                <a:off x="8648409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>
                <a:extLst>
                  <a:ext uri="{FF2B5EF4-FFF2-40B4-BE49-F238E27FC236}">
                    <a16:creationId xmlns:a16="http://schemas.microsoft.com/office/drawing/2014/main" id="{0075FF4A-3482-44D9-9F0E-44E24962AFFB}"/>
                  </a:ext>
                </a:extLst>
              </p:cNvPr>
              <p:cNvCxnSpPr/>
              <p:nvPr/>
            </p:nvCxnSpPr>
            <p:spPr>
              <a:xfrm>
                <a:off x="8648409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직선 연결선 229">
                <a:extLst>
                  <a:ext uri="{FF2B5EF4-FFF2-40B4-BE49-F238E27FC236}">
                    <a16:creationId xmlns:a16="http://schemas.microsoft.com/office/drawing/2014/main" id="{6F1EBB34-E58E-4F65-BAAD-3157D1B76FE9}"/>
                  </a:ext>
                </a:extLst>
              </p:cNvPr>
              <p:cNvCxnSpPr/>
              <p:nvPr/>
            </p:nvCxnSpPr>
            <p:spPr>
              <a:xfrm>
                <a:off x="8648409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 230">
                <a:extLst>
                  <a:ext uri="{FF2B5EF4-FFF2-40B4-BE49-F238E27FC236}">
                    <a16:creationId xmlns:a16="http://schemas.microsoft.com/office/drawing/2014/main" id="{9F6F3503-67D3-40E8-9C70-8C7DBB12EE14}"/>
                  </a:ext>
                </a:extLst>
              </p:cNvPr>
              <p:cNvCxnSpPr/>
              <p:nvPr/>
            </p:nvCxnSpPr>
            <p:spPr>
              <a:xfrm>
                <a:off x="8648409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직선 연결선 231">
                <a:extLst>
                  <a:ext uri="{FF2B5EF4-FFF2-40B4-BE49-F238E27FC236}">
                    <a16:creationId xmlns:a16="http://schemas.microsoft.com/office/drawing/2014/main" id="{0B505442-94D2-4C90-9C5B-37C9E13C8C46}"/>
                  </a:ext>
                </a:extLst>
              </p:cNvPr>
              <p:cNvCxnSpPr/>
              <p:nvPr/>
            </p:nvCxnSpPr>
            <p:spPr>
              <a:xfrm>
                <a:off x="8648409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>
                <a:extLst>
                  <a:ext uri="{FF2B5EF4-FFF2-40B4-BE49-F238E27FC236}">
                    <a16:creationId xmlns:a16="http://schemas.microsoft.com/office/drawing/2014/main" id="{C3F37D00-4BB7-4368-8BDC-606AAF44C64D}"/>
                  </a:ext>
                </a:extLst>
              </p:cNvPr>
              <p:cNvCxnSpPr/>
              <p:nvPr/>
            </p:nvCxnSpPr>
            <p:spPr>
              <a:xfrm>
                <a:off x="8648409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 233">
                <a:extLst>
                  <a:ext uri="{FF2B5EF4-FFF2-40B4-BE49-F238E27FC236}">
                    <a16:creationId xmlns:a16="http://schemas.microsoft.com/office/drawing/2014/main" id="{465ABC33-16D6-42B2-9754-2F6590D4E347}"/>
                  </a:ext>
                </a:extLst>
              </p:cNvPr>
              <p:cNvCxnSpPr/>
              <p:nvPr/>
            </p:nvCxnSpPr>
            <p:spPr>
              <a:xfrm>
                <a:off x="8648409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>
                <a:extLst>
                  <a:ext uri="{FF2B5EF4-FFF2-40B4-BE49-F238E27FC236}">
                    <a16:creationId xmlns:a16="http://schemas.microsoft.com/office/drawing/2014/main" id="{65C7C804-76C7-4CEC-8327-F429FB2840AB}"/>
                  </a:ext>
                </a:extLst>
              </p:cNvPr>
              <p:cNvCxnSpPr/>
              <p:nvPr/>
            </p:nvCxnSpPr>
            <p:spPr>
              <a:xfrm>
                <a:off x="8648409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직선 연결선 235">
                <a:extLst>
                  <a:ext uri="{FF2B5EF4-FFF2-40B4-BE49-F238E27FC236}">
                    <a16:creationId xmlns:a16="http://schemas.microsoft.com/office/drawing/2014/main" id="{A2E0C59D-9053-42BF-B76D-28665C6A2E86}"/>
                  </a:ext>
                </a:extLst>
              </p:cNvPr>
              <p:cNvCxnSpPr/>
              <p:nvPr/>
            </p:nvCxnSpPr>
            <p:spPr>
              <a:xfrm>
                <a:off x="8648409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직선 연결선 236">
                <a:extLst>
                  <a:ext uri="{FF2B5EF4-FFF2-40B4-BE49-F238E27FC236}">
                    <a16:creationId xmlns:a16="http://schemas.microsoft.com/office/drawing/2014/main" id="{989CD918-A093-438F-8F7A-E1548607DB1F}"/>
                  </a:ext>
                </a:extLst>
              </p:cNvPr>
              <p:cNvCxnSpPr/>
              <p:nvPr/>
            </p:nvCxnSpPr>
            <p:spPr>
              <a:xfrm>
                <a:off x="8648409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직선 연결선 237">
                <a:extLst>
                  <a:ext uri="{FF2B5EF4-FFF2-40B4-BE49-F238E27FC236}">
                    <a16:creationId xmlns:a16="http://schemas.microsoft.com/office/drawing/2014/main" id="{A011F9D4-E673-4F4C-977A-6146EE9CA193}"/>
                  </a:ext>
                </a:extLst>
              </p:cNvPr>
              <p:cNvCxnSpPr/>
              <p:nvPr/>
            </p:nvCxnSpPr>
            <p:spPr>
              <a:xfrm>
                <a:off x="8648409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직선 연결선 238">
                <a:extLst>
                  <a:ext uri="{FF2B5EF4-FFF2-40B4-BE49-F238E27FC236}">
                    <a16:creationId xmlns:a16="http://schemas.microsoft.com/office/drawing/2014/main" id="{29DAD61E-EF4E-480D-9ACF-F4B9A845FBAD}"/>
                  </a:ext>
                </a:extLst>
              </p:cNvPr>
              <p:cNvCxnSpPr/>
              <p:nvPr/>
            </p:nvCxnSpPr>
            <p:spPr>
              <a:xfrm>
                <a:off x="8648409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직선 연결선 239">
                <a:extLst>
                  <a:ext uri="{FF2B5EF4-FFF2-40B4-BE49-F238E27FC236}">
                    <a16:creationId xmlns:a16="http://schemas.microsoft.com/office/drawing/2014/main" id="{588676AC-18B4-4EDB-A5E8-42F1CF1FA747}"/>
                  </a:ext>
                </a:extLst>
              </p:cNvPr>
              <p:cNvCxnSpPr/>
              <p:nvPr/>
            </p:nvCxnSpPr>
            <p:spPr>
              <a:xfrm>
                <a:off x="8648409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B2CA60A3-943D-4BEC-9EA2-CAA07F7ACF8C}"/>
                </a:ext>
              </a:extLst>
            </p:cNvPr>
            <p:cNvGrpSpPr/>
            <p:nvPr/>
          </p:nvGrpSpPr>
          <p:grpSpPr>
            <a:xfrm>
              <a:off x="11515354" y="1417857"/>
              <a:ext cx="5324262" cy="9010459"/>
              <a:chOff x="11548929" y="1417857"/>
              <a:chExt cx="5324262" cy="9010459"/>
            </a:xfrm>
          </p:grpSpPr>
          <p:sp>
            <p:nvSpPr>
              <p:cNvPr id="241" name="모서리가 둥근 직사각형 302">
                <a:extLst>
                  <a:ext uri="{FF2B5EF4-FFF2-40B4-BE49-F238E27FC236}">
                    <a16:creationId xmlns:a16="http://schemas.microsoft.com/office/drawing/2014/main" id="{EDAF7CFC-1C3A-43F2-A8CC-8FF27D18A65A}"/>
                  </a:ext>
                </a:extLst>
              </p:cNvPr>
              <p:cNvSpPr/>
              <p:nvPr/>
            </p:nvSpPr>
            <p:spPr>
              <a:xfrm>
                <a:off x="11548929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2" name="모서리가 둥근 직사각형 303">
                <a:extLst>
                  <a:ext uri="{FF2B5EF4-FFF2-40B4-BE49-F238E27FC236}">
                    <a16:creationId xmlns:a16="http://schemas.microsoft.com/office/drawing/2014/main" id="{47D18189-7270-4C22-8A9D-28290F9A5005}"/>
                  </a:ext>
                </a:extLst>
              </p:cNvPr>
              <p:cNvSpPr/>
              <p:nvPr/>
            </p:nvSpPr>
            <p:spPr>
              <a:xfrm>
                <a:off x="11548929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3" name="모서리가 둥근 직사각형 304">
                <a:extLst>
                  <a:ext uri="{FF2B5EF4-FFF2-40B4-BE49-F238E27FC236}">
                    <a16:creationId xmlns:a16="http://schemas.microsoft.com/office/drawing/2014/main" id="{6D084D22-8D40-4BFF-81CE-57BA962096F2}"/>
                  </a:ext>
                </a:extLst>
              </p:cNvPr>
              <p:cNvSpPr/>
              <p:nvPr/>
            </p:nvSpPr>
            <p:spPr>
              <a:xfrm>
                <a:off x="11548929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4" name="모서리가 둥근 직사각형 305">
                <a:extLst>
                  <a:ext uri="{FF2B5EF4-FFF2-40B4-BE49-F238E27FC236}">
                    <a16:creationId xmlns:a16="http://schemas.microsoft.com/office/drawing/2014/main" id="{B80D5F27-C770-47EC-B5A2-D9F7FCCE69FF}"/>
                  </a:ext>
                </a:extLst>
              </p:cNvPr>
              <p:cNvSpPr/>
              <p:nvPr/>
            </p:nvSpPr>
            <p:spPr>
              <a:xfrm>
                <a:off x="11548929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5" name="모서리가 둥근 직사각형 306">
                <a:extLst>
                  <a:ext uri="{FF2B5EF4-FFF2-40B4-BE49-F238E27FC236}">
                    <a16:creationId xmlns:a16="http://schemas.microsoft.com/office/drawing/2014/main" id="{183678A4-8751-4E27-9B93-64A7DF5E3FD3}"/>
                  </a:ext>
                </a:extLst>
              </p:cNvPr>
              <p:cNvSpPr/>
              <p:nvPr/>
            </p:nvSpPr>
            <p:spPr>
              <a:xfrm>
                <a:off x="11548929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46" name="직선 연결선 245">
                <a:extLst>
                  <a:ext uri="{FF2B5EF4-FFF2-40B4-BE49-F238E27FC236}">
                    <a16:creationId xmlns:a16="http://schemas.microsoft.com/office/drawing/2014/main" id="{A50ECB6C-ACD1-4FFC-BF91-F5475E5B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254218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연결선 246">
                <a:extLst>
                  <a:ext uri="{FF2B5EF4-FFF2-40B4-BE49-F238E27FC236}">
                    <a16:creationId xmlns:a16="http://schemas.microsoft.com/office/drawing/2014/main" id="{35EFC75C-0919-4219-B7C3-1EF9179F7905}"/>
                  </a:ext>
                </a:extLst>
              </p:cNvPr>
              <p:cNvCxnSpPr/>
              <p:nvPr/>
            </p:nvCxnSpPr>
            <p:spPr>
              <a:xfrm>
                <a:off x="14254218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직선 연결선 247">
                <a:extLst>
                  <a:ext uri="{FF2B5EF4-FFF2-40B4-BE49-F238E27FC236}">
                    <a16:creationId xmlns:a16="http://schemas.microsoft.com/office/drawing/2014/main" id="{DA1D7231-0352-4C31-A29C-25250B2316A5}"/>
                  </a:ext>
                </a:extLst>
              </p:cNvPr>
              <p:cNvCxnSpPr/>
              <p:nvPr/>
            </p:nvCxnSpPr>
            <p:spPr>
              <a:xfrm>
                <a:off x="14254218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>
                <a:extLst>
                  <a:ext uri="{FF2B5EF4-FFF2-40B4-BE49-F238E27FC236}">
                    <a16:creationId xmlns:a16="http://schemas.microsoft.com/office/drawing/2014/main" id="{F5B0246E-F600-42CE-9E07-319826E780BD}"/>
                  </a:ext>
                </a:extLst>
              </p:cNvPr>
              <p:cNvCxnSpPr/>
              <p:nvPr/>
            </p:nvCxnSpPr>
            <p:spPr>
              <a:xfrm>
                <a:off x="14254218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직선 연결선 249">
                <a:extLst>
                  <a:ext uri="{FF2B5EF4-FFF2-40B4-BE49-F238E27FC236}">
                    <a16:creationId xmlns:a16="http://schemas.microsoft.com/office/drawing/2014/main" id="{AF126F03-9EC8-420E-B5CB-D435F08DF99E}"/>
                  </a:ext>
                </a:extLst>
              </p:cNvPr>
              <p:cNvCxnSpPr/>
              <p:nvPr/>
            </p:nvCxnSpPr>
            <p:spPr>
              <a:xfrm>
                <a:off x="14254218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직선 연결선 250">
                <a:extLst>
                  <a:ext uri="{FF2B5EF4-FFF2-40B4-BE49-F238E27FC236}">
                    <a16:creationId xmlns:a16="http://schemas.microsoft.com/office/drawing/2014/main" id="{9C20F1F5-EFDB-4BCE-817B-D6D9B1F69F3E}"/>
                  </a:ext>
                </a:extLst>
              </p:cNvPr>
              <p:cNvCxnSpPr/>
              <p:nvPr/>
            </p:nvCxnSpPr>
            <p:spPr>
              <a:xfrm>
                <a:off x="14254218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직선 연결선 251">
                <a:extLst>
                  <a:ext uri="{FF2B5EF4-FFF2-40B4-BE49-F238E27FC236}">
                    <a16:creationId xmlns:a16="http://schemas.microsoft.com/office/drawing/2014/main" id="{0282387A-6D21-4794-99CC-78DF9325E558}"/>
                  </a:ext>
                </a:extLst>
              </p:cNvPr>
              <p:cNvCxnSpPr/>
              <p:nvPr/>
            </p:nvCxnSpPr>
            <p:spPr>
              <a:xfrm>
                <a:off x="14254218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직선 연결선 252">
                <a:extLst>
                  <a:ext uri="{FF2B5EF4-FFF2-40B4-BE49-F238E27FC236}">
                    <a16:creationId xmlns:a16="http://schemas.microsoft.com/office/drawing/2014/main" id="{24E1AF14-C46B-4502-A9B6-9738E0A357CA}"/>
                  </a:ext>
                </a:extLst>
              </p:cNvPr>
              <p:cNvCxnSpPr/>
              <p:nvPr/>
            </p:nvCxnSpPr>
            <p:spPr>
              <a:xfrm>
                <a:off x="14254218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직선 연결선 253">
                <a:extLst>
                  <a:ext uri="{FF2B5EF4-FFF2-40B4-BE49-F238E27FC236}">
                    <a16:creationId xmlns:a16="http://schemas.microsoft.com/office/drawing/2014/main" id="{F3317C95-934F-4C94-9E00-4B9078DCBF1E}"/>
                  </a:ext>
                </a:extLst>
              </p:cNvPr>
              <p:cNvCxnSpPr/>
              <p:nvPr/>
            </p:nvCxnSpPr>
            <p:spPr>
              <a:xfrm>
                <a:off x="14254218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직선 연결선 254">
                <a:extLst>
                  <a:ext uri="{FF2B5EF4-FFF2-40B4-BE49-F238E27FC236}">
                    <a16:creationId xmlns:a16="http://schemas.microsoft.com/office/drawing/2014/main" id="{B95FB43F-9108-450E-B7CC-7F47EE717B57}"/>
                  </a:ext>
                </a:extLst>
              </p:cNvPr>
              <p:cNvCxnSpPr/>
              <p:nvPr/>
            </p:nvCxnSpPr>
            <p:spPr>
              <a:xfrm>
                <a:off x="14254218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>
                <a:extLst>
                  <a:ext uri="{FF2B5EF4-FFF2-40B4-BE49-F238E27FC236}">
                    <a16:creationId xmlns:a16="http://schemas.microsoft.com/office/drawing/2014/main" id="{F6DC83AB-8119-4C22-90E0-22413FE43674}"/>
                  </a:ext>
                </a:extLst>
              </p:cNvPr>
              <p:cNvCxnSpPr/>
              <p:nvPr/>
            </p:nvCxnSpPr>
            <p:spPr>
              <a:xfrm>
                <a:off x="14254218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직선 연결선 256">
                <a:extLst>
                  <a:ext uri="{FF2B5EF4-FFF2-40B4-BE49-F238E27FC236}">
                    <a16:creationId xmlns:a16="http://schemas.microsoft.com/office/drawing/2014/main" id="{81E2B5A4-34E2-4DE1-BDA7-888F9C09A723}"/>
                  </a:ext>
                </a:extLst>
              </p:cNvPr>
              <p:cNvCxnSpPr/>
              <p:nvPr/>
            </p:nvCxnSpPr>
            <p:spPr>
              <a:xfrm>
                <a:off x="14254218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>
                <a:extLst>
                  <a:ext uri="{FF2B5EF4-FFF2-40B4-BE49-F238E27FC236}">
                    <a16:creationId xmlns:a16="http://schemas.microsoft.com/office/drawing/2014/main" id="{F073D697-491D-43FE-96A5-37ED096D2E8A}"/>
                  </a:ext>
                </a:extLst>
              </p:cNvPr>
              <p:cNvCxnSpPr/>
              <p:nvPr/>
            </p:nvCxnSpPr>
            <p:spPr>
              <a:xfrm>
                <a:off x="14254218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>
                <a:extLst>
                  <a:ext uri="{FF2B5EF4-FFF2-40B4-BE49-F238E27FC236}">
                    <a16:creationId xmlns:a16="http://schemas.microsoft.com/office/drawing/2014/main" id="{0068CAB1-4F56-4B85-82A3-1E93981384A3}"/>
                  </a:ext>
                </a:extLst>
              </p:cNvPr>
              <p:cNvCxnSpPr/>
              <p:nvPr/>
            </p:nvCxnSpPr>
            <p:spPr>
              <a:xfrm>
                <a:off x="14254218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직선 연결선 259">
                <a:extLst>
                  <a:ext uri="{FF2B5EF4-FFF2-40B4-BE49-F238E27FC236}">
                    <a16:creationId xmlns:a16="http://schemas.microsoft.com/office/drawing/2014/main" id="{05EEAD43-12DB-49D2-9B89-1D3CE09ADDB3}"/>
                  </a:ext>
                </a:extLst>
              </p:cNvPr>
              <p:cNvCxnSpPr/>
              <p:nvPr/>
            </p:nvCxnSpPr>
            <p:spPr>
              <a:xfrm>
                <a:off x="14254218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직선 연결선 260">
                <a:extLst>
                  <a:ext uri="{FF2B5EF4-FFF2-40B4-BE49-F238E27FC236}">
                    <a16:creationId xmlns:a16="http://schemas.microsoft.com/office/drawing/2014/main" id="{83C39F24-1C94-438A-A89F-58FEC0672EA9}"/>
                  </a:ext>
                </a:extLst>
              </p:cNvPr>
              <p:cNvCxnSpPr/>
              <p:nvPr/>
            </p:nvCxnSpPr>
            <p:spPr>
              <a:xfrm>
                <a:off x="14254218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직선 연결선 261">
                <a:extLst>
                  <a:ext uri="{FF2B5EF4-FFF2-40B4-BE49-F238E27FC236}">
                    <a16:creationId xmlns:a16="http://schemas.microsoft.com/office/drawing/2014/main" id="{CEA32DAC-7922-40B3-AB5B-344FE1F71F9B}"/>
                  </a:ext>
                </a:extLst>
              </p:cNvPr>
              <p:cNvCxnSpPr/>
              <p:nvPr/>
            </p:nvCxnSpPr>
            <p:spPr>
              <a:xfrm>
                <a:off x="14254218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직선 연결선 262">
                <a:extLst>
                  <a:ext uri="{FF2B5EF4-FFF2-40B4-BE49-F238E27FC236}">
                    <a16:creationId xmlns:a16="http://schemas.microsoft.com/office/drawing/2014/main" id="{D7227509-564B-47E4-9412-CC882168446B}"/>
                  </a:ext>
                </a:extLst>
              </p:cNvPr>
              <p:cNvCxnSpPr/>
              <p:nvPr/>
            </p:nvCxnSpPr>
            <p:spPr>
              <a:xfrm>
                <a:off x="14254218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직선 연결선 263">
                <a:extLst>
                  <a:ext uri="{FF2B5EF4-FFF2-40B4-BE49-F238E27FC236}">
                    <a16:creationId xmlns:a16="http://schemas.microsoft.com/office/drawing/2014/main" id="{1D5158BD-E286-4693-8F70-807C97F87438}"/>
                  </a:ext>
                </a:extLst>
              </p:cNvPr>
              <p:cNvCxnSpPr/>
              <p:nvPr/>
            </p:nvCxnSpPr>
            <p:spPr>
              <a:xfrm>
                <a:off x="14254218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>
                <a:extLst>
                  <a:ext uri="{FF2B5EF4-FFF2-40B4-BE49-F238E27FC236}">
                    <a16:creationId xmlns:a16="http://schemas.microsoft.com/office/drawing/2014/main" id="{59B7242A-F591-4D80-8791-ED592941C261}"/>
                  </a:ext>
                </a:extLst>
              </p:cNvPr>
              <p:cNvCxnSpPr/>
              <p:nvPr/>
            </p:nvCxnSpPr>
            <p:spPr>
              <a:xfrm>
                <a:off x="14254218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>
                <a:extLst>
                  <a:ext uri="{FF2B5EF4-FFF2-40B4-BE49-F238E27FC236}">
                    <a16:creationId xmlns:a16="http://schemas.microsoft.com/office/drawing/2014/main" id="{0FB01A24-71E1-4F21-B97C-9BF23FFE85A2}"/>
                  </a:ext>
                </a:extLst>
              </p:cNvPr>
              <p:cNvCxnSpPr/>
              <p:nvPr/>
            </p:nvCxnSpPr>
            <p:spPr>
              <a:xfrm>
                <a:off x="14254218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직선 연결선 266">
                <a:extLst>
                  <a:ext uri="{FF2B5EF4-FFF2-40B4-BE49-F238E27FC236}">
                    <a16:creationId xmlns:a16="http://schemas.microsoft.com/office/drawing/2014/main" id="{52F673FE-F658-4FEE-B623-2EF76A9BD5FB}"/>
                  </a:ext>
                </a:extLst>
              </p:cNvPr>
              <p:cNvCxnSpPr/>
              <p:nvPr/>
            </p:nvCxnSpPr>
            <p:spPr>
              <a:xfrm>
                <a:off x="14254218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>
                <a:extLst>
                  <a:ext uri="{FF2B5EF4-FFF2-40B4-BE49-F238E27FC236}">
                    <a16:creationId xmlns:a16="http://schemas.microsoft.com/office/drawing/2014/main" id="{755F7D14-B39F-46D5-85CD-FC60772AFE00}"/>
                  </a:ext>
                </a:extLst>
              </p:cNvPr>
              <p:cNvCxnSpPr/>
              <p:nvPr/>
            </p:nvCxnSpPr>
            <p:spPr>
              <a:xfrm>
                <a:off x="14254218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직선 연결선 268">
                <a:extLst>
                  <a:ext uri="{FF2B5EF4-FFF2-40B4-BE49-F238E27FC236}">
                    <a16:creationId xmlns:a16="http://schemas.microsoft.com/office/drawing/2014/main" id="{3393C0BA-139C-4A5F-8FC4-05F2879BDC06}"/>
                  </a:ext>
                </a:extLst>
              </p:cNvPr>
              <p:cNvCxnSpPr/>
              <p:nvPr/>
            </p:nvCxnSpPr>
            <p:spPr>
              <a:xfrm>
                <a:off x="14254218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>
                <a:extLst>
                  <a:ext uri="{FF2B5EF4-FFF2-40B4-BE49-F238E27FC236}">
                    <a16:creationId xmlns:a16="http://schemas.microsoft.com/office/drawing/2014/main" id="{3DCDB880-6BCB-4DBF-9BA9-8F9BC9CD51C0}"/>
                  </a:ext>
                </a:extLst>
              </p:cNvPr>
              <p:cNvCxnSpPr/>
              <p:nvPr/>
            </p:nvCxnSpPr>
            <p:spPr>
              <a:xfrm>
                <a:off x="14254218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직선 연결선 270">
                <a:extLst>
                  <a:ext uri="{FF2B5EF4-FFF2-40B4-BE49-F238E27FC236}">
                    <a16:creationId xmlns:a16="http://schemas.microsoft.com/office/drawing/2014/main" id="{5FC35A32-46F8-4DD0-B1FA-A635B9AA7A22}"/>
                  </a:ext>
                </a:extLst>
              </p:cNvPr>
              <p:cNvCxnSpPr/>
              <p:nvPr/>
            </p:nvCxnSpPr>
            <p:spPr>
              <a:xfrm>
                <a:off x="14254218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직선 연결선 271">
                <a:extLst>
                  <a:ext uri="{FF2B5EF4-FFF2-40B4-BE49-F238E27FC236}">
                    <a16:creationId xmlns:a16="http://schemas.microsoft.com/office/drawing/2014/main" id="{13C173B7-B087-474F-8704-9DB6BD3D2C8B}"/>
                  </a:ext>
                </a:extLst>
              </p:cNvPr>
              <p:cNvCxnSpPr/>
              <p:nvPr/>
            </p:nvCxnSpPr>
            <p:spPr>
              <a:xfrm>
                <a:off x="14254218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직선 연결선 272">
                <a:extLst>
                  <a:ext uri="{FF2B5EF4-FFF2-40B4-BE49-F238E27FC236}">
                    <a16:creationId xmlns:a16="http://schemas.microsoft.com/office/drawing/2014/main" id="{02307BAF-4A65-4B4B-88E2-182618D3E8C3}"/>
                  </a:ext>
                </a:extLst>
              </p:cNvPr>
              <p:cNvCxnSpPr/>
              <p:nvPr/>
            </p:nvCxnSpPr>
            <p:spPr>
              <a:xfrm>
                <a:off x="14254218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>
                <a:extLst>
                  <a:ext uri="{FF2B5EF4-FFF2-40B4-BE49-F238E27FC236}">
                    <a16:creationId xmlns:a16="http://schemas.microsoft.com/office/drawing/2014/main" id="{75E2F053-95FD-4E85-AFA5-0E684F48DF16}"/>
                  </a:ext>
                </a:extLst>
              </p:cNvPr>
              <p:cNvCxnSpPr/>
              <p:nvPr/>
            </p:nvCxnSpPr>
            <p:spPr>
              <a:xfrm>
                <a:off x="14254218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>
                <a:extLst>
                  <a:ext uri="{FF2B5EF4-FFF2-40B4-BE49-F238E27FC236}">
                    <a16:creationId xmlns:a16="http://schemas.microsoft.com/office/drawing/2014/main" id="{414B8D6C-28D8-4930-8B15-BD11AC693CF6}"/>
                  </a:ext>
                </a:extLst>
              </p:cNvPr>
              <p:cNvCxnSpPr/>
              <p:nvPr/>
            </p:nvCxnSpPr>
            <p:spPr>
              <a:xfrm>
                <a:off x="14254218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직선 연결선 275">
                <a:extLst>
                  <a:ext uri="{FF2B5EF4-FFF2-40B4-BE49-F238E27FC236}">
                    <a16:creationId xmlns:a16="http://schemas.microsoft.com/office/drawing/2014/main" id="{6D2290CE-F3EF-41C2-831E-05178D1EBD3B}"/>
                  </a:ext>
                </a:extLst>
              </p:cNvPr>
              <p:cNvCxnSpPr/>
              <p:nvPr/>
            </p:nvCxnSpPr>
            <p:spPr>
              <a:xfrm>
                <a:off x="14254218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510F13D5-2224-4404-BE61-C9658B48C2B3}"/>
                </a:ext>
              </a:extLst>
            </p:cNvPr>
            <p:cNvGrpSpPr/>
            <p:nvPr/>
          </p:nvGrpSpPr>
          <p:grpSpPr>
            <a:xfrm>
              <a:off x="17154738" y="1417857"/>
              <a:ext cx="5324262" cy="9010459"/>
              <a:chOff x="17154738" y="1417857"/>
              <a:chExt cx="5324262" cy="9010459"/>
            </a:xfrm>
          </p:grpSpPr>
          <p:sp>
            <p:nvSpPr>
              <p:cNvPr id="277" name="모서리가 둥근 직사각형 302">
                <a:extLst>
                  <a:ext uri="{FF2B5EF4-FFF2-40B4-BE49-F238E27FC236}">
                    <a16:creationId xmlns:a16="http://schemas.microsoft.com/office/drawing/2014/main" id="{BB974790-B467-4A07-A435-199CA7AF1035}"/>
                  </a:ext>
                </a:extLst>
              </p:cNvPr>
              <p:cNvSpPr/>
              <p:nvPr/>
            </p:nvSpPr>
            <p:spPr>
              <a:xfrm>
                <a:off x="17154738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78" name="모서리가 둥근 직사각형 303">
                <a:extLst>
                  <a:ext uri="{FF2B5EF4-FFF2-40B4-BE49-F238E27FC236}">
                    <a16:creationId xmlns:a16="http://schemas.microsoft.com/office/drawing/2014/main" id="{29EB8463-375F-4A81-B3FD-8E131F65C3FD}"/>
                  </a:ext>
                </a:extLst>
              </p:cNvPr>
              <p:cNvSpPr/>
              <p:nvPr/>
            </p:nvSpPr>
            <p:spPr>
              <a:xfrm>
                <a:off x="17154738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79" name="모서리가 둥근 직사각형 304">
                <a:extLst>
                  <a:ext uri="{FF2B5EF4-FFF2-40B4-BE49-F238E27FC236}">
                    <a16:creationId xmlns:a16="http://schemas.microsoft.com/office/drawing/2014/main" id="{381CFDC5-1055-4611-B2F7-06E44CBC7C72}"/>
                  </a:ext>
                </a:extLst>
              </p:cNvPr>
              <p:cNvSpPr/>
              <p:nvPr/>
            </p:nvSpPr>
            <p:spPr>
              <a:xfrm>
                <a:off x="17154738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80" name="모서리가 둥근 직사각형 305">
                <a:extLst>
                  <a:ext uri="{FF2B5EF4-FFF2-40B4-BE49-F238E27FC236}">
                    <a16:creationId xmlns:a16="http://schemas.microsoft.com/office/drawing/2014/main" id="{803B05E8-7157-42BF-A08E-4DA91541E2AA}"/>
                  </a:ext>
                </a:extLst>
              </p:cNvPr>
              <p:cNvSpPr/>
              <p:nvPr/>
            </p:nvSpPr>
            <p:spPr>
              <a:xfrm>
                <a:off x="17154738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81" name="모서리가 둥근 직사각형 306">
                <a:extLst>
                  <a:ext uri="{FF2B5EF4-FFF2-40B4-BE49-F238E27FC236}">
                    <a16:creationId xmlns:a16="http://schemas.microsoft.com/office/drawing/2014/main" id="{FF0DA609-5A5B-45DE-A357-090FAA05DAA1}"/>
                  </a:ext>
                </a:extLst>
              </p:cNvPr>
              <p:cNvSpPr/>
              <p:nvPr/>
            </p:nvSpPr>
            <p:spPr>
              <a:xfrm>
                <a:off x="17154738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82" name="직선 연결선 281">
                <a:extLst>
                  <a:ext uri="{FF2B5EF4-FFF2-40B4-BE49-F238E27FC236}">
                    <a16:creationId xmlns:a16="http://schemas.microsoft.com/office/drawing/2014/main" id="{04E5492A-0FD9-4845-929C-EB7E44362F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6002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>
                <a:extLst>
                  <a:ext uri="{FF2B5EF4-FFF2-40B4-BE49-F238E27FC236}">
                    <a16:creationId xmlns:a16="http://schemas.microsoft.com/office/drawing/2014/main" id="{F2122232-5C30-4580-9C7A-F3659CB72A0F}"/>
                  </a:ext>
                </a:extLst>
              </p:cNvPr>
              <p:cNvCxnSpPr/>
              <p:nvPr/>
            </p:nvCxnSpPr>
            <p:spPr>
              <a:xfrm>
                <a:off x="1986002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직선 연결선 283">
                <a:extLst>
                  <a:ext uri="{FF2B5EF4-FFF2-40B4-BE49-F238E27FC236}">
                    <a16:creationId xmlns:a16="http://schemas.microsoft.com/office/drawing/2014/main" id="{4778CD14-A0CF-48F6-93BB-55B5D74E5625}"/>
                  </a:ext>
                </a:extLst>
              </p:cNvPr>
              <p:cNvCxnSpPr/>
              <p:nvPr/>
            </p:nvCxnSpPr>
            <p:spPr>
              <a:xfrm>
                <a:off x="1986002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직선 연결선 284">
                <a:extLst>
                  <a:ext uri="{FF2B5EF4-FFF2-40B4-BE49-F238E27FC236}">
                    <a16:creationId xmlns:a16="http://schemas.microsoft.com/office/drawing/2014/main" id="{93101131-8A8E-4225-BB84-FDCBD62DF68C}"/>
                  </a:ext>
                </a:extLst>
              </p:cNvPr>
              <p:cNvCxnSpPr/>
              <p:nvPr/>
            </p:nvCxnSpPr>
            <p:spPr>
              <a:xfrm>
                <a:off x="1986002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직선 연결선 285">
                <a:extLst>
                  <a:ext uri="{FF2B5EF4-FFF2-40B4-BE49-F238E27FC236}">
                    <a16:creationId xmlns:a16="http://schemas.microsoft.com/office/drawing/2014/main" id="{518176BE-A7B5-4DF2-8BC5-4BDC7BACAE0C}"/>
                  </a:ext>
                </a:extLst>
              </p:cNvPr>
              <p:cNvCxnSpPr/>
              <p:nvPr/>
            </p:nvCxnSpPr>
            <p:spPr>
              <a:xfrm>
                <a:off x="1986002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>
                <a:extLst>
                  <a:ext uri="{FF2B5EF4-FFF2-40B4-BE49-F238E27FC236}">
                    <a16:creationId xmlns:a16="http://schemas.microsoft.com/office/drawing/2014/main" id="{7E87EE9D-F27C-4202-ACF5-766CC177EEE5}"/>
                  </a:ext>
                </a:extLst>
              </p:cNvPr>
              <p:cNvCxnSpPr/>
              <p:nvPr/>
            </p:nvCxnSpPr>
            <p:spPr>
              <a:xfrm>
                <a:off x="1986002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직선 연결선 287">
                <a:extLst>
                  <a:ext uri="{FF2B5EF4-FFF2-40B4-BE49-F238E27FC236}">
                    <a16:creationId xmlns:a16="http://schemas.microsoft.com/office/drawing/2014/main" id="{4BEC2918-BFE5-4338-A6F7-8E89CFB612A3}"/>
                  </a:ext>
                </a:extLst>
              </p:cNvPr>
              <p:cNvCxnSpPr/>
              <p:nvPr/>
            </p:nvCxnSpPr>
            <p:spPr>
              <a:xfrm>
                <a:off x="1986002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>
                <a:extLst>
                  <a:ext uri="{FF2B5EF4-FFF2-40B4-BE49-F238E27FC236}">
                    <a16:creationId xmlns:a16="http://schemas.microsoft.com/office/drawing/2014/main" id="{38A4C7BA-F17F-469C-A914-A1121A4AF5C8}"/>
                  </a:ext>
                </a:extLst>
              </p:cNvPr>
              <p:cNvCxnSpPr/>
              <p:nvPr/>
            </p:nvCxnSpPr>
            <p:spPr>
              <a:xfrm>
                <a:off x="1986002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직선 연결선 289">
                <a:extLst>
                  <a:ext uri="{FF2B5EF4-FFF2-40B4-BE49-F238E27FC236}">
                    <a16:creationId xmlns:a16="http://schemas.microsoft.com/office/drawing/2014/main" id="{9466834E-6BCD-46A0-94AE-FBFEFA446F1F}"/>
                  </a:ext>
                </a:extLst>
              </p:cNvPr>
              <p:cNvCxnSpPr/>
              <p:nvPr/>
            </p:nvCxnSpPr>
            <p:spPr>
              <a:xfrm>
                <a:off x="1986002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직선 연결선 290">
                <a:extLst>
                  <a:ext uri="{FF2B5EF4-FFF2-40B4-BE49-F238E27FC236}">
                    <a16:creationId xmlns:a16="http://schemas.microsoft.com/office/drawing/2014/main" id="{6C63A5FD-4B08-4A0D-9BA0-36EA70994AAF}"/>
                  </a:ext>
                </a:extLst>
              </p:cNvPr>
              <p:cNvCxnSpPr/>
              <p:nvPr/>
            </p:nvCxnSpPr>
            <p:spPr>
              <a:xfrm>
                <a:off x="1986002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직선 연결선 291">
                <a:extLst>
                  <a:ext uri="{FF2B5EF4-FFF2-40B4-BE49-F238E27FC236}">
                    <a16:creationId xmlns:a16="http://schemas.microsoft.com/office/drawing/2014/main" id="{4CA1092E-A136-4FE4-9974-C02F01EA0139}"/>
                  </a:ext>
                </a:extLst>
              </p:cNvPr>
              <p:cNvCxnSpPr/>
              <p:nvPr/>
            </p:nvCxnSpPr>
            <p:spPr>
              <a:xfrm>
                <a:off x="1986002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3" name="직선 연결선 292">
                <a:extLst>
                  <a:ext uri="{FF2B5EF4-FFF2-40B4-BE49-F238E27FC236}">
                    <a16:creationId xmlns:a16="http://schemas.microsoft.com/office/drawing/2014/main" id="{9F9F02E4-D912-4C5B-AE09-DE81910E6626}"/>
                  </a:ext>
                </a:extLst>
              </p:cNvPr>
              <p:cNvCxnSpPr/>
              <p:nvPr/>
            </p:nvCxnSpPr>
            <p:spPr>
              <a:xfrm>
                <a:off x="1986002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직선 연결선 293">
                <a:extLst>
                  <a:ext uri="{FF2B5EF4-FFF2-40B4-BE49-F238E27FC236}">
                    <a16:creationId xmlns:a16="http://schemas.microsoft.com/office/drawing/2014/main" id="{8C04FD21-82FB-442B-9C56-BB276D61B8C8}"/>
                  </a:ext>
                </a:extLst>
              </p:cNvPr>
              <p:cNvCxnSpPr/>
              <p:nvPr/>
            </p:nvCxnSpPr>
            <p:spPr>
              <a:xfrm>
                <a:off x="1986002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직선 연결선 294">
                <a:extLst>
                  <a:ext uri="{FF2B5EF4-FFF2-40B4-BE49-F238E27FC236}">
                    <a16:creationId xmlns:a16="http://schemas.microsoft.com/office/drawing/2014/main" id="{5CBE671D-38F7-403A-B008-F112A98E95F4}"/>
                  </a:ext>
                </a:extLst>
              </p:cNvPr>
              <p:cNvCxnSpPr/>
              <p:nvPr/>
            </p:nvCxnSpPr>
            <p:spPr>
              <a:xfrm>
                <a:off x="1986002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>
                <a:extLst>
                  <a:ext uri="{FF2B5EF4-FFF2-40B4-BE49-F238E27FC236}">
                    <a16:creationId xmlns:a16="http://schemas.microsoft.com/office/drawing/2014/main" id="{CAA97933-5FCC-4474-B5C9-1666C5E53D34}"/>
                  </a:ext>
                </a:extLst>
              </p:cNvPr>
              <p:cNvCxnSpPr/>
              <p:nvPr/>
            </p:nvCxnSpPr>
            <p:spPr>
              <a:xfrm>
                <a:off x="1986002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직선 연결선 296">
                <a:extLst>
                  <a:ext uri="{FF2B5EF4-FFF2-40B4-BE49-F238E27FC236}">
                    <a16:creationId xmlns:a16="http://schemas.microsoft.com/office/drawing/2014/main" id="{6F10A4BC-3A89-42A2-9540-90090905F9A9}"/>
                  </a:ext>
                </a:extLst>
              </p:cNvPr>
              <p:cNvCxnSpPr/>
              <p:nvPr/>
            </p:nvCxnSpPr>
            <p:spPr>
              <a:xfrm>
                <a:off x="1986002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직선 연결선 297">
                <a:extLst>
                  <a:ext uri="{FF2B5EF4-FFF2-40B4-BE49-F238E27FC236}">
                    <a16:creationId xmlns:a16="http://schemas.microsoft.com/office/drawing/2014/main" id="{7CF13C50-8BD9-46EC-A0D4-2D01948B61F5}"/>
                  </a:ext>
                </a:extLst>
              </p:cNvPr>
              <p:cNvCxnSpPr/>
              <p:nvPr/>
            </p:nvCxnSpPr>
            <p:spPr>
              <a:xfrm>
                <a:off x="1986002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직선 연결선 298">
                <a:extLst>
                  <a:ext uri="{FF2B5EF4-FFF2-40B4-BE49-F238E27FC236}">
                    <a16:creationId xmlns:a16="http://schemas.microsoft.com/office/drawing/2014/main" id="{A590F5F3-7867-4C03-82BE-565E868F25A2}"/>
                  </a:ext>
                </a:extLst>
              </p:cNvPr>
              <p:cNvCxnSpPr/>
              <p:nvPr/>
            </p:nvCxnSpPr>
            <p:spPr>
              <a:xfrm>
                <a:off x="1986002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>
                <a:extLst>
                  <a:ext uri="{FF2B5EF4-FFF2-40B4-BE49-F238E27FC236}">
                    <a16:creationId xmlns:a16="http://schemas.microsoft.com/office/drawing/2014/main" id="{45F9E5EB-CB87-4232-8C1F-77F0198EF5A4}"/>
                  </a:ext>
                </a:extLst>
              </p:cNvPr>
              <p:cNvCxnSpPr/>
              <p:nvPr/>
            </p:nvCxnSpPr>
            <p:spPr>
              <a:xfrm>
                <a:off x="1986002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직선 연결선 300">
                <a:extLst>
                  <a:ext uri="{FF2B5EF4-FFF2-40B4-BE49-F238E27FC236}">
                    <a16:creationId xmlns:a16="http://schemas.microsoft.com/office/drawing/2014/main" id="{AC0B36F6-EE67-4E3C-B292-2AB1EEFE40B6}"/>
                  </a:ext>
                </a:extLst>
              </p:cNvPr>
              <p:cNvCxnSpPr/>
              <p:nvPr/>
            </p:nvCxnSpPr>
            <p:spPr>
              <a:xfrm>
                <a:off x="1986002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직선 연결선 301">
                <a:extLst>
                  <a:ext uri="{FF2B5EF4-FFF2-40B4-BE49-F238E27FC236}">
                    <a16:creationId xmlns:a16="http://schemas.microsoft.com/office/drawing/2014/main" id="{17098D0D-D102-438A-9BFF-432FD0F37583}"/>
                  </a:ext>
                </a:extLst>
              </p:cNvPr>
              <p:cNvCxnSpPr/>
              <p:nvPr/>
            </p:nvCxnSpPr>
            <p:spPr>
              <a:xfrm>
                <a:off x="1986002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직선 연결선 302">
                <a:extLst>
                  <a:ext uri="{FF2B5EF4-FFF2-40B4-BE49-F238E27FC236}">
                    <a16:creationId xmlns:a16="http://schemas.microsoft.com/office/drawing/2014/main" id="{5A66C170-8D9D-46AB-A2C9-220718806975}"/>
                  </a:ext>
                </a:extLst>
              </p:cNvPr>
              <p:cNvCxnSpPr/>
              <p:nvPr/>
            </p:nvCxnSpPr>
            <p:spPr>
              <a:xfrm>
                <a:off x="1986002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직선 연결선 303">
                <a:extLst>
                  <a:ext uri="{FF2B5EF4-FFF2-40B4-BE49-F238E27FC236}">
                    <a16:creationId xmlns:a16="http://schemas.microsoft.com/office/drawing/2014/main" id="{02F1F5CF-9EC4-4286-A7F4-F73A95C37AE2}"/>
                  </a:ext>
                </a:extLst>
              </p:cNvPr>
              <p:cNvCxnSpPr/>
              <p:nvPr/>
            </p:nvCxnSpPr>
            <p:spPr>
              <a:xfrm>
                <a:off x="1986002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>
                <a:extLst>
                  <a:ext uri="{FF2B5EF4-FFF2-40B4-BE49-F238E27FC236}">
                    <a16:creationId xmlns:a16="http://schemas.microsoft.com/office/drawing/2014/main" id="{54431AE4-9D44-4107-9713-2CAAC5FAFDD6}"/>
                  </a:ext>
                </a:extLst>
              </p:cNvPr>
              <p:cNvCxnSpPr/>
              <p:nvPr/>
            </p:nvCxnSpPr>
            <p:spPr>
              <a:xfrm>
                <a:off x="1986002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직선 연결선 305">
                <a:extLst>
                  <a:ext uri="{FF2B5EF4-FFF2-40B4-BE49-F238E27FC236}">
                    <a16:creationId xmlns:a16="http://schemas.microsoft.com/office/drawing/2014/main" id="{39AE1CD7-2C99-4BD6-8804-D9176B67AA9F}"/>
                  </a:ext>
                </a:extLst>
              </p:cNvPr>
              <p:cNvCxnSpPr/>
              <p:nvPr/>
            </p:nvCxnSpPr>
            <p:spPr>
              <a:xfrm>
                <a:off x="1986002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직선 연결선 306">
                <a:extLst>
                  <a:ext uri="{FF2B5EF4-FFF2-40B4-BE49-F238E27FC236}">
                    <a16:creationId xmlns:a16="http://schemas.microsoft.com/office/drawing/2014/main" id="{B20A9D1A-BCA5-44F0-AE21-A06027CDD565}"/>
                  </a:ext>
                </a:extLst>
              </p:cNvPr>
              <p:cNvCxnSpPr/>
              <p:nvPr/>
            </p:nvCxnSpPr>
            <p:spPr>
              <a:xfrm>
                <a:off x="1986002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직선 연결선 307">
                <a:extLst>
                  <a:ext uri="{FF2B5EF4-FFF2-40B4-BE49-F238E27FC236}">
                    <a16:creationId xmlns:a16="http://schemas.microsoft.com/office/drawing/2014/main" id="{377A980D-921C-46BD-AC7D-781FA58522F9}"/>
                  </a:ext>
                </a:extLst>
              </p:cNvPr>
              <p:cNvCxnSpPr/>
              <p:nvPr/>
            </p:nvCxnSpPr>
            <p:spPr>
              <a:xfrm>
                <a:off x="1986002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직선 연결선 308">
                <a:extLst>
                  <a:ext uri="{FF2B5EF4-FFF2-40B4-BE49-F238E27FC236}">
                    <a16:creationId xmlns:a16="http://schemas.microsoft.com/office/drawing/2014/main" id="{1BDA90E2-E95F-4725-8DCE-435FF728A6DC}"/>
                  </a:ext>
                </a:extLst>
              </p:cNvPr>
              <p:cNvCxnSpPr/>
              <p:nvPr/>
            </p:nvCxnSpPr>
            <p:spPr>
              <a:xfrm>
                <a:off x="1986002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>
                <a:extLst>
                  <a:ext uri="{FF2B5EF4-FFF2-40B4-BE49-F238E27FC236}">
                    <a16:creationId xmlns:a16="http://schemas.microsoft.com/office/drawing/2014/main" id="{985C4427-3096-4712-A94A-14E5D43078BB}"/>
                  </a:ext>
                </a:extLst>
              </p:cNvPr>
              <p:cNvCxnSpPr/>
              <p:nvPr/>
            </p:nvCxnSpPr>
            <p:spPr>
              <a:xfrm>
                <a:off x="1986002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직선 연결선 310">
                <a:extLst>
                  <a:ext uri="{FF2B5EF4-FFF2-40B4-BE49-F238E27FC236}">
                    <a16:creationId xmlns:a16="http://schemas.microsoft.com/office/drawing/2014/main" id="{8C3518F7-A02B-4A25-B6FB-E9CDC008DBEC}"/>
                  </a:ext>
                </a:extLst>
              </p:cNvPr>
              <p:cNvCxnSpPr/>
              <p:nvPr/>
            </p:nvCxnSpPr>
            <p:spPr>
              <a:xfrm>
                <a:off x="1986002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직선 연결선 311">
                <a:extLst>
                  <a:ext uri="{FF2B5EF4-FFF2-40B4-BE49-F238E27FC236}">
                    <a16:creationId xmlns:a16="http://schemas.microsoft.com/office/drawing/2014/main" id="{765C194B-0641-42EE-B1A6-7BB093F66EEB}"/>
                  </a:ext>
                </a:extLst>
              </p:cNvPr>
              <p:cNvCxnSpPr/>
              <p:nvPr/>
            </p:nvCxnSpPr>
            <p:spPr>
              <a:xfrm>
                <a:off x="1986002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46DF43AD-B97B-4090-B20C-4287DBB0F00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52" name="그림 151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E0E65EFC-C07D-4A9E-830E-11A847024A4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4" name="직사각형 153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C3A68FEB-CA80-4693-8444-55F55D6DE1C0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5" name="직사각형 154">
            <a:hlinkClick r:id="rId5" action="ppaction://hlinksldjump"/>
            <a:extLst>
              <a:ext uri="{FF2B5EF4-FFF2-40B4-BE49-F238E27FC236}">
                <a16:creationId xmlns:a16="http://schemas.microsoft.com/office/drawing/2014/main" id="{D6824F5E-5904-4B0A-AE1F-C96318FD191C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6" name="직사각형 15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85EB0FE-D28A-49C7-A459-38D2E33E6BB5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CC51F75-7905-4D16-B0CF-4202F63C8226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7BE750B-D594-4BAE-9B84-223ECC688F3F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2A4A2E60-C1BA-47C9-BE2E-6C605C4E7B43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5621F58C-5005-46C3-9BC7-AF572ED29BAC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58B16218-1D27-414F-BFAC-F88EE3BDC9CA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73D8D524-DA09-46D5-ABD2-A3C298F88F06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A56FEAA-160D-4F9F-A24B-845385340B6C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23B071F1-5DFA-4F3F-BE95-E4F4CF9F7398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3819277486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93CBB134-D3CC-4D6A-9E63-62F14FC2F59D}"/>
              </a:ext>
            </a:extLst>
          </p:cNvPr>
          <p:cNvGrpSpPr/>
          <p:nvPr/>
        </p:nvGrpSpPr>
        <p:grpSpPr>
          <a:xfrm>
            <a:off x="179388" y="539751"/>
            <a:ext cx="22321837" cy="10117138"/>
            <a:chOff x="236587" y="1417857"/>
            <a:chExt cx="22242413" cy="9010459"/>
          </a:xfrm>
        </p:grpSpPr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F5EC5A45-B374-4D94-BF85-BB9B6769637F}"/>
                </a:ext>
              </a:extLst>
            </p:cNvPr>
            <p:cNvGrpSpPr/>
            <p:nvPr/>
          </p:nvGrpSpPr>
          <p:grpSpPr>
            <a:xfrm>
              <a:off x="236587" y="1417857"/>
              <a:ext cx="5324263" cy="9010459"/>
              <a:chOff x="236587" y="1417857"/>
              <a:chExt cx="5324263" cy="9010459"/>
            </a:xfrm>
          </p:grpSpPr>
          <p:sp>
            <p:nvSpPr>
              <p:cNvPr id="4" name="모서리가 둥근 직사각형 302">
                <a:extLst>
                  <a:ext uri="{FF2B5EF4-FFF2-40B4-BE49-F238E27FC236}">
                    <a16:creationId xmlns:a16="http://schemas.microsoft.com/office/drawing/2014/main" id="{EC6EB742-71D2-4C5E-AC91-6EC0B6C49B3B}"/>
                  </a:ext>
                </a:extLst>
              </p:cNvPr>
              <p:cNvSpPr/>
              <p:nvPr/>
            </p:nvSpPr>
            <p:spPr>
              <a:xfrm>
                <a:off x="236587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5" name="모서리가 둥근 직사각형 303">
                <a:extLst>
                  <a:ext uri="{FF2B5EF4-FFF2-40B4-BE49-F238E27FC236}">
                    <a16:creationId xmlns:a16="http://schemas.microsoft.com/office/drawing/2014/main" id="{C84CF98E-FD48-4F94-9721-7EC4A34F1C43}"/>
                  </a:ext>
                </a:extLst>
              </p:cNvPr>
              <p:cNvSpPr/>
              <p:nvPr/>
            </p:nvSpPr>
            <p:spPr>
              <a:xfrm>
                <a:off x="236587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6" name="모서리가 둥근 직사각형 304">
                <a:extLst>
                  <a:ext uri="{FF2B5EF4-FFF2-40B4-BE49-F238E27FC236}">
                    <a16:creationId xmlns:a16="http://schemas.microsoft.com/office/drawing/2014/main" id="{62F425DB-43C1-4A79-BBC4-C4722AD05503}"/>
                  </a:ext>
                </a:extLst>
              </p:cNvPr>
              <p:cNvSpPr/>
              <p:nvPr/>
            </p:nvSpPr>
            <p:spPr>
              <a:xfrm>
                <a:off x="236587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7" name="모서리가 둥근 직사각형 305">
                <a:extLst>
                  <a:ext uri="{FF2B5EF4-FFF2-40B4-BE49-F238E27FC236}">
                    <a16:creationId xmlns:a16="http://schemas.microsoft.com/office/drawing/2014/main" id="{459E2C90-D1E7-4490-9A61-2886187D7DD2}"/>
                  </a:ext>
                </a:extLst>
              </p:cNvPr>
              <p:cNvSpPr/>
              <p:nvPr/>
            </p:nvSpPr>
            <p:spPr>
              <a:xfrm>
                <a:off x="236587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8" name="모서리가 둥근 직사각형 306">
                <a:extLst>
                  <a:ext uri="{FF2B5EF4-FFF2-40B4-BE49-F238E27FC236}">
                    <a16:creationId xmlns:a16="http://schemas.microsoft.com/office/drawing/2014/main" id="{B70DFABF-9E6A-4481-8C18-27630CCDA7A2}"/>
                  </a:ext>
                </a:extLst>
              </p:cNvPr>
              <p:cNvSpPr/>
              <p:nvPr/>
            </p:nvSpPr>
            <p:spPr>
              <a:xfrm>
                <a:off x="236587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E7B5E4E1-8B4D-48F2-B8EE-705EDAFB73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4187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E7E7CCFA-F8CE-453C-BC86-4D5DFDD3D638}"/>
                  </a:ext>
                </a:extLst>
              </p:cNvPr>
              <p:cNvCxnSpPr/>
              <p:nvPr/>
            </p:nvCxnSpPr>
            <p:spPr>
              <a:xfrm>
                <a:off x="294187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직선 연결선 38">
                <a:extLst>
                  <a:ext uri="{FF2B5EF4-FFF2-40B4-BE49-F238E27FC236}">
                    <a16:creationId xmlns:a16="http://schemas.microsoft.com/office/drawing/2014/main" id="{16BB2C4F-5540-49AF-8384-E6A551FAC393}"/>
                  </a:ext>
                </a:extLst>
              </p:cNvPr>
              <p:cNvCxnSpPr/>
              <p:nvPr/>
            </p:nvCxnSpPr>
            <p:spPr>
              <a:xfrm>
                <a:off x="294187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822BD19C-4394-4335-AEAF-6D083B845461}"/>
                  </a:ext>
                </a:extLst>
              </p:cNvPr>
              <p:cNvCxnSpPr/>
              <p:nvPr/>
            </p:nvCxnSpPr>
            <p:spPr>
              <a:xfrm>
                <a:off x="294187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3E1CA9B2-454B-4F06-9E15-EB357C20216A}"/>
                  </a:ext>
                </a:extLst>
              </p:cNvPr>
              <p:cNvCxnSpPr/>
              <p:nvPr/>
            </p:nvCxnSpPr>
            <p:spPr>
              <a:xfrm>
                <a:off x="294187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D5F56B55-D93B-4036-881E-BE354E87C526}"/>
                  </a:ext>
                </a:extLst>
              </p:cNvPr>
              <p:cNvCxnSpPr/>
              <p:nvPr/>
            </p:nvCxnSpPr>
            <p:spPr>
              <a:xfrm>
                <a:off x="294187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C812CF22-124D-48D1-A559-CC38303CA9CC}"/>
                  </a:ext>
                </a:extLst>
              </p:cNvPr>
              <p:cNvCxnSpPr/>
              <p:nvPr/>
            </p:nvCxnSpPr>
            <p:spPr>
              <a:xfrm>
                <a:off x="294187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>
                <a:extLst>
                  <a:ext uri="{FF2B5EF4-FFF2-40B4-BE49-F238E27FC236}">
                    <a16:creationId xmlns:a16="http://schemas.microsoft.com/office/drawing/2014/main" id="{73F11963-29B3-436A-ABDF-CDEAA5C671D6}"/>
                  </a:ext>
                </a:extLst>
              </p:cNvPr>
              <p:cNvCxnSpPr/>
              <p:nvPr/>
            </p:nvCxnSpPr>
            <p:spPr>
              <a:xfrm>
                <a:off x="294187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621B4E3B-5635-44F5-A280-4A911405480F}"/>
                  </a:ext>
                </a:extLst>
              </p:cNvPr>
              <p:cNvCxnSpPr/>
              <p:nvPr/>
            </p:nvCxnSpPr>
            <p:spPr>
              <a:xfrm>
                <a:off x="294187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5B89D61C-8BE6-4DEF-B1FC-2FD24E823B2A}"/>
                  </a:ext>
                </a:extLst>
              </p:cNvPr>
              <p:cNvCxnSpPr/>
              <p:nvPr/>
            </p:nvCxnSpPr>
            <p:spPr>
              <a:xfrm>
                <a:off x="294187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21C06BFB-072F-4A0A-BE21-E8A5152E77FA}"/>
                  </a:ext>
                </a:extLst>
              </p:cNvPr>
              <p:cNvCxnSpPr/>
              <p:nvPr/>
            </p:nvCxnSpPr>
            <p:spPr>
              <a:xfrm>
                <a:off x="294187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EF1D726A-0E45-4569-BB03-C6F829648FE0}"/>
                  </a:ext>
                </a:extLst>
              </p:cNvPr>
              <p:cNvCxnSpPr/>
              <p:nvPr/>
            </p:nvCxnSpPr>
            <p:spPr>
              <a:xfrm>
                <a:off x="294187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>
                <a:extLst>
                  <a:ext uri="{FF2B5EF4-FFF2-40B4-BE49-F238E27FC236}">
                    <a16:creationId xmlns:a16="http://schemas.microsoft.com/office/drawing/2014/main" id="{873F46A8-B7AE-4778-A3B7-0CD7E55C9C40}"/>
                  </a:ext>
                </a:extLst>
              </p:cNvPr>
              <p:cNvCxnSpPr/>
              <p:nvPr/>
            </p:nvCxnSpPr>
            <p:spPr>
              <a:xfrm>
                <a:off x="294187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7F68A330-AC4F-44A0-8F30-792F7E6C9850}"/>
                  </a:ext>
                </a:extLst>
              </p:cNvPr>
              <p:cNvCxnSpPr/>
              <p:nvPr/>
            </p:nvCxnSpPr>
            <p:spPr>
              <a:xfrm>
                <a:off x="294187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B5AB868B-D47A-4B4C-BD16-D35D85C9F1F1}"/>
                  </a:ext>
                </a:extLst>
              </p:cNvPr>
              <p:cNvCxnSpPr/>
              <p:nvPr/>
            </p:nvCxnSpPr>
            <p:spPr>
              <a:xfrm>
                <a:off x="294187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A26EC26E-4C42-4A27-B919-22AA30B05AB5}"/>
                  </a:ext>
                </a:extLst>
              </p:cNvPr>
              <p:cNvCxnSpPr/>
              <p:nvPr/>
            </p:nvCxnSpPr>
            <p:spPr>
              <a:xfrm>
                <a:off x="294187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7E144425-2C64-4961-ACA0-B85332833B3E}"/>
                  </a:ext>
                </a:extLst>
              </p:cNvPr>
              <p:cNvCxnSpPr/>
              <p:nvPr/>
            </p:nvCxnSpPr>
            <p:spPr>
              <a:xfrm>
                <a:off x="294187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2EA67E62-BCF4-445F-B9FA-A938025B7228}"/>
                  </a:ext>
                </a:extLst>
              </p:cNvPr>
              <p:cNvCxnSpPr/>
              <p:nvPr/>
            </p:nvCxnSpPr>
            <p:spPr>
              <a:xfrm>
                <a:off x="294187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65E72C26-C582-4220-8FAB-92D79D0BD3A0}"/>
                  </a:ext>
                </a:extLst>
              </p:cNvPr>
              <p:cNvCxnSpPr/>
              <p:nvPr/>
            </p:nvCxnSpPr>
            <p:spPr>
              <a:xfrm>
                <a:off x="294187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259A2F08-4BD2-44C2-98CD-7E0B8841AFB1}"/>
                  </a:ext>
                </a:extLst>
              </p:cNvPr>
              <p:cNvCxnSpPr/>
              <p:nvPr/>
            </p:nvCxnSpPr>
            <p:spPr>
              <a:xfrm>
                <a:off x="294187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BBBD2801-3FF6-472E-B893-BAF819319F7E}"/>
                  </a:ext>
                </a:extLst>
              </p:cNvPr>
              <p:cNvCxnSpPr/>
              <p:nvPr/>
            </p:nvCxnSpPr>
            <p:spPr>
              <a:xfrm>
                <a:off x="294187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F764B2F-887F-4A85-A97C-E7C7C35A9E94}"/>
                  </a:ext>
                </a:extLst>
              </p:cNvPr>
              <p:cNvCxnSpPr/>
              <p:nvPr/>
            </p:nvCxnSpPr>
            <p:spPr>
              <a:xfrm>
                <a:off x="294187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>
                <a:extLst>
                  <a:ext uri="{FF2B5EF4-FFF2-40B4-BE49-F238E27FC236}">
                    <a16:creationId xmlns:a16="http://schemas.microsoft.com/office/drawing/2014/main" id="{ACDE7281-E85C-413F-B96A-D2F63BD03190}"/>
                  </a:ext>
                </a:extLst>
              </p:cNvPr>
              <p:cNvCxnSpPr/>
              <p:nvPr/>
            </p:nvCxnSpPr>
            <p:spPr>
              <a:xfrm>
                <a:off x="294187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직선 연결선 59">
                <a:extLst>
                  <a:ext uri="{FF2B5EF4-FFF2-40B4-BE49-F238E27FC236}">
                    <a16:creationId xmlns:a16="http://schemas.microsoft.com/office/drawing/2014/main" id="{57D16AD7-FDCB-42F2-8420-7D0563450E53}"/>
                  </a:ext>
                </a:extLst>
              </p:cNvPr>
              <p:cNvCxnSpPr/>
              <p:nvPr/>
            </p:nvCxnSpPr>
            <p:spPr>
              <a:xfrm>
                <a:off x="294187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CCA591C5-440A-4D68-A3F9-7E120C94F909}"/>
                  </a:ext>
                </a:extLst>
              </p:cNvPr>
              <p:cNvCxnSpPr/>
              <p:nvPr/>
            </p:nvCxnSpPr>
            <p:spPr>
              <a:xfrm>
                <a:off x="294187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>
                <a:extLst>
                  <a:ext uri="{FF2B5EF4-FFF2-40B4-BE49-F238E27FC236}">
                    <a16:creationId xmlns:a16="http://schemas.microsoft.com/office/drawing/2014/main" id="{64E9835F-C030-4EA0-BA67-86B306F4EBC7}"/>
                  </a:ext>
                </a:extLst>
              </p:cNvPr>
              <p:cNvCxnSpPr/>
              <p:nvPr/>
            </p:nvCxnSpPr>
            <p:spPr>
              <a:xfrm>
                <a:off x="294187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>
                <a:extLst>
                  <a:ext uri="{FF2B5EF4-FFF2-40B4-BE49-F238E27FC236}">
                    <a16:creationId xmlns:a16="http://schemas.microsoft.com/office/drawing/2014/main" id="{9D34BC12-DE1C-4DB1-BECD-B96ABA16C3D5}"/>
                  </a:ext>
                </a:extLst>
              </p:cNvPr>
              <p:cNvCxnSpPr/>
              <p:nvPr/>
            </p:nvCxnSpPr>
            <p:spPr>
              <a:xfrm>
                <a:off x="294187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>
                <a:extLst>
                  <a:ext uri="{FF2B5EF4-FFF2-40B4-BE49-F238E27FC236}">
                    <a16:creationId xmlns:a16="http://schemas.microsoft.com/office/drawing/2014/main" id="{D819FBB6-E2EE-4705-A430-3FE9E809B60C}"/>
                  </a:ext>
                </a:extLst>
              </p:cNvPr>
              <p:cNvCxnSpPr/>
              <p:nvPr/>
            </p:nvCxnSpPr>
            <p:spPr>
              <a:xfrm>
                <a:off x="294187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>
                <a:extLst>
                  <a:ext uri="{FF2B5EF4-FFF2-40B4-BE49-F238E27FC236}">
                    <a16:creationId xmlns:a16="http://schemas.microsoft.com/office/drawing/2014/main" id="{EE9B849A-D0D3-4185-8C33-E664A47F0FA3}"/>
                  </a:ext>
                </a:extLst>
              </p:cNvPr>
              <p:cNvCxnSpPr/>
              <p:nvPr/>
            </p:nvCxnSpPr>
            <p:spPr>
              <a:xfrm>
                <a:off x="294187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직선 연결선 66">
                <a:extLst>
                  <a:ext uri="{FF2B5EF4-FFF2-40B4-BE49-F238E27FC236}">
                    <a16:creationId xmlns:a16="http://schemas.microsoft.com/office/drawing/2014/main" id="{AA2B8F77-67F6-4561-BF18-EF9DB61CD91A}"/>
                  </a:ext>
                </a:extLst>
              </p:cNvPr>
              <p:cNvCxnSpPr/>
              <p:nvPr/>
            </p:nvCxnSpPr>
            <p:spPr>
              <a:xfrm>
                <a:off x="294187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AD20A2EC-BB6F-4956-820E-86D249D635F9}"/>
                  </a:ext>
                </a:extLst>
              </p:cNvPr>
              <p:cNvCxnSpPr/>
              <p:nvPr/>
            </p:nvCxnSpPr>
            <p:spPr>
              <a:xfrm>
                <a:off x="294187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5" name="그룹 314">
              <a:extLst>
                <a:ext uri="{FF2B5EF4-FFF2-40B4-BE49-F238E27FC236}">
                  <a16:creationId xmlns:a16="http://schemas.microsoft.com/office/drawing/2014/main" id="{84ECDF41-CF85-45EF-BD27-E25F81BBEE3E}"/>
                </a:ext>
              </a:extLst>
            </p:cNvPr>
            <p:cNvGrpSpPr/>
            <p:nvPr/>
          </p:nvGrpSpPr>
          <p:grpSpPr>
            <a:xfrm>
              <a:off x="5875971" y="1417857"/>
              <a:ext cx="5324262" cy="9010459"/>
              <a:chOff x="5943120" y="1417857"/>
              <a:chExt cx="5324262" cy="9010459"/>
            </a:xfrm>
          </p:grpSpPr>
          <p:sp>
            <p:nvSpPr>
              <p:cNvPr id="205" name="모서리가 둥근 직사각형 302">
                <a:extLst>
                  <a:ext uri="{FF2B5EF4-FFF2-40B4-BE49-F238E27FC236}">
                    <a16:creationId xmlns:a16="http://schemas.microsoft.com/office/drawing/2014/main" id="{4727AD4D-37CD-4EAA-AD89-07FC10EEEA89}"/>
                  </a:ext>
                </a:extLst>
              </p:cNvPr>
              <p:cNvSpPr/>
              <p:nvPr/>
            </p:nvSpPr>
            <p:spPr>
              <a:xfrm>
                <a:off x="5943120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6" name="모서리가 둥근 직사각형 303">
                <a:extLst>
                  <a:ext uri="{FF2B5EF4-FFF2-40B4-BE49-F238E27FC236}">
                    <a16:creationId xmlns:a16="http://schemas.microsoft.com/office/drawing/2014/main" id="{E599C280-C5D5-47C0-8B61-26740BEA02E2}"/>
                  </a:ext>
                </a:extLst>
              </p:cNvPr>
              <p:cNvSpPr/>
              <p:nvPr/>
            </p:nvSpPr>
            <p:spPr>
              <a:xfrm>
                <a:off x="5943120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7" name="모서리가 둥근 직사각형 304">
                <a:extLst>
                  <a:ext uri="{FF2B5EF4-FFF2-40B4-BE49-F238E27FC236}">
                    <a16:creationId xmlns:a16="http://schemas.microsoft.com/office/drawing/2014/main" id="{F0FFE307-6E85-4C51-B793-7B46A2FDA4A9}"/>
                  </a:ext>
                </a:extLst>
              </p:cNvPr>
              <p:cNvSpPr/>
              <p:nvPr/>
            </p:nvSpPr>
            <p:spPr>
              <a:xfrm>
                <a:off x="5943120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8" name="모서리가 둥근 직사각형 305">
                <a:extLst>
                  <a:ext uri="{FF2B5EF4-FFF2-40B4-BE49-F238E27FC236}">
                    <a16:creationId xmlns:a16="http://schemas.microsoft.com/office/drawing/2014/main" id="{344E3845-C0F3-4BC8-A0F5-7E834742AE88}"/>
                  </a:ext>
                </a:extLst>
              </p:cNvPr>
              <p:cNvSpPr/>
              <p:nvPr/>
            </p:nvSpPr>
            <p:spPr>
              <a:xfrm>
                <a:off x="5943120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9" name="모서리가 둥근 직사각형 306">
                <a:extLst>
                  <a:ext uri="{FF2B5EF4-FFF2-40B4-BE49-F238E27FC236}">
                    <a16:creationId xmlns:a16="http://schemas.microsoft.com/office/drawing/2014/main" id="{A50F0E7C-AC1C-4C1E-8055-2198D9347E08}"/>
                  </a:ext>
                </a:extLst>
              </p:cNvPr>
              <p:cNvSpPr/>
              <p:nvPr/>
            </p:nvSpPr>
            <p:spPr>
              <a:xfrm>
                <a:off x="5943120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10" name="직선 연결선 209">
                <a:extLst>
                  <a:ext uri="{FF2B5EF4-FFF2-40B4-BE49-F238E27FC236}">
                    <a16:creationId xmlns:a16="http://schemas.microsoft.com/office/drawing/2014/main" id="{2386B1DF-7B36-4561-882B-B48038388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48409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직선 연결선 210">
                <a:extLst>
                  <a:ext uri="{FF2B5EF4-FFF2-40B4-BE49-F238E27FC236}">
                    <a16:creationId xmlns:a16="http://schemas.microsoft.com/office/drawing/2014/main" id="{1CB3BF07-72F3-4508-97FD-109E14995D0B}"/>
                  </a:ext>
                </a:extLst>
              </p:cNvPr>
              <p:cNvCxnSpPr/>
              <p:nvPr/>
            </p:nvCxnSpPr>
            <p:spPr>
              <a:xfrm>
                <a:off x="8648409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>
                <a:extLst>
                  <a:ext uri="{FF2B5EF4-FFF2-40B4-BE49-F238E27FC236}">
                    <a16:creationId xmlns:a16="http://schemas.microsoft.com/office/drawing/2014/main" id="{FB260C78-EB32-43C6-A4EE-DAA763F82B0C}"/>
                  </a:ext>
                </a:extLst>
              </p:cNvPr>
              <p:cNvCxnSpPr/>
              <p:nvPr/>
            </p:nvCxnSpPr>
            <p:spPr>
              <a:xfrm>
                <a:off x="8648409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>
                <a:extLst>
                  <a:ext uri="{FF2B5EF4-FFF2-40B4-BE49-F238E27FC236}">
                    <a16:creationId xmlns:a16="http://schemas.microsoft.com/office/drawing/2014/main" id="{3A42E1ED-E2A6-4B36-AA65-30C8E13C04EA}"/>
                  </a:ext>
                </a:extLst>
              </p:cNvPr>
              <p:cNvCxnSpPr/>
              <p:nvPr/>
            </p:nvCxnSpPr>
            <p:spPr>
              <a:xfrm>
                <a:off x="8648409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직선 연결선 213">
                <a:extLst>
                  <a:ext uri="{FF2B5EF4-FFF2-40B4-BE49-F238E27FC236}">
                    <a16:creationId xmlns:a16="http://schemas.microsoft.com/office/drawing/2014/main" id="{FB836CA4-35E5-498E-A831-463209217612}"/>
                  </a:ext>
                </a:extLst>
              </p:cNvPr>
              <p:cNvCxnSpPr/>
              <p:nvPr/>
            </p:nvCxnSpPr>
            <p:spPr>
              <a:xfrm>
                <a:off x="8648409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>
                <a:extLst>
                  <a:ext uri="{FF2B5EF4-FFF2-40B4-BE49-F238E27FC236}">
                    <a16:creationId xmlns:a16="http://schemas.microsoft.com/office/drawing/2014/main" id="{559CC054-B503-4FCB-A5DC-C3378B038209}"/>
                  </a:ext>
                </a:extLst>
              </p:cNvPr>
              <p:cNvCxnSpPr/>
              <p:nvPr/>
            </p:nvCxnSpPr>
            <p:spPr>
              <a:xfrm>
                <a:off x="8648409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>
                <a:extLst>
                  <a:ext uri="{FF2B5EF4-FFF2-40B4-BE49-F238E27FC236}">
                    <a16:creationId xmlns:a16="http://schemas.microsoft.com/office/drawing/2014/main" id="{25769139-60F8-4204-B37C-A4F7464B19D9}"/>
                  </a:ext>
                </a:extLst>
              </p:cNvPr>
              <p:cNvCxnSpPr/>
              <p:nvPr/>
            </p:nvCxnSpPr>
            <p:spPr>
              <a:xfrm>
                <a:off x="8648409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>
                <a:extLst>
                  <a:ext uri="{FF2B5EF4-FFF2-40B4-BE49-F238E27FC236}">
                    <a16:creationId xmlns:a16="http://schemas.microsoft.com/office/drawing/2014/main" id="{A13047BB-386B-4C25-A686-111CFF17C090}"/>
                  </a:ext>
                </a:extLst>
              </p:cNvPr>
              <p:cNvCxnSpPr/>
              <p:nvPr/>
            </p:nvCxnSpPr>
            <p:spPr>
              <a:xfrm>
                <a:off x="8648409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직선 연결선 217">
                <a:extLst>
                  <a:ext uri="{FF2B5EF4-FFF2-40B4-BE49-F238E27FC236}">
                    <a16:creationId xmlns:a16="http://schemas.microsoft.com/office/drawing/2014/main" id="{03576FAC-F848-4E3B-8E74-FB4692A9EDB4}"/>
                  </a:ext>
                </a:extLst>
              </p:cNvPr>
              <p:cNvCxnSpPr/>
              <p:nvPr/>
            </p:nvCxnSpPr>
            <p:spPr>
              <a:xfrm>
                <a:off x="8648409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>
                <a:extLst>
                  <a:ext uri="{FF2B5EF4-FFF2-40B4-BE49-F238E27FC236}">
                    <a16:creationId xmlns:a16="http://schemas.microsoft.com/office/drawing/2014/main" id="{441700D6-3AA8-4347-B6C7-1CA0958DEF75}"/>
                  </a:ext>
                </a:extLst>
              </p:cNvPr>
              <p:cNvCxnSpPr/>
              <p:nvPr/>
            </p:nvCxnSpPr>
            <p:spPr>
              <a:xfrm>
                <a:off x="8648409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직선 연결선 219">
                <a:extLst>
                  <a:ext uri="{FF2B5EF4-FFF2-40B4-BE49-F238E27FC236}">
                    <a16:creationId xmlns:a16="http://schemas.microsoft.com/office/drawing/2014/main" id="{1A9A959D-E0EC-42FD-A06A-CB379FD3291B}"/>
                  </a:ext>
                </a:extLst>
              </p:cNvPr>
              <p:cNvCxnSpPr/>
              <p:nvPr/>
            </p:nvCxnSpPr>
            <p:spPr>
              <a:xfrm>
                <a:off x="8648409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>
                <a:extLst>
                  <a:ext uri="{FF2B5EF4-FFF2-40B4-BE49-F238E27FC236}">
                    <a16:creationId xmlns:a16="http://schemas.microsoft.com/office/drawing/2014/main" id="{F62394E7-F347-4FD4-9699-EE34BFAF0CCB}"/>
                  </a:ext>
                </a:extLst>
              </p:cNvPr>
              <p:cNvCxnSpPr/>
              <p:nvPr/>
            </p:nvCxnSpPr>
            <p:spPr>
              <a:xfrm>
                <a:off x="8648409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직선 연결선 221">
                <a:extLst>
                  <a:ext uri="{FF2B5EF4-FFF2-40B4-BE49-F238E27FC236}">
                    <a16:creationId xmlns:a16="http://schemas.microsoft.com/office/drawing/2014/main" id="{899D7A91-9A1E-4ADD-A3DF-32AFD347A26F}"/>
                  </a:ext>
                </a:extLst>
              </p:cNvPr>
              <p:cNvCxnSpPr/>
              <p:nvPr/>
            </p:nvCxnSpPr>
            <p:spPr>
              <a:xfrm>
                <a:off x="8648409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17F7ED2E-85AB-413D-A759-F9CBC883828E}"/>
                  </a:ext>
                </a:extLst>
              </p:cNvPr>
              <p:cNvCxnSpPr/>
              <p:nvPr/>
            </p:nvCxnSpPr>
            <p:spPr>
              <a:xfrm>
                <a:off x="8648409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>
                <a:extLst>
                  <a:ext uri="{FF2B5EF4-FFF2-40B4-BE49-F238E27FC236}">
                    <a16:creationId xmlns:a16="http://schemas.microsoft.com/office/drawing/2014/main" id="{6EEBCB4D-AAD4-4F98-A7CA-B43BC67A0881}"/>
                  </a:ext>
                </a:extLst>
              </p:cNvPr>
              <p:cNvCxnSpPr/>
              <p:nvPr/>
            </p:nvCxnSpPr>
            <p:spPr>
              <a:xfrm>
                <a:off x="8648409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>
                <a:extLst>
                  <a:ext uri="{FF2B5EF4-FFF2-40B4-BE49-F238E27FC236}">
                    <a16:creationId xmlns:a16="http://schemas.microsoft.com/office/drawing/2014/main" id="{41A19DA5-E089-4484-9A94-A9DF3B1BC32C}"/>
                  </a:ext>
                </a:extLst>
              </p:cNvPr>
              <p:cNvCxnSpPr/>
              <p:nvPr/>
            </p:nvCxnSpPr>
            <p:spPr>
              <a:xfrm>
                <a:off x="8648409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직선 연결선 225">
                <a:extLst>
                  <a:ext uri="{FF2B5EF4-FFF2-40B4-BE49-F238E27FC236}">
                    <a16:creationId xmlns:a16="http://schemas.microsoft.com/office/drawing/2014/main" id="{5B412772-3513-4D21-8906-9E39ACF43BD7}"/>
                  </a:ext>
                </a:extLst>
              </p:cNvPr>
              <p:cNvCxnSpPr/>
              <p:nvPr/>
            </p:nvCxnSpPr>
            <p:spPr>
              <a:xfrm>
                <a:off x="8648409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직선 연결선 226">
                <a:extLst>
                  <a:ext uri="{FF2B5EF4-FFF2-40B4-BE49-F238E27FC236}">
                    <a16:creationId xmlns:a16="http://schemas.microsoft.com/office/drawing/2014/main" id="{B4EBDB79-F65C-4914-AC30-BAA8D2F646F2}"/>
                  </a:ext>
                </a:extLst>
              </p:cNvPr>
              <p:cNvCxnSpPr/>
              <p:nvPr/>
            </p:nvCxnSpPr>
            <p:spPr>
              <a:xfrm>
                <a:off x="8648409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>
                <a:extLst>
                  <a:ext uri="{FF2B5EF4-FFF2-40B4-BE49-F238E27FC236}">
                    <a16:creationId xmlns:a16="http://schemas.microsoft.com/office/drawing/2014/main" id="{667CC4E9-4833-4198-8615-D06532703FFC}"/>
                  </a:ext>
                </a:extLst>
              </p:cNvPr>
              <p:cNvCxnSpPr/>
              <p:nvPr/>
            </p:nvCxnSpPr>
            <p:spPr>
              <a:xfrm>
                <a:off x="8648409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>
                <a:extLst>
                  <a:ext uri="{FF2B5EF4-FFF2-40B4-BE49-F238E27FC236}">
                    <a16:creationId xmlns:a16="http://schemas.microsoft.com/office/drawing/2014/main" id="{0075FF4A-3482-44D9-9F0E-44E24962AFFB}"/>
                  </a:ext>
                </a:extLst>
              </p:cNvPr>
              <p:cNvCxnSpPr/>
              <p:nvPr/>
            </p:nvCxnSpPr>
            <p:spPr>
              <a:xfrm>
                <a:off x="8648409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직선 연결선 229">
                <a:extLst>
                  <a:ext uri="{FF2B5EF4-FFF2-40B4-BE49-F238E27FC236}">
                    <a16:creationId xmlns:a16="http://schemas.microsoft.com/office/drawing/2014/main" id="{6F1EBB34-E58E-4F65-BAAD-3157D1B76FE9}"/>
                  </a:ext>
                </a:extLst>
              </p:cNvPr>
              <p:cNvCxnSpPr/>
              <p:nvPr/>
            </p:nvCxnSpPr>
            <p:spPr>
              <a:xfrm>
                <a:off x="8648409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 230">
                <a:extLst>
                  <a:ext uri="{FF2B5EF4-FFF2-40B4-BE49-F238E27FC236}">
                    <a16:creationId xmlns:a16="http://schemas.microsoft.com/office/drawing/2014/main" id="{9F6F3503-67D3-40E8-9C70-8C7DBB12EE14}"/>
                  </a:ext>
                </a:extLst>
              </p:cNvPr>
              <p:cNvCxnSpPr/>
              <p:nvPr/>
            </p:nvCxnSpPr>
            <p:spPr>
              <a:xfrm>
                <a:off x="8648409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직선 연결선 231">
                <a:extLst>
                  <a:ext uri="{FF2B5EF4-FFF2-40B4-BE49-F238E27FC236}">
                    <a16:creationId xmlns:a16="http://schemas.microsoft.com/office/drawing/2014/main" id="{0B505442-94D2-4C90-9C5B-37C9E13C8C46}"/>
                  </a:ext>
                </a:extLst>
              </p:cNvPr>
              <p:cNvCxnSpPr/>
              <p:nvPr/>
            </p:nvCxnSpPr>
            <p:spPr>
              <a:xfrm>
                <a:off x="8648409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>
                <a:extLst>
                  <a:ext uri="{FF2B5EF4-FFF2-40B4-BE49-F238E27FC236}">
                    <a16:creationId xmlns:a16="http://schemas.microsoft.com/office/drawing/2014/main" id="{C3F37D00-4BB7-4368-8BDC-606AAF44C64D}"/>
                  </a:ext>
                </a:extLst>
              </p:cNvPr>
              <p:cNvCxnSpPr/>
              <p:nvPr/>
            </p:nvCxnSpPr>
            <p:spPr>
              <a:xfrm>
                <a:off x="8648409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 233">
                <a:extLst>
                  <a:ext uri="{FF2B5EF4-FFF2-40B4-BE49-F238E27FC236}">
                    <a16:creationId xmlns:a16="http://schemas.microsoft.com/office/drawing/2014/main" id="{465ABC33-16D6-42B2-9754-2F6590D4E347}"/>
                  </a:ext>
                </a:extLst>
              </p:cNvPr>
              <p:cNvCxnSpPr/>
              <p:nvPr/>
            </p:nvCxnSpPr>
            <p:spPr>
              <a:xfrm>
                <a:off x="8648409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>
                <a:extLst>
                  <a:ext uri="{FF2B5EF4-FFF2-40B4-BE49-F238E27FC236}">
                    <a16:creationId xmlns:a16="http://schemas.microsoft.com/office/drawing/2014/main" id="{65C7C804-76C7-4CEC-8327-F429FB2840AB}"/>
                  </a:ext>
                </a:extLst>
              </p:cNvPr>
              <p:cNvCxnSpPr/>
              <p:nvPr/>
            </p:nvCxnSpPr>
            <p:spPr>
              <a:xfrm>
                <a:off x="8648409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직선 연결선 235">
                <a:extLst>
                  <a:ext uri="{FF2B5EF4-FFF2-40B4-BE49-F238E27FC236}">
                    <a16:creationId xmlns:a16="http://schemas.microsoft.com/office/drawing/2014/main" id="{A2E0C59D-9053-42BF-B76D-28665C6A2E86}"/>
                  </a:ext>
                </a:extLst>
              </p:cNvPr>
              <p:cNvCxnSpPr/>
              <p:nvPr/>
            </p:nvCxnSpPr>
            <p:spPr>
              <a:xfrm>
                <a:off x="8648409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직선 연결선 236">
                <a:extLst>
                  <a:ext uri="{FF2B5EF4-FFF2-40B4-BE49-F238E27FC236}">
                    <a16:creationId xmlns:a16="http://schemas.microsoft.com/office/drawing/2014/main" id="{989CD918-A093-438F-8F7A-E1548607DB1F}"/>
                  </a:ext>
                </a:extLst>
              </p:cNvPr>
              <p:cNvCxnSpPr/>
              <p:nvPr/>
            </p:nvCxnSpPr>
            <p:spPr>
              <a:xfrm>
                <a:off x="8648409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직선 연결선 237">
                <a:extLst>
                  <a:ext uri="{FF2B5EF4-FFF2-40B4-BE49-F238E27FC236}">
                    <a16:creationId xmlns:a16="http://schemas.microsoft.com/office/drawing/2014/main" id="{A011F9D4-E673-4F4C-977A-6146EE9CA193}"/>
                  </a:ext>
                </a:extLst>
              </p:cNvPr>
              <p:cNvCxnSpPr/>
              <p:nvPr/>
            </p:nvCxnSpPr>
            <p:spPr>
              <a:xfrm>
                <a:off x="8648409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직선 연결선 238">
                <a:extLst>
                  <a:ext uri="{FF2B5EF4-FFF2-40B4-BE49-F238E27FC236}">
                    <a16:creationId xmlns:a16="http://schemas.microsoft.com/office/drawing/2014/main" id="{29DAD61E-EF4E-480D-9ACF-F4B9A845FBAD}"/>
                  </a:ext>
                </a:extLst>
              </p:cNvPr>
              <p:cNvCxnSpPr/>
              <p:nvPr/>
            </p:nvCxnSpPr>
            <p:spPr>
              <a:xfrm>
                <a:off x="8648409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직선 연결선 239">
                <a:extLst>
                  <a:ext uri="{FF2B5EF4-FFF2-40B4-BE49-F238E27FC236}">
                    <a16:creationId xmlns:a16="http://schemas.microsoft.com/office/drawing/2014/main" id="{588676AC-18B4-4EDB-A5E8-42F1CF1FA747}"/>
                  </a:ext>
                </a:extLst>
              </p:cNvPr>
              <p:cNvCxnSpPr/>
              <p:nvPr/>
            </p:nvCxnSpPr>
            <p:spPr>
              <a:xfrm>
                <a:off x="8648409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B2CA60A3-943D-4BEC-9EA2-CAA07F7ACF8C}"/>
                </a:ext>
              </a:extLst>
            </p:cNvPr>
            <p:cNvGrpSpPr/>
            <p:nvPr/>
          </p:nvGrpSpPr>
          <p:grpSpPr>
            <a:xfrm>
              <a:off x="11515354" y="1417857"/>
              <a:ext cx="5324262" cy="9010459"/>
              <a:chOff x="11548929" y="1417857"/>
              <a:chExt cx="5324262" cy="9010459"/>
            </a:xfrm>
          </p:grpSpPr>
          <p:sp>
            <p:nvSpPr>
              <p:cNvPr id="241" name="모서리가 둥근 직사각형 302">
                <a:extLst>
                  <a:ext uri="{FF2B5EF4-FFF2-40B4-BE49-F238E27FC236}">
                    <a16:creationId xmlns:a16="http://schemas.microsoft.com/office/drawing/2014/main" id="{EDAF7CFC-1C3A-43F2-A8CC-8FF27D18A65A}"/>
                  </a:ext>
                </a:extLst>
              </p:cNvPr>
              <p:cNvSpPr/>
              <p:nvPr/>
            </p:nvSpPr>
            <p:spPr>
              <a:xfrm>
                <a:off x="11548929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2" name="모서리가 둥근 직사각형 303">
                <a:extLst>
                  <a:ext uri="{FF2B5EF4-FFF2-40B4-BE49-F238E27FC236}">
                    <a16:creationId xmlns:a16="http://schemas.microsoft.com/office/drawing/2014/main" id="{47D18189-7270-4C22-8A9D-28290F9A5005}"/>
                  </a:ext>
                </a:extLst>
              </p:cNvPr>
              <p:cNvSpPr/>
              <p:nvPr/>
            </p:nvSpPr>
            <p:spPr>
              <a:xfrm>
                <a:off x="11548929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3" name="모서리가 둥근 직사각형 304">
                <a:extLst>
                  <a:ext uri="{FF2B5EF4-FFF2-40B4-BE49-F238E27FC236}">
                    <a16:creationId xmlns:a16="http://schemas.microsoft.com/office/drawing/2014/main" id="{6D084D22-8D40-4BFF-81CE-57BA962096F2}"/>
                  </a:ext>
                </a:extLst>
              </p:cNvPr>
              <p:cNvSpPr/>
              <p:nvPr/>
            </p:nvSpPr>
            <p:spPr>
              <a:xfrm>
                <a:off x="11548929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4" name="모서리가 둥근 직사각형 305">
                <a:extLst>
                  <a:ext uri="{FF2B5EF4-FFF2-40B4-BE49-F238E27FC236}">
                    <a16:creationId xmlns:a16="http://schemas.microsoft.com/office/drawing/2014/main" id="{B80D5F27-C770-47EC-B5A2-D9F7FCCE69FF}"/>
                  </a:ext>
                </a:extLst>
              </p:cNvPr>
              <p:cNvSpPr/>
              <p:nvPr/>
            </p:nvSpPr>
            <p:spPr>
              <a:xfrm>
                <a:off x="11548929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5" name="모서리가 둥근 직사각형 306">
                <a:extLst>
                  <a:ext uri="{FF2B5EF4-FFF2-40B4-BE49-F238E27FC236}">
                    <a16:creationId xmlns:a16="http://schemas.microsoft.com/office/drawing/2014/main" id="{183678A4-8751-4E27-9B93-64A7DF5E3FD3}"/>
                  </a:ext>
                </a:extLst>
              </p:cNvPr>
              <p:cNvSpPr/>
              <p:nvPr/>
            </p:nvSpPr>
            <p:spPr>
              <a:xfrm>
                <a:off x="11548929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46" name="직선 연결선 245">
                <a:extLst>
                  <a:ext uri="{FF2B5EF4-FFF2-40B4-BE49-F238E27FC236}">
                    <a16:creationId xmlns:a16="http://schemas.microsoft.com/office/drawing/2014/main" id="{A50ECB6C-ACD1-4FFC-BF91-F5475E5B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254218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연결선 246">
                <a:extLst>
                  <a:ext uri="{FF2B5EF4-FFF2-40B4-BE49-F238E27FC236}">
                    <a16:creationId xmlns:a16="http://schemas.microsoft.com/office/drawing/2014/main" id="{35EFC75C-0919-4219-B7C3-1EF9179F7905}"/>
                  </a:ext>
                </a:extLst>
              </p:cNvPr>
              <p:cNvCxnSpPr/>
              <p:nvPr/>
            </p:nvCxnSpPr>
            <p:spPr>
              <a:xfrm>
                <a:off x="14254218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직선 연결선 247">
                <a:extLst>
                  <a:ext uri="{FF2B5EF4-FFF2-40B4-BE49-F238E27FC236}">
                    <a16:creationId xmlns:a16="http://schemas.microsoft.com/office/drawing/2014/main" id="{DA1D7231-0352-4C31-A29C-25250B2316A5}"/>
                  </a:ext>
                </a:extLst>
              </p:cNvPr>
              <p:cNvCxnSpPr/>
              <p:nvPr/>
            </p:nvCxnSpPr>
            <p:spPr>
              <a:xfrm>
                <a:off x="14254218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>
                <a:extLst>
                  <a:ext uri="{FF2B5EF4-FFF2-40B4-BE49-F238E27FC236}">
                    <a16:creationId xmlns:a16="http://schemas.microsoft.com/office/drawing/2014/main" id="{F5B0246E-F600-42CE-9E07-319826E780BD}"/>
                  </a:ext>
                </a:extLst>
              </p:cNvPr>
              <p:cNvCxnSpPr/>
              <p:nvPr/>
            </p:nvCxnSpPr>
            <p:spPr>
              <a:xfrm>
                <a:off x="14254218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직선 연결선 249">
                <a:extLst>
                  <a:ext uri="{FF2B5EF4-FFF2-40B4-BE49-F238E27FC236}">
                    <a16:creationId xmlns:a16="http://schemas.microsoft.com/office/drawing/2014/main" id="{AF126F03-9EC8-420E-B5CB-D435F08DF99E}"/>
                  </a:ext>
                </a:extLst>
              </p:cNvPr>
              <p:cNvCxnSpPr/>
              <p:nvPr/>
            </p:nvCxnSpPr>
            <p:spPr>
              <a:xfrm>
                <a:off x="14254218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직선 연결선 250">
                <a:extLst>
                  <a:ext uri="{FF2B5EF4-FFF2-40B4-BE49-F238E27FC236}">
                    <a16:creationId xmlns:a16="http://schemas.microsoft.com/office/drawing/2014/main" id="{9C20F1F5-EFDB-4BCE-817B-D6D9B1F69F3E}"/>
                  </a:ext>
                </a:extLst>
              </p:cNvPr>
              <p:cNvCxnSpPr/>
              <p:nvPr/>
            </p:nvCxnSpPr>
            <p:spPr>
              <a:xfrm>
                <a:off x="14254218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직선 연결선 251">
                <a:extLst>
                  <a:ext uri="{FF2B5EF4-FFF2-40B4-BE49-F238E27FC236}">
                    <a16:creationId xmlns:a16="http://schemas.microsoft.com/office/drawing/2014/main" id="{0282387A-6D21-4794-99CC-78DF9325E558}"/>
                  </a:ext>
                </a:extLst>
              </p:cNvPr>
              <p:cNvCxnSpPr/>
              <p:nvPr/>
            </p:nvCxnSpPr>
            <p:spPr>
              <a:xfrm>
                <a:off x="14254218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직선 연결선 252">
                <a:extLst>
                  <a:ext uri="{FF2B5EF4-FFF2-40B4-BE49-F238E27FC236}">
                    <a16:creationId xmlns:a16="http://schemas.microsoft.com/office/drawing/2014/main" id="{24E1AF14-C46B-4502-A9B6-9738E0A357CA}"/>
                  </a:ext>
                </a:extLst>
              </p:cNvPr>
              <p:cNvCxnSpPr/>
              <p:nvPr/>
            </p:nvCxnSpPr>
            <p:spPr>
              <a:xfrm>
                <a:off x="14254218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직선 연결선 253">
                <a:extLst>
                  <a:ext uri="{FF2B5EF4-FFF2-40B4-BE49-F238E27FC236}">
                    <a16:creationId xmlns:a16="http://schemas.microsoft.com/office/drawing/2014/main" id="{F3317C95-934F-4C94-9E00-4B9078DCBF1E}"/>
                  </a:ext>
                </a:extLst>
              </p:cNvPr>
              <p:cNvCxnSpPr/>
              <p:nvPr/>
            </p:nvCxnSpPr>
            <p:spPr>
              <a:xfrm>
                <a:off x="14254218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직선 연결선 254">
                <a:extLst>
                  <a:ext uri="{FF2B5EF4-FFF2-40B4-BE49-F238E27FC236}">
                    <a16:creationId xmlns:a16="http://schemas.microsoft.com/office/drawing/2014/main" id="{B95FB43F-9108-450E-B7CC-7F47EE717B57}"/>
                  </a:ext>
                </a:extLst>
              </p:cNvPr>
              <p:cNvCxnSpPr/>
              <p:nvPr/>
            </p:nvCxnSpPr>
            <p:spPr>
              <a:xfrm>
                <a:off x="14254218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>
                <a:extLst>
                  <a:ext uri="{FF2B5EF4-FFF2-40B4-BE49-F238E27FC236}">
                    <a16:creationId xmlns:a16="http://schemas.microsoft.com/office/drawing/2014/main" id="{F6DC83AB-8119-4C22-90E0-22413FE43674}"/>
                  </a:ext>
                </a:extLst>
              </p:cNvPr>
              <p:cNvCxnSpPr/>
              <p:nvPr/>
            </p:nvCxnSpPr>
            <p:spPr>
              <a:xfrm>
                <a:off x="14254218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직선 연결선 256">
                <a:extLst>
                  <a:ext uri="{FF2B5EF4-FFF2-40B4-BE49-F238E27FC236}">
                    <a16:creationId xmlns:a16="http://schemas.microsoft.com/office/drawing/2014/main" id="{81E2B5A4-34E2-4DE1-BDA7-888F9C09A723}"/>
                  </a:ext>
                </a:extLst>
              </p:cNvPr>
              <p:cNvCxnSpPr/>
              <p:nvPr/>
            </p:nvCxnSpPr>
            <p:spPr>
              <a:xfrm>
                <a:off x="14254218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>
                <a:extLst>
                  <a:ext uri="{FF2B5EF4-FFF2-40B4-BE49-F238E27FC236}">
                    <a16:creationId xmlns:a16="http://schemas.microsoft.com/office/drawing/2014/main" id="{F073D697-491D-43FE-96A5-37ED096D2E8A}"/>
                  </a:ext>
                </a:extLst>
              </p:cNvPr>
              <p:cNvCxnSpPr/>
              <p:nvPr/>
            </p:nvCxnSpPr>
            <p:spPr>
              <a:xfrm>
                <a:off x="14254218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>
                <a:extLst>
                  <a:ext uri="{FF2B5EF4-FFF2-40B4-BE49-F238E27FC236}">
                    <a16:creationId xmlns:a16="http://schemas.microsoft.com/office/drawing/2014/main" id="{0068CAB1-4F56-4B85-82A3-1E93981384A3}"/>
                  </a:ext>
                </a:extLst>
              </p:cNvPr>
              <p:cNvCxnSpPr/>
              <p:nvPr/>
            </p:nvCxnSpPr>
            <p:spPr>
              <a:xfrm>
                <a:off x="14254218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직선 연결선 259">
                <a:extLst>
                  <a:ext uri="{FF2B5EF4-FFF2-40B4-BE49-F238E27FC236}">
                    <a16:creationId xmlns:a16="http://schemas.microsoft.com/office/drawing/2014/main" id="{05EEAD43-12DB-49D2-9B89-1D3CE09ADDB3}"/>
                  </a:ext>
                </a:extLst>
              </p:cNvPr>
              <p:cNvCxnSpPr/>
              <p:nvPr/>
            </p:nvCxnSpPr>
            <p:spPr>
              <a:xfrm>
                <a:off x="14254218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직선 연결선 260">
                <a:extLst>
                  <a:ext uri="{FF2B5EF4-FFF2-40B4-BE49-F238E27FC236}">
                    <a16:creationId xmlns:a16="http://schemas.microsoft.com/office/drawing/2014/main" id="{83C39F24-1C94-438A-A89F-58FEC0672EA9}"/>
                  </a:ext>
                </a:extLst>
              </p:cNvPr>
              <p:cNvCxnSpPr/>
              <p:nvPr/>
            </p:nvCxnSpPr>
            <p:spPr>
              <a:xfrm>
                <a:off x="14254218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직선 연결선 261">
                <a:extLst>
                  <a:ext uri="{FF2B5EF4-FFF2-40B4-BE49-F238E27FC236}">
                    <a16:creationId xmlns:a16="http://schemas.microsoft.com/office/drawing/2014/main" id="{CEA32DAC-7922-40B3-AB5B-344FE1F71F9B}"/>
                  </a:ext>
                </a:extLst>
              </p:cNvPr>
              <p:cNvCxnSpPr/>
              <p:nvPr/>
            </p:nvCxnSpPr>
            <p:spPr>
              <a:xfrm>
                <a:off x="14254218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직선 연결선 262">
                <a:extLst>
                  <a:ext uri="{FF2B5EF4-FFF2-40B4-BE49-F238E27FC236}">
                    <a16:creationId xmlns:a16="http://schemas.microsoft.com/office/drawing/2014/main" id="{D7227509-564B-47E4-9412-CC882168446B}"/>
                  </a:ext>
                </a:extLst>
              </p:cNvPr>
              <p:cNvCxnSpPr/>
              <p:nvPr/>
            </p:nvCxnSpPr>
            <p:spPr>
              <a:xfrm>
                <a:off x="14254218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직선 연결선 263">
                <a:extLst>
                  <a:ext uri="{FF2B5EF4-FFF2-40B4-BE49-F238E27FC236}">
                    <a16:creationId xmlns:a16="http://schemas.microsoft.com/office/drawing/2014/main" id="{1D5158BD-E286-4693-8F70-807C97F87438}"/>
                  </a:ext>
                </a:extLst>
              </p:cNvPr>
              <p:cNvCxnSpPr/>
              <p:nvPr/>
            </p:nvCxnSpPr>
            <p:spPr>
              <a:xfrm>
                <a:off x="14254218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>
                <a:extLst>
                  <a:ext uri="{FF2B5EF4-FFF2-40B4-BE49-F238E27FC236}">
                    <a16:creationId xmlns:a16="http://schemas.microsoft.com/office/drawing/2014/main" id="{59B7242A-F591-4D80-8791-ED592941C261}"/>
                  </a:ext>
                </a:extLst>
              </p:cNvPr>
              <p:cNvCxnSpPr/>
              <p:nvPr/>
            </p:nvCxnSpPr>
            <p:spPr>
              <a:xfrm>
                <a:off x="14254218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>
                <a:extLst>
                  <a:ext uri="{FF2B5EF4-FFF2-40B4-BE49-F238E27FC236}">
                    <a16:creationId xmlns:a16="http://schemas.microsoft.com/office/drawing/2014/main" id="{0FB01A24-71E1-4F21-B97C-9BF23FFE85A2}"/>
                  </a:ext>
                </a:extLst>
              </p:cNvPr>
              <p:cNvCxnSpPr/>
              <p:nvPr/>
            </p:nvCxnSpPr>
            <p:spPr>
              <a:xfrm>
                <a:off x="14254218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직선 연결선 266">
                <a:extLst>
                  <a:ext uri="{FF2B5EF4-FFF2-40B4-BE49-F238E27FC236}">
                    <a16:creationId xmlns:a16="http://schemas.microsoft.com/office/drawing/2014/main" id="{52F673FE-F658-4FEE-B623-2EF76A9BD5FB}"/>
                  </a:ext>
                </a:extLst>
              </p:cNvPr>
              <p:cNvCxnSpPr/>
              <p:nvPr/>
            </p:nvCxnSpPr>
            <p:spPr>
              <a:xfrm>
                <a:off x="14254218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>
                <a:extLst>
                  <a:ext uri="{FF2B5EF4-FFF2-40B4-BE49-F238E27FC236}">
                    <a16:creationId xmlns:a16="http://schemas.microsoft.com/office/drawing/2014/main" id="{755F7D14-B39F-46D5-85CD-FC60772AFE00}"/>
                  </a:ext>
                </a:extLst>
              </p:cNvPr>
              <p:cNvCxnSpPr/>
              <p:nvPr/>
            </p:nvCxnSpPr>
            <p:spPr>
              <a:xfrm>
                <a:off x="14254218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직선 연결선 268">
                <a:extLst>
                  <a:ext uri="{FF2B5EF4-FFF2-40B4-BE49-F238E27FC236}">
                    <a16:creationId xmlns:a16="http://schemas.microsoft.com/office/drawing/2014/main" id="{3393C0BA-139C-4A5F-8FC4-05F2879BDC06}"/>
                  </a:ext>
                </a:extLst>
              </p:cNvPr>
              <p:cNvCxnSpPr/>
              <p:nvPr/>
            </p:nvCxnSpPr>
            <p:spPr>
              <a:xfrm>
                <a:off x="14254218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>
                <a:extLst>
                  <a:ext uri="{FF2B5EF4-FFF2-40B4-BE49-F238E27FC236}">
                    <a16:creationId xmlns:a16="http://schemas.microsoft.com/office/drawing/2014/main" id="{3DCDB880-6BCB-4DBF-9BA9-8F9BC9CD51C0}"/>
                  </a:ext>
                </a:extLst>
              </p:cNvPr>
              <p:cNvCxnSpPr/>
              <p:nvPr/>
            </p:nvCxnSpPr>
            <p:spPr>
              <a:xfrm>
                <a:off x="14254218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직선 연결선 270">
                <a:extLst>
                  <a:ext uri="{FF2B5EF4-FFF2-40B4-BE49-F238E27FC236}">
                    <a16:creationId xmlns:a16="http://schemas.microsoft.com/office/drawing/2014/main" id="{5FC35A32-46F8-4DD0-B1FA-A635B9AA7A22}"/>
                  </a:ext>
                </a:extLst>
              </p:cNvPr>
              <p:cNvCxnSpPr/>
              <p:nvPr/>
            </p:nvCxnSpPr>
            <p:spPr>
              <a:xfrm>
                <a:off x="14254218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직선 연결선 271">
                <a:extLst>
                  <a:ext uri="{FF2B5EF4-FFF2-40B4-BE49-F238E27FC236}">
                    <a16:creationId xmlns:a16="http://schemas.microsoft.com/office/drawing/2014/main" id="{13C173B7-B087-474F-8704-9DB6BD3D2C8B}"/>
                  </a:ext>
                </a:extLst>
              </p:cNvPr>
              <p:cNvCxnSpPr/>
              <p:nvPr/>
            </p:nvCxnSpPr>
            <p:spPr>
              <a:xfrm>
                <a:off x="14254218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직선 연결선 272">
                <a:extLst>
                  <a:ext uri="{FF2B5EF4-FFF2-40B4-BE49-F238E27FC236}">
                    <a16:creationId xmlns:a16="http://schemas.microsoft.com/office/drawing/2014/main" id="{02307BAF-4A65-4B4B-88E2-182618D3E8C3}"/>
                  </a:ext>
                </a:extLst>
              </p:cNvPr>
              <p:cNvCxnSpPr/>
              <p:nvPr/>
            </p:nvCxnSpPr>
            <p:spPr>
              <a:xfrm>
                <a:off x="14254218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>
                <a:extLst>
                  <a:ext uri="{FF2B5EF4-FFF2-40B4-BE49-F238E27FC236}">
                    <a16:creationId xmlns:a16="http://schemas.microsoft.com/office/drawing/2014/main" id="{75E2F053-95FD-4E85-AFA5-0E684F48DF16}"/>
                  </a:ext>
                </a:extLst>
              </p:cNvPr>
              <p:cNvCxnSpPr/>
              <p:nvPr/>
            </p:nvCxnSpPr>
            <p:spPr>
              <a:xfrm>
                <a:off x="14254218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>
                <a:extLst>
                  <a:ext uri="{FF2B5EF4-FFF2-40B4-BE49-F238E27FC236}">
                    <a16:creationId xmlns:a16="http://schemas.microsoft.com/office/drawing/2014/main" id="{414B8D6C-28D8-4930-8B15-BD11AC693CF6}"/>
                  </a:ext>
                </a:extLst>
              </p:cNvPr>
              <p:cNvCxnSpPr/>
              <p:nvPr/>
            </p:nvCxnSpPr>
            <p:spPr>
              <a:xfrm>
                <a:off x="14254218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직선 연결선 275">
                <a:extLst>
                  <a:ext uri="{FF2B5EF4-FFF2-40B4-BE49-F238E27FC236}">
                    <a16:creationId xmlns:a16="http://schemas.microsoft.com/office/drawing/2014/main" id="{6D2290CE-F3EF-41C2-831E-05178D1EBD3B}"/>
                  </a:ext>
                </a:extLst>
              </p:cNvPr>
              <p:cNvCxnSpPr/>
              <p:nvPr/>
            </p:nvCxnSpPr>
            <p:spPr>
              <a:xfrm>
                <a:off x="14254218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510F13D5-2224-4404-BE61-C9658B48C2B3}"/>
                </a:ext>
              </a:extLst>
            </p:cNvPr>
            <p:cNvGrpSpPr/>
            <p:nvPr/>
          </p:nvGrpSpPr>
          <p:grpSpPr>
            <a:xfrm>
              <a:off x="17154738" y="1417857"/>
              <a:ext cx="5324262" cy="9010459"/>
              <a:chOff x="17154738" y="1417857"/>
              <a:chExt cx="5324262" cy="9010459"/>
            </a:xfrm>
          </p:grpSpPr>
          <p:sp>
            <p:nvSpPr>
              <p:cNvPr id="277" name="모서리가 둥근 직사각형 302">
                <a:extLst>
                  <a:ext uri="{FF2B5EF4-FFF2-40B4-BE49-F238E27FC236}">
                    <a16:creationId xmlns:a16="http://schemas.microsoft.com/office/drawing/2014/main" id="{BB974790-B467-4A07-A435-199CA7AF1035}"/>
                  </a:ext>
                </a:extLst>
              </p:cNvPr>
              <p:cNvSpPr/>
              <p:nvPr/>
            </p:nvSpPr>
            <p:spPr>
              <a:xfrm>
                <a:off x="17154738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78" name="모서리가 둥근 직사각형 303">
                <a:extLst>
                  <a:ext uri="{FF2B5EF4-FFF2-40B4-BE49-F238E27FC236}">
                    <a16:creationId xmlns:a16="http://schemas.microsoft.com/office/drawing/2014/main" id="{29EB8463-375F-4A81-B3FD-8E131F65C3FD}"/>
                  </a:ext>
                </a:extLst>
              </p:cNvPr>
              <p:cNvSpPr/>
              <p:nvPr/>
            </p:nvSpPr>
            <p:spPr>
              <a:xfrm>
                <a:off x="17154738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79" name="모서리가 둥근 직사각형 304">
                <a:extLst>
                  <a:ext uri="{FF2B5EF4-FFF2-40B4-BE49-F238E27FC236}">
                    <a16:creationId xmlns:a16="http://schemas.microsoft.com/office/drawing/2014/main" id="{381CFDC5-1055-4611-B2F7-06E44CBC7C72}"/>
                  </a:ext>
                </a:extLst>
              </p:cNvPr>
              <p:cNvSpPr/>
              <p:nvPr/>
            </p:nvSpPr>
            <p:spPr>
              <a:xfrm>
                <a:off x="17154738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80" name="모서리가 둥근 직사각형 305">
                <a:extLst>
                  <a:ext uri="{FF2B5EF4-FFF2-40B4-BE49-F238E27FC236}">
                    <a16:creationId xmlns:a16="http://schemas.microsoft.com/office/drawing/2014/main" id="{803B05E8-7157-42BF-A08E-4DA91541E2AA}"/>
                  </a:ext>
                </a:extLst>
              </p:cNvPr>
              <p:cNvSpPr/>
              <p:nvPr/>
            </p:nvSpPr>
            <p:spPr>
              <a:xfrm>
                <a:off x="17154738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81" name="모서리가 둥근 직사각형 306">
                <a:extLst>
                  <a:ext uri="{FF2B5EF4-FFF2-40B4-BE49-F238E27FC236}">
                    <a16:creationId xmlns:a16="http://schemas.microsoft.com/office/drawing/2014/main" id="{FF0DA609-5A5B-45DE-A357-090FAA05DAA1}"/>
                  </a:ext>
                </a:extLst>
              </p:cNvPr>
              <p:cNvSpPr/>
              <p:nvPr/>
            </p:nvSpPr>
            <p:spPr>
              <a:xfrm>
                <a:off x="17154738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82" name="직선 연결선 281">
                <a:extLst>
                  <a:ext uri="{FF2B5EF4-FFF2-40B4-BE49-F238E27FC236}">
                    <a16:creationId xmlns:a16="http://schemas.microsoft.com/office/drawing/2014/main" id="{04E5492A-0FD9-4845-929C-EB7E44362F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6002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>
                <a:extLst>
                  <a:ext uri="{FF2B5EF4-FFF2-40B4-BE49-F238E27FC236}">
                    <a16:creationId xmlns:a16="http://schemas.microsoft.com/office/drawing/2014/main" id="{F2122232-5C30-4580-9C7A-F3659CB72A0F}"/>
                  </a:ext>
                </a:extLst>
              </p:cNvPr>
              <p:cNvCxnSpPr/>
              <p:nvPr/>
            </p:nvCxnSpPr>
            <p:spPr>
              <a:xfrm>
                <a:off x="1986002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직선 연결선 283">
                <a:extLst>
                  <a:ext uri="{FF2B5EF4-FFF2-40B4-BE49-F238E27FC236}">
                    <a16:creationId xmlns:a16="http://schemas.microsoft.com/office/drawing/2014/main" id="{4778CD14-A0CF-48F6-93BB-55B5D74E5625}"/>
                  </a:ext>
                </a:extLst>
              </p:cNvPr>
              <p:cNvCxnSpPr/>
              <p:nvPr/>
            </p:nvCxnSpPr>
            <p:spPr>
              <a:xfrm>
                <a:off x="1986002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직선 연결선 284">
                <a:extLst>
                  <a:ext uri="{FF2B5EF4-FFF2-40B4-BE49-F238E27FC236}">
                    <a16:creationId xmlns:a16="http://schemas.microsoft.com/office/drawing/2014/main" id="{93101131-8A8E-4225-BB84-FDCBD62DF68C}"/>
                  </a:ext>
                </a:extLst>
              </p:cNvPr>
              <p:cNvCxnSpPr/>
              <p:nvPr/>
            </p:nvCxnSpPr>
            <p:spPr>
              <a:xfrm>
                <a:off x="1986002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직선 연결선 285">
                <a:extLst>
                  <a:ext uri="{FF2B5EF4-FFF2-40B4-BE49-F238E27FC236}">
                    <a16:creationId xmlns:a16="http://schemas.microsoft.com/office/drawing/2014/main" id="{518176BE-A7B5-4DF2-8BC5-4BDC7BACAE0C}"/>
                  </a:ext>
                </a:extLst>
              </p:cNvPr>
              <p:cNvCxnSpPr/>
              <p:nvPr/>
            </p:nvCxnSpPr>
            <p:spPr>
              <a:xfrm>
                <a:off x="1986002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>
                <a:extLst>
                  <a:ext uri="{FF2B5EF4-FFF2-40B4-BE49-F238E27FC236}">
                    <a16:creationId xmlns:a16="http://schemas.microsoft.com/office/drawing/2014/main" id="{7E87EE9D-F27C-4202-ACF5-766CC177EEE5}"/>
                  </a:ext>
                </a:extLst>
              </p:cNvPr>
              <p:cNvCxnSpPr/>
              <p:nvPr/>
            </p:nvCxnSpPr>
            <p:spPr>
              <a:xfrm>
                <a:off x="1986002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직선 연결선 287">
                <a:extLst>
                  <a:ext uri="{FF2B5EF4-FFF2-40B4-BE49-F238E27FC236}">
                    <a16:creationId xmlns:a16="http://schemas.microsoft.com/office/drawing/2014/main" id="{4BEC2918-BFE5-4338-A6F7-8E89CFB612A3}"/>
                  </a:ext>
                </a:extLst>
              </p:cNvPr>
              <p:cNvCxnSpPr/>
              <p:nvPr/>
            </p:nvCxnSpPr>
            <p:spPr>
              <a:xfrm>
                <a:off x="1986002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>
                <a:extLst>
                  <a:ext uri="{FF2B5EF4-FFF2-40B4-BE49-F238E27FC236}">
                    <a16:creationId xmlns:a16="http://schemas.microsoft.com/office/drawing/2014/main" id="{38A4C7BA-F17F-469C-A914-A1121A4AF5C8}"/>
                  </a:ext>
                </a:extLst>
              </p:cNvPr>
              <p:cNvCxnSpPr/>
              <p:nvPr/>
            </p:nvCxnSpPr>
            <p:spPr>
              <a:xfrm>
                <a:off x="1986002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직선 연결선 289">
                <a:extLst>
                  <a:ext uri="{FF2B5EF4-FFF2-40B4-BE49-F238E27FC236}">
                    <a16:creationId xmlns:a16="http://schemas.microsoft.com/office/drawing/2014/main" id="{9466834E-6BCD-46A0-94AE-FBFEFA446F1F}"/>
                  </a:ext>
                </a:extLst>
              </p:cNvPr>
              <p:cNvCxnSpPr/>
              <p:nvPr/>
            </p:nvCxnSpPr>
            <p:spPr>
              <a:xfrm>
                <a:off x="1986002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직선 연결선 290">
                <a:extLst>
                  <a:ext uri="{FF2B5EF4-FFF2-40B4-BE49-F238E27FC236}">
                    <a16:creationId xmlns:a16="http://schemas.microsoft.com/office/drawing/2014/main" id="{6C63A5FD-4B08-4A0D-9BA0-36EA70994AAF}"/>
                  </a:ext>
                </a:extLst>
              </p:cNvPr>
              <p:cNvCxnSpPr/>
              <p:nvPr/>
            </p:nvCxnSpPr>
            <p:spPr>
              <a:xfrm>
                <a:off x="1986002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직선 연결선 291">
                <a:extLst>
                  <a:ext uri="{FF2B5EF4-FFF2-40B4-BE49-F238E27FC236}">
                    <a16:creationId xmlns:a16="http://schemas.microsoft.com/office/drawing/2014/main" id="{4CA1092E-A136-4FE4-9974-C02F01EA0139}"/>
                  </a:ext>
                </a:extLst>
              </p:cNvPr>
              <p:cNvCxnSpPr/>
              <p:nvPr/>
            </p:nvCxnSpPr>
            <p:spPr>
              <a:xfrm>
                <a:off x="1986002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3" name="직선 연결선 292">
                <a:extLst>
                  <a:ext uri="{FF2B5EF4-FFF2-40B4-BE49-F238E27FC236}">
                    <a16:creationId xmlns:a16="http://schemas.microsoft.com/office/drawing/2014/main" id="{9F9F02E4-D912-4C5B-AE09-DE81910E6626}"/>
                  </a:ext>
                </a:extLst>
              </p:cNvPr>
              <p:cNvCxnSpPr/>
              <p:nvPr/>
            </p:nvCxnSpPr>
            <p:spPr>
              <a:xfrm>
                <a:off x="1986002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직선 연결선 293">
                <a:extLst>
                  <a:ext uri="{FF2B5EF4-FFF2-40B4-BE49-F238E27FC236}">
                    <a16:creationId xmlns:a16="http://schemas.microsoft.com/office/drawing/2014/main" id="{8C04FD21-82FB-442B-9C56-BB276D61B8C8}"/>
                  </a:ext>
                </a:extLst>
              </p:cNvPr>
              <p:cNvCxnSpPr/>
              <p:nvPr/>
            </p:nvCxnSpPr>
            <p:spPr>
              <a:xfrm>
                <a:off x="1986002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직선 연결선 294">
                <a:extLst>
                  <a:ext uri="{FF2B5EF4-FFF2-40B4-BE49-F238E27FC236}">
                    <a16:creationId xmlns:a16="http://schemas.microsoft.com/office/drawing/2014/main" id="{5CBE671D-38F7-403A-B008-F112A98E95F4}"/>
                  </a:ext>
                </a:extLst>
              </p:cNvPr>
              <p:cNvCxnSpPr/>
              <p:nvPr/>
            </p:nvCxnSpPr>
            <p:spPr>
              <a:xfrm>
                <a:off x="1986002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>
                <a:extLst>
                  <a:ext uri="{FF2B5EF4-FFF2-40B4-BE49-F238E27FC236}">
                    <a16:creationId xmlns:a16="http://schemas.microsoft.com/office/drawing/2014/main" id="{CAA97933-5FCC-4474-B5C9-1666C5E53D34}"/>
                  </a:ext>
                </a:extLst>
              </p:cNvPr>
              <p:cNvCxnSpPr/>
              <p:nvPr/>
            </p:nvCxnSpPr>
            <p:spPr>
              <a:xfrm>
                <a:off x="1986002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직선 연결선 296">
                <a:extLst>
                  <a:ext uri="{FF2B5EF4-FFF2-40B4-BE49-F238E27FC236}">
                    <a16:creationId xmlns:a16="http://schemas.microsoft.com/office/drawing/2014/main" id="{6F10A4BC-3A89-42A2-9540-90090905F9A9}"/>
                  </a:ext>
                </a:extLst>
              </p:cNvPr>
              <p:cNvCxnSpPr/>
              <p:nvPr/>
            </p:nvCxnSpPr>
            <p:spPr>
              <a:xfrm>
                <a:off x="1986002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직선 연결선 297">
                <a:extLst>
                  <a:ext uri="{FF2B5EF4-FFF2-40B4-BE49-F238E27FC236}">
                    <a16:creationId xmlns:a16="http://schemas.microsoft.com/office/drawing/2014/main" id="{7CF13C50-8BD9-46EC-A0D4-2D01948B61F5}"/>
                  </a:ext>
                </a:extLst>
              </p:cNvPr>
              <p:cNvCxnSpPr/>
              <p:nvPr/>
            </p:nvCxnSpPr>
            <p:spPr>
              <a:xfrm>
                <a:off x="1986002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직선 연결선 298">
                <a:extLst>
                  <a:ext uri="{FF2B5EF4-FFF2-40B4-BE49-F238E27FC236}">
                    <a16:creationId xmlns:a16="http://schemas.microsoft.com/office/drawing/2014/main" id="{A590F5F3-7867-4C03-82BE-565E868F25A2}"/>
                  </a:ext>
                </a:extLst>
              </p:cNvPr>
              <p:cNvCxnSpPr/>
              <p:nvPr/>
            </p:nvCxnSpPr>
            <p:spPr>
              <a:xfrm>
                <a:off x="1986002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>
                <a:extLst>
                  <a:ext uri="{FF2B5EF4-FFF2-40B4-BE49-F238E27FC236}">
                    <a16:creationId xmlns:a16="http://schemas.microsoft.com/office/drawing/2014/main" id="{45F9E5EB-CB87-4232-8C1F-77F0198EF5A4}"/>
                  </a:ext>
                </a:extLst>
              </p:cNvPr>
              <p:cNvCxnSpPr/>
              <p:nvPr/>
            </p:nvCxnSpPr>
            <p:spPr>
              <a:xfrm>
                <a:off x="1986002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직선 연결선 300">
                <a:extLst>
                  <a:ext uri="{FF2B5EF4-FFF2-40B4-BE49-F238E27FC236}">
                    <a16:creationId xmlns:a16="http://schemas.microsoft.com/office/drawing/2014/main" id="{AC0B36F6-EE67-4E3C-B292-2AB1EEFE40B6}"/>
                  </a:ext>
                </a:extLst>
              </p:cNvPr>
              <p:cNvCxnSpPr/>
              <p:nvPr/>
            </p:nvCxnSpPr>
            <p:spPr>
              <a:xfrm>
                <a:off x="1986002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직선 연결선 301">
                <a:extLst>
                  <a:ext uri="{FF2B5EF4-FFF2-40B4-BE49-F238E27FC236}">
                    <a16:creationId xmlns:a16="http://schemas.microsoft.com/office/drawing/2014/main" id="{17098D0D-D102-438A-9BFF-432FD0F37583}"/>
                  </a:ext>
                </a:extLst>
              </p:cNvPr>
              <p:cNvCxnSpPr/>
              <p:nvPr/>
            </p:nvCxnSpPr>
            <p:spPr>
              <a:xfrm>
                <a:off x="1986002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직선 연결선 302">
                <a:extLst>
                  <a:ext uri="{FF2B5EF4-FFF2-40B4-BE49-F238E27FC236}">
                    <a16:creationId xmlns:a16="http://schemas.microsoft.com/office/drawing/2014/main" id="{5A66C170-8D9D-46AB-A2C9-220718806975}"/>
                  </a:ext>
                </a:extLst>
              </p:cNvPr>
              <p:cNvCxnSpPr/>
              <p:nvPr/>
            </p:nvCxnSpPr>
            <p:spPr>
              <a:xfrm>
                <a:off x="1986002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직선 연결선 303">
                <a:extLst>
                  <a:ext uri="{FF2B5EF4-FFF2-40B4-BE49-F238E27FC236}">
                    <a16:creationId xmlns:a16="http://schemas.microsoft.com/office/drawing/2014/main" id="{02F1F5CF-9EC4-4286-A7F4-F73A95C37AE2}"/>
                  </a:ext>
                </a:extLst>
              </p:cNvPr>
              <p:cNvCxnSpPr/>
              <p:nvPr/>
            </p:nvCxnSpPr>
            <p:spPr>
              <a:xfrm>
                <a:off x="1986002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>
                <a:extLst>
                  <a:ext uri="{FF2B5EF4-FFF2-40B4-BE49-F238E27FC236}">
                    <a16:creationId xmlns:a16="http://schemas.microsoft.com/office/drawing/2014/main" id="{54431AE4-9D44-4107-9713-2CAAC5FAFDD6}"/>
                  </a:ext>
                </a:extLst>
              </p:cNvPr>
              <p:cNvCxnSpPr/>
              <p:nvPr/>
            </p:nvCxnSpPr>
            <p:spPr>
              <a:xfrm>
                <a:off x="1986002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직선 연결선 305">
                <a:extLst>
                  <a:ext uri="{FF2B5EF4-FFF2-40B4-BE49-F238E27FC236}">
                    <a16:creationId xmlns:a16="http://schemas.microsoft.com/office/drawing/2014/main" id="{39AE1CD7-2C99-4BD6-8804-D9176B67AA9F}"/>
                  </a:ext>
                </a:extLst>
              </p:cNvPr>
              <p:cNvCxnSpPr/>
              <p:nvPr/>
            </p:nvCxnSpPr>
            <p:spPr>
              <a:xfrm>
                <a:off x="1986002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직선 연결선 306">
                <a:extLst>
                  <a:ext uri="{FF2B5EF4-FFF2-40B4-BE49-F238E27FC236}">
                    <a16:creationId xmlns:a16="http://schemas.microsoft.com/office/drawing/2014/main" id="{B20A9D1A-BCA5-44F0-AE21-A06027CDD565}"/>
                  </a:ext>
                </a:extLst>
              </p:cNvPr>
              <p:cNvCxnSpPr/>
              <p:nvPr/>
            </p:nvCxnSpPr>
            <p:spPr>
              <a:xfrm>
                <a:off x="1986002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직선 연결선 307">
                <a:extLst>
                  <a:ext uri="{FF2B5EF4-FFF2-40B4-BE49-F238E27FC236}">
                    <a16:creationId xmlns:a16="http://schemas.microsoft.com/office/drawing/2014/main" id="{377A980D-921C-46BD-AC7D-781FA58522F9}"/>
                  </a:ext>
                </a:extLst>
              </p:cNvPr>
              <p:cNvCxnSpPr/>
              <p:nvPr/>
            </p:nvCxnSpPr>
            <p:spPr>
              <a:xfrm>
                <a:off x="1986002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직선 연결선 308">
                <a:extLst>
                  <a:ext uri="{FF2B5EF4-FFF2-40B4-BE49-F238E27FC236}">
                    <a16:creationId xmlns:a16="http://schemas.microsoft.com/office/drawing/2014/main" id="{1BDA90E2-E95F-4725-8DCE-435FF728A6DC}"/>
                  </a:ext>
                </a:extLst>
              </p:cNvPr>
              <p:cNvCxnSpPr/>
              <p:nvPr/>
            </p:nvCxnSpPr>
            <p:spPr>
              <a:xfrm>
                <a:off x="1986002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>
                <a:extLst>
                  <a:ext uri="{FF2B5EF4-FFF2-40B4-BE49-F238E27FC236}">
                    <a16:creationId xmlns:a16="http://schemas.microsoft.com/office/drawing/2014/main" id="{985C4427-3096-4712-A94A-14E5D43078BB}"/>
                  </a:ext>
                </a:extLst>
              </p:cNvPr>
              <p:cNvCxnSpPr/>
              <p:nvPr/>
            </p:nvCxnSpPr>
            <p:spPr>
              <a:xfrm>
                <a:off x="1986002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직선 연결선 310">
                <a:extLst>
                  <a:ext uri="{FF2B5EF4-FFF2-40B4-BE49-F238E27FC236}">
                    <a16:creationId xmlns:a16="http://schemas.microsoft.com/office/drawing/2014/main" id="{8C3518F7-A02B-4A25-B6FB-E9CDC008DBEC}"/>
                  </a:ext>
                </a:extLst>
              </p:cNvPr>
              <p:cNvCxnSpPr/>
              <p:nvPr/>
            </p:nvCxnSpPr>
            <p:spPr>
              <a:xfrm>
                <a:off x="1986002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직선 연결선 311">
                <a:extLst>
                  <a:ext uri="{FF2B5EF4-FFF2-40B4-BE49-F238E27FC236}">
                    <a16:creationId xmlns:a16="http://schemas.microsoft.com/office/drawing/2014/main" id="{765C194B-0641-42EE-B1A6-7BB093F66EEB}"/>
                  </a:ext>
                </a:extLst>
              </p:cNvPr>
              <p:cNvCxnSpPr/>
              <p:nvPr/>
            </p:nvCxnSpPr>
            <p:spPr>
              <a:xfrm>
                <a:off x="1986002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46DF43AD-B97B-4090-B20C-4287DBB0F00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52" name="그림 151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95898DFD-4188-4813-AF97-D8D3DE5C5B0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4" name="직사각형 153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FA7BD39D-48D3-4AC1-B32B-5CCA5422BD3B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5" name="직사각형 154">
            <a:hlinkClick r:id="rId5" action="ppaction://hlinksldjump"/>
            <a:extLst>
              <a:ext uri="{FF2B5EF4-FFF2-40B4-BE49-F238E27FC236}">
                <a16:creationId xmlns:a16="http://schemas.microsoft.com/office/drawing/2014/main" id="{A59D817F-7E56-49B6-B9F5-F4E49A641E47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6" name="직사각형 15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BC49CD4-2301-4E89-AE6A-01E793AC94A1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DD98374-07D5-4FA1-A65E-88F2C0C7DC49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110A1ED-34B5-484A-8AED-FC2C330DD161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E90F11B3-BB6E-480A-B5B8-B5AA70479B8C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B2636745-9D5C-456B-827A-43A4C3DBBC67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DEF19D4C-8DD7-419E-9A23-DC387C581F76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3C4A788A-657E-4942-BB02-192B07891B74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4AF8E815-C93F-40FA-B996-BCFCAC4530C4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5F496E8B-1D69-4659-9EA3-9E8A7DD914C8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317917551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93CBB134-D3CC-4D6A-9E63-62F14FC2F59D}"/>
              </a:ext>
            </a:extLst>
          </p:cNvPr>
          <p:cNvGrpSpPr/>
          <p:nvPr/>
        </p:nvGrpSpPr>
        <p:grpSpPr>
          <a:xfrm>
            <a:off x="179388" y="539751"/>
            <a:ext cx="22321837" cy="10117138"/>
            <a:chOff x="236587" y="1417857"/>
            <a:chExt cx="22242413" cy="9010459"/>
          </a:xfrm>
        </p:grpSpPr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F5EC5A45-B374-4D94-BF85-BB9B6769637F}"/>
                </a:ext>
              </a:extLst>
            </p:cNvPr>
            <p:cNvGrpSpPr/>
            <p:nvPr/>
          </p:nvGrpSpPr>
          <p:grpSpPr>
            <a:xfrm>
              <a:off x="236587" y="1417857"/>
              <a:ext cx="5324263" cy="9010459"/>
              <a:chOff x="236587" y="1417857"/>
              <a:chExt cx="5324263" cy="9010459"/>
            </a:xfrm>
          </p:grpSpPr>
          <p:sp>
            <p:nvSpPr>
              <p:cNvPr id="4" name="모서리가 둥근 직사각형 302">
                <a:extLst>
                  <a:ext uri="{FF2B5EF4-FFF2-40B4-BE49-F238E27FC236}">
                    <a16:creationId xmlns:a16="http://schemas.microsoft.com/office/drawing/2014/main" id="{EC6EB742-71D2-4C5E-AC91-6EC0B6C49B3B}"/>
                  </a:ext>
                </a:extLst>
              </p:cNvPr>
              <p:cNvSpPr/>
              <p:nvPr/>
            </p:nvSpPr>
            <p:spPr>
              <a:xfrm>
                <a:off x="236587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5" name="모서리가 둥근 직사각형 303">
                <a:extLst>
                  <a:ext uri="{FF2B5EF4-FFF2-40B4-BE49-F238E27FC236}">
                    <a16:creationId xmlns:a16="http://schemas.microsoft.com/office/drawing/2014/main" id="{C84CF98E-FD48-4F94-9721-7EC4A34F1C43}"/>
                  </a:ext>
                </a:extLst>
              </p:cNvPr>
              <p:cNvSpPr/>
              <p:nvPr/>
            </p:nvSpPr>
            <p:spPr>
              <a:xfrm>
                <a:off x="236587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6" name="모서리가 둥근 직사각형 304">
                <a:extLst>
                  <a:ext uri="{FF2B5EF4-FFF2-40B4-BE49-F238E27FC236}">
                    <a16:creationId xmlns:a16="http://schemas.microsoft.com/office/drawing/2014/main" id="{62F425DB-43C1-4A79-BBC4-C4722AD05503}"/>
                  </a:ext>
                </a:extLst>
              </p:cNvPr>
              <p:cNvSpPr/>
              <p:nvPr/>
            </p:nvSpPr>
            <p:spPr>
              <a:xfrm>
                <a:off x="236587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7" name="모서리가 둥근 직사각형 305">
                <a:extLst>
                  <a:ext uri="{FF2B5EF4-FFF2-40B4-BE49-F238E27FC236}">
                    <a16:creationId xmlns:a16="http://schemas.microsoft.com/office/drawing/2014/main" id="{459E2C90-D1E7-4490-9A61-2886187D7DD2}"/>
                  </a:ext>
                </a:extLst>
              </p:cNvPr>
              <p:cNvSpPr/>
              <p:nvPr/>
            </p:nvSpPr>
            <p:spPr>
              <a:xfrm>
                <a:off x="236587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8" name="모서리가 둥근 직사각형 306">
                <a:extLst>
                  <a:ext uri="{FF2B5EF4-FFF2-40B4-BE49-F238E27FC236}">
                    <a16:creationId xmlns:a16="http://schemas.microsoft.com/office/drawing/2014/main" id="{B70DFABF-9E6A-4481-8C18-27630CCDA7A2}"/>
                  </a:ext>
                </a:extLst>
              </p:cNvPr>
              <p:cNvSpPr/>
              <p:nvPr/>
            </p:nvSpPr>
            <p:spPr>
              <a:xfrm>
                <a:off x="236587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E7B5E4E1-8B4D-48F2-B8EE-705EDAFB73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4187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E7E7CCFA-F8CE-453C-BC86-4D5DFDD3D638}"/>
                  </a:ext>
                </a:extLst>
              </p:cNvPr>
              <p:cNvCxnSpPr/>
              <p:nvPr/>
            </p:nvCxnSpPr>
            <p:spPr>
              <a:xfrm>
                <a:off x="294187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직선 연결선 38">
                <a:extLst>
                  <a:ext uri="{FF2B5EF4-FFF2-40B4-BE49-F238E27FC236}">
                    <a16:creationId xmlns:a16="http://schemas.microsoft.com/office/drawing/2014/main" id="{16BB2C4F-5540-49AF-8384-E6A551FAC393}"/>
                  </a:ext>
                </a:extLst>
              </p:cNvPr>
              <p:cNvCxnSpPr/>
              <p:nvPr/>
            </p:nvCxnSpPr>
            <p:spPr>
              <a:xfrm>
                <a:off x="294187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822BD19C-4394-4335-AEAF-6D083B845461}"/>
                  </a:ext>
                </a:extLst>
              </p:cNvPr>
              <p:cNvCxnSpPr/>
              <p:nvPr/>
            </p:nvCxnSpPr>
            <p:spPr>
              <a:xfrm>
                <a:off x="294187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3E1CA9B2-454B-4F06-9E15-EB357C20216A}"/>
                  </a:ext>
                </a:extLst>
              </p:cNvPr>
              <p:cNvCxnSpPr/>
              <p:nvPr/>
            </p:nvCxnSpPr>
            <p:spPr>
              <a:xfrm>
                <a:off x="294187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D5F56B55-D93B-4036-881E-BE354E87C526}"/>
                  </a:ext>
                </a:extLst>
              </p:cNvPr>
              <p:cNvCxnSpPr/>
              <p:nvPr/>
            </p:nvCxnSpPr>
            <p:spPr>
              <a:xfrm>
                <a:off x="294187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C812CF22-124D-48D1-A559-CC38303CA9CC}"/>
                  </a:ext>
                </a:extLst>
              </p:cNvPr>
              <p:cNvCxnSpPr/>
              <p:nvPr/>
            </p:nvCxnSpPr>
            <p:spPr>
              <a:xfrm>
                <a:off x="294187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>
                <a:extLst>
                  <a:ext uri="{FF2B5EF4-FFF2-40B4-BE49-F238E27FC236}">
                    <a16:creationId xmlns:a16="http://schemas.microsoft.com/office/drawing/2014/main" id="{73F11963-29B3-436A-ABDF-CDEAA5C671D6}"/>
                  </a:ext>
                </a:extLst>
              </p:cNvPr>
              <p:cNvCxnSpPr/>
              <p:nvPr/>
            </p:nvCxnSpPr>
            <p:spPr>
              <a:xfrm>
                <a:off x="294187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621B4E3B-5635-44F5-A280-4A911405480F}"/>
                  </a:ext>
                </a:extLst>
              </p:cNvPr>
              <p:cNvCxnSpPr/>
              <p:nvPr/>
            </p:nvCxnSpPr>
            <p:spPr>
              <a:xfrm>
                <a:off x="294187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5B89D61C-8BE6-4DEF-B1FC-2FD24E823B2A}"/>
                  </a:ext>
                </a:extLst>
              </p:cNvPr>
              <p:cNvCxnSpPr/>
              <p:nvPr/>
            </p:nvCxnSpPr>
            <p:spPr>
              <a:xfrm>
                <a:off x="294187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21C06BFB-072F-4A0A-BE21-E8A5152E77FA}"/>
                  </a:ext>
                </a:extLst>
              </p:cNvPr>
              <p:cNvCxnSpPr/>
              <p:nvPr/>
            </p:nvCxnSpPr>
            <p:spPr>
              <a:xfrm>
                <a:off x="294187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EF1D726A-0E45-4569-BB03-C6F829648FE0}"/>
                  </a:ext>
                </a:extLst>
              </p:cNvPr>
              <p:cNvCxnSpPr/>
              <p:nvPr/>
            </p:nvCxnSpPr>
            <p:spPr>
              <a:xfrm>
                <a:off x="294187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>
                <a:extLst>
                  <a:ext uri="{FF2B5EF4-FFF2-40B4-BE49-F238E27FC236}">
                    <a16:creationId xmlns:a16="http://schemas.microsoft.com/office/drawing/2014/main" id="{873F46A8-B7AE-4778-A3B7-0CD7E55C9C40}"/>
                  </a:ext>
                </a:extLst>
              </p:cNvPr>
              <p:cNvCxnSpPr/>
              <p:nvPr/>
            </p:nvCxnSpPr>
            <p:spPr>
              <a:xfrm>
                <a:off x="294187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7F68A330-AC4F-44A0-8F30-792F7E6C9850}"/>
                  </a:ext>
                </a:extLst>
              </p:cNvPr>
              <p:cNvCxnSpPr/>
              <p:nvPr/>
            </p:nvCxnSpPr>
            <p:spPr>
              <a:xfrm>
                <a:off x="294187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B5AB868B-D47A-4B4C-BD16-D35D85C9F1F1}"/>
                  </a:ext>
                </a:extLst>
              </p:cNvPr>
              <p:cNvCxnSpPr/>
              <p:nvPr/>
            </p:nvCxnSpPr>
            <p:spPr>
              <a:xfrm>
                <a:off x="294187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A26EC26E-4C42-4A27-B919-22AA30B05AB5}"/>
                  </a:ext>
                </a:extLst>
              </p:cNvPr>
              <p:cNvCxnSpPr/>
              <p:nvPr/>
            </p:nvCxnSpPr>
            <p:spPr>
              <a:xfrm>
                <a:off x="294187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7E144425-2C64-4961-ACA0-B85332833B3E}"/>
                  </a:ext>
                </a:extLst>
              </p:cNvPr>
              <p:cNvCxnSpPr/>
              <p:nvPr/>
            </p:nvCxnSpPr>
            <p:spPr>
              <a:xfrm>
                <a:off x="294187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2EA67E62-BCF4-445F-B9FA-A938025B7228}"/>
                  </a:ext>
                </a:extLst>
              </p:cNvPr>
              <p:cNvCxnSpPr/>
              <p:nvPr/>
            </p:nvCxnSpPr>
            <p:spPr>
              <a:xfrm>
                <a:off x="294187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65E72C26-C582-4220-8FAB-92D79D0BD3A0}"/>
                  </a:ext>
                </a:extLst>
              </p:cNvPr>
              <p:cNvCxnSpPr/>
              <p:nvPr/>
            </p:nvCxnSpPr>
            <p:spPr>
              <a:xfrm>
                <a:off x="294187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259A2F08-4BD2-44C2-98CD-7E0B8841AFB1}"/>
                  </a:ext>
                </a:extLst>
              </p:cNvPr>
              <p:cNvCxnSpPr/>
              <p:nvPr/>
            </p:nvCxnSpPr>
            <p:spPr>
              <a:xfrm>
                <a:off x="294187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BBBD2801-3FF6-472E-B893-BAF819319F7E}"/>
                  </a:ext>
                </a:extLst>
              </p:cNvPr>
              <p:cNvCxnSpPr/>
              <p:nvPr/>
            </p:nvCxnSpPr>
            <p:spPr>
              <a:xfrm>
                <a:off x="294187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F764B2F-887F-4A85-A97C-E7C7C35A9E94}"/>
                  </a:ext>
                </a:extLst>
              </p:cNvPr>
              <p:cNvCxnSpPr/>
              <p:nvPr/>
            </p:nvCxnSpPr>
            <p:spPr>
              <a:xfrm>
                <a:off x="294187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>
                <a:extLst>
                  <a:ext uri="{FF2B5EF4-FFF2-40B4-BE49-F238E27FC236}">
                    <a16:creationId xmlns:a16="http://schemas.microsoft.com/office/drawing/2014/main" id="{ACDE7281-E85C-413F-B96A-D2F63BD03190}"/>
                  </a:ext>
                </a:extLst>
              </p:cNvPr>
              <p:cNvCxnSpPr/>
              <p:nvPr/>
            </p:nvCxnSpPr>
            <p:spPr>
              <a:xfrm>
                <a:off x="294187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직선 연결선 59">
                <a:extLst>
                  <a:ext uri="{FF2B5EF4-FFF2-40B4-BE49-F238E27FC236}">
                    <a16:creationId xmlns:a16="http://schemas.microsoft.com/office/drawing/2014/main" id="{57D16AD7-FDCB-42F2-8420-7D0563450E53}"/>
                  </a:ext>
                </a:extLst>
              </p:cNvPr>
              <p:cNvCxnSpPr/>
              <p:nvPr/>
            </p:nvCxnSpPr>
            <p:spPr>
              <a:xfrm>
                <a:off x="294187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CCA591C5-440A-4D68-A3F9-7E120C94F909}"/>
                  </a:ext>
                </a:extLst>
              </p:cNvPr>
              <p:cNvCxnSpPr/>
              <p:nvPr/>
            </p:nvCxnSpPr>
            <p:spPr>
              <a:xfrm>
                <a:off x="294187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>
                <a:extLst>
                  <a:ext uri="{FF2B5EF4-FFF2-40B4-BE49-F238E27FC236}">
                    <a16:creationId xmlns:a16="http://schemas.microsoft.com/office/drawing/2014/main" id="{64E9835F-C030-4EA0-BA67-86B306F4EBC7}"/>
                  </a:ext>
                </a:extLst>
              </p:cNvPr>
              <p:cNvCxnSpPr/>
              <p:nvPr/>
            </p:nvCxnSpPr>
            <p:spPr>
              <a:xfrm>
                <a:off x="294187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>
                <a:extLst>
                  <a:ext uri="{FF2B5EF4-FFF2-40B4-BE49-F238E27FC236}">
                    <a16:creationId xmlns:a16="http://schemas.microsoft.com/office/drawing/2014/main" id="{9D34BC12-DE1C-4DB1-BECD-B96ABA16C3D5}"/>
                  </a:ext>
                </a:extLst>
              </p:cNvPr>
              <p:cNvCxnSpPr/>
              <p:nvPr/>
            </p:nvCxnSpPr>
            <p:spPr>
              <a:xfrm>
                <a:off x="294187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>
                <a:extLst>
                  <a:ext uri="{FF2B5EF4-FFF2-40B4-BE49-F238E27FC236}">
                    <a16:creationId xmlns:a16="http://schemas.microsoft.com/office/drawing/2014/main" id="{D819FBB6-E2EE-4705-A430-3FE9E809B60C}"/>
                  </a:ext>
                </a:extLst>
              </p:cNvPr>
              <p:cNvCxnSpPr/>
              <p:nvPr/>
            </p:nvCxnSpPr>
            <p:spPr>
              <a:xfrm>
                <a:off x="294187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>
                <a:extLst>
                  <a:ext uri="{FF2B5EF4-FFF2-40B4-BE49-F238E27FC236}">
                    <a16:creationId xmlns:a16="http://schemas.microsoft.com/office/drawing/2014/main" id="{EE9B849A-D0D3-4185-8C33-E664A47F0FA3}"/>
                  </a:ext>
                </a:extLst>
              </p:cNvPr>
              <p:cNvCxnSpPr/>
              <p:nvPr/>
            </p:nvCxnSpPr>
            <p:spPr>
              <a:xfrm>
                <a:off x="294187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직선 연결선 66">
                <a:extLst>
                  <a:ext uri="{FF2B5EF4-FFF2-40B4-BE49-F238E27FC236}">
                    <a16:creationId xmlns:a16="http://schemas.microsoft.com/office/drawing/2014/main" id="{AA2B8F77-67F6-4561-BF18-EF9DB61CD91A}"/>
                  </a:ext>
                </a:extLst>
              </p:cNvPr>
              <p:cNvCxnSpPr/>
              <p:nvPr/>
            </p:nvCxnSpPr>
            <p:spPr>
              <a:xfrm>
                <a:off x="294187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AD20A2EC-BB6F-4956-820E-86D249D635F9}"/>
                  </a:ext>
                </a:extLst>
              </p:cNvPr>
              <p:cNvCxnSpPr/>
              <p:nvPr/>
            </p:nvCxnSpPr>
            <p:spPr>
              <a:xfrm>
                <a:off x="294187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5" name="그룹 314">
              <a:extLst>
                <a:ext uri="{FF2B5EF4-FFF2-40B4-BE49-F238E27FC236}">
                  <a16:creationId xmlns:a16="http://schemas.microsoft.com/office/drawing/2014/main" id="{84ECDF41-CF85-45EF-BD27-E25F81BBEE3E}"/>
                </a:ext>
              </a:extLst>
            </p:cNvPr>
            <p:cNvGrpSpPr/>
            <p:nvPr/>
          </p:nvGrpSpPr>
          <p:grpSpPr>
            <a:xfrm>
              <a:off x="5875971" y="1417857"/>
              <a:ext cx="5324262" cy="9010459"/>
              <a:chOff x="5943120" y="1417857"/>
              <a:chExt cx="5324262" cy="9010459"/>
            </a:xfrm>
          </p:grpSpPr>
          <p:sp>
            <p:nvSpPr>
              <p:cNvPr id="205" name="모서리가 둥근 직사각형 302">
                <a:extLst>
                  <a:ext uri="{FF2B5EF4-FFF2-40B4-BE49-F238E27FC236}">
                    <a16:creationId xmlns:a16="http://schemas.microsoft.com/office/drawing/2014/main" id="{4727AD4D-37CD-4EAA-AD89-07FC10EEEA89}"/>
                  </a:ext>
                </a:extLst>
              </p:cNvPr>
              <p:cNvSpPr/>
              <p:nvPr/>
            </p:nvSpPr>
            <p:spPr>
              <a:xfrm>
                <a:off x="5943120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6" name="모서리가 둥근 직사각형 303">
                <a:extLst>
                  <a:ext uri="{FF2B5EF4-FFF2-40B4-BE49-F238E27FC236}">
                    <a16:creationId xmlns:a16="http://schemas.microsoft.com/office/drawing/2014/main" id="{E599C280-C5D5-47C0-8B61-26740BEA02E2}"/>
                  </a:ext>
                </a:extLst>
              </p:cNvPr>
              <p:cNvSpPr/>
              <p:nvPr/>
            </p:nvSpPr>
            <p:spPr>
              <a:xfrm>
                <a:off x="5943120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7" name="모서리가 둥근 직사각형 304">
                <a:extLst>
                  <a:ext uri="{FF2B5EF4-FFF2-40B4-BE49-F238E27FC236}">
                    <a16:creationId xmlns:a16="http://schemas.microsoft.com/office/drawing/2014/main" id="{F0FFE307-6E85-4C51-B793-7B46A2FDA4A9}"/>
                  </a:ext>
                </a:extLst>
              </p:cNvPr>
              <p:cNvSpPr/>
              <p:nvPr/>
            </p:nvSpPr>
            <p:spPr>
              <a:xfrm>
                <a:off x="5943120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8" name="모서리가 둥근 직사각형 305">
                <a:extLst>
                  <a:ext uri="{FF2B5EF4-FFF2-40B4-BE49-F238E27FC236}">
                    <a16:creationId xmlns:a16="http://schemas.microsoft.com/office/drawing/2014/main" id="{344E3845-C0F3-4BC8-A0F5-7E834742AE88}"/>
                  </a:ext>
                </a:extLst>
              </p:cNvPr>
              <p:cNvSpPr/>
              <p:nvPr/>
            </p:nvSpPr>
            <p:spPr>
              <a:xfrm>
                <a:off x="5943120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9" name="모서리가 둥근 직사각형 306">
                <a:extLst>
                  <a:ext uri="{FF2B5EF4-FFF2-40B4-BE49-F238E27FC236}">
                    <a16:creationId xmlns:a16="http://schemas.microsoft.com/office/drawing/2014/main" id="{A50F0E7C-AC1C-4C1E-8055-2198D9347E08}"/>
                  </a:ext>
                </a:extLst>
              </p:cNvPr>
              <p:cNvSpPr/>
              <p:nvPr/>
            </p:nvSpPr>
            <p:spPr>
              <a:xfrm>
                <a:off x="5943120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10" name="직선 연결선 209">
                <a:extLst>
                  <a:ext uri="{FF2B5EF4-FFF2-40B4-BE49-F238E27FC236}">
                    <a16:creationId xmlns:a16="http://schemas.microsoft.com/office/drawing/2014/main" id="{2386B1DF-7B36-4561-882B-B48038388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48409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직선 연결선 210">
                <a:extLst>
                  <a:ext uri="{FF2B5EF4-FFF2-40B4-BE49-F238E27FC236}">
                    <a16:creationId xmlns:a16="http://schemas.microsoft.com/office/drawing/2014/main" id="{1CB3BF07-72F3-4508-97FD-109E14995D0B}"/>
                  </a:ext>
                </a:extLst>
              </p:cNvPr>
              <p:cNvCxnSpPr/>
              <p:nvPr/>
            </p:nvCxnSpPr>
            <p:spPr>
              <a:xfrm>
                <a:off x="8648409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>
                <a:extLst>
                  <a:ext uri="{FF2B5EF4-FFF2-40B4-BE49-F238E27FC236}">
                    <a16:creationId xmlns:a16="http://schemas.microsoft.com/office/drawing/2014/main" id="{FB260C78-EB32-43C6-A4EE-DAA763F82B0C}"/>
                  </a:ext>
                </a:extLst>
              </p:cNvPr>
              <p:cNvCxnSpPr/>
              <p:nvPr/>
            </p:nvCxnSpPr>
            <p:spPr>
              <a:xfrm>
                <a:off x="8648409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>
                <a:extLst>
                  <a:ext uri="{FF2B5EF4-FFF2-40B4-BE49-F238E27FC236}">
                    <a16:creationId xmlns:a16="http://schemas.microsoft.com/office/drawing/2014/main" id="{3A42E1ED-E2A6-4B36-AA65-30C8E13C04EA}"/>
                  </a:ext>
                </a:extLst>
              </p:cNvPr>
              <p:cNvCxnSpPr/>
              <p:nvPr/>
            </p:nvCxnSpPr>
            <p:spPr>
              <a:xfrm>
                <a:off x="8648409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직선 연결선 213">
                <a:extLst>
                  <a:ext uri="{FF2B5EF4-FFF2-40B4-BE49-F238E27FC236}">
                    <a16:creationId xmlns:a16="http://schemas.microsoft.com/office/drawing/2014/main" id="{FB836CA4-35E5-498E-A831-463209217612}"/>
                  </a:ext>
                </a:extLst>
              </p:cNvPr>
              <p:cNvCxnSpPr/>
              <p:nvPr/>
            </p:nvCxnSpPr>
            <p:spPr>
              <a:xfrm>
                <a:off x="8648409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>
                <a:extLst>
                  <a:ext uri="{FF2B5EF4-FFF2-40B4-BE49-F238E27FC236}">
                    <a16:creationId xmlns:a16="http://schemas.microsoft.com/office/drawing/2014/main" id="{559CC054-B503-4FCB-A5DC-C3378B038209}"/>
                  </a:ext>
                </a:extLst>
              </p:cNvPr>
              <p:cNvCxnSpPr/>
              <p:nvPr/>
            </p:nvCxnSpPr>
            <p:spPr>
              <a:xfrm>
                <a:off x="8648409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>
                <a:extLst>
                  <a:ext uri="{FF2B5EF4-FFF2-40B4-BE49-F238E27FC236}">
                    <a16:creationId xmlns:a16="http://schemas.microsoft.com/office/drawing/2014/main" id="{25769139-60F8-4204-B37C-A4F7464B19D9}"/>
                  </a:ext>
                </a:extLst>
              </p:cNvPr>
              <p:cNvCxnSpPr/>
              <p:nvPr/>
            </p:nvCxnSpPr>
            <p:spPr>
              <a:xfrm>
                <a:off x="8648409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>
                <a:extLst>
                  <a:ext uri="{FF2B5EF4-FFF2-40B4-BE49-F238E27FC236}">
                    <a16:creationId xmlns:a16="http://schemas.microsoft.com/office/drawing/2014/main" id="{A13047BB-386B-4C25-A686-111CFF17C090}"/>
                  </a:ext>
                </a:extLst>
              </p:cNvPr>
              <p:cNvCxnSpPr/>
              <p:nvPr/>
            </p:nvCxnSpPr>
            <p:spPr>
              <a:xfrm>
                <a:off x="8648409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직선 연결선 217">
                <a:extLst>
                  <a:ext uri="{FF2B5EF4-FFF2-40B4-BE49-F238E27FC236}">
                    <a16:creationId xmlns:a16="http://schemas.microsoft.com/office/drawing/2014/main" id="{03576FAC-F848-4E3B-8E74-FB4692A9EDB4}"/>
                  </a:ext>
                </a:extLst>
              </p:cNvPr>
              <p:cNvCxnSpPr/>
              <p:nvPr/>
            </p:nvCxnSpPr>
            <p:spPr>
              <a:xfrm>
                <a:off x="8648409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>
                <a:extLst>
                  <a:ext uri="{FF2B5EF4-FFF2-40B4-BE49-F238E27FC236}">
                    <a16:creationId xmlns:a16="http://schemas.microsoft.com/office/drawing/2014/main" id="{441700D6-3AA8-4347-B6C7-1CA0958DEF75}"/>
                  </a:ext>
                </a:extLst>
              </p:cNvPr>
              <p:cNvCxnSpPr/>
              <p:nvPr/>
            </p:nvCxnSpPr>
            <p:spPr>
              <a:xfrm>
                <a:off x="8648409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직선 연결선 219">
                <a:extLst>
                  <a:ext uri="{FF2B5EF4-FFF2-40B4-BE49-F238E27FC236}">
                    <a16:creationId xmlns:a16="http://schemas.microsoft.com/office/drawing/2014/main" id="{1A9A959D-E0EC-42FD-A06A-CB379FD3291B}"/>
                  </a:ext>
                </a:extLst>
              </p:cNvPr>
              <p:cNvCxnSpPr/>
              <p:nvPr/>
            </p:nvCxnSpPr>
            <p:spPr>
              <a:xfrm>
                <a:off x="8648409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>
                <a:extLst>
                  <a:ext uri="{FF2B5EF4-FFF2-40B4-BE49-F238E27FC236}">
                    <a16:creationId xmlns:a16="http://schemas.microsoft.com/office/drawing/2014/main" id="{F62394E7-F347-4FD4-9699-EE34BFAF0CCB}"/>
                  </a:ext>
                </a:extLst>
              </p:cNvPr>
              <p:cNvCxnSpPr/>
              <p:nvPr/>
            </p:nvCxnSpPr>
            <p:spPr>
              <a:xfrm>
                <a:off x="8648409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직선 연결선 221">
                <a:extLst>
                  <a:ext uri="{FF2B5EF4-FFF2-40B4-BE49-F238E27FC236}">
                    <a16:creationId xmlns:a16="http://schemas.microsoft.com/office/drawing/2014/main" id="{899D7A91-9A1E-4ADD-A3DF-32AFD347A26F}"/>
                  </a:ext>
                </a:extLst>
              </p:cNvPr>
              <p:cNvCxnSpPr/>
              <p:nvPr/>
            </p:nvCxnSpPr>
            <p:spPr>
              <a:xfrm>
                <a:off x="8648409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17F7ED2E-85AB-413D-A759-F9CBC883828E}"/>
                  </a:ext>
                </a:extLst>
              </p:cNvPr>
              <p:cNvCxnSpPr/>
              <p:nvPr/>
            </p:nvCxnSpPr>
            <p:spPr>
              <a:xfrm>
                <a:off x="8648409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>
                <a:extLst>
                  <a:ext uri="{FF2B5EF4-FFF2-40B4-BE49-F238E27FC236}">
                    <a16:creationId xmlns:a16="http://schemas.microsoft.com/office/drawing/2014/main" id="{6EEBCB4D-AAD4-4F98-A7CA-B43BC67A0881}"/>
                  </a:ext>
                </a:extLst>
              </p:cNvPr>
              <p:cNvCxnSpPr/>
              <p:nvPr/>
            </p:nvCxnSpPr>
            <p:spPr>
              <a:xfrm>
                <a:off x="8648409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>
                <a:extLst>
                  <a:ext uri="{FF2B5EF4-FFF2-40B4-BE49-F238E27FC236}">
                    <a16:creationId xmlns:a16="http://schemas.microsoft.com/office/drawing/2014/main" id="{41A19DA5-E089-4484-9A94-A9DF3B1BC32C}"/>
                  </a:ext>
                </a:extLst>
              </p:cNvPr>
              <p:cNvCxnSpPr/>
              <p:nvPr/>
            </p:nvCxnSpPr>
            <p:spPr>
              <a:xfrm>
                <a:off x="8648409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직선 연결선 225">
                <a:extLst>
                  <a:ext uri="{FF2B5EF4-FFF2-40B4-BE49-F238E27FC236}">
                    <a16:creationId xmlns:a16="http://schemas.microsoft.com/office/drawing/2014/main" id="{5B412772-3513-4D21-8906-9E39ACF43BD7}"/>
                  </a:ext>
                </a:extLst>
              </p:cNvPr>
              <p:cNvCxnSpPr/>
              <p:nvPr/>
            </p:nvCxnSpPr>
            <p:spPr>
              <a:xfrm>
                <a:off x="8648409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직선 연결선 226">
                <a:extLst>
                  <a:ext uri="{FF2B5EF4-FFF2-40B4-BE49-F238E27FC236}">
                    <a16:creationId xmlns:a16="http://schemas.microsoft.com/office/drawing/2014/main" id="{B4EBDB79-F65C-4914-AC30-BAA8D2F646F2}"/>
                  </a:ext>
                </a:extLst>
              </p:cNvPr>
              <p:cNvCxnSpPr/>
              <p:nvPr/>
            </p:nvCxnSpPr>
            <p:spPr>
              <a:xfrm>
                <a:off x="8648409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>
                <a:extLst>
                  <a:ext uri="{FF2B5EF4-FFF2-40B4-BE49-F238E27FC236}">
                    <a16:creationId xmlns:a16="http://schemas.microsoft.com/office/drawing/2014/main" id="{667CC4E9-4833-4198-8615-D06532703FFC}"/>
                  </a:ext>
                </a:extLst>
              </p:cNvPr>
              <p:cNvCxnSpPr/>
              <p:nvPr/>
            </p:nvCxnSpPr>
            <p:spPr>
              <a:xfrm>
                <a:off x="8648409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>
                <a:extLst>
                  <a:ext uri="{FF2B5EF4-FFF2-40B4-BE49-F238E27FC236}">
                    <a16:creationId xmlns:a16="http://schemas.microsoft.com/office/drawing/2014/main" id="{0075FF4A-3482-44D9-9F0E-44E24962AFFB}"/>
                  </a:ext>
                </a:extLst>
              </p:cNvPr>
              <p:cNvCxnSpPr/>
              <p:nvPr/>
            </p:nvCxnSpPr>
            <p:spPr>
              <a:xfrm>
                <a:off x="8648409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직선 연결선 229">
                <a:extLst>
                  <a:ext uri="{FF2B5EF4-FFF2-40B4-BE49-F238E27FC236}">
                    <a16:creationId xmlns:a16="http://schemas.microsoft.com/office/drawing/2014/main" id="{6F1EBB34-E58E-4F65-BAAD-3157D1B76FE9}"/>
                  </a:ext>
                </a:extLst>
              </p:cNvPr>
              <p:cNvCxnSpPr/>
              <p:nvPr/>
            </p:nvCxnSpPr>
            <p:spPr>
              <a:xfrm>
                <a:off x="8648409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 230">
                <a:extLst>
                  <a:ext uri="{FF2B5EF4-FFF2-40B4-BE49-F238E27FC236}">
                    <a16:creationId xmlns:a16="http://schemas.microsoft.com/office/drawing/2014/main" id="{9F6F3503-67D3-40E8-9C70-8C7DBB12EE14}"/>
                  </a:ext>
                </a:extLst>
              </p:cNvPr>
              <p:cNvCxnSpPr/>
              <p:nvPr/>
            </p:nvCxnSpPr>
            <p:spPr>
              <a:xfrm>
                <a:off x="8648409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직선 연결선 231">
                <a:extLst>
                  <a:ext uri="{FF2B5EF4-FFF2-40B4-BE49-F238E27FC236}">
                    <a16:creationId xmlns:a16="http://schemas.microsoft.com/office/drawing/2014/main" id="{0B505442-94D2-4C90-9C5B-37C9E13C8C46}"/>
                  </a:ext>
                </a:extLst>
              </p:cNvPr>
              <p:cNvCxnSpPr/>
              <p:nvPr/>
            </p:nvCxnSpPr>
            <p:spPr>
              <a:xfrm>
                <a:off x="8648409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>
                <a:extLst>
                  <a:ext uri="{FF2B5EF4-FFF2-40B4-BE49-F238E27FC236}">
                    <a16:creationId xmlns:a16="http://schemas.microsoft.com/office/drawing/2014/main" id="{C3F37D00-4BB7-4368-8BDC-606AAF44C64D}"/>
                  </a:ext>
                </a:extLst>
              </p:cNvPr>
              <p:cNvCxnSpPr/>
              <p:nvPr/>
            </p:nvCxnSpPr>
            <p:spPr>
              <a:xfrm>
                <a:off x="8648409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 233">
                <a:extLst>
                  <a:ext uri="{FF2B5EF4-FFF2-40B4-BE49-F238E27FC236}">
                    <a16:creationId xmlns:a16="http://schemas.microsoft.com/office/drawing/2014/main" id="{465ABC33-16D6-42B2-9754-2F6590D4E347}"/>
                  </a:ext>
                </a:extLst>
              </p:cNvPr>
              <p:cNvCxnSpPr/>
              <p:nvPr/>
            </p:nvCxnSpPr>
            <p:spPr>
              <a:xfrm>
                <a:off x="8648409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>
                <a:extLst>
                  <a:ext uri="{FF2B5EF4-FFF2-40B4-BE49-F238E27FC236}">
                    <a16:creationId xmlns:a16="http://schemas.microsoft.com/office/drawing/2014/main" id="{65C7C804-76C7-4CEC-8327-F429FB2840AB}"/>
                  </a:ext>
                </a:extLst>
              </p:cNvPr>
              <p:cNvCxnSpPr/>
              <p:nvPr/>
            </p:nvCxnSpPr>
            <p:spPr>
              <a:xfrm>
                <a:off x="8648409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직선 연결선 235">
                <a:extLst>
                  <a:ext uri="{FF2B5EF4-FFF2-40B4-BE49-F238E27FC236}">
                    <a16:creationId xmlns:a16="http://schemas.microsoft.com/office/drawing/2014/main" id="{A2E0C59D-9053-42BF-B76D-28665C6A2E86}"/>
                  </a:ext>
                </a:extLst>
              </p:cNvPr>
              <p:cNvCxnSpPr/>
              <p:nvPr/>
            </p:nvCxnSpPr>
            <p:spPr>
              <a:xfrm>
                <a:off x="8648409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직선 연결선 236">
                <a:extLst>
                  <a:ext uri="{FF2B5EF4-FFF2-40B4-BE49-F238E27FC236}">
                    <a16:creationId xmlns:a16="http://schemas.microsoft.com/office/drawing/2014/main" id="{989CD918-A093-438F-8F7A-E1548607DB1F}"/>
                  </a:ext>
                </a:extLst>
              </p:cNvPr>
              <p:cNvCxnSpPr/>
              <p:nvPr/>
            </p:nvCxnSpPr>
            <p:spPr>
              <a:xfrm>
                <a:off x="8648409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직선 연결선 237">
                <a:extLst>
                  <a:ext uri="{FF2B5EF4-FFF2-40B4-BE49-F238E27FC236}">
                    <a16:creationId xmlns:a16="http://schemas.microsoft.com/office/drawing/2014/main" id="{A011F9D4-E673-4F4C-977A-6146EE9CA193}"/>
                  </a:ext>
                </a:extLst>
              </p:cNvPr>
              <p:cNvCxnSpPr/>
              <p:nvPr/>
            </p:nvCxnSpPr>
            <p:spPr>
              <a:xfrm>
                <a:off x="8648409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직선 연결선 238">
                <a:extLst>
                  <a:ext uri="{FF2B5EF4-FFF2-40B4-BE49-F238E27FC236}">
                    <a16:creationId xmlns:a16="http://schemas.microsoft.com/office/drawing/2014/main" id="{29DAD61E-EF4E-480D-9ACF-F4B9A845FBAD}"/>
                  </a:ext>
                </a:extLst>
              </p:cNvPr>
              <p:cNvCxnSpPr/>
              <p:nvPr/>
            </p:nvCxnSpPr>
            <p:spPr>
              <a:xfrm>
                <a:off x="8648409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직선 연결선 239">
                <a:extLst>
                  <a:ext uri="{FF2B5EF4-FFF2-40B4-BE49-F238E27FC236}">
                    <a16:creationId xmlns:a16="http://schemas.microsoft.com/office/drawing/2014/main" id="{588676AC-18B4-4EDB-A5E8-42F1CF1FA747}"/>
                  </a:ext>
                </a:extLst>
              </p:cNvPr>
              <p:cNvCxnSpPr/>
              <p:nvPr/>
            </p:nvCxnSpPr>
            <p:spPr>
              <a:xfrm>
                <a:off x="8648409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B2CA60A3-943D-4BEC-9EA2-CAA07F7ACF8C}"/>
                </a:ext>
              </a:extLst>
            </p:cNvPr>
            <p:cNvGrpSpPr/>
            <p:nvPr/>
          </p:nvGrpSpPr>
          <p:grpSpPr>
            <a:xfrm>
              <a:off x="11515354" y="1417857"/>
              <a:ext cx="5324262" cy="9010459"/>
              <a:chOff x="11548929" y="1417857"/>
              <a:chExt cx="5324262" cy="9010459"/>
            </a:xfrm>
          </p:grpSpPr>
          <p:sp>
            <p:nvSpPr>
              <p:cNvPr id="241" name="모서리가 둥근 직사각형 302">
                <a:extLst>
                  <a:ext uri="{FF2B5EF4-FFF2-40B4-BE49-F238E27FC236}">
                    <a16:creationId xmlns:a16="http://schemas.microsoft.com/office/drawing/2014/main" id="{EDAF7CFC-1C3A-43F2-A8CC-8FF27D18A65A}"/>
                  </a:ext>
                </a:extLst>
              </p:cNvPr>
              <p:cNvSpPr/>
              <p:nvPr/>
            </p:nvSpPr>
            <p:spPr>
              <a:xfrm>
                <a:off x="11548929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2" name="모서리가 둥근 직사각형 303">
                <a:extLst>
                  <a:ext uri="{FF2B5EF4-FFF2-40B4-BE49-F238E27FC236}">
                    <a16:creationId xmlns:a16="http://schemas.microsoft.com/office/drawing/2014/main" id="{47D18189-7270-4C22-8A9D-28290F9A5005}"/>
                  </a:ext>
                </a:extLst>
              </p:cNvPr>
              <p:cNvSpPr/>
              <p:nvPr/>
            </p:nvSpPr>
            <p:spPr>
              <a:xfrm>
                <a:off x="11548929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3" name="모서리가 둥근 직사각형 304">
                <a:extLst>
                  <a:ext uri="{FF2B5EF4-FFF2-40B4-BE49-F238E27FC236}">
                    <a16:creationId xmlns:a16="http://schemas.microsoft.com/office/drawing/2014/main" id="{6D084D22-8D40-4BFF-81CE-57BA962096F2}"/>
                  </a:ext>
                </a:extLst>
              </p:cNvPr>
              <p:cNvSpPr/>
              <p:nvPr/>
            </p:nvSpPr>
            <p:spPr>
              <a:xfrm>
                <a:off x="11548929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4" name="모서리가 둥근 직사각형 305">
                <a:extLst>
                  <a:ext uri="{FF2B5EF4-FFF2-40B4-BE49-F238E27FC236}">
                    <a16:creationId xmlns:a16="http://schemas.microsoft.com/office/drawing/2014/main" id="{B80D5F27-C770-47EC-B5A2-D9F7FCCE69FF}"/>
                  </a:ext>
                </a:extLst>
              </p:cNvPr>
              <p:cNvSpPr/>
              <p:nvPr/>
            </p:nvSpPr>
            <p:spPr>
              <a:xfrm>
                <a:off x="11548929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5" name="모서리가 둥근 직사각형 306">
                <a:extLst>
                  <a:ext uri="{FF2B5EF4-FFF2-40B4-BE49-F238E27FC236}">
                    <a16:creationId xmlns:a16="http://schemas.microsoft.com/office/drawing/2014/main" id="{183678A4-8751-4E27-9B93-64A7DF5E3FD3}"/>
                  </a:ext>
                </a:extLst>
              </p:cNvPr>
              <p:cNvSpPr/>
              <p:nvPr/>
            </p:nvSpPr>
            <p:spPr>
              <a:xfrm>
                <a:off x="11548929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46" name="직선 연결선 245">
                <a:extLst>
                  <a:ext uri="{FF2B5EF4-FFF2-40B4-BE49-F238E27FC236}">
                    <a16:creationId xmlns:a16="http://schemas.microsoft.com/office/drawing/2014/main" id="{A50ECB6C-ACD1-4FFC-BF91-F5475E5B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254218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연결선 246">
                <a:extLst>
                  <a:ext uri="{FF2B5EF4-FFF2-40B4-BE49-F238E27FC236}">
                    <a16:creationId xmlns:a16="http://schemas.microsoft.com/office/drawing/2014/main" id="{35EFC75C-0919-4219-B7C3-1EF9179F7905}"/>
                  </a:ext>
                </a:extLst>
              </p:cNvPr>
              <p:cNvCxnSpPr/>
              <p:nvPr/>
            </p:nvCxnSpPr>
            <p:spPr>
              <a:xfrm>
                <a:off x="14254218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직선 연결선 247">
                <a:extLst>
                  <a:ext uri="{FF2B5EF4-FFF2-40B4-BE49-F238E27FC236}">
                    <a16:creationId xmlns:a16="http://schemas.microsoft.com/office/drawing/2014/main" id="{DA1D7231-0352-4C31-A29C-25250B2316A5}"/>
                  </a:ext>
                </a:extLst>
              </p:cNvPr>
              <p:cNvCxnSpPr/>
              <p:nvPr/>
            </p:nvCxnSpPr>
            <p:spPr>
              <a:xfrm>
                <a:off x="14254218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>
                <a:extLst>
                  <a:ext uri="{FF2B5EF4-FFF2-40B4-BE49-F238E27FC236}">
                    <a16:creationId xmlns:a16="http://schemas.microsoft.com/office/drawing/2014/main" id="{F5B0246E-F600-42CE-9E07-319826E780BD}"/>
                  </a:ext>
                </a:extLst>
              </p:cNvPr>
              <p:cNvCxnSpPr/>
              <p:nvPr/>
            </p:nvCxnSpPr>
            <p:spPr>
              <a:xfrm>
                <a:off x="14254218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직선 연결선 249">
                <a:extLst>
                  <a:ext uri="{FF2B5EF4-FFF2-40B4-BE49-F238E27FC236}">
                    <a16:creationId xmlns:a16="http://schemas.microsoft.com/office/drawing/2014/main" id="{AF126F03-9EC8-420E-B5CB-D435F08DF99E}"/>
                  </a:ext>
                </a:extLst>
              </p:cNvPr>
              <p:cNvCxnSpPr/>
              <p:nvPr/>
            </p:nvCxnSpPr>
            <p:spPr>
              <a:xfrm>
                <a:off x="14254218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직선 연결선 250">
                <a:extLst>
                  <a:ext uri="{FF2B5EF4-FFF2-40B4-BE49-F238E27FC236}">
                    <a16:creationId xmlns:a16="http://schemas.microsoft.com/office/drawing/2014/main" id="{9C20F1F5-EFDB-4BCE-817B-D6D9B1F69F3E}"/>
                  </a:ext>
                </a:extLst>
              </p:cNvPr>
              <p:cNvCxnSpPr/>
              <p:nvPr/>
            </p:nvCxnSpPr>
            <p:spPr>
              <a:xfrm>
                <a:off x="14254218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직선 연결선 251">
                <a:extLst>
                  <a:ext uri="{FF2B5EF4-FFF2-40B4-BE49-F238E27FC236}">
                    <a16:creationId xmlns:a16="http://schemas.microsoft.com/office/drawing/2014/main" id="{0282387A-6D21-4794-99CC-78DF9325E558}"/>
                  </a:ext>
                </a:extLst>
              </p:cNvPr>
              <p:cNvCxnSpPr/>
              <p:nvPr/>
            </p:nvCxnSpPr>
            <p:spPr>
              <a:xfrm>
                <a:off x="14254218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직선 연결선 252">
                <a:extLst>
                  <a:ext uri="{FF2B5EF4-FFF2-40B4-BE49-F238E27FC236}">
                    <a16:creationId xmlns:a16="http://schemas.microsoft.com/office/drawing/2014/main" id="{24E1AF14-C46B-4502-A9B6-9738E0A357CA}"/>
                  </a:ext>
                </a:extLst>
              </p:cNvPr>
              <p:cNvCxnSpPr/>
              <p:nvPr/>
            </p:nvCxnSpPr>
            <p:spPr>
              <a:xfrm>
                <a:off x="14254218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직선 연결선 253">
                <a:extLst>
                  <a:ext uri="{FF2B5EF4-FFF2-40B4-BE49-F238E27FC236}">
                    <a16:creationId xmlns:a16="http://schemas.microsoft.com/office/drawing/2014/main" id="{F3317C95-934F-4C94-9E00-4B9078DCBF1E}"/>
                  </a:ext>
                </a:extLst>
              </p:cNvPr>
              <p:cNvCxnSpPr/>
              <p:nvPr/>
            </p:nvCxnSpPr>
            <p:spPr>
              <a:xfrm>
                <a:off x="14254218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직선 연결선 254">
                <a:extLst>
                  <a:ext uri="{FF2B5EF4-FFF2-40B4-BE49-F238E27FC236}">
                    <a16:creationId xmlns:a16="http://schemas.microsoft.com/office/drawing/2014/main" id="{B95FB43F-9108-450E-B7CC-7F47EE717B57}"/>
                  </a:ext>
                </a:extLst>
              </p:cNvPr>
              <p:cNvCxnSpPr/>
              <p:nvPr/>
            </p:nvCxnSpPr>
            <p:spPr>
              <a:xfrm>
                <a:off x="14254218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>
                <a:extLst>
                  <a:ext uri="{FF2B5EF4-FFF2-40B4-BE49-F238E27FC236}">
                    <a16:creationId xmlns:a16="http://schemas.microsoft.com/office/drawing/2014/main" id="{F6DC83AB-8119-4C22-90E0-22413FE43674}"/>
                  </a:ext>
                </a:extLst>
              </p:cNvPr>
              <p:cNvCxnSpPr/>
              <p:nvPr/>
            </p:nvCxnSpPr>
            <p:spPr>
              <a:xfrm>
                <a:off x="14254218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직선 연결선 256">
                <a:extLst>
                  <a:ext uri="{FF2B5EF4-FFF2-40B4-BE49-F238E27FC236}">
                    <a16:creationId xmlns:a16="http://schemas.microsoft.com/office/drawing/2014/main" id="{81E2B5A4-34E2-4DE1-BDA7-888F9C09A723}"/>
                  </a:ext>
                </a:extLst>
              </p:cNvPr>
              <p:cNvCxnSpPr/>
              <p:nvPr/>
            </p:nvCxnSpPr>
            <p:spPr>
              <a:xfrm>
                <a:off x="14254218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>
                <a:extLst>
                  <a:ext uri="{FF2B5EF4-FFF2-40B4-BE49-F238E27FC236}">
                    <a16:creationId xmlns:a16="http://schemas.microsoft.com/office/drawing/2014/main" id="{F073D697-491D-43FE-96A5-37ED096D2E8A}"/>
                  </a:ext>
                </a:extLst>
              </p:cNvPr>
              <p:cNvCxnSpPr/>
              <p:nvPr/>
            </p:nvCxnSpPr>
            <p:spPr>
              <a:xfrm>
                <a:off x="14254218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>
                <a:extLst>
                  <a:ext uri="{FF2B5EF4-FFF2-40B4-BE49-F238E27FC236}">
                    <a16:creationId xmlns:a16="http://schemas.microsoft.com/office/drawing/2014/main" id="{0068CAB1-4F56-4B85-82A3-1E93981384A3}"/>
                  </a:ext>
                </a:extLst>
              </p:cNvPr>
              <p:cNvCxnSpPr/>
              <p:nvPr/>
            </p:nvCxnSpPr>
            <p:spPr>
              <a:xfrm>
                <a:off x="14254218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직선 연결선 259">
                <a:extLst>
                  <a:ext uri="{FF2B5EF4-FFF2-40B4-BE49-F238E27FC236}">
                    <a16:creationId xmlns:a16="http://schemas.microsoft.com/office/drawing/2014/main" id="{05EEAD43-12DB-49D2-9B89-1D3CE09ADDB3}"/>
                  </a:ext>
                </a:extLst>
              </p:cNvPr>
              <p:cNvCxnSpPr/>
              <p:nvPr/>
            </p:nvCxnSpPr>
            <p:spPr>
              <a:xfrm>
                <a:off x="14254218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직선 연결선 260">
                <a:extLst>
                  <a:ext uri="{FF2B5EF4-FFF2-40B4-BE49-F238E27FC236}">
                    <a16:creationId xmlns:a16="http://schemas.microsoft.com/office/drawing/2014/main" id="{83C39F24-1C94-438A-A89F-58FEC0672EA9}"/>
                  </a:ext>
                </a:extLst>
              </p:cNvPr>
              <p:cNvCxnSpPr/>
              <p:nvPr/>
            </p:nvCxnSpPr>
            <p:spPr>
              <a:xfrm>
                <a:off x="14254218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직선 연결선 261">
                <a:extLst>
                  <a:ext uri="{FF2B5EF4-FFF2-40B4-BE49-F238E27FC236}">
                    <a16:creationId xmlns:a16="http://schemas.microsoft.com/office/drawing/2014/main" id="{CEA32DAC-7922-40B3-AB5B-344FE1F71F9B}"/>
                  </a:ext>
                </a:extLst>
              </p:cNvPr>
              <p:cNvCxnSpPr/>
              <p:nvPr/>
            </p:nvCxnSpPr>
            <p:spPr>
              <a:xfrm>
                <a:off x="14254218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직선 연결선 262">
                <a:extLst>
                  <a:ext uri="{FF2B5EF4-FFF2-40B4-BE49-F238E27FC236}">
                    <a16:creationId xmlns:a16="http://schemas.microsoft.com/office/drawing/2014/main" id="{D7227509-564B-47E4-9412-CC882168446B}"/>
                  </a:ext>
                </a:extLst>
              </p:cNvPr>
              <p:cNvCxnSpPr/>
              <p:nvPr/>
            </p:nvCxnSpPr>
            <p:spPr>
              <a:xfrm>
                <a:off x="14254218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직선 연결선 263">
                <a:extLst>
                  <a:ext uri="{FF2B5EF4-FFF2-40B4-BE49-F238E27FC236}">
                    <a16:creationId xmlns:a16="http://schemas.microsoft.com/office/drawing/2014/main" id="{1D5158BD-E286-4693-8F70-807C97F87438}"/>
                  </a:ext>
                </a:extLst>
              </p:cNvPr>
              <p:cNvCxnSpPr/>
              <p:nvPr/>
            </p:nvCxnSpPr>
            <p:spPr>
              <a:xfrm>
                <a:off x="14254218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>
                <a:extLst>
                  <a:ext uri="{FF2B5EF4-FFF2-40B4-BE49-F238E27FC236}">
                    <a16:creationId xmlns:a16="http://schemas.microsoft.com/office/drawing/2014/main" id="{59B7242A-F591-4D80-8791-ED592941C261}"/>
                  </a:ext>
                </a:extLst>
              </p:cNvPr>
              <p:cNvCxnSpPr/>
              <p:nvPr/>
            </p:nvCxnSpPr>
            <p:spPr>
              <a:xfrm>
                <a:off x="14254218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>
                <a:extLst>
                  <a:ext uri="{FF2B5EF4-FFF2-40B4-BE49-F238E27FC236}">
                    <a16:creationId xmlns:a16="http://schemas.microsoft.com/office/drawing/2014/main" id="{0FB01A24-71E1-4F21-B97C-9BF23FFE85A2}"/>
                  </a:ext>
                </a:extLst>
              </p:cNvPr>
              <p:cNvCxnSpPr/>
              <p:nvPr/>
            </p:nvCxnSpPr>
            <p:spPr>
              <a:xfrm>
                <a:off x="14254218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직선 연결선 266">
                <a:extLst>
                  <a:ext uri="{FF2B5EF4-FFF2-40B4-BE49-F238E27FC236}">
                    <a16:creationId xmlns:a16="http://schemas.microsoft.com/office/drawing/2014/main" id="{52F673FE-F658-4FEE-B623-2EF76A9BD5FB}"/>
                  </a:ext>
                </a:extLst>
              </p:cNvPr>
              <p:cNvCxnSpPr/>
              <p:nvPr/>
            </p:nvCxnSpPr>
            <p:spPr>
              <a:xfrm>
                <a:off x="14254218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>
                <a:extLst>
                  <a:ext uri="{FF2B5EF4-FFF2-40B4-BE49-F238E27FC236}">
                    <a16:creationId xmlns:a16="http://schemas.microsoft.com/office/drawing/2014/main" id="{755F7D14-B39F-46D5-85CD-FC60772AFE00}"/>
                  </a:ext>
                </a:extLst>
              </p:cNvPr>
              <p:cNvCxnSpPr/>
              <p:nvPr/>
            </p:nvCxnSpPr>
            <p:spPr>
              <a:xfrm>
                <a:off x="14254218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직선 연결선 268">
                <a:extLst>
                  <a:ext uri="{FF2B5EF4-FFF2-40B4-BE49-F238E27FC236}">
                    <a16:creationId xmlns:a16="http://schemas.microsoft.com/office/drawing/2014/main" id="{3393C0BA-139C-4A5F-8FC4-05F2879BDC06}"/>
                  </a:ext>
                </a:extLst>
              </p:cNvPr>
              <p:cNvCxnSpPr/>
              <p:nvPr/>
            </p:nvCxnSpPr>
            <p:spPr>
              <a:xfrm>
                <a:off x="14254218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>
                <a:extLst>
                  <a:ext uri="{FF2B5EF4-FFF2-40B4-BE49-F238E27FC236}">
                    <a16:creationId xmlns:a16="http://schemas.microsoft.com/office/drawing/2014/main" id="{3DCDB880-6BCB-4DBF-9BA9-8F9BC9CD51C0}"/>
                  </a:ext>
                </a:extLst>
              </p:cNvPr>
              <p:cNvCxnSpPr/>
              <p:nvPr/>
            </p:nvCxnSpPr>
            <p:spPr>
              <a:xfrm>
                <a:off x="14254218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직선 연결선 270">
                <a:extLst>
                  <a:ext uri="{FF2B5EF4-FFF2-40B4-BE49-F238E27FC236}">
                    <a16:creationId xmlns:a16="http://schemas.microsoft.com/office/drawing/2014/main" id="{5FC35A32-46F8-4DD0-B1FA-A635B9AA7A22}"/>
                  </a:ext>
                </a:extLst>
              </p:cNvPr>
              <p:cNvCxnSpPr/>
              <p:nvPr/>
            </p:nvCxnSpPr>
            <p:spPr>
              <a:xfrm>
                <a:off x="14254218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직선 연결선 271">
                <a:extLst>
                  <a:ext uri="{FF2B5EF4-FFF2-40B4-BE49-F238E27FC236}">
                    <a16:creationId xmlns:a16="http://schemas.microsoft.com/office/drawing/2014/main" id="{13C173B7-B087-474F-8704-9DB6BD3D2C8B}"/>
                  </a:ext>
                </a:extLst>
              </p:cNvPr>
              <p:cNvCxnSpPr/>
              <p:nvPr/>
            </p:nvCxnSpPr>
            <p:spPr>
              <a:xfrm>
                <a:off x="14254218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직선 연결선 272">
                <a:extLst>
                  <a:ext uri="{FF2B5EF4-FFF2-40B4-BE49-F238E27FC236}">
                    <a16:creationId xmlns:a16="http://schemas.microsoft.com/office/drawing/2014/main" id="{02307BAF-4A65-4B4B-88E2-182618D3E8C3}"/>
                  </a:ext>
                </a:extLst>
              </p:cNvPr>
              <p:cNvCxnSpPr/>
              <p:nvPr/>
            </p:nvCxnSpPr>
            <p:spPr>
              <a:xfrm>
                <a:off x="14254218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>
                <a:extLst>
                  <a:ext uri="{FF2B5EF4-FFF2-40B4-BE49-F238E27FC236}">
                    <a16:creationId xmlns:a16="http://schemas.microsoft.com/office/drawing/2014/main" id="{75E2F053-95FD-4E85-AFA5-0E684F48DF16}"/>
                  </a:ext>
                </a:extLst>
              </p:cNvPr>
              <p:cNvCxnSpPr/>
              <p:nvPr/>
            </p:nvCxnSpPr>
            <p:spPr>
              <a:xfrm>
                <a:off x="14254218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>
                <a:extLst>
                  <a:ext uri="{FF2B5EF4-FFF2-40B4-BE49-F238E27FC236}">
                    <a16:creationId xmlns:a16="http://schemas.microsoft.com/office/drawing/2014/main" id="{414B8D6C-28D8-4930-8B15-BD11AC693CF6}"/>
                  </a:ext>
                </a:extLst>
              </p:cNvPr>
              <p:cNvCxnSpPr/>
              <p:nvPr/>
            </p:nvCxnSpPr>
            <p:spPr>
              <a:xfrm>
                <a:off x="14254218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직선 연결선 275">
                <a:extLst>
                  <a:ext uri="{FF2B5EF4-FFF2-40B4-BE49-F238E27FC236}">
                    <a16:creationId xmlns:a16="http://schemas.microsoft.com/office/drawing/2014/main" id="{6D2290CE-F3EF-41C2-831E-05178D1EBD3B}"/>
                  </a:ext>
                </a:extLst>
              </p:cNvPr>
              <p:cNvCxnSpPr/>
              <p:nvPr/>
            </p:nvCxnSpPr>
            <p:spPr>
              <a:xfrm>
                <a:off x="14254218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510F13D5-2224-4404-BE61-C9658B48C2B3}"/>
                </a:ext>
              </a:extLst>
            </p:cNvPr>
            <p:cNvGrpSpPr/>
            <p:nvPr/>
          </p:nvGrpSpPr>
          <p:grpSpPr>
            <a:xfrm>
              <a:off x="17154738" y="1417857"/>
              <a:ext cx="5324262" cy="9010459"/>
              <a:chOff x="17154738" y="1417857"/>
              <a:chExt cx="5324262" cy="9010459"/>
            </a:xfrm>
          </p:grpSpPr>
          <p:sp>
            <p:nvSpPr>
              <p:cNvPr id="277" name="모서리가 둥근 직사각형 302">
                <a:extLst>
                  <a:ext uri="{FF2B5EF4-FFF2-40B4-BE49-F238E27FC236}">
                    <a16:creationId xmlns:a16="http://schemas.microsoft.com/office/drawing/2014/main" id="{BB974790-B467-4A07-A435-199CA7AF1035}"/>
                  </a:ext>
                </a:extLst>
              </p:cNvPr>
              <p:cNvSpPr/>
              <p:nvPr/>
            </p:nvSpPr>
            <p:spPr>
              <a:xfrm>
                <a:off x="17154738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78" name="모서리가 둥근 직사각형 303">
                <a:extLst>
                  <a:ext uri="{FF2B5EF4-FFF2-40B4-BE49-F238E27FC236}">
                    <a16:creationId xmlns:a16="http://schemas.microsoft.com/office/drawing/2014/main" id="{29EB8463-375F-4A81-B3FD-8E131F65C3FD}"/>
                  </a:ext>
                </a:extLst>
              </p:cNvPr>
              <p:cNvSpPr/>
              <p:nvPr/>
            </p:nvSpPr>
            <p:spPr>
              <a:xfrm>
                <a:off x="17154738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79" name="모서리가 둥근 직사각형 304">
                <a:extLst>
                  <a:ext uri="{FF2B5EF4-FFF2-40B4-BE49-F238E27FC236}">
                    <a16:creationId xmlns:a16="http://schemas.microsoft.com/office/drawing/2014/main" id="{381CFDC5-1055-4611-B2F7-06E44CBC7C72}"/>
                  </a:ext>
                </a:extLst>
              </p:cNvPr>
              <p:cNvSpPr/>
              <p:nvPr/>
            </p:nvSpPr>
            <p:spPr>
              <a:xfrm>
                <a:off x="17154738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80" name="모서리가 둥근 직사각형 305">
                <a:extLst>
                  <a:ext uri="{FF2B5EF4-FFF2-40B4-BE49-F238E27FC236}">
                    <a16:creationId xmlns:a16="http://schemas.microsoft.com/office/drawing/2014/main" id="{803B05E8-7157-42BF-A08E-4DA91541E2AA}"/>
                  </a:ext>
                </a:extLst>
              </p:cNvPr>
              <p:cNvSpPr/>
              <p:nvPr/>
            </p:nvSpPr>
            <p:spPr>
              <a:xfrm>
                <a:off x="17154738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81" name="모서리가 둥근 직사각형 306">
                <a:extLst>
                  <a:ext uri="{FF2B5EF4-FFF2-40B4-BE49-F238E27FC236}">
                    <a16:creationId xmlns:a16="http://schemas.microsoft.com/office/drawing/2014/main" id="{FF0DA609-5A5B-45DE-A357-090FAA05DAA1}"/>
                  </a:ext>
                </a:extLst>
              </p:cNvPr>
              <p:cNvSpPr/>
              <p:nvPr/>
            </p:nvSpPr>
            <p:spPr>
              <a:xfrm>
                <a:off x="17154738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82" name="직선 연결선 281">
                <a:extLst>
                  <a:ext uri="{FF2B5EF4-FFF2-40B4-BE49-F238E27FC236}">
                    <a16:creationId xmlns:a16="http://schemas.microsoft.com/office/drawing/2014/main" id="{04E5492A-0FD9-4845-929C-EB7E44362F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6002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>
                <a:extLst>
                  <a:ext uri="{FF2B5EF4-FFF2-40B4-BE49-F238E27FC236}">
                    <a16:creationId xmlns:a16="http://schemas.microsoft.com/office/drawing/2014/main" id="{F2122232-5C30-4580-9C7A-F3659CB72A0F}"/>
                  </a:ext>
                </a:extLst>
              </p:cNvPr>
              <p:cNvCxnSpPr/>
              <p:nvPr/>
            </p:nvCxnSpPr>
            <p:spPr>
              <a:xfrm>
                <a:off x="1986002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직선 연결선 283">
                <a:extLst>
                  <a:ext uri="{FF2B5EF4-FFF2-40B4-BE49-F238E27FC236}">
                    <a16:creationId xmlns:a16="http://schemas.microsoft.com/office/drawing/2014/main" id="{4778CD14-A0CF-48F6-93BB-55B5D74E5625}"/>
                  </a:ext>
                </a:extLst>
              </p:cNvPr>
              <p:cNvCxnSpPr/>
              <p:nvPr/>
            </p:nvCxnSpPr>
            <p:spPr>
              <a:xfrm>
                <a:off x="1986002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직선 연결선 284">
                <a:extLst>
                  <a:ext uri="{FF2B5EF4-FFF2-40B4-BE49-F238E27FC236}">
                    <a16:creationId xmlns:a16="http://schemas.microsoft.com/office/drawing/2014/main" id="{93101131-8A8E-4225-BB84-FDCBD62DF68C}"/>
                  </a:ext>
                </a:extLst>
              </p:cNvPr>
              <p:cNvCxnSpPr/>
              <p:nvPr/>
            </p:nvCxnSpPr>
            <p:spPr>
              <a:xfrm>
                <a:off x="1986002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직선 연결선 285">
                <a:extLst>
                  <a:ext uri="{FF2B5EF4-FFF2-40B4-BE49-F238E27FC236}">
                    <a16:creationId xmlns:a16="http://schemas.microsoft.com/office/drawing/2014/main" id="{518176BE-A7B5-4DF2-8BC5-4BDC7BACAE0C}"/>
                  </a:ext>
                </a:extLst>
              </p:cNvPr>
              <p:cNvCxnSpPr/>
              <p:nvPr/>
            </p:nvCxnSpPr>
            <p:spPr>
              <a:xfrm>
                <a:off x="1986002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>
                <a:extLst>
                  <a:ext uri="{FF2B5EF4-FFF2-40B4-BE49-F238E27FC236}">
                    <a16:creationId xmlns:a16="http://schemas.microsoft.com/office/drawing/2014/main" id="{7E87EE9D-F27C-4202-ACF5-766CC177EEE5}"/>
                  </a:ext>
                </a:extLst>
              </p:cNvPr>
              <p:cNvCxnSpPr/>
              <p:nvPr/>
            </p:nvCxnSpPr>
            <p:spPr>
              <a:xfrm>
                <a:off x="1986002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직선 연결선 287">
                <a:extLst>
                  <a:ext uri="{FF2B5EF4-FFF2-40B4-BE49-F238E27FC236}">
                    <a16:creationId xmlns:a16="http://schemas.microsoft.com/office/drawing/2014/main" id="{4BEC2918-BFE5-4338-A6F7-8E89CFB612A3}"/>
                  </a:ext>
                </a:extLst>
              </p:cNvPr>
              <p:cNvCxnSpPr/>
              <p:nvPr/>
            </p:nvCxnSpPr>
            <p:spPr>
              <a:xfrm>
                <a:off x="1986002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>
                <a:extLst>
                  <a:ext uri="{FF2B5EF4-FFF2-40B4-BE49-F238E27FC236}">
                    <a16:creationId xmlns:a16="http://schemas.microsoft.com/office/drawing/2014/main" id="{38A4C7BA-F17F-469C-A914-A1121A4AF5C8}"/>
                  </a:ext>
                </a:extLst>
              </p:cNvPr>
              <p:cNvCxnSpPr/>
              <p:nvPr/>
            </p:nvCxnSpPr>
            <p:spPr>
              <a:xfrm>
                <a:off x="1986002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직선 연결선 289">
                <a:extLst>
                  <a:ext uri="{FF2B5EF4-FFF2-40B4-BE49-F238E27FC236}">
                    <a16:creationId xmlns:a16="http://schemas.microsoft.com/office/drawing/2014/main" id="{9466834E-6BCD-46A0-94AE-FBFEFA446F1F}"/>
                  </a:ext>
                </a:extLst>
              </p:cNvPr>
              <p:cNvCxnSpPr/>
              <p:nvPr/>
            </p:nvCxnSpPr>
            <p:spPr>
              <a:xfrm>
                <a:off x="1986002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직선 연결선 290">
                <a:extLst>
                  <a:ext uri="{FF2B5EF4-FFF2-40B4-BE49-F238E27FC236}">
                    <a16:creationId xmlns:a16="http://schemas.microsoft.com/office/drawing/2014/main" id="{6C63A5FD-4B08-4A0D-9BA0-36EA70994AAF}"/>
                  </a:ext>
                </a:extLst>
              </p:cNvPr>
              <p:cNvCxnSpPr/>
              <p:nvPr/>
            </p:nvCxnSpPr>
            <p:spPr>
              <a:xfrm>
                <a:off x="1986002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직선 연결선 291">
                <a:extLst>
                  <a:ext uri="{FF2B5EF4-FFF2-40B4-BE49-F238E27FC236}">
                    <a16:creationId xmlns:a16="http://schemas.microsoft.com/office/drawing/2014/main" id="{4CA1092E-A136-4FE4-9974-C02F01EA0139}"/>
                  </a:ext>
                </a:extLst>
              </p:cNvPr>
              <p:cNvCxnSpPr/>
              <p:nvPr/>
            </p:nvCxnSpPr>
            <p:spPr>
              <a:xfrm>
                <a:off x="1986002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3" name="직선 연결선 292">
                <a:extLst>
                  <a:ext uri="{FF2B5EF4-FFF2-40B4-BE49-F238E27FC236}">
                    <a16:creationId xmlns:a16="http://schemas.microsoft.com/office/drawing/2014/main" id="{9F9F02E4-D912-4C5B-AE09-DE81910E6626}"/>
                  </a:ext>
                </a:extLst>
              </p:cNvPr>
              <p:cNvCxnSpPr/>
              <p:nvPr/>
            </p:nvCxnSpPr>
            <p:spPr>
              <a:xfrm>
                <a:off x="1986002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직선 연결선 293">
                <a:extLst>
                  <a:ext uri="{FF2B5EF4-FFF2-40B4-BE49-F238E27FC236}">
                    <a16:creationId xmlns:a16="http://schemas.microsoft.com/office/drawing/2014/main" id="{8C04FD21-82FB-442B-9C56-BB276D61B8C8}"/>
                  </a:ext>
                </a:extLst>
              </p:cNvPr>
              <p:cNvCxnSpPr/>
              <p:nvPr/>
            </p:nvCxnSpPr>
            <p:spPr>
              <a:xfrm>
                <a:off x="1986002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직선 연결선 294">
                <a:extLst>
                  <a:ext uri="{FF2B5EF4-FFF2-40B4-BE49-F238E27FC236}">
                    <a16:creationId xmlns:a16="http://schemas.microsoft.com/office/drawing/2014/main" id="{5CBE671D-38F7-403A-B008-F112A98E95F4}"/>
                  </a:ext>
                </a:extLst>
              </p:cNvPr>
              <p:cNvCxnSpPr/>
              <p:nvPr/>
            </p:nvCxnSpPr>
            <p:spPr>
              <a:xfrm>
                <a:off x="1986002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>
                <a:extLst>
                  <a:ext uri="{FF2B5EF4-FFF2-40B4-BE49-F238E27FC236}">
                    <a16:creationId xmlns:a16="http://schemas.microsoft.com/office/drawing/2014/main" id="{CAA97933-5FCC-4474-B5C9-1666C5E53D34}"/>
                  </a:ext>
                </a:extLst>
              </p:cNvPr>
              <p:cNvCxnSpPr/>
              <p:nvPr/>
            </p:nvCxnSpPr>
            <p:spPr>
              <a:xfrm>
                <a:off x="1986002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직선 연결선 296">
                <a:extLst>
                  <a:ext uri="{FF2B5EF4-FFF2-40B4-BE49-F238E27FC236}">
                    <a16:creationId xmlns:a16="http://schemas.microsoft.com/office/drawing/2014/main" id="{6F10A4BC-3A89-42A2-9540-90090905F9A9}"/>
                  </a:ext>
                </a:extLst>
              </p:cNvPr>
              <p:cNvCxnSpPr/>
              <p:nvPr/>
            </p:nvCxnSpPr>
            <p:spPr>
              <a:xfrm>
                <a:off x="1986002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직선 연결선 297">
                <a:extLst>
                  <a:ext uri="{FF2B5EF4-FFF2-40B4-BE49-F238E27FC236}">
                    <a16:creationId xmlns:a16="http://schemas.microsoft.com/office/drawing/2014/main" id="{7CF13C50-8BD9-46EC-A0D4-2D01948B61F5}"/>
                  </a:ext>
                </a:extLst>
              </p:cNvPr>
              <p:cNvCxnSpPr/>
              <p:nvPr/>
            </p:nvCxnSpPr>
            <p:spPr>
              <a:xfrm>
                <a:off x="1986002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직선 연결선 298">
                <a:extLst>
                  <a:ext uri="{FF2B5EF4-FFF2-40B4-BE49-F238E27FC236}">
                    <a16:creationId xmlns:a16="http://schemas.microsoft.com/office/drawing/2014/main" id="{A590F5F3-7867-4C03-82BE-565E868F25A2}"/>
                  </a:ext>
                </a:extLst>
              </p:cNvPr>
              <p:cNvCxnSpPr/>
              <p:nvPr/>
            </p:nvCxnSpPr>
            <p:spPr>
              <a:xfrm>
                <a:off x="1986002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>
                <a:extLst>
                  <a:ext uri="{FF2B5EF4-FFF2-40B4-BE49-F238E27FC236}">
                    <a16:creationId xmlns:a16="http://schemas.microsoft.com/office/drawing/2014/main" id="{45F9E5EB-CB87-4232-8C1F-77F0198EF5A4}"/>
                  </a:ext>
                </a:extLst>
              </p:cNvPr>
              <p:cNvCxnSpPr/>
              <p:nvPr/>
            </p:nvCxnSpPr>
            <p:spPr>
              <a:xfrm>
                <a:off x="1986002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직선 연결선 300">
                <a:extLst>
                  <a:ext uri="{FF2B5EF4-FFF2-40B4-BE49-F238E27FC236}">
                    <a16:creationId xmlns:a16="http://schemas.microsoft.com/office/drawing/2014/main" id="{AC0B36F6-EE67-4E3C-B292-2AB1EEFE40B6}"/>
                  </a:ext>
                </a:extLst>
              </p:cNvPr>
              <p:cNvCxnSpPr/>
              <p:nvPr/>
            </p:nvCxnSpPr>
            <p:spPr>
              <a:xfrm>
                <a:off x="1986002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직선 연결선 301">
                <a:extLst>
                  <a:ext uri="{FF2B5EF4-FFF2-40B4-BE49-F238E27FC236}">
                    <a16:creationId xmlns:a16="http://schemas.microsoft.com/office/drawing/2014/main" id="{17098D0D-D102-438A-9BFF-432FD0F37583}"/>
                  </a:ext>
                </a:extLst>
              </p:cNvPr>
              <p:cNvCxnSpPr/>
              <p:nvPr/>
            </p:nvCxnSpPr>
            <p:spPr>
              <a:xfrm>
                <a:off x="1986002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직선 연결선 302">
                <a:extLst>
                  <a:ext uri="{FF2B5EF4-FFF2-40B4-BE49-F238E27FC236}">
                    <a16:creationId xmlns:a16="http://schemas.microsoft.com/office/drawing/2014/main" id="{5A66C170-8D9D-46AB-A2C9-220718806975}"/>
                  </a:ext>
                </a:extLst>
              </p:cNvPr>
              <p:cNvCxnSpPr/>
              <p:nvPr/>
            </p:nvCxnSpPr>
            <p:spPr>
              <a:xfrm>
                <a:off x="1986002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직선 연결선 303">
                <a:extLst>
                  <a:ext uri="{FF2B5EF4-FFF2-40B4-BE49-F238E27FC236}">
                    <a16:creationId xmlns:a16="http://schemas.microsoft.com/office/drawing/2014/main" id="{02F1F5CF-9EC4-4286-A7F4-F73A95C37AE2}"/>
                  </a:ext>
                </a:extLst>
              </p:cNvPr>
              <p:cNvCxnSpPr/>
              <p:nvPr/>
            </p:nvCxnSpPr>
            <p:spPr>
              <a:xfrm>
                <a:off x="1986002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>
                <a:extLst>
                  <a:ext uri="{FF2B5EF4-FFF2-40B4-BE49-F238E27FC236}">
                    <a16:creationId xmlns:a16="http://schemas.microsoft.com/office/drawing/2014/main" id="{54431AE4-9D44-4107-9713-2CAAC5FAFDD6}"/>
                  </a:ext>
                </a:extLst>
              </p:cNvPr>
              <p:cNvCxnSpPr/>
              <p:nvPr/>
            </p:nvCxnSpPr>
            <p:spPr>
              <a:xfrm>
                <a:off x="1986002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직선 연결선 305">
                <a:extLst>
                  <a:ext uri="{FF2B5EF4-FFF2-40B4-BE49-F238E27FC236}">
                    <a16:creationId xmlns:a16="http://schemas.microsoft.com/office/drawing/2014/main" id="{39AE1CD7-2C99-4BD6-8804-D9176B67AA9F}"/>
                  </a:ext>
                </a:extLst>
              </p:cNvPr>
              <p:cNvCxnSpPr/>
              <p:nvPr/>
            </p:nvCxnSpPr>
            <p:spPr>
              <a:xfrm>
                <a:off x="1986002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직선 연결선 306">
                <a:extLst>
                  <a:ext uri="{FF2B5EF4-FFF2-40B4-BE49-F238E27FC236}">
                    <a16:creationId xmlns:a16="http://schemas.microsoft.com/office/drawing/2014/main" id="{B20A9D1A-BCA5-44F0-AE21-A06027CDD565}"/>
                  </a:ext>
                </a:extLst>
              </p:cNvPr>
              <p:cNvCxnSpPr/>
              <p:nvPr/>
            </p:nvCxnSpPr>
            <p:spPr>
              <a:xfrm>
                <a:off x="1986002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직선 연결선 307">
                <a:extLst>
                  <a:ext uri="{FF2B5EF4-FFF2-40B4-BE49-F238E27FC236}">
                    <a16:creationId xmlns:a16="http://schemas.microsoft.com/office/drawing/2014/main" id="{377A980D-921C-46BD-AC7D-781FA58522F9}"/>
                  </a:ext>
                </a:extLst>
              </p:cNvPr>
              <p:cNvCxnSpPr/>
              <p:nvPr/>
            </p:nvCxnSpPr>
            <p:spPr>
              <a:xfrm>
                <a:off x="1986002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직선 연결선 308">
                <a:extLst>
                  <a:ext uri="{FF2B5EF4-FFF2-40B4-BE49-F238E27FC236}">
                    <a16:creationId xmlns:a16="http://schemas.microsoft.com/office/drawing/2014/main" id="{1BDA90E2-E95F-4725-8DCE-435FF728A6DC}"/>
                  </a:ext>
                </a:extLst>
              </p:cNvPr>
              <p:cNvCxnSpPr/>
              <p:nvPr/>
            </p:nvCxnSpPr>
            <p:spPr>
              <a:xfrm>
                <a:off x="1986002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>
                <a:extLst>
                  <a:ext uri="{FF2B5EF4-FFF2-40B4-BE49-F238E27FC236}">
                    <a16:creationId xmlns:a16="http://schemas.microsoft.com/office/drawing/2014/main" id="{985C4427-3096-4712-A94A-14E5D43078BB}"/>
                  </a:ext>
                </a:extLst>
              </p:cNvPr>
              <p:cNvCxnSpPr/>
              <p:nvPr/>
            </p:nvCxnSpPr>
            <p:spPr>
              <a:xfrm>
                <a:off x="1986002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직선 연결선 310">
                <a:extLst>
                  <a:ext uri="{FF2B5EF4-FFF2-40B4-BE49-F238E27FC236}">
                    <a16:creationId xmlns:a16="http://schemas.microsoft.com/office/drawing/2014/main" id="{8C3518F7-A02B-4A25-B6FB-E9CDC008DBEC}"/>
                  </a:ext>
                </a:extLst>
              </p:cNvPr>
              <p:cNvCxnSpPr/>
              <p:nvPr/>
            </p:nvCxnSpPr>
            <p:spPr>
              <a:xfrm>
                <a:off x="1986002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직선 연결선 311">
                <a:extLst>
                  <a:ext uri="{FF2B5EF4-FFF2-40B4-BE49-F238E27FC236}">
                    <a16:creationId xmlns:a16="http://schemas.microsoft.com/office/drawing/2014/main" id="{765C194B-0641-42EE-B1A6-7BB093F66EEB}"/>
                  </a:ext>
                </a:extLst>
              </p:cNvPr>
              <p:cNvCxnSpPr/>
              <p:nvPr/>
            </p:nvCxnSpPr>
            <p:spPr>
              <a:xfrm>
                <a:off x="1986002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46DF43AD-B97B-4090-B20C-4287DBB0F00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52" name="그림 151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12777B29-8AD0-43C3-B09B-03BF20C8DBB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4" name="직사각형 153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2DE70E50-6EA8-4364-85ED-BFA97EB31C6F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5" name="직사각형 154">
            <a:hlinkClick r:id="rId5" action="ppaction://hlinksldjump"/>
            <a:extLst>
              <a:ext uri="{FF2B5EF4-FFF2-40B4-BE49-F238E27FC236}">
                <a16:creationId xmlns:a16="http://schemas.microsoft.com/office/drawing/2014/main" id="{FE413386-D4A7-478D-8033-24CCC3A8BC6F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6" name="직사각형 15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E5E566A-DDF9-41C7-BD7D-AD206B6EA831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7920A9B-BEBF-4C86-90EF-125C3B50CB03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9B1A83E-ED92-4AC0-B6CF-CEFA5B504DA6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3113F646-80D9-4D5B-A01C-60A3A5411BAA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C12EFA25-D1FC-4A02-A450-55ACB8A89FEC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779708A5-F65A-4951-8EF9-2397C82F6035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972A020E-4B9E-4CE0-9D34-80BB84AAD499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C1657E4-585F-4F4B-8A86-EA8F636B513F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6ADA82A9-D106-4671-9DB9-9AEF2244697A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2342603202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93CBB134-D3CC-4D6A-9E63-62F14FC2F59D}"/>
              </a:ext>
            </a:extLst>
          </p:cNvPr>
          <p:cNvGrpSpPr/>
          <p:nvPr/>
        </p:nvGrpSpPr>
        <p:grpSpPr>
          <a:xfrm>
            <a:off x="179388" y="539751"/>
            <a:ext cx="22321837" cy="10117138"/>
            <a:chOff x="236587" y="1417857"/>
            <a:chExt cx="22242413" cy="9010459"/>
          </a:xfrm>
        </p:grpSpPr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F5EC5A45-B374-4D94-BF85-BB9B6769637F}"/>
                </a:ext>
              </a:extLst>
            </p:cNvPr>
            <p:cNvGrpSpPr/>
            <p:nvPr/>
          </p:nvGrpSpPr>
          <p:grpSpPr>
            <a:xfrm>
              <a:off x="236587" y="1417857"/>
              <a:ext cx="5324263" cy="9010459"/>
              <a:chOff x="236587" y="1417857"/>
              <a:chExt cx="5324263" cy="9010459"/>
            </a:xfrm>
          </p:grpSpPr>
          <p:sp>
            <p:nvSpPr>
              <p:cNvPr id="4" name="모서리가 둥근 직사각형 302">
                <a:extLst>
                  <a:ext uri="{FF2B5EF4-FFF2-40B4-BE49-F238E27FC236}">
                    <a16:creationId xmlns:a16="http://schemas.microsoft.com/office/drawing/2014/main" id="{EC6EB742-71D2-4C5E-AC91-6EC0B6C49B3B}"/>
                  </a:ext>
                </a:extLst>
              </p:cNvPr>
              <p:cNvSpPr/>
              <p:nvPr/>
            </p:nvSpPr>
            <p:spPr>
              <a:xfrm>
                <a:off x="236587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5" name="모서리가 둥근 직사각형 303">
                <a:extLst>
                  <a:ext uri="{FF2B5EF4-FFF2-40B4-BE49-F238E27FC236}">
                    <a16:creationId xmlns:a16="http://schemas.microsoft.com/office/drawing/2014/main" id="{C84CF98E-FD48-4F94-9721-7EC4A34F1C43}"/>
                  </a:ext>
                </a:extLst>
              </p:cNvPr>
              <p:cNvSpPr/>
              <p:nvPr/>
            </p:nvSpPr>
            <p:spPr>
              <a:xfrm>
                <a:off x="236587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6" name="모서리가 둥근 직사각형 304">
                <a:extLst>
                  <a:ext uri="{FF2B5EF4-FFF2-40B4-BE49-F238E27FC236}">
                    <a16:creationId xmlns:a16="http://schemas.microsoft.com/office/drawing/2014/main" id="{62F425DB-43C1-4A79-BBC4-C4722AD05503}"/>
                  </a:ext>
                </a:extLst>
              </p:cNvPr>
              <p:cNvSpPr/>
              <p:nvPr/>
            </p:nvSpPr>
            <p:spPr>
              <a:xfrm>
                <a:off x="236587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7" name="모서리가 둥근 직사각형 305">
                <a:extLst>
                  <a:ext uri="{FF2B5EF4-FFF2-40B4-BE49-F238E27FC236}">
                    <a16:creationId xmlns:a16="http://schemas.microsoft.com/office/drawing/2014/main" id="{459E2C90-D1E7-4490-9A61-2886187D7DD2}"/>
                  </a:ext>
                </a:extLst>
              </p:cNvPr>
              <p:cNvSpPr/>
              <p:nvPr/>
            </p:nvSpPr>
            <p:spPr>
              <a:xfrm>
                <a:off x="236587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8" name="모서리가 둥근 직사각형 306">
                <a:extLst>
                  <a:ext uri="{FF2B5EF4-FFF2-40B4-BE49-F238E27FC236}">
                    <a16:creationId xmlns:a16="http://schemas.microsoft.com/office/drawing/2014/main" id="{B70DFABF-9E6A-4481-8C18-27630CCDA7A2}"/>
                  </a:ext>
                </a:extLst>
              </p:cNvPr>
              <p:cNvSpPr/>
              <p:nvPr/>
            </p:nvSpPr>
            <p:spPr>
              <a:xfrm>
                <a:off x="236587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E7B5E4E1-8B4D-48F2-B8EE-705EDAFB73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4187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E7E7CCFA-F8CE-453C-BC86-4D5DFDD3D638}"/>
                  </a:ext>
                </a:extLst>
              </p:cNvPr>
              <p:cNvCxnSpPr/>
              <p:nvPr/>
            </p:nvCxnSpPr>
            <p:spPr>
              <a:xfrm>
                <a:off x="294187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직선 연결선 38">
                <a:extLst>
                  <a:ext uri="{FF2B5EF4-FFF2-40B4-BE49-F238E27FC236}">
                    <a16:creationId xmlns:a16="http://schemas.microsoft.com/office/drawing/2014/main" id="{16BB2C4F-5540-49AF-8384-E6A551FAC393}"/>
                  </a:ext>
                </a:extLst>
              </p:cNvPr>
              <p:cNvCxnSpPr/>
              <p:nvPr/>
            </p:nvCxnSpPr>
            <p:spPr>
              <a:xfrm>
                <a:off x="294187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822BD19C-4394-4335-AEAF-6D083B845461}"/>
                  </a:ext>
                </a:extLst>
              </p:cNvPr>
              <p:cNvCxnSpPr/>
              <p:nvPr/>
            </p:nvCxnSpPr>
            <p:spPr>
              <a:xfrm>
                <a:off x="294187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3E1CA9B2-454B-4F06-9E15-EB357C20216A}"/>
                  </a:ext>
                </a:extLst>
              </p:cNvPr>
              <p:cNvCxnSpPr/>
              <p:nvPr/>
            </p:nvCxnSpPr>
            <p:spPr>
              <a:xfrm>
                <a:off x="294187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D5F56B55-D93B-4036-881E-BE354E87C526}"/>
                  </a:ext>
                </a:extLst>
              </p:cNvPr>
              <p:cNvCxnSpPr/>
              <p:nvPr/>
            </p:nvCxnSpPr>
            <p:spPr>
              <a:xfrm>
                <a:off x="294187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C812CF22-124D-48D1-A559-CC38303CA9CC}"/>
                  </a:ext>
                </a:extLst>
              </p:cNvPr>
              <p:cNvCxnSpPr/>
              <p:nvPr/>
            </p:nvCxnSpPr>
            <p:spPr>
              <a:xfrm>
                <a:off x="294187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>
                <a:extLst>
                  <a:ext uri="{FF2B5EF4-FFF2-40B4-BE49-F238E27FC236}">
                    <a16:creationId xmlns:a16="http://schemas.microsoft.com/office/drawing/2014/main" id="{73F11963-29B3-436A-ABDF-CDEAA5C671D6}"/>
                  </a:ext>
                </a:extLst>
              </p:cNvPr>
              <p:cNvCxnSpPr/>
              <p:nvPr/>
            </p:nvCxnSpPr>
            <p:spPr>
              <a:xfrm>
                <a:off x="294187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621B4E3B-5635-44F5-A280-4A911405480F}"/>
                  </a:ext>
                </a:extLst>
              </p:cNvPr>
              <p:cNvCxnSpPr/>
              <p:nvPr/>
            </p:nvCxnSpPr>
            <p:spPr>
              <a:xfrm>
                <a:off x="294187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5B89D61C-8BE6-4DEF-B1FC-2FD24E823B2A}"/>
                  </a:ext>
                </a:extLst>
              </p:cNvPr>
              <p:cNvCxnSpPr/>
              <p:nvPr/>
            </p:nvCxnSpPr>
            <p:spPr>
              <a:xfrm>
                <a:off x="294187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21C06BFB-072F-4A0A-BE21-E8A5152E77FA}"/>
                  </a:ext>
                </a:extLst>
              </p:cNvPr>
              <p:cNvCxnSpPr/>
              <p:nvPr/>
            </p:nvCxnSpPr>
            <p:spPr>
              <a:xfrm>
                <a:off x="294187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EF1D726A-0E45-4569-BB03-C6F829648FE0}"/>
                  </a:ext>
                </a:extLst>
              </p:cNvPr>
              <p:cNvCxnSpPr/>
              <p:nvPr/>
            </p:nvCxnSpPr>
            <p:spPr>
              <a:xfrm>
                <a:off x="294187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>
                <a:extLst>
                  <a:ext uri="{FF2B5EF4-FFF2-40B4-BE49-F238E27FC236}">
                    <a16:creationId xmlns:a16="http://schemas.microsoft.com/office/drawing/2014/main" id="{873F46A8-B7AE-4778-A3B7-0CD7E55C9C40}"/>
                  </a:ext>
                </a:extLst>
              </p:cNvPr>
              <p:cNvCxnSpPr/>
              <p:nvPr/>
            </p:nvCxnSpPr>
            <p:spPr>
              <a:xfrm>
                <a:off x="294187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7F68A330-AC4F-44A0-8F30-792F7E6C9850}"/>
                  </a:ext>
                </a:extLst>
              </p:cNvPr>
              <p:cNvCxnSpPr/>
              <p:nvPr/>
            </p:nvCxnSpPr>
            <p:spPr>
              <a:xfrm>
                <a:off x="294187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B5AB868B-D47A-4B4C-BD16-D35D85C9F1F1}"/>
                  </a:ext>
                </a:extLst>
              </p:cNvPr>
              <p:cNvCxnSpPr/>
              <p:nvPr/>
            </p:nvCxnSpPr>
            <p:spPr>
              <a:xfrm>
                <a:off x="294187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A26EC26E-4C42-4A27-B919-22AA30B05AB5}"/>
                  </a:ext>
                </a:extLst>
              </p:cNvPr>
              <p:cNvCxnSpPr/>
              <p:nvPr/>
            </p:nvCxnSpPr>
            <p:spPr>
              <a:xfrm>
                <a:off x="294187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7E144425-2C64-4961-ACA0-B85332833B3E}"/>
                  </a:ext>
                </a:extLst>
              </p:cNvPr>
              <p:cNvCxnSpPr/>
              <p:nvPr/>
            </p:nvCxnSpPr>
            <p:spPr>
              <a:xfrm>
                <a:off x="294187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2EA67E62-BCF4-445F-B9FA-A938025B7228}"/>
                  </a:ext>
                </a:extLst>
              </p:cNvPr>
              <p:cNvCxnSpPr/>
              <p:nvPr/>
            </p:nvCxnSpPr>
            <p:spPr>
              <a:xfrm>
                <a:off x="294187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65E72C26-C582-4220-8FAB-92D79D0BD3A0}"/>
                  </a:ext>
                </a:extLst>
              </p:cNvPr>
              <p:cNvCxnSpPr/>
              <p:nvPr/>
            </p:nvCxnSpPr>
            <p:spPr>
              <a:xfrm>
                <a:off x="294187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259A2F08-4BD2-44C2-98CD-7E0B8841AFB1}"/>
                  </a:ext>
                </a:extLst>
              </p:cNvPr>
              <p:cNvCxnSpPr/>
              <p:nvPr/>
            </p:nvCxnSpPr>
            <p:spPr>
              <a:xfrm>
                <a:off x="294187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BBBD2801-3FF6-472E-B893-BAF819319F7E}"/>
                  </a:ext>
                </a:extLst>
              </p:cNvPr>
              <p:cNvCxnSpPr/>
              <p:nvPr/>
            </p:nvCxnSpPr>
            <p:spPr>
              <a:xfrm>
                <a:off x="294187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F764B2F-887F-4A85-A97C-E7C7C35A9E94}"/>
                  </a:ext>
                </a:extLst>
              </p:cNvPr>
              <p:cNvCxnSpPr/>
              <p:nvPr/>
            </p:nvCxnSpPr>
            <p:spPr>
              <a:xfrm>
                <a:off x="294187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>
                <a:extLst>
                  <a:ext uri="{FF2B5EF4-FFF2-40B4-BE49-F238E27FC236}">
                    <a16:creationId xmlns:a16="http://schemas.microsoft.com/office/drawing/2014/main" id="{ACDE7281-E85C-413F-B96A-D2F63BD03190}"/>
                  </a:ext>
                </a:extLst>
              </p:cNvPr>
              <p:cNvCxnSpPr/>
              <p:nvPr/>
            </p:nvCxnSpPr>
            <p:spPr>
              <a:xfrm>
                <a:off x="294187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직선 연결선 59">
                <a:extLst>
                  <a:ext uri="{FF2B5EF4-FFF2-40B4-BE49-F238E27FC236}">
                    <a16:creationId xmlns:a16="http://schemas.microsoft.com/office/drawing/2014/main" id="{57D16AD7-FDCB-42F2-8420-7D0563450E53}"/>
                  </a:ext>
                </a:extLst>
              </p:cNvPr>
              <p:cNvCxnSpPr/>
              <p:nvPr/>
            </p:nvCxnSpPr>
            <p:spPr>
              <a:xfrm>
                <a:off x="294187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CCA591C5-440A-4D68-A3F9-7E120C94F909}"/>
                  </a:ext>
                </a:extLst>
              </p:cNvPr>
              <p:cNvCxnSpPr/>
              <p:nvPr/>
            </p:nvCxnSpPr>
            <p:spPr>
              <a:xfrm>
                <a:off x="294187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>
                <a:extLst>
                  <a:ext uri="{FF2B5EF4-FFF2-40B4-BE49-F238E27FC236}">
                    <a16:creationId xmlns:a16="http://schemas.microsoft.com/office/drawing/2014/main" id="{64E9835F-C030-4EA0-BA67-86B306F4EBC7}"/>
                  </a:ext>
                </a:extLst>
              </p:cNvPr>
              <p:cNvCxnSpPr/>
              <p:nvPr/>
            </p:nvCxnSpPr>
            <p:spPr>
              <a:xfrm>
                <a:off x="294187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>
                <a:extLst>
                  <a:ext uri="{FF2B5EF4-FFF2-40B4-BE49-F238E27FC236}">
                    <a16:creationId xmlns:a16="http://schemas.microsoft.com/office/drawing/2014/main" id="{9D34BC12-DE1C-4DB1-BECD-B96ABA16C3D5}"/>
                  </a:ext>
                </a:extLst>
              </p:cNvPr>
              <p:cNvCxnSpPr/>
              <p:nvPr/>
            </p:nvCxnSpPr>
            <p:spPr>
              <a:xfrm>
                <a:off x="294187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>
                <a:extLst>
                  <a:ext uri="{FF2B5EF4-FFF2-40B4-BE49-F238E27FC236}">
                    <a16:creationId xmlns:a16="http://schemas.microsoft.com/office/drawing/2014/main" id="{D819FBB6-E2EE-4705-A430-3FE9E809B60C}"/>
                  </a:ext>
                </a:extLst>
              </p:cNvPr>
              <p:cNvCxnSpPr/>
              <p:nvPr/>
            </p:nvCxnSpPr>
            <p:spPr>
              <a:xfrm>
                <a:off x="294187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>
                <a:extLst>
                  <a:ext uri="{FF2B5EF4-FFF2-40B4-BE49-F238E27FC236}">
                    <a16:creationId xmlns:a16="http://schemas.microsoft.com/office/drawing/2014/main" id="{EE9B849A-D0D3-4185-8C33-E664A47F0FA3}"/>
                  </a:ext>
                </a:extLst>
              </p:cNvPr>
              <p:cNvCxnSpPr/>
              <p:nvPr/>
            </p:nvCxnSpPr>
            <p:spPr>
              <a:xfrm>
                <a:off x="294187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직선 연결선 66">
                <a:extLst>
                  <a:ext uri="{FF2B5EF4-FFF2-40B4-BE49-F238E27FC236}">
                    <a16:creationId xmlns:a16="http://schemas.microsoft.com/office/drawing/2014/main" id="{AA2B8F77-67F6-4561-BF18-EF9DB61CD91A}"/>
                  </a:ext>
                </a:extLst>
              </p:cNvPr>
              <p:cNvCxnSpPr/>
              <p:nvPr/>
            </p:nvCxnSpPr>
            <p:spPr>
              <a:xfrm>
                <a:off x="294187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AD20A2EC-BB6F-4956-820E-86D249D635F9}"/>
                  </a:ext>
                </a:extLst>
              </p:cNvPr>
              <p:cNvCxnSpPr/>
              <p:nvPr/>
            </p:nvCxnSpPr>
            <p:spPr>
              <a:xfrm>
                <a:off x="294187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5" name="그룹 314">
              <a:extLst>
                <a:ext uri="{FF2B5EF4-FFF2-40B4-BE49-F238E27FC236}">
                  <a16:creationId xmlns:a16="http://schemas.microsoft.com/office/drawing/2014/main" id="{84ECDF41-CF85-45EF-BD27-E25F81BBEE3E}"/>
                </a:ext>
              </a:extLst>
            </p:cNvPr>
            <p:cNvGrpSpPr/>
            <p:nvPr/>
          </p:nvGrpSpPr>
          <p:grpSpPr>
            <a:xfrm>
              <a:off x="5875971" y="1417857"/>
              <a:ext cx="5324262" cy="9010459"/>
              <a:chOff x="5943120" y="1417857"/>
              <a:chExt cx="5324262" cy="9010459"/>
            </a:xfrm>
          </p:grpSpPr>
          <p:sp>
            <p:nvSpPr>
              <p:cNvPr id="205" name="모서리가 둥근 직사각형 302">
                <a:extLst>
                  <a:ext uri="{FF2B5EF4-FFF2-40B4-BE49-F238E27FC236}">
                    <a16:creationId xmlns:a16="http://schemas.microsoft.com/office/drawing/2014/main" id="{4727AD4D-37CD-4EAA-AD89-07FC10EEEA89}"/>
                  </a:ext>
                </a:extLst>
              </p:cNvPr>
              <p:cNvSpPr/>
              <p:nvPr/>
            </p:nvSpPr>
            <p:spPr>
              <a:xfrm>
                <a:off x="5943120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6" name="모서리가 둥근 직사각형 303">
                <a:extLst>
                  <a:ext uri="{FF2B5EF4-FFF2-40B4-BE49-F238E27FC236}">
                    <a16:creationId xmlns:a16="http://schemas.microsoft.com/office/drawing/2014/main" id="{E599C280-C5D5-47C0-8B61-26740BEA02E2}"/>
                  </a:ext>
                </a:extLst>
              </p:cNvPr>
              <p:cNvSpPr/>
              <p:nvPr/>
            </p:nvSpPr>
            <p:spPr>
              <a:xfrm>
                <a:off x="5943120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7" name="모서리가 둥근 직사각형 304">
                <a:extLst>
                  <a:ext uri="{FF2B5EF4-FFF2-40B4-BE49-F238E27FC236}">
                    <a16:creationId xmlns:a16="http://schemas.microsoft.com/office/drawing/2014/main" id="{F0FFE307-6E85-4C51-B793-7B46A2FDA4A9}"/>
                  </a:ext>
                </a:extLst>
              </p:cNvPr>
              <p:cNvSpPr/>
              <p:nvPr/>
            </p:nvSpPr>
            <p:spPr>
              <a:xfrm>
                <a:off x="5943120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8" name="모서리가 둥근 직사각형 305">
                <a:extLst>
                  <a:ext uri="{FF2B5EF4-FFF2-40B4-BE49-F238E27FC236}">
                    <a16:creationId xmlns:a16="http://schemas.microsoft.com/office/drawing/2014/main" id="{344E3845-C0F3-4BC8-A0F5-7E834742AE88}"/>
                  </a:ext>
                </a:extLst>
              </p:cNvPr>
              <p:cNvSpPr/>
              <p:nvPr/>
            </p:nvSpPr>
            <p:spPr>
              <a:xfrm>
                <a:off x="5943120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09" name="모서리가 둥근 직사각형 306">
                <a:extLst>
                  <a:ext uri="{FF2B5EF4-FFF2-40B4-BE49-F238E27FC236}">
                    <a16:creationId xmlns:a16="http://schemas.microsoft.com/office/drawing/2014/main" id="{A50F0E7C-AC1C-4C1E-8055-2198D9347E08}"/>
                  </a:ext>
                </a:extLst>
              </p:cNvPr>
              <p:cNvSpPr/>
              <p:nvPr/>
            </p:nvSpPr>
            <p:spPr>
              <a:xfrm>
                <a:off x="5943120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10" name="직선 연결선 209">
                <a:extLst>
                  <a:ext uri="{FF2B5EF4-FFF2-40B4-BE49-F238E27FC236}">
                    <a16:creationId xmlns:a16="http://schemas.microsoft.com/office/drawing/2014/main" id="{2386B1DF-7B36-4561-882B-B48038388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48409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직선 연결선 210">
                <a:extLst>
                  <a:ext uri="{FF2B5EF4-FFF2-40B4-BE49-F238E27FC236}">
                    <a16:creationId xmlns:a16="http://schemas.microsoft.com/office/drawing/2014/main" id="{1CB3BF07-72F3-4508-97FD-109E14995D0B}"/>
                  </a:ext>
                </a:extLst>
              </p:cNvPr>
              <p:cNvCxnSpPr/>
              <p:nvPr/>
            </p:nvCxnSpPr>
            <p:spPr>
              <a:xfrm>
                <a:off x="8648409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>
                <a:extLst>
                  <a:ext uri="{FF2B5EF4-FFF2-40B4-BE49-F238E27FC236}">
                    <a16:creationId xmlns:a16="http://schemas.microsoft.com/office/drawing/2014/main" id="{FB260C78-EB32-43C6-A4EE-DAA763F82B0C}"/>
                  </a:ext>
                </a:extLst>
              </p:cNvPr>
              <p:cNvCxnSpPr/>
              <p:nvPr/>
            </p:nvCxnSpPr>
            <p:spPr>
              <a:xfrm>
                <a:off x="8648409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>
                <a:extLst>
                  <a:ext uri="{FF2B5EF4-FFF2-40B4-BE49-F238E27FC236}">
                    <a16:creationId xmlns:a16="http://schemas.microsoft.com/office/drawing/2014/main" id="{3A42E1ED-E2A6-4B36-AA65-30C8E13C04EA}"/>
                  </a:ext>
                </a:extLst>
              </p:cNvPr>
              <p:cNvCxnSpPr/>
              <p:nvPr/>
            </p:nvCxnSpPr>
            <p:spPr>
              <a:xfrm>
                <a:off x="8648409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직선 연결선 213">
                <a:extLst>
                  <a:ext uri="{FF2B5EF4-FFF2-40B4-BE49-F238E27FC236}">
                    <a16:creationId xmlns:a16="http://schemas.microsoft.com/office/drawing/2014/main" id="{FB836CA4-35E5-498E-A831-463209217612}"/>
                  </a:ext>
                </a:extLst>
              </p:cNvPr>
              <p:cNvCxnSpPr/>
              <p:nvPr/>
            </p:nvCxnSpPr>
            <p:spPr>
              <a:xfrm>
                <a:off x="8648409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>
                <a:extLst>
                  <a:ext uri="{FF2B5EF4-FFF2-40B4-BE49-F238E27FC236}">
                    <a16:creationId xmlns:a16="http://schemas.microsoft.com/office/drawing/2014/main" id="{559CC054-B503-4FCB-A5DC-C3378B038209}"/>
                  </a:ext>
                </a:extLst>
              </p:cNvPr>
              <p:cNvCxnSpPr/>
              <p:nvPr/>
            </p:nvCxnSpPr>
            <p:spPr>
              <a:xfrm>
                <a:off x="8648409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>
                <a:extLst>
                  <a:ext uri="{FF2B5EF4-FFF2-40B4-BE49-F238E27FC236}">
                    <a16:creationId xmlns:a16="http://schemas.microsoft.com/office/drawing/2014/main" id="{25769139-60F8-4204-B37C-A4F7464B19D9}"/>
                  </a:ext>
                </a:extLst>
              </p:cNvPr>
              <p:cNvCxnSpPr/>
              <p:nvPr/>
            </p:nvCxnSpPr>
            <p:spPr>
              <a:xfrm>
                <a:off x="8648409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>
                <a:extLst>
                  <a:ext uri="{FF2B5EF4-FFF2-40B4-BE49-F238E27FC236}">
                    <a16:creationId xmlns:a16="http://schemas.microsoft.com/office/drawing/2014/main" id="{A13047BB-386B-4C25-A686-111CFF17C090}"/>
                  </a:ext>
                </a:extLst>
              </p:cNvPr>
              <p:cNvCxnSpPr/>
              <p:nvPr/>
            </p:nvCxnSpPr>
            <p:spPr>
              <a:xfrm>
                <a:off x="8648409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직선 연결선 217">
                <a:extLst>
                  <a:ext uri="{FF2B5EF4-FFF2-40B4-BE49-F238E27FC236}">
                    <a16:creationId xmlns:a16="http://schemas.microsoft.com/office/drawing/2014/main" id="{03576FAC-F848-4E3B-8E74-FB4692A9EDB4}"/>
                  </a:ext>
                </a:extLst>
              </p:cNvPr>
              <p:cNvCxnSpPr/>
              <p:nvPr/>
            </p:nvCxnSpPr>
            <p:spPr>
              <a:xfrm>
                <a:off x="8648409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>
                <a:extLst>
                  <a:ext uri="{FF2B5EF4-FFF2-40B4-BE49-F238E27FC236}">
                    <a16:creationId xmlns:a16="http://schemas.microsoft.com/office/drawing/2014/main" id="{441700D6-3AA8-4347-B6C7-1CA0958DEF75}"/>
                  </a:ext>
                </a:extLst>
              </p:cNvPr>
              <p:cNvCxnSpPr/>
              <p:nvPr/>
            </p:nvCxnSpPr>
            <p:spPr>
              <a:xfrm>
                <a:off x="8648409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직선 연결선 219">
                <a:extLst>
                  <a:ext uri="{FF2B5EF4-FFF2-40B4-BE49-F238E27FC236}">
                    <a16:creationId xmlns:a16="http://schemas.microsoft.com/office/drawing/2014/main" id="{1A9A959D-E0EC-42FD-A06A-CB379FD3291B}"/>
                  </a:ext>
                </a:extLst>
              </p:cNvPr>
              <p:cNvCxnSpPr/>
              <p:nvPr/>
            </p:nvCxnSpPr>
            <p:spPr>
              <a:xfrm>
                <a:off x="8648409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>
                <a:extLst>
                  <a:ext uri="{FF2B5EF4-FFF2-40B4-BE49-F238E27FC236}">
                    <a16:creationId xmlns:a16="http://schemas.microsoft.com/office/drawing/2014/main" id="{F62394E7-F347-4FD4-9699-EE34BFAF0CCB}"/>
                  </a:ext>
                </a:extLst>
              </p:cNvPr>
              <p:cNvCxnSpPr/>
              <p:nvPr/>
            </p:nvCxnSpPr>
            <p:spPr>
              <a:xfrm>
                <a:off x="8648409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직선 연결선 221">
                <a:extLst>
                  <a:ext uri="{FF2B5EF4-FFF2-40B4-BE49-F238E27FC236}">
                    <a16:creationId xmlns:a16="http://schemas.microsoft.com/office/drawing/2014/main" id="{899D7A91-9A1E-4ADD-A3DF-32AFD347A26F}"/>
                  </a:ext>
                </a:extLst>
              </p:cNvPr>
              <p:cNvCxnSpPr/>
              <p:nvPr/>
            </p:nvCxnSpPr>
            <p:spPr>
              <a:xfrm>
                <a:off x="8648409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17F7ED2E-85AB-413D-A759-F9CBC883828E}"/>
                  </a:ext>
                </a:extLst>
              </p:cNvPr>
              <p:cNvCxnSpPr/>
              <p:nvPr/>
            </p:nvCxnSpPr>
            <p:spPr>
              <a:xfrm>
                <a:off x="8648409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>
                <a:extLst>
                  <a:ext uri="{FF2B5EF4-FFF2-40B4-BE49-F238E27FC236}">
                    <a16:creationId xmlns:a16="http://schemas.microsoft.com/office/drawing/2014/main" id="{6EEBCB4D-AAD4-4F98-A7CA-B43BC67A0881}"/>
                  </a:ext>
                </a:extLst>
              </p:cNvPr>
              <p:cNvCxnSpPr/>
              <p:nvPr/>
            </p:nvCxnSpPr>
            <p:spPr>
              <a:xfrm>
                <a:off x="8648409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>
                <a:extLst>
                  <a:ext uri="{FF2B5EF4-FFF2-40B4-BE49-F238E27FC236}">
                    <a16:creationId xmlns:a16="http://schemas.microsoft.com/office/drawing/2014/main" id="{41A19DA5-E089-4484-9A94-A9DF3B1BC32C}"/>
                  </a:ext>
                </a:extLst>
              </p:cNvPr>
              <p:cNvCxnSpPr/>
              <p:nvPr/>
            </p:nvCxnSpPr>
            <p:spPr>
              <a:xfrm>
                <a:off x="8648409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직선 연결선 225">
                <a:extLst>
                  <a:ext uri="{FF2B5EF4-FFF2-40B4-BE49-F238E27FC236}">
                    <a16:creationId xmlns:a16="http://schemas.microsoft.com/office/drawing/2014/main" id="{5B412772-3513-4D21-8906-9E39ACF43BD7}"/>
                  </a:ext>
                </a:extLst>
              </p:cNvPr>
              <p:cNvCxnSpPr/>
              <p:nvPr/>
            </p:nvCxnSpPr>
            <p:spPr>
              <a:xfrm>
                <a:off x="8648409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직선 연결선 226">
                <a:extLst>
                  <a:ext uri="{FF2B5EF4-FFF2-40B4-BE49-F238E27FC236}">
                    <a16:creationId xmlns:a16="http://schemas.microsoft.com/office/drawing/2014/main" id="{B4EBDB79-F65C-4914-AC30-BAA8D2F646F2}"/>
                  </a:ext>
                </a:extLst>
              </p:cNvPr>
              <p:cNvCxnSpPr/>
              <p:nvPr/>
            </p:nvCxnSpPr>
            <p:spPr>
              <a:xfrm>
                <a:off x="8648409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>
                <a:extLst>
                  <a:ext uri="{FF2B5EF4-FFF2-40B4-BE49-F238E27FC236}">
                    <a16:creationId xmlns:a16="http://schemas.microsoft.com/office/drawing/2014/main" id="{667CC4E9-4833-4198-8615-D06532703FFC}"/>
                  </a:ext>
                </a:extLst>
              </p:cNvPr>
              <p:cNvCxnSpPr/>
              <p:nvPr/>
            </p:nvCxnSpPr>
            <p:spPr>
              <a:xfrm>
                <a:off x="8648409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>
                <a:extLst>
                  <a:ext uri="{FF2B5EF4-FFF2-40B4-BE49-F238E27FC236}">
                    <a16:creationId xmlns:a16="http://schemas.microsoft.com/office/drawing/2014/main" id="{0075FF4A-3482-44D9-9F0E-44E24962AFFB}"/>
                  </a:ext>
                </a:extLst>
              </p:cNvPr>
              <p:cNvCxnSpPr/>
              <p:nvPr/>
            </p:nvCxnSpPr>
            <p:spPr>
              <a:xfrm>
                <a:off x="8648409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직선 연결선 229">
                <a:extLst>
                  <a:ext uri="{FF2B5EF4-FFF2-40B4-BE49-F238E27FC236}">
                    <a16:creationId xmlns:a16="http://schemas.microsoft.com/office/drawing/2014/main" id="{6F1EBB34-E58E-4F65-BAAD-3157D1B76FE9}"/>
                  </a:ext>
                </a:extLst>
              </p:cNvPr>
              <p:cNvCxnSpPr/>
              <p:nvPr/>
            </p:nvCxnSpPr>
            <p:spPr>
              <a:xfrm>
                <a:off x="8648409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 230">
                <a:extLst>
                  <a:ext uri="{FF2B5EF4-FFF2-40B4-BE49-F238E27FC236}">
                    <a16:creationId xmlns:a16="http://schemas.microsoft.com/office/drawing/2014/main" id="{9F6F3503-67D3-40E8-9C70-8C7DBB12EE14}"/>
                  </a:ext>
                </a:extLst>
              </p:cNvPr>
              <p:cNvCxnSpPr/>
              <p:nvPr/>
            </p:nvCxnSpPr>
            <p:spPr>
              <a:xfrm>
                <a:off x="8648409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직선 연결선 231">
                <a:extLst>
                  <a:ext uri="{FF2B5EF4-FFF2-40B4-BE49-F238E27FC236}">
                    <a16:creationId xmlns:a16="http://schemas.microsoft.com/office/drawing/2014/main" id="{0B505442-94D2-4C90-9C5B-37C9E13C8C46}"/>
                  </a:ext>
                </a:extLst>
              </p:cNvPr>
              <p:cNvCxnSpPr/>
              <p:nvPr/>
            </p:nvCxnSpPr>
            <p:spPr>
              <a:xfrm>
                <a:off x="8648409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>
                <a:extLst>
                  <a:ext uri="{FF2B5EF4-FFF2-40B4-BE49-F238E27FC236}">
                    <a16:creationId xmlns:a16="http://schemas.microsoft.com/office/drawing/2014/main" id="{C3F37D00-4BB7-4368-8BDC-606AAF44C64D}"/>
                  </a:ext>
                </a:extLst>
              </p:cNvPr>
              <p:cNvCxnSpPr/>
              <p:nvPr/>
            </p:nvCxnSpPr>
            <p:spPr>
              <a:xfrm>
                <a:off x="8648409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 233">
                <a:extLst>
                  <a:ext uri="{FF2B5EF4-FFF2-40B4-BE49-F238E27FC236}">
                    <a16:creationId xmlns:a16="http://schemas.microsoft.com/office/drawing/2014/main" id="{465ABC33-16D6-42B2-9754-2F6590D4E347}"/>
                  </a:ext>
                </a:extLst>
              </p:cNvPr>
              <p:cNvCxnSpPr/>
              <p:nvPr/>
            </p:nvCxnSpPr>
            <p:spPr>
              <a:xfrm>
                <a:off x="8648409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>
                <a:extLst>
                  <a:ext uri="{FF2B5EF4-FFF2-40B4-BE49-F238E27FC236}">
                    <a16:creationId xmlns:a16="http://schemas.microsoft.com/office/drawing/2014/main" id="{65C7C804-76C7-4CEC-8327-F429FB2840AB}"/>
                  </a:ext>
                </a:extLst>
              </p:cNvPr>
              <p:cNvCxnSpPr/>
              <p:nvPr/>
            </p:nvCxnSpPr>
            <p:spPr>
              <a:xfrm>
                <a:off x="8648409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직선 연결선 235">
                <a:extLst>
                  <a:ext uri="{FF2B5EF4-FFF2-40B4-BE49-F238E27FC236}">
                    <a16:creationId xmlns:a16="http://schemas.microsoft.com/office/drawing/2014/main" id="{A2E0C59D-9053-42BF-B76D-28665C6A2E86}"/>
                  </a:ext>
                </a:extLst>
              </p:cNvPr>
              <p:cNvCxnSpPr/>
              <p:nvPr/>
            </p:nvCxnSpPr>
            <p:spPr>
              <a:xfrm>
                <a:off x="8648409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직선 연결선 236">
                <a:extLst>
                  <a:ext uri="{FF2B5EF4-FFF2-40B4-BE49-F238E27FC236}">
                    <a16:creationId xmlns:a16="http://schemas.microsoft.com/office/drawing/2014/main" id="{989CD918-A093-438F-8F7A-E1548607DB1F}"/>
                  </a:ext>
                </a:extLst>
              </p:cNvPr>
              <p:cNvCxnSpPr/>
              <p:nvPr/>
            </p:nvCxnSpPr>
            <p:spPr>
              <a:xfrm>
                <a:off x="8648409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직선 연결선 237">
                <a:extLst>
                  <a:ext uri="{FF2B5EF4-FFF2-40B4-BE49-F238E27FC236}">
                    <a16:creationId xmlns:a16="http://schemas.microsoft.com/office/drawing/2014/main" id="{A011F9D4-E673-4F4C-977A-6146EE9CA193}"/>
                  </a:ext>
                </a:extLst>
              </p:cNvPr>
              <p:cNvCxnSpPr/>
              <p:nvPr/>
            </p:nvCxnSpPr>
            <p:spPr>
              <a:xfrm>
                <a:off x="8648409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직선 연결선 238">
                <a:extLst>
                  <a:ext uri="{FF2B5EF4-FFF2-40B4-BE49-F238E27FC236}">
                    <a16:creationId xmlns:a16="http://schemas.microsoft.com/office/drawing/2014/main" id="{29DAD61E-EF4E-480D-9ACF-F4B9A845FBAD}"/>
                  </a:ext>
                </a:extLst>
              </p:cNvPr>
              <p:cNvCxnSpPr/>
              <p:nvPr/>
            </p:nvCxnSpPr>
            <p:spPr>
              <a:xfrm>
                <a:off x="8648409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직선 연결선 239">
                <a:extLst>
                  <a:ext uri="{FF2B5EF4-FFF2-40B4-BE49-F238E27FC236}">
                    <a16:creationId xmlns:a16="http://schemas.microsoft.com/office/drawing/2014/main" id="{588676AC-18B4-4EDB-A5E8-42F1CF1FA747}"/>
                  </a:ext>
                </a:extLst>
              </p:cNvPr>
              <p:cNvCxnSpPr/>
              <p:nvPr/>
            </p:nvCxnSpPr>
            <p:spPr>
              <a:xfrm>
                <a:off x="8648409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B2CA60A3-943D-4BEC-9EA2-CAA07F7ACF8C}"/>
                </a:ext>
              </a:extLst>
            </p:cNvPr>
            <p:cNvGrpSpPr/>
            <p:nvPr/>
          </p:nvGrpSpPr>
          <p:grpSpPr>
            <a:xfrm>
              <a:off x="11515354" y="1417857"/>
              <a:ext cx="5324262" cy="9010459"/>
              <a:chOff x="11548929" y="1417857"/>
              <a:chExt cx="5324262" cy="9010459"/>
            </a:xfrm>
          </p:grpSpPr>
          <p:sp>
            <p:nvSpPr>
              <p:cNvPr id="241" name="모서리가 둥근 직사각형 302">
                <a:extLst>
                  <a:ext uri="{FF2B5EF4-FFF2-40B4-BE49-F238E27FC236}">
                    <a16:creationId xmlns:a16="http://schemas.microsoft.com/office/drawing/2014/main" id="{EDAF7CFC-1C3A-43F2-A8CC-8FF27D18A65A}"/>
                  </a:ext>
                </a:extLst>
              </p:cNvPr>
              <p:cNvSpPr/>
              <p:nvPr/>
            </p:nvSpPr>
            <p:spPr>
              <a:xfrm>
                <a:off x="11548929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2" name="모서리가 둥근 직사각형 303">
                <a:extLst>
                  <a:ext uri="{FF2B5EF4-FFF2-40B4-BE49-F238E27FC236}">
                    <a16:creationId xmlns:a16="http://schemas.microsoft.com/office/drawing/2014/main" id="{47D18189-7270-4C22-8A9D-28290F9A5005}"/>
                  </a:ext>
                </a:extLst>
              </p:cNvPr>
              <p:cNvSpPr/>
              <p:nvPr/>
            </p:nvSpPr>
            <p:spPr>
              <a:xfrm>
                <a:off x="11548929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3" name="모서리가 둥근 직사각형 304">
                <a:extLst>
                  <a:ext uri="{FF2B5EF4-FFF2-40B4-BE49-F238E27FC236}">
                    <a16:creationId xmlns:a16="http://schemas.microsoft.com/office/drawing/2014/main" id="{6D084D22-8D40-4BFF-81CE-57BA962096F2}"/>
                  </a:ext>
                </a:extLst>
              </p:cNvPr>
              <p:cNvSpPr/>
              <p:nvPr/>
            </p:nvSpPr>
            <p:spPr>
              <a:xfrm>
                <a:off x="11548929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4" name="모서리가 둥근 직사각형 305">
                <a:extLst>
                  <a:ext uri="{FF2B5EF4-FFF2-40B4-BE49-F238E27FC236}">
                    <a16:creationId xmlns:a16="http://schemas.microsoft.com/office/drawing/2014/main" id="{B80D5F27-C770-47EC-B5A2-D9F7FCCE69FF}"/>
                  </a:ext>
                </a:extLst>
              </p:cNvPr>
              <p:cNvSpPr/>
              <p:nvPr/>
            </p:nvSpPr>
            <p:spPr>
              <a:xfrm>
                <a:off x="11548929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45" name="모서리가 둥근 직사각형 306">
                <a:extLst>
                  <a:ext uri="{FF2B5EF4-FFF2-40B4-BE49-F238E27FC236}">
                    <a16:creationId xmlns:a16="http://schemas.microsoft.com/office/drawing/2014/main" id="{183678A4-8751-4E27-9B93-64A7DF5E3FD3}"/>
                  </a:ext>
                </a:extLst>
              </p:cNvPr>
              <p:cNvSpPr/>
              <p:nvPr/>
            </p:nvSpPr>
            <p:spPr>
              <a:xfrm>
                <a:off x="11548929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46" name="직선 연결선 245">
                <a:extLst>
                  <a:ext uri="{FF2B5EF4-FFF2-40B4-BE49-F238E27FC236}">
                    <a16:creationId xmlns:a16="http://schemas.microsoft.com/office/drawing/2014/main" id="{A50ECB6C-ACD1-4FFC-BF91-F5475E5B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254218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연결선 246">
                <a:extLst>
                  <a:ext uri="{FF2B5EF4-FFF2-40B4-BE49-F238E27FC236}">
                    <a16:creationId xmlns:a16="http://schemas.microsoft.com/office/drawing/2014/main" id="{35EFC75C-0919-4219-B7C3-1EF9179F7905}"/>
                  </a:ext>
                </a:extLst>
              </p:cNvPr>
              <p:cNvCxnSpPr/>
              <p:nvPr/>
            </p:nvCxnSpPr>
            <p:spPr>
              <a:xfrm>
                <a:off x="14254218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직선 연결선 247">
                <a:extLst>
                  <a:ext uri="{FF2B5EF4-FFF2-40B4-BE49-F238E27FC236}">
                    <a16:creationId xmlns:a16="http://schemas.microsoft.com/office/drawing/2014/main" id="{DA1D7231-0352-4C31-A29C-25250B2316A5}"/>
                  </a:ext>
                </a:extLst>
              </p:cNvPr>
              <p:cNvCxnSpPr/>
              <p:nvPr/>
            </p:nvCxnSpPr>
            <p:spPr>
              <a:xfrm>
                <a:off x="14254218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>
                <a:extLst>
                  <a:ext uri="{FF2B5EF4-FFF2-40B4-BE49-F238E27FC236}">
                    <a16:creationId xmlns:a16="http://schemas.microsoft.com/office/drawing/2014/main" id="{F5B0246E-F600-42CE-9E07-319826E780BD}"/>
                  </a:ext>
                </a:extLst>
              </p:cNvPr>
              <p:cNvCxnSpPr/>
              <p:nvPr/>
            </p:nvCxnSpPr>
            <p:spPr>
              <a:xfrm>
                <a:off x="14254218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직선 연결선 249">
                <a:extLst>
                  <a:ext uri="{FF2B5EF4-FFF2-40B4-BE49-F238E27FC236}">
                    <a16:creationId xmlns:a16="http://schemas.microsoft.com/office/drawing/2014/main" id="{AF126F03-9EC8-420E-B5CB-D435F08DF99E}"/>
                  </a:ext>
                </a:extLst>
              </p:cNvPr>
              <p:cNvCxnSpPr/>
              <p:nvPr/>
            </p:nvCxnSpPr>
            <p:spPr>
              <a:xfrm>
                <a:off x="14254218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직선 연결선 250">
                <a:extLst>
                  <a:ext uri="{FF2B5EF4-FFF2-40B4-BE49-F238E27FC236}">
                    <a16:creationId xmlns:a16="http://schemas.microsoft.com/office/drawing/2014/main" id="{9C20F1F5-EFDB-4BCE-817B-D6D9B1F69F3E}"/>
                  </a:ext>
                </a:extLst>
              </p:cNvPr>
              <p:cNvCxnSpPr/>
              <p:nvPr/>
            </p:nvCxnSpPr>
            <p:spPr>
              <a:xfrm>
                <a:off x="14254218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직선 연결선 251">
                <a:extLst>
                  <a:ext uri="{FF2B5EF4-FFF2-40B4-BE49-F238E27FC236}">
                    <a16:creationId xmlns:a16="http://schemas.microsoft.com/office/drawing/2014/main" id="{0282387A-6D21-4794-99CC-78DF9325E558}"/>
                  </a:ext>
                </a:extLst>
              </p:cNvPr>
              <p:cNvCxnSpPr/>
              <p:nvPr/>
            </p:nvCxnSpPr>
            <p:spPr>
              <a:xfrm>
                <a:off x="14254218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직선 연결선 252">
                <a:extLst>
                  <a:ext uri="{FF2B5EF4-FFF2-40B4-BE49-F238E27FC236}">
                    <a16:creationId xmlns:a16="http://schemas.microsoft.com/office/drawing/2014/main" id="{24E1AF14-C46B-4502-A9B6-9738E0A357CA}"/>
                  </a:ext>
                </a:extLst>
              </p:cNvPr>
              <p:cNvCxnSpPr/>
              <p:nvPr/>
            </p:nvCxnSpPr>
            <p:spPr>
              <a:xfrm>
                <a:off x="14254218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직선 연결선 253">
                <a:extLst>
                  <a:ext uri="{FF2B5EF4-FFF2-40B4-BE49-F238E27FC236}">
                    <a16:creationId xmlns:a16="http://schemas.microsoft.com/office/drawing/2014/main" id="{F3317C95-934F-4C94-9E00-4B9078DCBF1E}"/>
                  </a:ext>
                </a:extLst>
              </p:cNvPr>
              <p:cNvCxnSpPr/>
              <p:nvPr/>
            </p:nvCxnSpPr>
            <p:spPr>
              <a:xfrm>
                <a:off x="14254218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직선 연결선 254">
                <a:extLst>
                  <a:ext uri="{FF2B5EF4-FFF2-40B4-BE49-F238E27FC236}">
                    <a16:creationId xmlns:a16="http://schemas.microsoft.com/office/drawing/2014/main" id="{B95FB43F-9108-450E-B7CC-7F47EE717B57}"/>
                  </a:ext>
                </a:extLst>
              </p:cNvPr>
              <p:cNvCxnSpPr/>
              <p:nvPr/>
            </p:nvCxnSpPr>
            <p:spPr>
              <a:xfrm>
                <a:off x="14254218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>
                <a:extLst>
                  <a:ext uri="{FF2B5EF4-FFF2-40B4-BE49-F238E27FC236}">
                    <a16:creationId xmlns:a16="http://schemas.microsoft.com/office/drawing/2014/main" id="{F6DC83AB-8119-4C22-90E0-22413FE43674}"/>
                  </a:ext>
                </a:extLst>
              </p:cNvPr>
              <p:cNvCxnSpPr/>
              <p:nvPr/>
            </p:nvCxnSpPr>
            <p:spPr>
              <a:xfrm>
                <a:off x="14254218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직선 연결선 256">
                <a:extLst>
                  <a:ext uri="{FF2B5EF4-FFF2-40B4-BE49-F238E27FC236}">
                    <a16:creationId xmlns:a16="http://schemas.microsoft.com/office/drawing/2014/main" id="{81E2B5A4-34E2-4DE1-BDA7-888F9C09A723}"/>
                  </a:ext>
                </a:extLst>
              </p:cNvPr>
              <p:cNvCxnSpPr/>
              <p:nvPr/>
            </p:nvCxnSpPr>
            <p:spPr>
              <a:xfrm>
                <a:off x="14254218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>
                <a:extLst>
                  <a:ext uri="{FF2B5EF4-FFF2-40B4-BE49-F238E27FC236}">
                    <a16:creationId xmlns:a16="http://schemas.microsoft.com/office/drawing/2014/main" id="{F073D697-491D-43FE-96A5-37ED096D2E8A}"/>
                  </a:ext>
                </a:extLst>
              </p:cNvPr>
              <p:cNvCxnSpPr/>
              <p:nvPr/>
            </p:nvCxnSpPr>
            <p:spPr>
              <a:xfrm>
                <a:off x="14254218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>
                <a:extLst>
                  <a:ext uri="{FF2B5EF4-FFF2-40B4-BE49-F238E27FC236}">
                    <a16:creationId xmlns:a16="http://schemas.microsoft.com/office/drawing/2014/main" id="{0068CAB1-4F56-4B85-82A3-1E93981384A3}"/>
                  </a:ext>
                </a:extLst>
              </p:cNvPr>
              <p:cNvCxnSpPr/>
              <p:nvPr/>
            </p:nvCxnSpPr>
            <p:spPr>
              <a:xfrm>
                <a:off x="14254218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직선 연결선 259">
                <a:extLst>
                  <a:ext uri="{FF2B5EF4-FFF2-40B4-BE49-F238E27FC236}">
                    <a16:creationId xmlns:a16="http://schemas.microsoft.com/office/drawing/2014/main" id="{05EEAD43-12DB-49D2-9B89-1D3CE09ADDB3}"/>
                  </a:ext>
                </a:extLst>
              </p:cNvPr>
              <p:cNvCxnSpPr/>
              <p:nvPr/>
            </p:nvCxnSpPr>
            <p:spPr>
              <a:xfrm>
                <a:off x="14254218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직선 연결선 260">
                <a:extLst>
                  <a:ext uri="{FF2B5EF4-FFF2-40B4-BE49-F238E27FC236}">
                    <a16:creationId xmlns:a16="http://schemas.microsoft.com/office/drawing/2014/main" id="{83C39F24-1C94-438A-A89F-58FEC0672EA9}"/>
                  </a:ext>
                </a:extLst>
              </p:cNvPr>
              <p:cNvCxnSpPr/>
              <p:nvPr/>
            </p:nvCxnSpPr>
            <p:spPr>
              <a:xfrm>
                <a:off x="14254218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직선 연결선 261">
                <a:extLst>
                  <a:ext uri="{FF2B5EF4-FFF2-40B4-BE49-F238E27FC236}">
                    <a16:creationId xmlns:a16="http://schemas.microsoft.com/office/drawing/2014/main" id="{CEA32DAC-7922-40B3-AB5B-344FE1F71F9B}"/>
                  </a:ext>
                </a:extLst>
              </p:cNvPr>
              <p:cNvCxnSpPr/>
              <p:nvPr/>
            </p:nvCxnSpPr>
            <p:spPr>
              <a:xfrm>
                <a:off x="14254218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직선 연결선 262">
                <a:extLst>
                  <a:ext uri="{FF2B5EF4-FFF2-40B4-BE49-F238E27FC236}">
                    <a16:creationId xmlns:a16="http://schemas.microsoft.com/office/drawing/2014/main" id="{D7227509-564B-47E4-9412-CC882168446B}"/>
                  </a:ext>
                </a:extLst>
              </p:cNvPr>
              <p:cNvCxnSpPr/>
              <p:nvPr/>
            </p:nvCxnSpPr>
            <p:spPr>
              <a:xfrm>
                <a:off x="14254218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직선 연결선 263">
                <a:extLst>
                  <a:ext uri="{FF2B5EF4-FFF2-40B4-BE49-F238E27FC236}">
                    <a16:creationId xmlns:a16="http://schemas.microsoft.com/office/drawing/2014/main" id="{1D5158BD-E286-4693-8F70-807C97F87438}"/>
                  </a:ext>
                </a:extLst>
              </p:cNvPr>
              <p:cNvCxnSpPr/>
              <p:nvPr/>
            </p:nvCxnSpPr>
            <p:spPr>
              <a:xfrm>
                <a:off x="14254218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>
                <a:extLst>
                  <a:ext uri="{FF2B5EF4-FFF2-40B4-BE49-F238E27FC236}">
                    <a16:creationId xmlns:a16="http://schemas.microsoft.com/office/drawing/2014/main" id="{59B7242A-F591-4D80-8791-ED592941C261}"/>
                  </a:ext>
                </a:extLst>
              </p:cNvPr>
              <p:cNvCxnSpPr/>
              <p:nvPr/>
            </p:nvCxnSpPr>
            <p:spPr>
              <a:xfrm>
                <a:off x="14254218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>
                <a:extLst>
                  <a:ext uri="{FF2B5EF4-FFF2-40B4-BE49-F238E27FC236}">
                    <a16:creationId xmlns:a16="http://schemas.microsoft.com/office/drawing/2014/main" id="{0FB01A24-71E1-4F21-B97C-9BF23FFE85A2}"/>
                  </a:ext>
                </a:extLst>
              </p:cNvPr>
              <p:cNvCxnSpPr/>
              <p:nvPr/>
            </p:nvCxnSpPr>
            <p:spPr>
              <a:xfrm>
                <a:off x="14254218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직선 연결선 266">
                <a:extLst>
                  <a:ext uri="{FF2B5EF4-FFF2-40B4-BE49-F238E27FC236}">
                    <a16:creationId xmlns:a16="http://schemas.microsoft.com/office/drawing/2014/main" id="{52F673FE-F658-4FEE-B623-2EF76A9BD5FB}"/>
                  </a:ext>
                </a:extLst>
              </p:cNvPr>
              <p:cNvCxnSpPr/>
              <p:nvPr/>
            </p:nvCxnSpPr>
            <p:spPr>
              <a:xfrm>
                <a:off x="14254218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>
                <a:extLst>
                  <a:ext uri="{FF2B5EF4-FFF2-40B4-BE49-F238E27FC236}">
                    <a16:creationId xmlns:a16="http://schemas.microsoft.com/office/drawing/2014/main" id="{755F7D14-B39F-46D5-85CD-FC60772AFE00}"/>
                  </a:ext>
                </a:extLst>
              </p:cNvPr>
              <p:cNvCxnSpPr/>
              <p:nvPr/>
            </p:nvCxnSpPr>
            <p:spPr>
              <a:xfrm>
                <a:off x="14254218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직선 연결선 268">
                <a:extLst>
                  <a:ext uri="{FF2B5EF4-FFF2-40B4-BE49-F238E27FC236}">
                    <a16:creationId xmlns:a16="http://schemas.microsoft.com/office/drawing/2014/main" id="{3393C0BA-139C-4A5F-8FC4-05F2879BDC06}"/>
                  </a:ext>
                </a:extLst>
              </p:cNvPr>
              <p:cNvCxnSpPr/>
              <p:nvPr/>
            </p:nvCxnSpPr>
            <p:spPr>
              <a:xfrm>
                <a:off x="14254218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>
                <a:extLst>
                  <a:ext uri="{FF2B5EF4-FFF2-40B4-BE49-F238E27FC236}">
                    <a16:creationId xmlns:a16="http://schemas.microsoft.com/office/drawing/2014/main" id="{3DCDB880-6BCB-4DBF-9BA9-8F9BC9CD51C0}"/>
                  </a:ext>
                </a:extLst>
              </p:cNvPr>
              <p:cNvCxnSpPr/>
              <p:nvPr/>
            </p:nvCxnSpPr>
            <p:spPr>
              <a:xfrm>
                <a:off x="14254218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직선 연결선 270">
                <a:extLst>
                  <a:ext uri="{FF2B5EF4-FFF2-40B4-BE49-F238E27FC236}">
                    <a16:creationId xmlns:a16="http://schemas.microsoft.com/office/drawing/2014/main" id="{5FC35A32-46F8-4DD0-B1FA-A635B9AA7A22}"/>
                  </a:ext>
                </a:extLst>
              </p:cNvPr>
              <p:cNvCxnSpPr/>
              <p:nvPr/>
            </p:nvCxnSpPr>
            <p:spPr>
              <a:xfrm>
                <a:off x="14254218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직선 연결선 271">
                <a:extLst>
                  <a:ext uri="{FF2B5EF4-FFF2-40B4-BE49-F238E27FC236}">
                    <a16:creationId xmlns:a16="http://schemas.microsoft.com/office/drawing/2014/main" id="{13C173B7-B087-474F-8704-9DB6BD3D2C8B}"/>
                  </a:ext>
                </a:extLst>
              </p:cNvPr>
              <p:cNvCxnSpPr/>
              <p:nvPr/>
            </p:nvCxnSpPr>
            <p:spPr>
              <a:xfrm>
                <a:off x="14254218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직선 연결선 272">
                <a:extLst>
                  <a:ext uri="{FF2B5EF4-FFF2-40B4-BE49-F238E27FC236}">
                    <a16:creationId xmlns:a16="http://schemas.microsoft.com/office/drawing/2014/main" id="{02307BAF-4A65-4B4B-88E2-182618D3E8C3}"/>
                  </a:ext>
                </a:extLst>
              </p:cNvPr>
              <p:cNvCxnSpPr/>
              <p:nvPr/>
            </p:nvCxnSpPr>
            <p:spPr>
              <a:xfrm>
                <a:off x="14254218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>
                <a:extLst>
                  <a:ext uri="{FF2B5EF4-FFF2-40B4-BE49-F238E27FC236}">
                    <a16:creationId xmlns:a16="http://schemas.microsoft.com/office/drawing/2014/main" id="{75E2F053-95FD-4E85-AFA5-0E684F48DF16}"/>
                  </a:ext>
                </a:extLst>
              </p:cNvPr>
              <p:cNvCxnSpPr/>
              <p:nvPr/>
            </p:nvCxnSpPr>
            <p:spPr>
              <a:xfrm>
                <a:off x="14254218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>
                <a:extLst>
                  <a:ext uri="{FF2B5EF4-FFF2-40B4-BE49-F238E27FC236}">
                    <a16:creationId xmlns:a16="http://schemas.microsoft.com/office/drawing/2014/main" id="{414B8D6C-28D8-4930-8B15-BD11AC693CF6}"/>
                  </a:ext>
                </a:extLst>
              </p:cNvPr>
              <p:cNvCxnSpPr/>
              <p:nvPr/>
            </p:nvCxnSpPr>
            <p:spPr>
              <a:xfrm>
                <a:off x="14254218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직선 연결선 275">
                <a:extLst>
                  <a:ext uri="{FF2B5EF4-FFF2-40B4-BE49-F238E27FC236}">
                    <a16:creationId xmlns:a16="http://schemas.microsoft.com/office/drawing/2014/main" id="{6D2290CE-F3EF-41C2-831E-05178D1EBD3B}"/>
                  </a:ext>
                </a:extLst>
              </p:cNvPr>
              <p:cNvCxnSpPr/>
              <p:nvPr/>
            </p:nvCxnSpPr>
            <p:spPr>
              <a:xfrm>
                <a:off x="14254218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510F13D5-2224-4404-BE61-C9658B48C2B3}"/>
                </a:ext>
              </a:extLst>
            </p:cNvPr>
            <p:cNvGrpSpPr/>
            <p:nvPr/>
          </p:nvGrpSpPr>
          <p:grpSpPr>
            <a:xfrm>
              <a:off x="17154738" y="1417857"/>
              <a:ext cx="5324262" cy="9010459"/>
              <a:chOff x="17154738" y="1417857"/>
              <a:chExt cx="5324262" cy="9010459"/>
            </a:xfrm>
          </p:grpSpPr>
          <p:sp>
            <p:nvSpPr>
              <p:cNvPr id="277" name="모서리가 둥근 직사각형 302">
                <a:extLst>
                  <a:ext uri="{FF2B5EF4-FFF2-40B4-BE49-F238E27FC236}">
                    <a16:creationId xmlns:a16="http://schemas.microsoft.com/office/drawing/2014/main" id="{BB974790-B467-4A07-A435-199CA7AF1035}"/>
                  </a:ext>
                </a:extLst>
              </p:cNvPr>
              <p:cNvSpPr/>
              <p:nvPr/>
            </p:nvSpPr>
            <p:spPr>
              <a:xfrm>
                <a:off x="17154738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78" name="모서리가 둥근 직사각형 303">
                <a:extLst>
                  <a:ext uri="{FF2B5EF4-FFF2-40B4-BE49-F238E27FC236}">
                    <a16:creationId xmlns:a16="http://schemas.microsoft.com/office/drawing/2014/main" id="{29EB8463-375F-4A81-B3FD-8E131F65C3FD}"/>
                  </a:ext>
                </a:extLst>
              </p:cNvPr>
              <p:cNvSpPr/>
              <p:nvPr/>
            </p:nvSpPr>
            <p:spPr>
              <a:xfrm>
                <a:off x="17154738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79" name="모서리가 둥근 직사각형 304">
                <a:extLst>
                  <a:ext uri="{FF2B5EF4-FFF2-40B4-BE49-F238E27FC236}">
                    <a16:creationId xmlns:a16="http://schemas.microsoft.com/office/drawing/2014/main" id="{381CFDC5-1055-4611-B2F7-06E44CBC7C72}"/>
                  </a:ext>
                </a:extLst>
              </p:cNvPr>
              <p:cNvSpPr/>
              <p:nvPr/>
            </p:nvSpPr>
            <p:spPr>
              <a:xfrm>
                <a:off x="17154738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80" name="모서리가 둥근 직사각형 305">
                <a:extLst>
                  <a:ext uri="{FF2B5EF4-FFF2-40B4-BE49-F238E27FC236}">
                    <a16:creationId xmlns:a16="http://schemas.microsoft.com/office/drawing/2014/main" id="{803B05E8-7157-42BF-A08E-4DA91541E2AA}"/>
                  </a:ext>
                </a:extLst>
              </p:cNvPr>
              <p:cNvSpPr/>
              <p:nvPr/>
            </p:nvSpPr>
            <p:spPr>
              <a:xfrm>
                <a:off x="17154738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sp>
            <p:nvSpPr>
              <p:cNvPr id="281" name="모서리가 둥근 직사각형 306">
                <a:extLst>
                  <a:ext uri="{FF2B5EF4-FFF2-40B4-BE49-F238E27FC236}">
                    <a16:creationId xmlns:a16="http://schemas.microsoft.com/office/drawing/2014/main" id="{FF0DA609-5A5B-45DE-A357-090FAA05DAA1}"/>
                  </a:ext>
                </a:extLst>
              </p:cNvPr>
              <p:cNvSpPr/>
              <p:nvPr/>
            </p:nvSpPr>
            <p:spPr>
              <a:xfrm>
                <a:off x="17154738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 dirty="0">
                  <a:latin typeface="NanumGothic" panose="020D0604000000000000" pitchFamily="34" charset="-127"/>
                </a:endParaRPr>
              </a:p>
            </p:txBody>
          </p:sp>
          <p:cxnSp>
            <p:nvCxnSpPr>
              <p:cNvPr id="282" name="직선 연결선 281">
                <a:extLst>
                  <a:ext uri="{FF2B5EF4-FFF2-40B4-BE49-F238E27FC236}">
                    <a16:creationId xmlns:a16="http://schemas.microsoft.com/office/drawing/2014/main" id="{04E5492A-0FD9-4845-929C-EB7E44362F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6002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>
                <a:extLst>
                  <a:ext uri="{FF2B5EF4-FFF2-40B4-BE49-F238E27FC236}">
                    <a16:creationId xmlns:a16="http://schemas.microsoft.com/office/drawing/2014/main" id="{F2122232-5C30-4580-9C7A-F3659CB72A0F}"/>
                  </a:ext>
                </a:extLst>
              </p:cNvPr>
              <p:cNvCxnSpPr/>
              <p:nvPr/>
            </p:nvCxnSpPr>
            <p:spPr>
              <a:xfrm>
                <a:off x="1986002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직선 연결선 283">
                <a:extLst>
                  <a:ext uri="{FF2B5EF4-FFF2-40B4-BE49-F238E27FC236}">
                    <a16:creationId xmlns:a16="http://schemas.microsoft.com/office/drawing/2014/main" id="{4778CD14-A0CF-48F6-93BB-55B5D74E5625}"/>
                  </a:ext>
                </a:extLst>
              </p:cNvPr>
              <p:cNvCxnSpPr/>
              <p:nvPr/>
            </p:nvCxnSpPr>
            <p:spPr>
              <a:xfrm>
                <a:off x="1986002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직선 연결선 284">
                <a:extLst>
                  <a:ext uri="{FF2B5EF4-FFF2-40B4-BE49-F238E27FC236}">
                    <a16:creationId xmlns:a16="http://schemas.microsoft.com/office/drawing/2014/main" id="{93101131-8A8E-4225-BB84-FDCBD62DF68C}"/>
                  </a:ext>
                </a:extLst>
              </p:cNvPr>
              <p:cNvCxnSpPr/>
              <p:nvPr/>
            </p:nvCxnSpPr>
            <p:spPr>
              <a:xfrm>
                <a:off x="1986002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직선 연결선 285">
                <a:extLst>
                  <a:ext uri="{FF2B5EF4-FFF2-40B4-BE49-F238E27FC236}">
                    <a16:creationId xmlns:a16="http://schemas.microsoft.com/office/drawing/2014/main" id="{518176BE-A7B5-4DF2-8BC5-4BDC7BACAE0C}"/>
                  </a:ext>
                </a:extLst>
              </p:cNvPr>
              <p:cNvCxnSpPr/>
              <p:nvPr/>
            </p:nvCxnSpPr>
            <p:spPr>
              <a:xfrm>
                <a:off x="1986002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>
                <a:extLst>
                  <a:ext uri="{FF2B5EF4-FFF2-40B4-BE49-F238E27FC236}">
                    <a16:creationId xmlns:a16="http://schemas.microsoft.com/office/drawing/2014/main" id="{7E87EE9D-F27C-4202-ACF5-766CC177EEE5}"/>
                  </a:ext>
                </a:extLst>
              </p:cNvPr>
              <p:cNvCxnSpPr/>
              <p:nvPr/>
            </p:nvCxnSpPr>
            <p:spPr>
              <a:xfrm>
                <a:off x="1986002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직선 연결선 287">
                <a:extLst>
                  <a:ext uri="{FF2B5EF4-FFF2-40B4-BE49-F238E27FC236}">
                    <a16:creationId xmlns:a16="http://schemas.microsoft.com/office/drawing/2014/main" id="{4BEC2918-BFE5-4338-A6F7-8E89CFB612A3}"/>
                  </a:ext>
                </a:extLst>
              </p:cNvPr>
              <p:cNvCxnSpPr/>
              <p:nvPr/>
            </p:nvCxnSpPr>
            <p:spPr>
              <a:xfrm>
                <a:off x="1986002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>
                <a:extLst>
                  <a:ext uri="{FF2B5EF4-FFF2-40B4-BE49-F238E27FC236}">
                    <a16:creationId xmlns:a16="http://schemas.microsoft.com/office/drawing/2014/main" id="{38A4C7BA-F17F-469C-A914-A1121A4AF5C8}"/>
                  </a:ext>
                </a:extLst>
              </p:cNvPr>
              <p:cNvCxnSpPr/>
              <p:nvPr/>
            </p:nvCxnSpPr>
            <p:spPr>
              <a:xfrm>
                <a:off x="1986002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직선 연결선 289">
                <a:extLst>
                  <a:ext uri="{FF2B5EF4-FFF2-40B4-BE49-F238E27FC236}">
                    <a16:creationId xmlns:a16="http://schemas.microsoft.com/office/drawing/2014/main" id="{9466834E-6BCD-46A0-94AE-FBFEFA446F1F}"/>
                  </a:ext>
                </a:extLst>
              </p:cNvPr>
              <p:cNvCxnSpPr/>
              <p:nvPr/>
            </p:nvCxnSpPr>
            <p:spPr>
              <a:xfrm>
                <a:off x="1986002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직선 연결선 290">
                <a:extLst>
                  <a:ext uri="{FF2B5EF4-FFF2-40B4-BE49-F238E27FC236}">
                    <a16:creationId xmlns:a16="http://schemas.microsoft.com/office/drawing/2014/main" id="{6C63A5FD-4B08-4A0D-9BA0-36EA70994AAF}"/>
                  </a:ext>
                </a:extLst>
              </p:cNvPr>
              <p:cNvCxnSpPr/>
              <p:nvPr/>
            </p:nvCxnSpPr>
            <p:spPr>
              <a:xfrm>
                <a:off x="1986002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직선 연결선 291">
                <a:extLst>
                  <a:ext uri="{FF2B5EF4-FFF2-40B4-BE49-F238E27FC236}">
                    <a16:creationId xmlns:a16="http://schemas.microsoft.com/office/drawing/2014/main" id="{4CA1092E-A136-4FE4-9974-C02F01EA0139}"/>
                  </a:ext>
                </a:extLst>
              </p:cNvPr>
              <p:cNvCxnSpPr/>
              <p:nvPr/>
            </p:nvCxnSpPr>
            <p:spPr>
              <a:xfrm>
                <a:off x="1986002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3" name="직선 연결선 292">
                <a:extLst>
                  <a:ext uri="{FF2B5EF4-FFF2-40B4-BE49-F238E27FC236}">
                    <a16:creationId xmlns:a16="http://schemas.microsoft.com/office/drawing/2014/main" id="{9F9F02E4-D912-4C5B-AE09-DE81910E6626}"/>
                  </a:ext>
                </a:extLst>
              </p:cNvPr>
              <p:cNvCxnSpPr/>
              <p:nvPr/>
            </p:nvCxnSpPr>
            <p:spPr>
              <a:xfrm>
                <a:off x="1986002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직선 연결선 293">
                <a:extLst>
                  <a:ext uri="{FF2B5EF4-FFF2-40B4-BE49-F238E27FC236}">
                    <a16:creationId xmlns:a16="http://schemas.microsoft.com/office/drawing/2014/main" id="{8C04FD21-82FB-442B-9C56-BB276D61B8C8}"/>
                  </a:ext>
                </a:extLst>
              </p:cNvPr>
              <p:cNvCxnSpPr/>
              <p:nvPr/>
            </p:nvCxnSpPr>
            <p:spPr>
              <a:xfrm>
                <a:off x="1986002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직선 연결선 294">
                <a:extLst>
                  <a:ext uri="{FF2B5EF4-FFF2-40B4-BE49-F238E27FC236}">
                    <a16:creationId xmlns:a16="http://schemas.microsoft.com/office/drawing/2014/main" id="{5CBE671D-38F7-403A-B008-F112A98E95F4}"/>
                  </a:ext>
                </a:extLst>
              </p:cNvPr>
              <p:cNvCxnSpPr/>
              <p:nvPr/>
            </p:nvCxnSpPr>
            <p:spPr>
              <a:xfrm>
                <a:off x="1986002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>
                <a:extLst>
                  <a:ext uri="{FF2B5EF4-FFF2-40B4-BE49-F238E27FC236}">
                    <a16:creationId xmlns:a16="http://schemas.microsoft.com/office/drawing/2014/main" id="{CAA97933-5FCC-4474-B5C9-1666C5E53D34}"/>
                  </a:ext>
                </a:extLst>
              </p:cNvPr>
              <p:cNvCxnSpPr/>
              <p:nvPr/>
            </p:nvCxnSpPr>
            <p:spPr>
              <a:xfrm>
                <a:off x="1986002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직선 연결선 296">
                <a:extLst>
                  <a:ext uri="{FF2B5EF4-FFF2-40B4-BE49-F238E27FC236}">
                    <a16:creationId xmlns:a16="http://schemas.microsoft.com/office/drawing/2014/main" id="{6F10A4BC-3A89-42A2-9540-90090905F9A9}"/>
                  </a:ext>
                </a:extLst>
              </p:cNvPr>
              <p:cNvCxnSpPr/>
              <p:nvPr/>
            </p:nvCxnSpPr>
            <p:spPr>
              <a:xfrm>
                <a:off x="1986002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직선 연결선 297">
                <a:extLst>
                  <a:ext uri="{FF2B5EF4-FFF2-40B4-BE49-F238E27FC236}">
                    <a16:creationId xmlns:a16="http://schemas.microsoft.com/office/drawing/2014/main" id="{7CF13C50-8BD9-46EC-A0D4-2D01948B61F5}"/>
                  </a:ext>
                </a:extLst>
              </p:cNvPr>
              <p:cNvCxnSpPr/>
              <p:nvPr/>
            </p:nvCxnSpPr>
            <p:spPr>
              <a:xfrm>
                <a:off x="1986002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직선 연결선 298">
                <a:extLst>
                  <a:ext uri="{FF2B5EF4-FFF2-40B4-BE49-F238E27FC236}">
                    <a16:creationId xmlns:a16="http://schemas.microsoft.com/office/drawing/2014/main" id="{A590F5F3-7867-4C03-82BE-565E868F25A2}"/>
                  </a:ext>
                </a:extLst>
              </p:cNvPr>
              <p:cNvCxnSpPr/>
              <p:nvPr/>
            </p:nvCxnSpPr>
            <p:spPr>
              <a:xfrm>
                <a:off x="1986002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>
                <a:extLst>
                  <a:ext uri="{FF2B5EF4-FFF2-40B4-BE49-F238E27FC236}">
                    <a16:creationId xmlns:a16="http://schemas.microsoft.com/office/drawing/2014/main" id="{45F9E5EB-CB87-4232-8C1F-77F0198EF5A4}"/>
                  </a:ext>
                </a:extLst>
              </p:cNvPr>
              <p:cNvCxnSpPr/>
              <p:nvPr/>
            </p:nvCxnSpPr>
            <p:spPr>
              <a:xfrm>
                <a:off x="1986002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직선 연결선 300">
                <a:extLst>
                  <a:ext uri="{FF2B5EF4-FFF2-40B4-BE49-F238E27FC236}">
                    <a16:creationId xmlns:a16="http://schemas.microsoft.com/office/drawing/2014/main" id="{AC0B36F6-EE67-4E3C-B292-2AB1EEFE40B6}"/>
                  </a:ext>
                </a:extLst>
              </p:cNvPr>
              <p:cNvCxnSpPr/>
              <p:nvPr/>
            </p:nvCxnSpPr>
            <p:spPr>
              <a:xfrm>
                <a:off x="1986002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직선 연결선 301">
                <a:extLst>
                  <a:ext uri="{FF2B5EF4-FFF2-40B4-BE49-F238E27FC236}">
                    <a16:creationId xmlns:a16="http://schemas.microsoft.com/office/drawing/2014/main" id="{17098D0D-D102-438A-9BFF-432FD0F37583}"/>
                  </a:ext>
                </a:extLst>
              </p:cNvPr>
              <p:cNvCxnSpPr/>
              <p:nvPr/>
            </p:nvCxnSpPr>
            <p:spPr>
              <a:xfrm>
                <a:off x="1986002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직선 연결선 302">
                <a:extLst>
                  <a:ext uri="{FF2B5EF4-FFF2-40B4-BE49-F238E27FC236}">
                    <a16:creationId xmlns:a16="http://schemas.microsoft.com/office/drawing/2014/main" id="{5A66C170-8D9D-46AB-A2C9-220718806975}"/>
                  </a:ext>
                </a:extLst>
              </p:cNvPr>
              <p:cNvCxnSpPr/>
              <p:nvPr/>
            </p:nvCxnSpPr>
            <p:spPr>
              <a:xfrm>
                <a:off x="1986002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직선 연결선 303">
                <a:extLst>
                  <a:ext uri="{FF2B5EF4-FFF2-40B4-BE49-F238E27FC236}">
                    <a16:creationId xmlns:a16="http://schemas.microsoft.com/office/drawing/2014/main" id="{02F1F5CF-9EC4-4286-A7F4-F73A95C37AE2}"/>
                  </a:ext>
                </a:extLst>
              </p:cNvPr>
              <p:cNvCxnSpPr/>
              <p:nvPr/>
            </p:nvCxnSpPr>
            <p:spPr>
              <a:xfrm>
                <a:off x="1986002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>
                <a:extLst>
                  <a:ext uri="{FF2B5EF4-FFF2-40B4-BE49-F238E27FC236}">
                    <a16:creationId xmlns:a16="http://schemas.microsoft.com/office/drawing/2014/main" id="{54431AE4-9D44-4107-9713-2CAAC5FAFDD6}"/>
                  </a:ext>
                </a:extLst>
              </p:cNvPr>
              <p:cNvCxnSpPr/>
              <p:nvPr/>
            </p:nvCxnSpPr>
            <p:spPr>
              <a:xfrm>
                <a:off x="1986002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직선 연결선 305">
                <a:extLst>
                  <a:ext uri="{FF2B5EF4-FFF2-40B4-BE49-F238E27FC236}">
                    <a16:creationId xmlns:a16="http://schemas.microsoft.com/office/drawing/2014/main" id="{39AE1CD7-2C99-4BD6-8804-D9176B67AA9F}"/>
                  </a:ext>
                </a:extLst>
              </p:cNvPr>
              <p:cNvCxnSpPr/>
              <p:nvPr/>
            </p:nvCxnSpPr>
            <p:spPr>
              <a:xfrm>
                <a:off x="1986002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직선 연결선 306">
                <a:extLst>
                  <a:ext uri="{FF2B5EF4-FFF2-40B4-BE49-F238E27FC236}">
                    <a16:creationId xmlns:a16="http://schemas.microsoft.com/office/drawing/2014/main" id="{B20A9D1A-BCA5-44F0-AE21-A06027CDD565}"/>
                  </a:ext>
                </a:extLst>
              </p:cNvPr>
              <p:cNvCxnSpPr/>
              <p:nvPr/>
            </p:nvCxnSpPr>
            <p:spPr>
              <a:xfrm>
                <a:off x="1986002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직선 연결선 307">
                <a:extLst>
                  <a:ext uri="{FF2B5EF4-FFF2-40B4-BE49-F238E27FC236}">
                    <a16:creationId xmlns:a16="http://schemas.microsoft.com/office/drawing/2014/main" id="{377A980D-921C-46BD-AC7D-781FA58522F9}"/>
                  </a:ext>
                </a:extLst>
              </p:cNvPr>
              <p:cNvCxnSpPr/>
              <p:nvPr/>
            </p:nvCxnSpPr>
            <p:spPr>
              <a:xfrm>
                <a:off x="1986002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직선 연결선 308">
                <a:extLst>
                  <a:ext uri="{FF2B5EF4-FFF2-40B4-BE49-F238E27FC236}">
                    <a16:creationId xmlns:a16="http://schemas.microsoft.com/office/drawing/2014/main" id="{1BDA90E2-E95F-4725-8DCE-435FF728A6DC}"/>
                  </a:ext>
                </a:extLst>
              </p:cNvPr>
              <p:cNvCxnSpPr/>
              <p:nvPr/>
            </p:nvCxnSpPr>
            <p:spPr>
              <a:xfrm>
                <a:off x="1986002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>
                <a:extLst>
                  <a:ext uri="{FF2B5EF4-FFF2-40B4-BE49-F238E27FC236}">
                    <a16:creationId xmlns:a16="http://schemas.microsoft.com/office/drawing/2014/main" id="{985C4427-3096-4712-A94A-14E5D43078BB}"/>
                  </a:ext>
                </a:extLst>
              </p:cNvPr>
              <p:cNvCxnSpPr/>
              <p:nvPr/>
            </p:nvCxnSpPr>
            <p:spPr>
              <a:xfrm>
                <a:off x="1986002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직선 연결선 310">
                <a:extLst>
                  <a:ext uri="{FF2B5EF4-FFF2-40B4-BE49-F238E27FC236}">
                    <a16:creationId xmlns:a16="http://schemas.microsoft.com/office/drawing/2014/main" id="{8C3518F7-A02B-4A25-B6FB-E9CDC008DBEC}"/>
                  </a:ext>
                </a:extLst>
              </p:cNvPr>
              <p:cNvCxnSpPr/>
              <p:nvPr/>
            </p:nvCxnSpPr>
            <p:spPr>
              <a:xfrm>
                <a:off x="1986002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직선 연결선 311">
                <a:extLst>
                  <a:ext uri="{FF2B5EF4-FFF2-40B4-BE49-F238E27FC236}">
                    <a16:creationId xmlns:a16="http://schemas.microsoft.com/office/drawing/2014/main" id="{765C194B-0641-42EE-B1A6-7BB093F66EEB}"/>
                  </a:ext>
                </a:extLst>
              </p:cNvPr>
              <p:cNvCxnSpPr/>
              <p:nvPr/>
            </p:nvCxnSpPr>
            <p:spPr>
              <a:xfrm>
                <a:off x="1986002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46DF43AD-B97B-4090-B20C-4287DBB0F00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52" name="그림 151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3502D92D-EE2E-4357-99B1-D9B49A5DCBB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4" name="직사각형 153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75BFF923-F83A-4E71-9110-1B120E6F79A4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5" name="직사각형 154">
            <a:hlinkClick r:id="rId5" action="ppaction://hlinksldjump"/>
            <a:extLst>
              <a:ext uri="{FF2B5EF4-FFF2-40B4-BE49-F238E27FC236}">
                <a16:creationId xmlns:a16="http://schemas.microsoft.com/office/drawing/2014/main" id="{A68E5AAA-5C0E-4472-801A-178987837029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6" name="직사각형 15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7AA956D-AD77-4406-A253-EE7EC3DF00BC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7" name="직사각형 15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98CD632-063A-40C5-9559-BC1B766817FF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8" name="직사각형 15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D08C4E5-B80B-427F-848E-3A4743D547D5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D5E0C2BF-5002-477A-BAF1-9BF2CEF7DDD5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879806D9-B3B2-42C8-8C1E-ECD8D57DAEAD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5BBB8FDD-E79A-4526-A3E3-1A0573A1FD4D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ED8AABCA-94AE-469D-9793-CF43DA52C320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18E52D51-EFAC-4E82-824B-8465CF0AD0E4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630CDD6A-4FBD-4319-93D9-6A3791B4F79F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4417259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F2EC130C-7697-4135-9035-470284FD9557}"/>
              </a:ext>
            </a:extLst>
          </p:cNvPr>
          <p:cNvSpPr/>
          <p:nvPr/>
        </p:nvSpPr>
        <p:spPr>
          <a:xfrm>
            <a:off x="0" y="0"/>
            <a:ext cx="7559675" cy="11185209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NanumGothic" panose="020D0604000000000000" pitchFamily="34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6A3823B-B630-4864-95FD-B0562A226374}"/>
              </a:ext>
            </a:extLst>
          </p:cNvPr>
          <p:cNvSpPr txBox="1"/>
          <p:nvPr/>
        </p:nvSpPr>
        <p:spPr>
          <a:xfrm>
            <a:off x="106374" y="468116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l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Canvas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" name="TextBox 7">
            <a:hlinkClick r:id="rId2" action="ppaction://hlinksldjump"/>
            <a:extLst>
              <a:ext uri="{FF2B5EF4-FFF2-40B4-BE49-F238E27FC236}">
                <a16:creationId xmlns:a16="http://schemas.microsoft.com/office/drawing/2014/main" id="{2BD1A4F1-3AD6-493B-A029-1E78ED2E1462}"/>
              </a:ext>
            </a:extLst>
          </p:cNvPr>
          <p:cNvSpPr txBox="1"/>
          <p:nvPr/>
        </p:nvSpPr>
        <p:spPr>
          <a:xfrm>
            <a:off x="6081117" y="1565537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115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" name="TextBox 8">
            <a:hlinkClick r:id="rId3" action="ppaction://hlinksldjump"/>
            <a:extLst>
              <a:ext uri="{FF2B5EF4-FFF2-40B4-BE49-F238E27FC236}">
                <a16:creationId xmlns:a16="http://schemas.microsoft.com/office/drawing/2014/main" id="{ED8A24BB-8A63-401D-87CA-6E18E599C849}"/>
              </a:ext>
            </a:extLst>
          </p:cNvPr>
          <p:cNvSpPr txBox="1"/>
          <p:nvPr/>
        </p:nvSpPr>
        <p:spPr>
          <a:xfrm>
            <a:off x="6081117" y="2047405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116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" name="TextBox 9">
            <a:hlinkClick r:id="rId4" action="ppaction://hlinksldjump"/>
            <a:extLst>
              <a:ext uri="{FF2B5EF4-FFF2-40B4-BE49-F238E27FC236}">
                <a16:creationId xmlns:a16="http://schemas.microsoft.com/office/drawing/2014/main" id="{B206F6F0-2EF3-4FF9-AA99-9A413513E991}"/>
              </a:ext>
            </a:extLst>
          </p:cNvPr>
          <p:cNvSpPr txBox="1"/>
          <p:nvPr/>
        </p:nvSpPr>
        <p:spPr>
          <a:xfrm>
            <a:off x="6081117" y="2529273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117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xtBox 10">
            <a:hlinkClick r:id="rId5" action="ppaction://hlinksldjump"/>
            <a:extLst>
              <a:ext uri="{FF2B5EF4-FFF2-40B4-BE49-F238E27FC236}">
                <a16:creationId xmlns:a16="http://schemas.microsoft.com/office/drawing/2014/main" id="{D59583D8-B93C-4BD8-8BE5-3ED20CAF72E0}"/>
              </a:ext>
            </a:extLst>
          </p:cNvPr>
          <p:cNvSpPr txBox="1"/>
          <p:nvPr/>
        </p:nvSpPr>
        <p:spPr>
          <a:xfrm>
            <a:off x="6081117" y="3011141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118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" name="TextBox 11">
            <a:hlinkClick r:id="rId6" action="ppaction://hlinksldjump"/>
            <a:extLst>
              <a:ext uri="{FF2B5EF4-FFF2-40B4-BE49-F238E27FC236}">
                <a16:creationId xmlns:a16="http://schemas.microsoft.com/office/drawing/2014/main" id="{6408931D-6FFB-4F14-B76B-5602F314F8C2}"/>
              </a:ext>
            </a:extLst>
          </p:cNvPr>
          <p:cNvSpPr txBox="1"/>
          <p:nvPr/>
        </p:nvSpPr>
        <p:spPr>
          <a:xfrm>
            <a:off x="6081117" y="3610962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119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3" name="TextBox 12">
            <a:hlinkClick r:id="rId7" action="ppaction://hlinksldjump"/>
            <a:extLst>
              <a:ext uri="{FF2B5EF4-FFF2-40B4-BE49-F238E27FC236}">
                <a16:creationId xmlns:a16="http://schemas.microsoft.com/office/drawing/2014/main" id="{23A9E712-86A3-4F34-8843-5CBDE9099B74}"/>
              </a:ext>
            </a:extLst>
          </p:cNvPr>
          <p:cNvSpPr txBox="1"/>
          <p:nvPr/>
        </p:nvSpPr>
        <p:spPr>
          <a:xfrm>
            <a:off x="6081117" y="5048692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120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" name="TextBox 13">
            <a:hlinkClick r:id="rId8" action="ppaction://hlinksldjump"/>
            <a:extLst>
              <a:ext uri="{FF2B5EF4-FFF2-40B4-BE49-F238E27FC236}">
                <a16:creationId xmlns:a16="http://schemas.microsoft.com/office/drawing/2014/main" id="{D18E2E30-B0C7-40E2-B212-434351A885F4}"/>
              </a:ext>
            </a:extLst>
          </p:cNvPr>
          <p:cNvSpPr txBox="1"/>
          <p:nvPr/>
        </p:nvSpPr>
        <p:spPr>
          <a:xfrm>
            <a:off x="6081117" y="5530560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121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TextBox 14">
            <a:hlinkClick r:id="rId9" action="ppaction://hlinksldjump"/>
            <a:extLst>
              <a:ext uri="{FF2B5EF4-FFF2-40B4-BE49-F238E27FC236}">
                <a16:creationId xmlns:a16="http://schemas.microsoft.com/office/drawing/2014/main" id="{6CA8221A-6ABF-4AD6-87D0-03B4D2235412}"/>
              </a:ext>
            </a:extLst>
          </p:cNvPr>
          <p:cNvSpPr txBox="1"/>
          <p:nvPr/>
        </p:nvSpPr>
        <p:spPr>
          <a:xfrm>
            <a:off x="6081117" y="6012428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122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" name="TextBox 15">
            <a:hlinkClick r:id="rId10" action="ppaction://hlinksldjump"/>
            <a:extLst>
              <a:ext uri="{FF2B5EF4-FFF2-40B4-BE49-F238E27FC236}">
                <a16:creationId xmlns:a16="http://schemas.microsoft.com/office/drawing/2014/main" id="{B8B21CC5-9A2C-414D-A48C-89669856641C}"/>
              </a:ext>
            </a:extLst>
          </p:cNvPr>
          <p:cNvSpPr txBox="1"/>
          <p:nvPr/>
        </p:nvSpPr>
        <p:spPr>
          <a:xfrm>
            <a:off x="6081117" y="6494296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123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2" name="TextBox 31">
            <a:hlinkClick r:id="rId11" action="ppaction://hlinksldjump"/>
            <a:extLst>
              <a:ext uri="{FF2B5EF4-FFF2-40B4-BE49-F238E27FC236}">
                <a16:creationId xmlns:a16="http://schemas.microsoft.com/office/drawing/2014/main" id="{5389B01E-8FC7-4984-8E7B-E68DBCA46221}"/>
              </a:ext>
            </a:extLst>
          </p:cNvPr>
          <p:cNvSpPr txBox="1"/>
          <p:nvPr/>
        </p:nvSpPr>
        <p:spPr>
          <a:xfrm>
            <a:off x="6081117" y="6976163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124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3" name="TextBox 32">
            <a:hlinkClick r:id="rId12" action="ppaction://hlinksldjump"/>
            <a:extLst>
              <a:ext uri="{FF2B5EF4-FFF2-40B4-BE49-F238E27FC236}">
                <a16:creationId xmlns:a16="http://schemas.microsoft.com/office/drawing/2014/main" id="{0026B60A-F15B-477E-8E76-21C80C33EFE8}"/>
              </a:ext>
            </a:extLst>
          </p:cNvPr>
          <p:cNvSpPr txBox="1"/>
          <p:nvPr/>
        </p:nvSpPr>
        <p:spPr>
          <a:xfrm>
            <a:off x="6081117" y="8357308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125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hlinkClick r:id="rId13" action="ppaction://hlinksldjump"/>
            <a:extLst>
              <a:ext uri="{FF2B5EF4-FFF2-40B4-BE49-F238E27FC236}">
                <a16:creationId xmlns:a16="http://schemas.microsoft.com/office/drawing/2014/main" id="{91E31743-4301-4FBF-A626-90C0E37E43F7}"/>
              </a:ext>
            </a:extLst>
          </p:cNvPr>
          <p:cNvSpPr txBox="1"/>
          <p:nvPr/>
        </p:nvSpPr>
        <p:spPr>
          <a:xfrm>
            <a:off x="6081117" y="8839176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126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5" name="TextBox 34">
            <a:hlinkClick r:id="rId14" action="ppaction://hlinksldjump"/>
            <a:extLst>
              <a:ext uri="{FF2B5EF4-FFF2-40B4-BE49-F238E27FC236}">
                <a16:creationId xmlns:a16="http://schemas.microsoft.com/office/drawing/2014/main" id="{31FC1CC1-45C7-42FB-98D9-9B8D10AC6C13}"/>
              </a:ext>
            </a:extLst>
          </p:cNvPr>
          <p:cNvSpPr txBox="1"/>
          <p:nvPr/>
        </p:nvSpPr>
        <p:spPr>
          <a:xfrm>
            <a:off x="6081117" y="9321044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127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6" name="TextBox 35">
            <a:hlinkClick r:id="rId15" action="ppaction://hlinksldjump"/>
            <a:extLst>
              <a:ext uri="{FF2B5EF4-FFF2-40B4-BE49-F238E27FC236}">
                <a16:creationId xmlns:a16="http://schemas.microsoft.com/office/drawing/2014/main" id="{7D2D45B2-8484-4C7F-A51D-AAF6501B6DBE}"/>
              </a:ext>
            </a:extLst>
          </p:cNvPr>
          <p:cNvSpPr txBox="1"/>
          <p:nvPr/>
        </p:nvSpPr>
        <p:spPr>
          <a:xfrm>
            <a:off x="6081117" y="9802912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128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005885B4-C764-4EA7-9A68-919D54FC5411}"/>
              </a:ext>
            </a:extLst>
          </p:cNvPr>
          <p:cNvCxnSpPr>
            <a:cxnSpLocks/>
          </p:cNvCxnSpPr>
          <p:nvPr/>
        </p:nvCxnSpPr>
        <p:spPr>
          <a:xfrm>
            <a:off x="1600200" y="1991137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493592E0-91D0-4E3C-A255-035282312AFA}"/>
              </a:ext>
            </a:extLst>
          </p:cNvPr>
          <p:cNvCxnSpPr>
            <a:cxnSpLocks/>
          </p:cNvCxnSpPr>
          <p:nvPr/>
        </p:nvCxnSpPr>
        <p:spPr>
          <a:xfrm>
            <a:off x="1600199" y="2473005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174A2221-428F-4183-A85C-0EA3B04C9500}"/>
              </a:ext>
            </a:extLst>
          </p:cNvPr>
          <p:cNvCxnSpPr>
            <a:cxnSpLocks/>
          </p:cNvCxnSpPr>
          <p:nvPr/>
        </p:nvCxnSpPr>
        <p:spPr>
          <a:xfrm>
            <a:off x="1600199" y="2954873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17FE4FEA-8221-4518-839C-F2436096BB08}"/>
              </a:ext>
            </a:extLst>
          </p:cNvPr>
          <p:cNvCxnSpPr>
            <a:cxnSpLocks/>
          </p:cNvCxnSpPr>
          <p:nvPr/>
        </p:nvCxnSpPr>
        <p:spPr>
          <a:xfrm>
            <a:off x="1600199" y="3436741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1D774491-8CB6-46B8-9163-7A6DC545F0A2}"/>
              </a:ext>
            </a:extLst>
          </p:cNvPr>
          <p:cNvCxnSpPr>
            <a:cxnSpLocks/>
          </p:cNvCxnSpPr>
          <p:nvPr/>
        </p:nvCxnSpPr>
        <p:spPr>
          <a:xfrm>
            <a:off x="1600199" y="5418023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DECB899A-868E-43A5-A42D-C6DF3E88421F}"/>
              </a:ext>
            </a:extLst>
          </p:cNvPr>
          <p:cNvCxnSpPr>
            <a:cxnSpLocks/>
          </p:cNvCxnSpPr>
          <p:nvPr/>
        </p:nvCxnSpPr>
        <p:spPr>
          <a:xfrm>
            <a:off x="1600199" y="5899891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3A2D39B1-30E8-4B02-A120-7855EBB24049}"/>
              </a:ext>
            </a:extLst>
          </p:cNvPr>
          <p:cNvCxnSpPr>
            <a:cxnSpLocks/>
          </p:cNvCxnSpPr>
          <p:nvPr/>
        </p:nvCxnSpPr>
        <p:spPr>
          <a:xfrm>
            <a:off x="1600199" y="6381759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982DFCD3-0535-4AEE-A9BE-9630E6AB1953}"/>
              </a:ext>
            </a:extLst>
          </p:cNvPr>
          <p:cNvCxnSpPr>
            <a:cxnSpLocks/>
          </p:cNvCxnSpPr>
          <p:nvPr/>
        </p:nvCxnSpPr>
        <p:spPr>
          <a:xfrm>
            <a:off x="1600199" y="6863627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10EA2741-FC3E-479D-BFEE-D3B0EF01B12F}"/>
              </a:ext>
            </a:extLst>
          </p:cNvPr>
          <p:cNvCxnSpPr>
            <a:cxnSpLocks/>
          </p:cNvCxnSpPr>
          <p:nvPr/>
        </p:nvCxnSpPr>
        <p:spPr>
          <a:xfrm>
            <a:off x="1600199" y="7345495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1EE91401-0CC5-4B0A-A446-B69B1FA24325}"/>
              </a:ext>
            </a:extLst>
          </p:cNvPr>
          <p:cNvCxnSpPr>
            <a:cxnSpLocks/>
          </p:cNvCxnSpPr>
          <p:nvPr/>
        </p:nvCxnSpPr>
        <p:spPr>
          <a:xfrm>
            <a:off x="1600199" y="8729415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18C5D51A-812C-4F28-9683-362CA0149980}"/>
              </a:ext>
            </a:extLst>
          </p:cNvPr>
          <p:cNvCxnSpPr>
            <a:cxnSpLocks/>
          </p:cNvCxnSpPr>
          <p:nvPr/>
        </p:nvCxnSpPr>
        <p:spPr>
          <a:xfrm>
            <a:off x="1600199" y="9211283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4C1CC303-B045-4091-83C5-302D65D773E8}"/>
              </a:ext>
            </a:extLst>
          </p:cNvPr>
          <p:cNvCxnSpPr>
            <a:cxnSpLocks/>
          </p:cNvCxnSpPr>
          <p:nvPr/>
        </p:nvCxnSpPr>
        <p:spPr>
          <a:xfrm>
            <a:off x="1600199" y="9693151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6751D036-2146-467D-B2DE-FCBB04475050}"/>
              </a:ext>
            </a:extLst>
          </p:cNvPr>
          <p:cNvCxnSpPr>
            <a:cxnSpLocks/>
          </p:cNvCxnSpPr>
          <p:nvPr/>
        </p:nvCxnSpPr>
        <p:spPr>
          <a:xfrm>
            <a:off x="1600199" y="10175019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85DCD86-0C16-4987-A81E-4C53D3FFA453}"/>
              </a:ext>
            </a:extLst>
          </p:cNvPr>
          <p:cNvCxnSpPr>
            <a:cxnSpLocks/>
          </p:cNvCxnSpPr>
          <p:nvPr/>
        </p:nvCxnSpPr>
        <p:spPr>
          <a:xfrm>
            <a:off x="1600199" y="10656887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70DDDCD9-548B-4992-8717-3C87C5ECEAE0}"/>
              </a:ext>
            </a:extLst>
          </p:cNvPr>
          <p:cNvSpPr txBox="1"/>
          <p:nvPr/>
        </p:nvSpPr>
        <p:spPr>
          <a:xfrm>
            <a:off x="220722" y="1381052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Biz</a:t>
            </a:r>
            <a:endParaRPr lang="ko-KR" altLang="en-US" sz="2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1AB75097-32E3-4213-BAED-1916C52A53E3}"/>
              </a:ext>
            </a:extLst>
          </p:cNvPr>
          <p:cNvSpPr txBox="1"/>
          <p:nvPr/>
        </p:nvSpPr>
        <p:spPr>
          <a:xfrm>
            <a:off x="220722" y="4802470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MKT</a:t>
            </a:r>
            <a:endParaRPr lang="ko-KR" altLang="en-US" sz="2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335D96F-62F9-46AF-866C-D4B87989ED8C}"/>
              </a:ext>
            </a:extLst>
          </p:cNvPr>
          <p:cNvSpPr txBox="1"/>
          <p:nvPr/>
        </p:nvSpPr>
        <p:spPr>
          <a:xfrm>
            <a:off x="220722" y="8113862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Comm.</a:t>
            </a:r>
            <a:endParaRPr lang="ko-KR" altLang="en-US" sz="240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ADCA2602-C01A-4B40-B613-432ECF672839}"/>
              </a:ext>
            </a:extLst>
          </p:cNvPr>
          <p:cNvGrpSpPr/>
          <p:nvPr/>
        </p:nvGrpSpPr>
        <p:grpSpPr>
          <a:xfrm>
            <a:off x="7632700" y="539750"/>
            <a:ext cx="7416800" cy="10117137"/>
            <a:chOff x="236587" y="1417857"/>
            <a:chExt cx="7086505" cy="9010456"/>
          </a:xfrm>
        </p:grpSpPr>
        <p:sp>
          <p:nvSpPr>
            <p:cNvPr id="58" name="모서리가 둥근 직사각형 499">
              <a:extLst>
                <a:ext uri="{FF2B5EF4-FFF2-40B4-BE49-F238E27FC236}">
                  <a16:creationId xmlns:a16="http://schemas.microsoft.com/office/drawing/2014/main" id="{BBB9F326-CE14-492A-AE01-EE1FE5F89E03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097D25FE-0769-48BA-A26C-350DEFEA0F0B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77A8AD06-E63E-4BCB-9AED-C447DF65AAC8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C3979392-37FF-4D1C-BAD2-AE99411AA97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631D1BDD-1130-4F5B-AE4E-0D6FA7BE4E61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77DD30D9-C77D-46BB-99D6-3BB35F4D27A9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6DA22FD-65ED-4F81-85A1-FD0DEE750EC9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B67FBD9E-409E-479E-A5E3-931FAEF82899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B82FC87B-B5DD-4193-B50E-AFECE08C151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2C84E406-F796-4B7E-A4F0-B7974A762205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3DB6E99D-85B7-4567-B61F-306B64259F55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A74BEF1D-4176-4E12-8EE2-C3C1A97BCCD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266925C9-2561-4C82-AB24-A9806E38D033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34D86D0D-1323-474F-9A9F-C3FAD34E2542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DD315F09-7976-4743-9C63-551E76B9633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B8A799D-8A79-49DF-8108-98FF6CE83358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9C40D65F-DEC2-4A9B-A608-A675764251D3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DA9ADF72-2013-4FCA-B7AC-B6DCC02415EB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8F21342-0F1F-4312-B326-C132CAA7199E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55652229-55F3-4C5F-8D9B-C17D0EA02C6E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988AA720-23B8-4F3E-B984-4EA5E6C0C454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B04939-E92C-473A-8C3C-3B25EADF199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62DBA181-EAD8-4AAA-9E35-6CC6EF9A41E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7BE1160A-6B4D-42B3-8487-163E48F4680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33AB238B-B8D7-47BC-83A2-011693CFC56A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1FAE89D7-BB18-4E9A-BFE7-003CE17207D1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60485E2-D6D9-4614-AF19-71261933DE22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406BC3F-225E-4DB0-A75D-FF9503F8796D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A2BC54B8-F283-4155-8C22-46983B8A6FC8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AE61DB76-BC2C-4213-92D2-3B6ABAD9DEC1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3C1E6880-75AF-401E-94C0-D5E8BDABDD1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6F0ED9B6-4581-4F04-81A4-AE614C0B9939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50588E6F-FC75-4DB3-A219-526DCA8EEC63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A1C46D74-EB3F-485F-BC63-29A25F14FF16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71F70C88-464B-4C19-9960-DBD6E14B20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B3F6BE34-10E8-417C-A9C9-DAE8083D6D58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0D23D4DB-D73C-44C0-AB47-AB248E3C70E7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7E192602-2B1D-4A3B-8E8D-71B23E934572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F69EEC7-3F0D-47F8-80BA-A8B1A3100506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8E8C2BD6-697A-4E72-8B81-8753A9B67E2C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A85D1903-10CD-440B-A7AB-2DED25D0E794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5920B6D-68A1-43CA-B738-939FE65E4DD5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6C337B76-28C0-4624-AF77-BF32C4C5B28D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98C875A7-F95F-4D61-8D85-2E68954C03F7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2DD53EF0-C070-4E9D-928C-9C35D8F1DF59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AA20FEB0-838E-4DBE-84D6-35B4D59C5F31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9649C52B-27FE-4B26-8F75-678CA0356135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0676BB7C-60AA-47AA-B954-1778A62B6638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A9C6649C-CD3A-42C0-A259-8A456F842868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FE13477-ED0F-474C-B789-BAA820A9B4CF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39E3CC72-EA56-46B0-B309-CDFCAB5A84FE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55CD1FBC-D09B-4097-8CAD-E4FDC923D906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9BC1B4E-B87E-4BD1-B9E1-376E2D8AF9FE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F3521509-4104-4825-BCCE-F9F1C03C9014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C179AB77-F1BB-4078-92E9-CEB05D37CF2B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6DAEB713-0ABD-498A-A4E8-4D6D261A9270}"/>
              </a:ext>
            </a:extLst>
          </p:cNvPr>
          <p:cNvGrpSpPr/>
          <p:nvPr/>
        </p:nvGrpSpPr>
        <p:grpSpPr>
          <a:xfrm>
            <a:off x="15157450" y="539750"/>
            <a:ext cx="7416794" cy="10117137"/>
            <a:chOff x="236587" y="1417857"/>
            <a:chExt cx="7086505" cy="9010456"/>
          </a:xfrm>
        </p:grpSpPr>
        <p:sp>
          <p:nvSpPr>
            <p:cNvPr id="114" name="모서리가 둥근 직사각형 499">
              <a:extLst>
                <a:ext uri="{FF2B5EF4-FFF2-40B4-BE49-F238E27FC236}">
                  <a16:creationId xmlns:a16="http://schemas.microsoft.com/office/drawing/2014/main" id="{73E58041-8152-4CCE-9334-4A6D6EC4313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4CF2CF4D-24FB-45DE-8200-22442B68D3B5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601A0AEE-5980-4F2C-A49A-184D0F2BC077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1816E3D3-01F5-4BEF-AE84-E4524EE9214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3E9FC1E2-EFCD-408B-8818-048C180D01BB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1AE71731-4E86-45EB-8C57-9418650DBBC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8A9B357-7C9B-46CD-8F9F-72F99842F314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F0A0B584-7866-4255-8AE5-7EF460DA321E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CBE3D2-6599-4115-8B17-0E38464F2E91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04AA0AB9-5CD5-4955-87C1-2A729F05ADDB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C6FA618C-1B09-4801-85D1-CB871F9CB54D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FF0B7AAA-4D9C-4312-876A-E32081C9B75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2985018F-1D42-4EB6-A24B-2466ECDFFB85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CF42EF6-2D44-4176-B946-C3AC021FEAE4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FB8DAE6A-1349-4DDC-854E-E6E43087C9B8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26E76A73-397E-4C68-B703-C34FC36687BE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0128EE53-BA1F-4D9F-92CA-7421C770E59F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613A6EA2-5749-4271-AA38-CF85EC90DF4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48B00BC3-9E7E-4237-A7F1-D9CCF38CDA80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597B01F2-A2F2-46E1-8901-F9903280A6D9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B0212E51-1B05-459E-B728-3C14071EC5B9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CABABB4B-07B5-46EF-B553-43C1316655FC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23E22E14-A2B0-4FF6-8E87-E40A2EC9BB55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B7975F4-C061-45B3-9B58-18F97467A47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59F831E0-D24C-47A4-9030-0B7E37A33374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A1870957-3C2B-4CEE-B2C7-C50007864A42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994D502D-B6DD-45E7-AAE4-E0128C498389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AE211B28-555A-42E2-A4F8-D7C00A80BD3B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D1FCB6E5-5425-4119-AB50-5FEF1CA3B703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B4F8220-65B2-4493-B356-41F49314A6B5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5248FF0D-DB43-4196-A8D7-F2A6A9B134F4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11AA531-FAF4-4CBF-8448-384B971FBEB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85A620A4-B817-445B-94C7-A1F2B7C5ECF0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3A16DDD8-612B-4B2F-B512-80CF4F7AF00B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98DF0E1-9E5D-42F6-902B-861CB3DA000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A6C65565-1B59-4037-A562-BC7AF46CE59A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37465043-4D2F-4650-931C-3AA21E011D5C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16912439-748B-4072-A252-CD6BA51C9574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E22C146-F58D-453B-8731-D4C97B77A088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6DE3D76-05B6-4300-9C72-5929F1D328DE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41AF6C2C-3941-4D66-9EE1-437AF57E5341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7DAB4955-170F-4561-B2A6-FE74BA433618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96C81771-69DB-4A97-BCEF-854DDC0A3B6F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BA59E5DB-622F-43B7-8760-B271F0C21B9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F22BA08-0D68-41F4-867B-63570E25499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6EDAB8A-A631-40E1-95A3-5645ABF24309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A3C7131-C1BC-4D7B-AAF1-6251FA2687D2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9A8F99BA-E073-4629-ACE0-38AD00A3211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2A4D4807-F9B3-4B77-9217-246808047B57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DD79A618-C96D-4585-9645-D59DE1DA67CB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4E8E0E3C-2821-47E8-B6BD-3082CBDBE527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18C195CE-79D0-47D9-8728-75BF4A430A27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C1C4EEF-C7A8-465A-A34E-9C940259237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0DE30419-9F70-474C-96A1-1ED74C4ED29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73EEA4A0-C6EC-487F-98E1-93977EB0AA3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" name="TextBox 168">
            <a:hlinkClick r:id="rId15" action="ppaction://hlinksldjump"/>
            <a:extLst>
              <a:ext uri="{FF2B5EF4-FFF2-40B4-BE49-F238E27FC236}">
                <a16:creationId xmlns:a16="http://schemas.microsoft.com/office/drawing/2014/main" id="{7FFC90C1-54A7-4A71-912A-F2C43B6156DB}"/>
              </a:ext>
            </a:extLst>
          </p:cNvPr>
          <p:cNvSpPr txBox="1"/>
          <p:nvPr/>
        </p:nvSpPr>
        <p:spPr>
          <a:xfrm>
            <a:off x="6081117" y="10287555"/>
            <a:ext cx="603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latin typeface="NanumGothic" panose="020D0604000000000000" pitchFamily="34" charset="-127"/>
                <a:ea typeface="NanumGothic" panose="020D0604000000000000" pitchFamily="34" charset="-127"/>
              </a:rPr>
              <a:t>129</a:t>
            </a:r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C0D4A60-3C5D-45D6-A9CA-1C64F41148C8}"/>
              </a:ext>
            </a:extLst>
          </p:cNvPr>
          <p:cNvCxnSpPr>
            <a:cxnSpLocks/>
          </p:cNvCxnSpPr>
          <p:nvPr/>
        </p:nvCxnSpPr>
        <p:spPr>
          <a:xfrm>
            <a:off x="1600199" y="3980294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0" name="그림 169" descr="캘린더 인덱스">
            <a:hlinkClick r:id="rId16" action="ppaction://hlinksldjump"/>
            <a:extLst>
              <a:ext uri="{FF2B5EF4-FFF2-40B4-BE49-F238E27FC236}">
                <a16:creationId xmlns:a16="http://schemas.microsoft.com/office/drawing/2014/main" id="{B1D9191F-9951-49B3-B816-84051C60E8CD}"/>
              </a:ext>
            </a:extLst>
          </p:cNvPr>
          <p:cNvPicPr>
            <a:picLocks noChangeAspect="1"/>
          </p:cNvPicPr>
          <p:nvPr/>
        </p:nvPicPr>
        <p:blipFill rotWithShape="1">
          <a:blip r:embed="rId17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2" name="직사각형 171" descr="목표 설정">
            <a:hlinkClick r:id="rId18" action="ppaction://hlinksldjump"/>
            <a:extLst>
              <a:ext uri="{FF2B5EF4-FFF2-40B4-BE49-F238E27FC236}">
                <a16:creationId xmlns:a16="http://schemas.microsoft.com/office/drawing/2014/main" id="{4B4F9F78-D281-4934-A77F-C1D15513C83D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3" name="직사각형 172">
            <a:hlinkClick r:id="rId19" action="ppaction://hlinksldjump"/>
            <a:extLst>
              <a:ext uri="{FF2B5EF4-FFF2-40B4-BE49-F238E27FC236}">
                <a16:creationId xmlns:a16="http://schemas.microsoft.com/office/drawing/2014/main" id="{175319D3-69B2-44AC-9CF1-794BF2AEDC3B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4" name="직사각형 173" descr="목표 설정">
            <a:hlinkClick r:id="rId20" action="ppaction://hlinksldjump"/>
            <a:extLst>
              <a:ext uri="{FF2B5EF4-FFF2-40B4-BE49-F238E27FC236}">
                <a16:creationId xmlns:a16="http://schemas.microsoft.com/office/drawing/2014/main" id="{147C5BE0-5214-429A-BA06-6BA86941DA51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5" name="직사각형 174" descr="목표 설정">
            <a:hlinkClick r:id="rId20" action="ppaction://hlinksldjump"/>
            <a:extLst>
              <a:ext uri="{FF2B5EF4-FFF2-40B4-BE49-F238E27FC236}">
                <a16:creationId xmlns:a16="http://schemas.microsoft.com/office/drawing/2014/main" id="{021EF702-43E0-4606-AD22-AFA0BB312D53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6" name="직사각형 175" descr="목표 설정">
            <a:hlinkClick r:id="rId20" action="ppaction://hlinksldjump"/>
            <a:extLst>
              <a:ext uri="{FF2B5EF4-FFF2-40B4-BE49-F238E27FC236}">
                <a16:creationId xmlns:a16="http://schemas.microsoft.com/office/drawing/2014/main" id="{2982521C-1CBF-4735-B2C4-301E21F8CD85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EBFD255B-71AC-4E6E-BCC3-D8394AFFC42F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4E7925FD-58BB-4331-B420-57363ACAC302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2A1D923F-5EF7-4B6D-A532-5B81B94A61CC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DC320318-4581-4B79-94FD-6F2E3EBDFEA0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ED3763EA-B82B-4D34-B0E3-E961D5B52B01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8EE4DD03-C84C-4860-BBC6-E7299FD45C95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</p:spTree>
    <p:extLst>
      <p:ext uri="{BB962C8B-B14F-4D97-AF65-F5344CB8AC3E}">
        <p14:creationId xmlns:p14="http://schemas.microsoft.com/office/powerpoint/2010/main" val="1052851928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CABBD6A2-4202-4B6C-858E-783BFCB19584}"/>
              </a:ext>
            </a:extLst>
          </p:cNvPr>
          <p:cNvGrpSpPr/>
          <p:nvPr/>
        </p:nvGrpSpPr>
        <p:grpSpPr>
          <a:xfrm>
            <a:off x="15192375" y="539750"/>
            <a:ext cx="7308850" cy="10117138"/>
            <a:chOff x="15319119" y="1417858"/>
            <a:chExt cx="7089499" cy="9010455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8C55CF29-B9C1-4716-9877-91D64F89BC63}"/>
                </a:ext>
              </a:extLst>
            </p:cNvPr>
            <p:cNvSpPr/>
            <p:nvPr/>
          </p:nvSpPr>
          <p:spPr>
            <a:xfrm>
              <a:off x="15331757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633C57D-618A-41CC-9B20-512918B59A5A}"/>
                </a:ext>
              </a:extLst>
            </p:cNvPr>
            <p:cNvSpPr txBox="1"/>
            <p:nvPr/>
          </p:nvSpPr>
          <p:spPr>
            <a:xfrm>
              <a:off x="15337160" y="1434059"/>
              <a:ext cx="1819265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2. I am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나는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무엇을 할 것인가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02AF1CC-9B2E-4E3B-8671-C5F5F3839E46}"/>
                </a:ext>
              </a:extLst>
            </p:cNvPr>
            <p:cNvSpPr/>
            <p:nvPr/>
          </p:nvSpPr>
          <p:spPr>
            <a:xfrm>
              <a:off x="15331445" y="9049824"/>
              <a:ext cx="7077173" cy="137848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11D58E71-6918-445C-83D5-CED5BE72956C}"/>
                </a:ext>
              </a:extLst>
            </p:cNvPr>
            <p:cNvSpPr txBox="1"/>
            <p:nvPr/>
          </p:nvSpPr>
          <p:spPr>
            <a:xfrm>
              <a:off x="15337158" y="9066024"/>
              <a:ext cx="228728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1. Customer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우리의 고객은 누구인가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9BBB1EF8-58F4-484C-9EBA-29351580B26A}"/>
                </a:ext>
              </a:extLst>
            </p:cNvPr>
            <p:cNvSpPr/>
            <p:nvPr/>
          </p:nvSpPr>
          <p:spPr>
            <a:xfrm>
              <a:off x="15319120" y="4933582"/>
              <a:ext cx="7077486" cy="186436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9DE1C1E-2027-4C72-BECD-3257169C4071}"/>
                </a:ext>
              </a:extLst>
            </p:cNvPr>
            <p:cNvSpPr/>
            <p:nvPr/>
          </p:nvSpPr>
          <p:spPr>
            <a:xfrm>
              <a:off x="18916203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D3ED5D4-75F0-49FF-A589-6425A93F369D}"/>
                </a:ext>
              </a:extLst>
            </p:cNvPr>
            <p:cNvSpPr txBox="1"/>
            <p:nvPr/>
          </p:nvSpPr>
          <p:spPr>
            <a:xfrm>
              <a:off x="18927598" y="1434059"/>
              <a:ext cx="280817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7. Partner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나를 도와줄 수 있는 파트너는 누구인가</a:t>
              </a:r>
            </a:p>
          </p:txBody>
        </p:sp>
        <p:sp>
          <p:nvSpPr>
            <p:cNvPr id="11" name="순서도: 다른 페이지 연결선 10">
              <a:extLst>
                <a:ext uri="{FF2B5EF4-FFF2-40B4-BE49-F238E27FC236}">
                  <a16:creationId xmlns:a16="http://schemas.microsoft.com/office/drawing/2014/main" id="{482D54D0-484B-46EC-BB30-06D8FE827207}"/>
                </a:ext>
              </a:extLst>
            </p:cNvPr>
            <p:cNvSpPr/>
            <p:nvPr/>
          </p:nvSpPr>
          <p:spPr>
            <a:xfrm>
              <a:off x="17500929" y="2396188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" name="순서도: 다른 페이지 연결선 11">
              <a:extLst>
                <a:ext uri="{FF2B5EF4-FFF2-40B4-BE49-F238E27FC236}">
                  <a16:creationId xmlns:a16="http://schemas.microsoft.com/office/drawing/2014/main" id="{43EBB7E1-C770-4A80-94F0-AEA02E103D1C}"/>
                </a:ext>
              </a:extLst>
            </p:cNvPr>
            <p:cNvSpPr/>
            <p:nvPr/>
          </p:nvSpPr>
          <p:spPr>
            <a:xfrm rot="10800000">
              <a:off x="17500931" y="5908843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9118795-D5C8-488B-AB8E-653D3A6715EC}"/>
                </a:ext>
              </a:extLst>
            </p:cNvPr>
            <p:cNvSpPr txBox="1"/>
            <p:nvPr/>
          </p:nvSpPr>
          <p:spPr>
            <a:xfrm>
              <a:off x="15319119" y="2780636"/>
              <a:ext cx="173841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Key Activities /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핵심 활동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FF674E7-4A44-4927-A737-18A44667AF80}"/>
                </a:ext>
              </a:extLst>
            </p:cNvPr>
            <p:cNvSpPr txBox="1"/>
            <p:nvPr/>
          </p:nvSpPr>
          <p:spPr>
            <a:xfrm>
              <a:off x="15337158" y="4933581"/>
              <a:ext cx="1907893" cy="35336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3. Value Propositions </a:t>
              </a:r>
            </a:p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고객에게 제공할 가치는 무엇인가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65F38EC-AC43-41CF-95F7-A1CAC3BE29A7}"/>
                </a:ext>
              </a:extLst>
            </p:cNvPr>
            <p:cNvSpPr txBox="1"/>
            <p:nvPr/>
          </p:nvSpPr>
          <p:spPr>
            <a:xfrm>
              <a:off x="15319119" y="6921736"/>
              <a:ext cx="173841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Key Activities /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핵심 활동</a:t>
              </a: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728268C6-A9F6-405A-893D-4228E09477DC}"/>
                </a:ext>
              </a:extLst>
            </p:cNvPr>
            <p:cNvSpPr/>
            <p:nvPr/>
          </p:nvSpPr>
          <p:spPr>
            <a:xfrm>
              <a:off x="15331755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5BD79F9E-C87D-4BB2-9E0A-AA60A07A4E1F}"/>
                </a:ext>
              </a:extLst>
            </p:cNvPr>
            <p:cNvSpPr/>
            <p:nvPr/>
          </p:nvSpPr>
          <p:spPr>
            <a:xfrm>
              <a:off x="19979112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2FFA3E7B-A2E0-416F-AA57-FFC96BD0EA6A}"/>
                </a:ext>
              </a:extLst>
            </p:cNvPr>
            <p:cNvSpPr/>
            <p:nvPr/>
          </p:nvSpPr>
          <p:spPr>
            <a:xfrm>
              <a:off x="15331755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2E0A664-5388-489D-A503-3A0036484E93}"/>
                </a:ext>
              </a:extLst>
            </p:cNvPr>
            <p:cNvSpPr/>
            <p:nvPr/>
          </p:nvSpPr>
          <p:spPr>
            <a:xfrm>
              <a:off x="19979112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7E29D10-A4F4-4EB0-89EF-6DC3E3D44C43}"/>
                </a:ext>
              </a:extLst>
            </p:cNvPr>
            <p:cNvSpPr txBox="1"/>
            <p:nvPr/>
          </p:nvSpPr>
          <p:spPr>
            <a:xfrm>
              <a:off x="17503065" y="6517362"/>
              <a:ext cx="242256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11. Revenue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수익은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어떻게 만들어 지는가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A900179-F455-4094-BEF1-106839A404EE}"/>
                </a:ext>
              </a:extLst>
            </p:cNvPr>
            <p:cNvSpPr txBox="1"/>
            <p:nvPr/>
          </p:nvSpPr>
          <p:spPr>
            <a:xfrm>
              <a:off x="19979111" y="2744734"/>
              <a:ext cx="204006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Activity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고객을 만나기 위한 활동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29B9075-4326-4E3D-B358-46BE1A810E2B}"/>
                </a:ext>
              </a:extLst>
            </p:cNvPr>
            <p:cNvSpPr txBox="1"/>
            <p:nvPr/>
          </p:nvSpPr>
          <p:spPr>
            <a:xfrm>
              <a:off x="15343773" y="6916403"/>
              <a:ext cx="205405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9. Relationship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고객과의 관계 형성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00790BB-52F9-40D4-A2B9-694B29E68EDD}"/>
                </a:ext>
              </a:extLst>
            </p:cNvPr>
            <p:cNvSpPr txBox="1"/>
            <p:nvPr/>
          </p:nvSpPr>
          <p:spPr>
            <a:xfrm>
              <a:off x="19979112" y="6860977"/>
              <a:ext cx="145542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10. Channels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판매 채널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8775A75-E3CA-4040-8365-1379B83C7C1A}"/>
                </a:ext>
              </a:extLst>
            </p:cNvPr>
            <p:cNvSpPr txBox="1"/>
            <p:nvPr/>
          </p:nvSpPr>
          <p:spPr>
            <a:xfrm>
              <a:off x="17503065" y="2396187"/>
              <a:ext cx="226240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8. Cost </a:t>
              </a:r>
              <a:r>
                <a:rPr lang="ko-KR" altLang="en-US" sz="1000" dirty="0" err="1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밸류를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만들기 위해 필요한 비용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C0C2CF4-39A1-4F1C-A02B-165DF1E6FB17}"/>
                </a:ext>
              </a:extLst>
            </p:cNvPr>
            <p:cNvSpPr txBox="1"/>
            <p:nvPr/>
          </p:nvSpPr>
          <p:spPr>
            <a:xfrm>
              <a:off x="15358572" y="2744734"/>
              <a:ext cx="146474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5. Resources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활용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자원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8061DC3-C396-48AF-82CA-37F1DAEC5584}"/>
                </a:ext>
              </a:extLst>
            </p:cNvPr>
            <p:cNvSpPr txBox="1"/>
            <p:nvPr/>
          </p:nvSpPr>
          <p:spPr>
            <a:xfrm>
              <a:off x="20201680" y="4933581"/>
              <a:ext cx="1893900" cy="35336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4. Positioning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endPara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고객에게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어떻게 평가 될 것인가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030D87AA-E878-4EF8-8663-201B9ED64FA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69A9CE37-A8BE-4348-8E0D-A37D3BA243DE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1" name="모서리가 둥근 직사각형 499">
              <a:extLst>
                <a:ext uri="{FF2B5EF4-FFF2-40B4-BE49-F238E27FC236}">
                  <a16:creationId xmlns:a16="http://schemas.microsoft.com/office/drawing/2014/main" id="{DB2C5B03-23E4-41A3-8477-065D0A1590C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FE6D141D-DA71-42C1-8C81-C77375FD473A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BEF4002A-007D-4A17-B80F-9A515DF38B6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FCFC7360-B2F3-43A9-9356-750997985672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7E08E6D2-E033-46E8-B108-36E700AEA8C8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B328263B-B764-444B-A351-CD38F1A3916E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D6069915-B32D-4161-8AA0-FABC50C7E791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8A149CB-3FA4-44E2-91B9-911E547E569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7318DD6B-D029-4FC3-A2C8-74E9FD63BEA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BE3EDFF2-58E9-49A8-BDEB-E0175546977B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CF7C135-D528-4153-9132-E758AAEFF8F4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37667D2-99B9-49C0-9FF1-389DA4F63F83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FDE0876D-F141-44FA-A2AF-C13D388D31B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30E3F2E-5F38-49BE-ACA6-53C3177E74E1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37B810B-406F-4CD8-8F7C-AB266AF30ECF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1727F223-E679-409D-A5A2-47D788095F6D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0AF8BC10-6DBC-4F73-A3A5-4885FB9C57F9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BC2BA536-56FC-44CF-A8C5-E827C9B348E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1CEFB9F-03A9-4E53-867C-91A49BA935F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5818DC83-7921-4393-BE5B-BF11534F9428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65C1D416-91A7-48FC-B66B-1C046C2479A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42F7D92-3374-4C6F-AFD5-81F20F07C932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94E1E34E-B6E6-43CD-B136-C5BF718B9BE0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7BEBB5EF-0FB4-421D-A2C8-419291CC187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345D9625-3ECC-483D-88CC-326F96B0886B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B1DEA4F6-DAC3-4E7C-AF45-47B978F0D6BE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49165E48-75AB-4EFD-A095-5F7E6A4B12C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318DDF0F-117F-42D2-A933-DAA24AE0C8F3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F90B3A71-2153-4630-ABDE-820D7595BE45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93D861B5-3FD9-4496-B55C-A4B19DF9C21A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F560E02-215E-440E-A802-995425378D3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8EEA3852-BA89-4B02-B358-5B0B315856D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E55B6A8-49C7-4DBE-8B26-36C245E4356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B9192B0B-DC98-4EE8-9B03-6C23FEEFE7DB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D3A0D7E-E6F9-4458-BDBA-42F90709A24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2DB565C8-F63E-4F5B-8C5B-12BF732C241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908ACA6D-203C-4FCD-BA4A-E1B1D7C0457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9A8A320A-3253-4AE9-A835-D9FEF8224FB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DE0EB8F4-1E42-43EA-B9B5-CCF31860CB86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6571926-C479-447E-A901-907B3772B66F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4B331113-D851-4B17-8BC4-BF2534876524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091889F0-7475-44CD-AC4D-3E2E55DA0D0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5557CD9-8849-44C8-B850-80875111734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F5EE20A9-B1C0-4BC0-B17A-C17F31878BBF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2D8E777F-C03E-46B2-B10D-C16DDD3A5614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3AFAEE1-4F7F-4048-B767-7DBEE41A404D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6F5C1976-42AE-4F26-B08E-CEB31BB35CB5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B0709A7B-DC3B-46BE-BB00-3083ABC586B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9A829661-9FE4-4113-8D9E-4EF1BC6AF296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8AEEC103-269A-43B9-9CF6-1EA83223C2F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55831678-7D3F-432C-8B26-B7BEDF6BCE52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88BF78C1-90A4-4CE5-9F85-FD18B530F3DA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75C335DB-66D9-4676-90E1-0F9B8B0C331E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649951A-2450-411E-BB31-8FBC08EBD738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984AE4D6-EDF6-4290-B0B6-CE96CA7E95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4AE7209D-AC33-48E0-A99C-DB41122E8590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87" name="모서리가 둥근 직사각형 499">
              <a:extLst>
                <a:ext uri="{FF2B5EF4-FFF2-40B4-BE49-F238E27FC236}">
                  <a16:creationId xmlns:a16="http://schemas.microsoft.com/office/drawing/2014/main" id="{96880DAD-E792-4CFE-8A29-3A9E3782709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C3F2E7CD-319E-4FC3-B03C-D6B169AC149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ACCE874-00AE-4F55-B3F6-6A8FBB182CE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D671E398-A4D0-4188-B2BD-292A37D6301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51411605-EEB5-4C65-838C-F57560F23C4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2944369-A4A6-44E5-BAB3-166E0C729E27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581EFFB2-4041-4B09-9680-300D75662F93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1157F8A-C7BB-42C4-A9AB-CDD46EEEB868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7DFB4008-CDA3-4A1F-9315-A2D3285F0F87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17148D89-BD7A-413D-972A-9C11820913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1FF4167B-CCB1-450C-8785-7AC9140C96E0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7EF966E5-15AE-4A1F-B0D7-C909A1298BD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83A0F8-C154-4111-AEC4-FD39E7BC3E27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D1F2A451-FEE6-4A0A-B35A-8B82B64AD340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C5C1423-1B65-498F-BA76-AB2F0923B0A2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D9F2494-D475-48D8-87C0-BAC14D8E9073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99175C81-072F-451C-8328-74410777414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19F718BB-4B35-4190-951E-054B315E413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F610C77F-39DC-4E2E-9C50-BC179F6290E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95E17D3D-0C32-437A-8B39-2E4D934C776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CC6CCF8E-7187-4878-BEEF-A0C906719D1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78F0B00-1D36-4D7A-8BC3-3402F471677F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7F9315B3-EEE1-4D2E-AEC2-45565F2AF0DD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FB08F17A-235D-46CF-9839-FF00D911CB1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C1B7ABCE-9932-4461-A82D-6F4617444F52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B0E31AE7-8B22-4E9C-8418-F4621BD6060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E7B21E2-FC91-4D5F-BF48-5A2D9404D62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C3A078F4-E1A9-424A-BD6B-4293A3880E00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F624AA81-94EE-4CF2-A0DC-E55C8030421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35916D95-5AC9-4008-887A-A0329281FFE9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C2585A9F-2411-43BB-8D91-D9EEEE23F71E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F02ED5E5-2785-490F-8F29-536C886BF71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7A74C232-1F2D-4923-B9A4-C973B98B8B9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CA9D5F1-8613-4C25-ACFB-C9DB59EE0B4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7E8B7805-CF8E-4B81-96CC-AEF67DD63E5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506F1D9D-691A-4B0C-9B6E-4705F42011FC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A9AF189-E23C-447C-A517-7467920E7BD1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72E895C7-EEF7-44E1-9A91-EF1A5DDCD93B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B4C0659-B3C2-4972-948A-05BC382B36B3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D0032AFE-B886-41BF-9F17-A8F0E86D3162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7BC45E3B-9ED2-4790-A941-B4EA65A3036D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FAC86A81-AA05-4FEF-931C-E0D07F3D1E49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10D01203-2444-49C4-9FEC-292AD05E5D8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3DCCD7B-47F2-4A5B-8BB6-379F21FBB37C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D0196739-69D5-4ED6-993C-A234EBFEEBC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637C0F1E-422A-4F82-9AFB-CCDD8DACA6AB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573946E1-B5C6-4148-96C9-B8BB0FA7CD17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6AB5628B-5C10-4FF9-A114-A0F74681BF50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81107AD1-D2A1-43BB-8524-FD7CB1CF9BA7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FA09E5D0-78A3-4DBB-95EA-E3D2E2CD022F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B40586C-11B9-482E-9E2C-229C6CCAF0E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F4916788-3068-4100-9BF6-8BAA2C1D5D9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6344D89C-11DC-406E-A54D-9356DC54B2C1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EA42A52-A940-4340-B7D7-6AB8DCC63E19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04D39362-BF51-4610-87C1-A7E7F5B8BB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280311DF-B91C-4F70-986E-D969ABF07F89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4" name="그림 143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FA870956-7EC2-4E61-9903-F14866C3160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5" name="직사각형 144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81C2A377-2B3F-4F97-85CB-B63F9D8C618A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6" name="직사각형 145">
            <a:hlinkClick r:id="rId5" action="ppaction://hlinksldjump"/>
            <a:extLst>
              <a:ext uri="{FF2B5EF4-FFF2-40B4-BE49-F238E27FC236}">
                <a16:creationId xmlns:a16="http://schemas.microsoft.com/office/drawing/2014/main" id="{FCB52098-83D9-4DDA-8B00-E67C0D327571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7" name="직사각형 14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FDFC76F-3B5D-40F5-BB8C-32740E8E15FE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8" name="직사각형 14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ACD28D2-6061-4502-B1F6-91C12A0E1863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9" name="직사각형 14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B54BE0F-4788-4627-B1EC-B323C049D2CB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3C219CD3-C05C-4FA0-AF45-92555B8FD81A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986DE2D9-D08C-4058-8B38-0153251BC991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4F8BF951-FB75-4E10-BC62-6CB76E9E4842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DAC89675-BE49-4BD8-8589-612912FE2EBC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BA410845-2036-491D-BEB3-B0CD23420253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819BC2E6-40B9-4562-B623-920024AB0F97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805057D-5ABC-4DE1-9069-D1850704D455}"/>
              </a:ext>
            </a:extLst>
          </p:cNvPr>
          <p:cNvSpPr txBox="1"/>
          <p:nvPr/>
        </p:nvSpPr>
        <p:spPr>
          <a:xfrm>
            <a:off x="179388" y="597407"/>
            <a:ext cx="20168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고객은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0CF49E8-B488-48C5-9BE2-ABA15E48D785}"/>
              </a:ext>
            </a:extLst>
          </p:cNvPr>
          <p:cNvSpPr txBox="1"/>
          <p:nvPr/>
        </p:nvSpPr>
        <p:spPr>
          <a:xfrm>
            <a:off x="179388" y="2272471"/>
            <a:ext cx="40110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나는 무엇을 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무엇을 제공할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9935F83B-5829-495A-84B1-EE05ECB945E8}"/>
              </a:ext>
            </a:extLst>
          </p:cNvPr>
          <p:cNvSpPr txBox="1"/>
          <p:nvPr/>
        </p:nvSpPr>
        <p:spPr>
          <a:xfrm>
            <a:off x="179388" y="3608903"/>
            <a:ext cx="26003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제공할 가치는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244F3DB-ABD7-4FD7-9467-87BEE9A1A5C5}"/>
              </a:ext>
            </a:extLst>
          </p:cNvPr>
          <p:cNvSpPr txBox="1"/>
          <p:nvPr/>
        </p:nvSpPr>
        <p:spPr>
          <a:xfrm>
            <a:off x="179388" y="4607870"/>
            <a:ext cx="26436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어떻게 평가 받고 싶은가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ABC35DA-C08F-491C-B967-FED1B1B46CCB}"/>
              </a:ext>
            </a:extLst>
          </p:cNvPr>
          <p:cNvSpPr txBox="1"/>
          <p:nvPr/>
        </p:nvSpPr>
        <p:spPr>
          <a:xfrm>
            <a:off x="179388" y="5946451"/>
            <a:ext cx="28921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우리가 활용할 수 있는 자원은 무엇인가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A4D90627-520D-444D-9063-790FC97E05B7}"/>
              </a:ext>
            </a:extLst>
          </p:cNvPr>
          <p:cNvSpPr txBox="1"/>
          <p:nvPr/>
        </p:nvSpPr>
        <p:spPr>
          <a:xfrm>
            <a:off x="179388" y="7289917"/>
            <a:ext cx="392767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가치를 전달하기 위해 어떤 활동을 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38A30DF2-BBAB-44FF-9FDB-D1E43F8EEDE7}"/>
              </a:ext>
            </a:extLst>
          </p:cNvPr>
          <p:cNvSpPr txBox="1"/>
          <p:nvPr/>
        </p:nvSpPr>
        <p:spPr>
          <a:xfrm>
            <a:off x="7608020" y="597406"/>
            <a:ext cx="301877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나를 도와 줄 수 있는 파트너는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38474864-45F3-4179-A0A8-F99E9F8BC0C2}"/>
              </a:ext>
            </a:extLst>
          </p:cNvPr>
          <p:cNvSpPr txBox="1"/>
          <p:nvPr/>
        </p:nvSpPr>
        <p:spPr>
          <a:xfrm>
            <a:off x="7608020" y="2272471"/>
            <a:ext cx="436048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제공할 가치를 만들기 위해 필요한 비용은 얼마인가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9EB2847B-2A81-4BFE-97EA-2BCA7879233A}"/>
              </a:ext>
            </a:extLst>
          </p:cNvPr>
          <p:cNvSpPr txBox="1"/>
          <p:nvPr/>
        </p:nvSpPr>
        <p:spPr>
          <a:xfrm>
            <a:off x="7608020" y="4282113"/>
            <a:ext cx="28921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고객과 어떤 형태로 관계를 맺을 것인가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E9E3B218-E1CC-4867-BBBF-CDBE83ACBF3D}"/>
              </a:ext>
            </a:extLst>
          </p:cNvPr>
          <p:cNvSpPr txBox="1"/>
          <p:nvPr/>
        </p:nvSpPr>
        <p:spPr>
          <a:xfrm>
            <a:off x="7608020" y="5957607"/>
            <a:ext cx="348685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을 판매할 채널은 어디인가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A709CAA1-DBDE-4079-A1FC-F357F737A776}"/>
              </a:ext>
            </a:extLst>
          </p:cNvPr>
          <p:cNvSpPr txBox="1"/>
          <p:nvPr/>
        </p:nvSpPr>
        <p:spPr>
          <a:xfrm>
            <a:off x="7608020" y="7625485"/>
            <a:ext cx="39164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고객을 통해 어떻게 수익이 만들어 지는가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얼마인가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33728012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CABBD6A2-4202-4B6C-858E-783BFCB19584}"/>
              </a:ext>
            </a:extLst>
          </p:cNvPr>
          <p:cNvGrpSpPr/>
          <p:nvPr/>
        </p:nvGrpSpPr>
        <p:grpSpPr>
          <a:xfrm>
            <a:off x="15192375" y="539750"/>
            <a:ext cx="7308850" cy="10117138"/>
            <a:chOff x="15319119" y="1417858"/>
            <a:chExt cx="7089499" cy="9010455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8C55CF29-B9C1-4716-9877-91D64F89BC63}"/>
                </a:ext>
              </a:extLst>
            </p:cNvPr>
            <p:cNvSpPr/>
            <p:nvPr/>
          </p:nvSpPr>
          <p:spPr>
            <a:xfrm>
              <a:off x="15331757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633C57D-618A-41CC-9B20-512918B59A5A}"/>
                </a:ext>
              </a:extLst>
            </p:cNvPr>
            <p:cNvSpPr txBox="1"/>
            <p:nvPr/>
          </p:nvSpPr>
          <p:spPr>
            <a:xfrm>
              <a:off x="15337160" y="1434059"/>
              <a:ext cx="1819265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2. I am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나는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무엇을 할 것인가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02AF1CC-9B2E-4E3B-8671-C5F5F3839E46}"/>
                </a:ext>
              </a:extLst>
            </p:cNvPr>
            <p:cNvSpPr/>
            <p:nvPr/>
          </p:nvSpPr>
          <p:spPr>
            <a:xfrm>
              <a:off x="15331445" y="9049824"/>
              <a:ext cx="7077173" cy="137848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11D58E71-6918-445C-83D5-CED5BE72956C}"/>
                </a:ext>
              </a:extLst>
            </p:cNvPr>
            <p:cNvSpPr txBox="1"/>
            <p:nvPr/>
          </p:nvSpPr>
          <p:spPr>
            <a:xfrm>
              <a:off x="15337158" y="9066024"/>
              <a:ext cx="228728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1. Customer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우리의 고객은 누구인가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9BBB1EF8-58F4-484C-9EBA-29351580B26A}"/>
                </a:ext>
              </a:extLst>
            </p:cNvPr>
            <p:cNvSpPr/>
            <p:nvPr/>
          </p:nvSpPr>
          <p:spPr>
            <a:xfrm>
              <a:off x="15319120" y="4933582"/>
              <a:ext cx="7077486" cy="186436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9DE1C1E-2027-4C72-BECD-3257169C4071}"/>
                </a:ext>
              </a:extLst>
            </p:cNvPr>
            <p:cNvSpPr/>
            <p:nvPr/>
          </p:nvSpPr>
          <p:spPr>
            <a:xfrm>
              <a:off x="18916203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D3ED5D4-75F0-49FF-A589-6425A93F369D}"/>
                </a:ext>
              </a:extLst>
            </p:cNvPr>
            <p:cNvSpPr txBox="1"/>
            <p:nvPr/>
          </p:nvSpPr>
          <p:spPr>
            <a:xfrm>
              <a:off x="18927598" y="1434059"/>
              <a:ext cx="280817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7. Partner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나를 도와줄 수 있는 파트너는 누구인가</a:t>
              </a:r>
            </a:p>
          </p:txBody>
        </p:sp>
        <p:sp>
          <p:nvSpPr>
            <p:cNvPr id="11" name="순서도: 다른 페이지 연결선 10">
              <a:extLst>
                <a:ext uri="{FF2B5EF4-FFF2-40B4-BE49-F238E27FC236}">
                  <a16:creationId xmlns:a16="http://schemas.microsoft.com/office/drawing/2014/main" id="{482D54D0-484B-46EC-BB30-06D8FE827207}"/>
                </a:ext>
              </a:extLst>
            </p:cNvPr>
            <p:cNvSpPr/>
            <p:nvPr/>
          </p:nvSpPr>
          <p:spPr>
            <a:xfrm>
              <a:off x="17500929" y="2396188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" name="순서도: 다른 페이지 연결선 11">
              <a:extLst>
                <a:ext uri="{FF2B5EF4-FFF2-40B4-BE49-F238E27FC236}">
                  <a16:creationId xmlns:a16="http://schemas.microsoft.com/office/drawing/2014/main" id="{43EBB7E1-C770-4A80-94F0-AEA02E103D1C}"/>
                </a:ext>
              </a:extLst>
            </p:cNvPr>
            <p:cNvSpPr/>
            <p:nvPr/>
          </p:nvSpPr>
          <p:spPr>
            <a:xfrm rot="10800000">
              <a:off x="17500931" y="5908843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9118795-D5C8-488B-AB8E-653D3A6715EC}"/>
                </a:ext>
              </a:extLst>
            </p:cNvPr>
            <p:cNvSpPr txBox="1"/>
            <p:nvPr/>
          </p:nvSpPr>
          <p:spPr>
            <a:xfrm>
              <a:off x="15319119" y="2780636"/>
              <a:ext cx="173841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Key Activities /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핵심 활동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FF674E7-4A44-4927-A737-18A44667AF80}"/>
                </a:ext>
              </a:extLst>
            </p:cNvPr>
            <p:cNvSpPr txBox="1"/>
            <p:nvPr/>
          </p:nvSpPr>
          <p:spPr>
            <a:xfrm>
              <a:off x="15337158" y="4933581"/>
              <a:ext cx="1907893" cy="35336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3. Value Propositions </a:t>
              </a:r>
            </a:p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고객에게 제공할 가치는 무엇인가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65F38EC-AC43-41CF-95F7-A1CAC3BE29A7}"/>
                </a:ext>
              </a:extLst>
            </p:cNvPr>
            <p:cNvSpPr txBox="1"/>
            <p:nvPr/>
          </p:nvSpPr>
          <p:spPr>
            <a:xfrm>
              <a:off x="15319119" y="6921736"/>
              <a:ext cx="173841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Key Activities /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핵심 활동</a:t>
              </a: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728268C6-A9F6-405A-893D-4228E09477DC}"/>
                </a:ext>
              </a:extLst>
            </p:cNvPr>
            <p:cNvSpPr/>
            <p:nvPr/>
          </p:nvSpPr>
          <p:spPr>
            <a:xfrm>
              <a:off x="15331755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5BD79F9E-C87D-4BB2-9E0A-AA60A07A4E1F}"/>
                </a:ext>
              </a:extLst>
            </p:cNvPr>
            <p:cNvSpPr/>
            <p:nvPr/>
          </p:nvSpPr>
          <p:spPr>
            <a:xfrm>
              <a:off x="19979112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2FFA3E7B-A2E0-416F-AA57-FFC96BD0EA6A}"/>
                </a:ext>
              </a:extLst>
            </p:cNvPr>
            <p:cNvSpPr/>
            <p:nvPr/>
          </p:nvSpPr>
          <p:spPr>
            <a:xfrm>
              <a:off x="15331755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2E0A664-5388-489D-A503-3A0036484E93}"/>
                </a:ext>
              </a:extLst>
            </p:cNvPr>
            <p:cNvSpPr/>
            <p:nvPr/>
          </p:nvSpPr>
          <p:spPr>
            <a:xfrm>
              <a:off x="19979112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7E29D10-A4F4-4EB0-89EF-6DC3E3D44C43}"/>
                </a:ext>
              </a:extLst>
            </p:cNvPr>
            <p:cNvSpPr txBox="1"/>
            <p:nvPr/>
          </p:nvSpPr>
          <p:spPr>
            <a:xfrm>
              <a:off x="17503065" y="6517362"/>
              <a:ext cx="242256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11. Revenue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수익은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어떻게 만들어 지는가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A900179-F455-4094-BEF1-106839A404EE}"/>
                </a:ext>
              </a:extLst>
            </p:cNvPr>
            <p:cNvSpPr txBox="1"/>
            <p:nvPr/>
          </p:nvSpPr>
          <p:spPr>
            <a:xfrm>
              <a:off x="19979111" y="2744734"/>
              <a:ext cx="204006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Activity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고객을 만나기 위한 활동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29B9075-4326-4E3D-B358-46BE1A810E2B}"/>
                </a:ext>
              </a:extLst>
            </p:cNvPr>
            <p:cNvSpPr txBox="1"/>
            <p:nvPr/>
          </p:nvSpPr>
          <p:spPr>
            <a:xfrm>
              <a:off x="15343773" y="6916403"/>
              <a:ext cx="212868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9. Relationship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고객과의 관계 형성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00790BB-52F9-40D4-A2B9-694B29E68EDD}"/>
                </a:ext>
              </a:extLst>
            </p:cNvPr>
            <p:cNvSpPr txBox="1"/>
            <p:nvPr/>
          </p:nvSpPr>
          <p:spPr>
            <a:xfrm>
              <a:off x="19979112" y="6860977"/>
              <a:ext cx="145542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10. Channels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판매 채널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8775A75-E3CA-4040-8365-1379B83C7C1A}"/>
                </a:ext>
              </a:extLst>
            </p:cNvPr>
            <p:cNvSpPr txBox="1"/>
            <p:nvPr/>
          </p:nvSpPr>
          <p:spPr>
            <a:xfrm>
              <a:off x="17503065" y="2396187"/>
              <a:ext cx="226240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8. Cost </a:t>
              </a:r>
              <a:r>
                <a:rPr lang="ko-KR" altLang="en-US" sz="1000" dirty="0" err="1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밸류를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만들기 위해 필요한 비용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C0C2CF4-39A1-4F1C-A02B-165DF1E6FB17}"/>
                </a:ext>
              </a:extLst>
            </p:cNvPr>
            <p:cNvSpPr txBox="1"/>
            <p:nvPr/>
          </p:nvSpPr>
          <p:spPr>
            <a:xfrm>
              <a:off x="15358572" y="2744734"/>
              <a:ext cx="146474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5. Resources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활용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자원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8061DC3-C396-48AF-82CA-37F1DAEC5584}"/>
                </a:ext>
              </a:extLst>
            </p:cNvPr>
            <p:cNvSpPr txBox="1"/>
            <p:nvPr/>
          </p:nvSpPr>
          <p:spPr>
            <a:xfrm>
              <a:off x="20201680" y="4933581"/>
              <a:ext cx="1893900" cy="35336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4. Positioning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endPara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고객에게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어떻게 평가 될 것인가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030D87AA-E878-4EF8-8663-201B9ED64FA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69A9CE37-A8BE-4348-8E0D-A37D3BA243DE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1" name="모서리가 둥근 직사각형 499">
              <a:extLst>
                <a:ext uri="{FF2B5EF4-FFF2-40B4-BE49-F238E27FC236}">
                  <a16:creationId xmlns:a16="http://schemas.microsoft.com/office/drawing/2014/main" id="{DB2C5B03-23E4-41A3-8477-065D0A1590C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FE6D141D-DA71-42C1-8C81-C77375FD473A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BEF4002A-007D-4A17-B80F-9A515DF38B6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FCFC7360-B2F3-43A9-9356-750997985672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7E08E6D2-E033-46E8-B108-36E700AEA8C8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B328263B-B764-444B-A351-CD38F1A3916E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D6069915-B32D-4161-8AA0-FABC50C7E791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8A149CB-3FA4-44E2-91B9-911E547E569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7318DD6B-D029-4FC3-A2C8-74E9FD63BEA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BE3EDFF2-58E9-49A8-BDEB-E0175546977B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CF7C135-D528-4153-9132-E758AAEFF8F4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37667D2-99B9-49C0-9FF1-389DA4F63F83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FDE0876D-F141-44FA-A2AF-C13D388D31B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30E3F2E-5F38-49BE-ACA6-53C3177E74E1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37B810B-406F-4CD8-8F7C-AB266AF30ECF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1727F223-E679-409D-A5A2-47D788095F6D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0AF8BC10-6DBC-4F73-A3A5-4885FB9C57F9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BC2BA536-56FC-44CF-A8C5-E827C9B348E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1CEFB9F-03A9-4E53-867C-91A49BA935F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5818DC83-7921-4393-BE5B-BF11534F9428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65C1D416-91A7-48FC-B66B-1C046C2479A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42F7D92-3374-4C6F-AFD5-81F20F07C932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94E1E34E-B6E6-43CD-B136-C5BF718B9BE0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7BEBB5EF-0FB4-421D-A2C8-419291CC187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345D9625-3ECC-483D-88CC-326F96B0886B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B1DEA4F6-DAC3-4E7C-AF45-47B978F0D6BE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49165E48-75AB-4EFD-A095-5F7E6A4B12C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318DDF0F-117F-42D2-A933-DAA24AE0C8F3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F90B3A71-2153-4630-ABDE-820D7595BE45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93D861B5-3FD9-4496-B55C-A4B19DF9C21A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F560E02-215E-440E-A802-995425378D3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8EEA3852-BA89-4B02-B358-5B0B315856D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E55B6A8-49C7-4DBE-8B26-36C245E4356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B9192B0B-DC98-4EE8-9B03-6C23FEEFE7DB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D3A0D7E-E6F9-4458-BDBA-42F90709A24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2DB565C8-F63E-4F5B-8C5B-12BF732C241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908ACA6D-203C-4FCD-BA4A-E1B1D7C0457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9A8A320A-3253-4AE9-A835-D9FEF8224FB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DE0EB8F4-1E42-43EA-B9B5-CCF31860CB86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6571926-C479-447E-A901-907B3772B66F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4B331113-D851-4B17-8BC4-BF2534876524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091889F0-7475-44CD-AC4D-3E2E55DA0D0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5557CD9-8849-44C8-B850-80875111734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F5EE20A9-B1C0-4BC0-B17A-C17F31878BBF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2D8E777F-C03E-46B2-B10D-C16DDD3A5614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3AFAEE1-4F7F-4048-B767-7DBEE41A404D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6F5C1976-42AE-4F26-B08E-CEB31BB35CB5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B0709A7B-DC3B-46BE-BB00-3083ABC586B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9A829661-9FE4-4113-8D9E-4EF1BC6AF296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8AEEC103-269A-43B9-9CF6-1EA83223C2F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55831678-7D3F-432C-8B26-B7BEDF6BCE52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88BF78C1-90A4-4CE5-9F85-FD18B530F3DA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75C335DB-66D9-4676-90E1-0F9B8B0C331E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649951A-2450-411E-BB31-8FBC08EBD738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984AE4D6-EDF6-4290-B0B6-CE96CA7E95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4AE7209D-AC33-48E0-A99C-DB41122E8590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87" name="모서리가 둥근 직사각형 499">
              <a:extLst>
                <a:ext uri="{FF2B5EF4-FFF2-40B4-BE49-F238E27FC236}">
                  <a16:creationId xmlns:a16="http://schemas.microsoft.com/office/drawing/2014/main" id="{96880DAD-E792-4CFE-8A29-3A9E3782709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C3F2E7CD-319E-4FC3-B03C-D6B169AC149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ACCE874-00AE-4F55-B3F6-6A8FBB182CE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D671E398-A4D0-4188-B2BD-292A37D6301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51411605-EEB5-4C65-838C-F57560F23C4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2944369-A4A6-44E5-BAB3-166E0C729E27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581EFFB2-4041-4B09-9680-300D75662F93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1157F8A-C7BB-42C4-A9AB-CDD46EEEB868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7DFB4008-CDA3-4A1F-9315-A2D3285F0F87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17148D89-BD7A-413D-972A-9C11820913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1FF4167B-CCB1-450C-8785-7AC9140C96E0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7EF966E5-15AE-4A1F-B0D7-C909A1298BD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83A0F8-C154-4111-AEC4-FD39E7BC3E27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D1F2A451-FEE6-4A0A-B35A-8B82B64AD340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C5C1423-1B65-498F-BA76-AB2F0923B0A2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D9F2494-D475-48D8-87C0-BAC14D8E9073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99175C81-072F-451C-8328-74410777414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19F718BB-4B35-4190-951E-054B315E413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F610C77F-39DC-4E2E-9C50-BC179F6290E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95E17D3D-0C32-437A-8B39-2E4D934C776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CC6CCF8E-7187-4878-BEEF-A0C906719D1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78F0B00-1D36-4D7A-8BC3-3402F471677F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7F9315B3-EEE1-4D2E-AEC2-45565F2AF0DD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FB08F17A-235D-46CF-9839-FF00D911CB1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C1B7ABCE-9932-4461-A82D-6F4617444F52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B0E31AE7-8B22-4E9C-8418-F4621BD6060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E7B21E2-FC91-4D5F-BF48-5A2D9404D62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C3A078F4-E1A9-424A-BD6B-4293A3880E00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F624AA81-94EE-4CF2-A0DC-E55C8030421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35916D95-5AC9-4008-887A-A0329281FFE9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C2585A9F-2411-43BB-8D91-D9EEEE23F71E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F02ED5E5-2785-490F-8F29-536C886BF71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7A74C232-1F2D-4923-B9A4-C973B98B8B9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CA9D5F1-8613-4C25-ACFB-C9DB59EE0B4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7E8B7805-CF8E-4B81-96CC-AEF67DD63E5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506F1D9D-691A-4B0C-9B6E-4705F42011FC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A9AF189-E23C-447C-A517-7467920E7BD1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72E895C7-EEF7-44E1-9A91-EF1A5DDCD93B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B4C0659-B3C2-4972-948A-05BC382B36B3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D0032AFE-B886-41BF-9F17-A8F0E86D3162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7BC45E3B-9ED2-4790-A941-B4EA65A3036D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FAC86A81-AA05-4FEF-931C-E0D07F3D1E49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10D01203-2444-49C4-9FEC-292AD05E5D8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3DCCD7B-47F2-4A5B-8BB6-379F21FBB37C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D0196739-69D5-4ED6-993C-A234EBFEEBC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637C0F1E-422A-4F82-9AFB-CCDD8DACA6AB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573946E1-B5C6-4148-96C9-B8BB0FA7CD17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6AB5628B-5C10-4FF9-A114-A0F74681BF50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81107AD1-D2A1-43BB-8524-FD7CB1CF9BA7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FA09E5D0-78A3-4DBB-95EA-E3D2E2CD022F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B40586C-11B9-482E-9E2C-229C6CCAF0E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F4916788-3068-4100-9BF6-8BAA2C1D5D9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6344D89C-11DC-406E-A54D-9356DC54B2C1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EA42A52-A940-4340-B7D7-6AB8DCC63E19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04D39362-BF51-4610-87C1-A7E7F5B8BB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6E9766CE-A8F9-420B-810E-F6BDF2D5F5BC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4" name="그림 143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015E6A43-0789-40F7-82DC-D953F4C9F99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5" name="직사각형 144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6E7EF58D-B9B2-4502-BBDF-B2CCD3335F70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6" name="직사각형 145">
            <a:hlinkClick r:id="rId5" action="ppaction://hlinksldjump"/>
            <a:extLst>
              <a:ext uri="{FF2B5EF4-FFF2-40B4-BE49-F238E27FC236}">
                <a16:creationId xmlns:a16="http://schemas.microsoft.com/office/drawing/2014/main" id="{875BE1D4-4D47-4853-8D99-0D8FBF156E89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7" name="직사각형 14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00D9042-A8B7-433F-9CFB-10F6124C54D3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8" name="직사각형 14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2AB5FDC-64B9-4AB4-8B9B-5B6986A60C97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9" name="직사각형 14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B98E48A-EAFE-4F5C-B4F0-4ADBE16EAA70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7BFE901E-B903-456A-84C3-3F0D211165EE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AAB5EC5A-668F-4163-AD1B-4946BD79791C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93C7281F-CD4E-4533-B807-088E42C4EF0B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10B69C9E-085E-49D6-BD7D-5269DDA1CB02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B73BB039-9566-45BF-99A4-1B4583E8C819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B81A4CF1-575F-4722-AA82-FB6BF59D5F61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837C2849-21EE-4BAB-B42D-8D0DD4A7B8EE}"/>
              </a:ext>
            </a:extLst>
          </p:cNvPr>
          <p:cNvSpPr txBox="1"/>
          <p:nvPr/>
        </p:nvSpPr>
        <p:spPr>
          <a:xfrm>
            <a:off x="179388" y="597407"/>
            <a:ext cx="20168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고객은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842BF0F3-F7E8-4A3A-B433-8B7F9494E7C8}"/>
              </a:ext>
            </a:extLst>
          </p:cNvPr>
          <p:cNvSpPr txBox="1"/>
          <p:nvPr/>
        </p:nvSpPr>
        <p:spPr>
          <a:xfrm>
            <a:off x="179388" y="2272471"/>
            <a:ext cx="40110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나는 무엇을 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무엇을 제공할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247DBD7-2F3E-4CCA-B36A-718826290527}"/>
              </a:ext>
            </a:extLst>
          </p:cNvPr>
          <p:cNvSpPr txBox="1"/>
          <p:nvPr/>
        </p:nvSpPr>
        <p:spPr>
          <a:xfrm>
            <a:off x="179388" y="3608903"/>
            <a:ext cx="26003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제공할 가치는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1FDEE12-0A8F-4D2A-9832-3579861DEBE5}"/>
              </a:ext>
            </a:extLst>
          </p:cNvPr>
          <p:cNvSpPr txBox="1"/>
          <p:nvPr/>
        </p:nvSpPr>
        <p:spPr>
          <a:xfrm>
            <a:off x="179388" y="4607870"/>
            <a:ext cx="26436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어떻게 평가 받고 싶은가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A1577D2C-872A-4590-AE3A-AB10FFC0C1EA}"/>
              </a:ext>
            </a:extLst>
          </p:cNvPr>
          <p:cNvSpPr txBox="1"/>
          <p:nvPr/>
        </p:nvSpPr>
        <p:spPr>
          <a:xfrm>
            <a:off x="179388" y="5946451"/>
            <a:ext cx="28921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우리가 활용할 수 있는 자원은 무엇인가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8B31387-98F6-49A2-B8D3-40C581D64A93}"/>
              </a:ext>
            </a:extLst>
          </p:cNvPr>
          <p:cNvSpPr txBox="1"/>
          <p:nvPr/>
        </p:nvSpPr>
        <p:spPr>
          <a:xfrm>
            <a:off x="179388" y="7289917"/>
            <a:ext cx="392767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가치를 전달하기 위해 어떤 활동을 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07FC647E-1E88-4A10-B09C-2DC174E7B8CD}"/>
              </a:ext>
            </a:extLst>
          </p:cNvPr>
          <p:cNvSpPr txBox="1"/>
          <p:nvPr/>
        </p:nvSpPr>
        <p:spPr>
          <a:xfrm>
            <a:off x="7608020" y="597406"/>
            <a:ext cx="301877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나를 도와 줄 수 있는 파트너는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D73EF0CE-9EDC-4DF0-9D11-09A2B613426A}"/>
              </a:ext>
            </a:extLst>
          </p:cNvPr>
          <p:cNvSpPr txBox="1"/>
          <p:nvPr/>
        </p:nvSpPr>
        <p:spPr>
          <a:xfrm>
            <a:off x="7608020" y="2272471"/>
            <a:ext cx="436048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제공할 가치를 만들기 위해 필요한 비용은 얼마인가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EE66960-5F7D-48CF-A9AF-EAACB5C991DD}"/>
              </a:ext>
            </a:extLst>
          </p:cNvPr>
          <p:cNvSpPr txBox="1"/>
          <p:nvPr/>
        </p:nvSpPr>
        <p:spPr>
          <a:xfrm>
            <a:off x="7608020" y="4282113"/>
            <a:ext cx="28921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고객과 어떤 형태로 관계를 맺을 것인가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CB6D52B4-E255-4B79-BA04-8E809696CF78}"/>
              </a:ext>
            </a:extLst>
          </p:cNvPr>
          <p:cNvSpPr txBox="1"/>
          <p:nvPr/>
        </p:nvSpPr>
        <p:spPr>
          <a:xfrm>
            <a:off x="7608020" y="5957607"/>
            <a:ext cx="348685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을 판매할 채널은 어디인가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38EC3011-B5C7-47F9-B52A-E300D57154DC}"/>
              </a:ext>
            </a:extLst>
          </p:cNvPr>
          <p:cNvSpPr txBox="1"/>
          <p:nvPr/>
        </p:nvSpPr>
        <p:spPr>
          <a:xfrm>
            <a:off x="7608020" y="7625485"/>
            <a:ext cx="39164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고객을 통해 어떻게 수익이 만들어 지는가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얼마인가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34366189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CABBD6A2-4202-4B6C-858E-783BFCB19584}"/>
              </a:ext>
            </a:extLst>
          </p:cNvPr>
          <p:cNvGrpSpPr/>
          <p:nvPr/>
        </p:nvGrpSpPr>
        <p:grpSpPr>
          <a:xfrm>
            <a:off x="15192375" y="539750"/>
            <a:ext cx="7308850" cy="10117138"/>
            <a:chOff x="15319119" y="1417858"/>
            <a:chExt cx="7089499" cy="9010455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8C55CF29-B9C1-4716-9877-91D64F89BC63}"/>
                </a:ext>
              </a:extLst>
            </p:cNvPr>
            <p:cNvSpPr/>
            <p:nvPr/>
          </p:nvSpPr>
          <p:spPr>
            <a:xfrm>
              <a:off x="15331757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633C57D-618A-41CC-9B20-512918B59A5A}"/>
                </a:ext>
              </a:extLst>
            </p:cNvPr>
            <p:cNvSpPr txBox="1"/>
            <p:nvPr/>
          </p:nvSpPr>
          <p:spPr>
            <a:xfrm>
              <a:off x="15337160" y="1434059"/>
              <a:ext cx="1819265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2. I am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나는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무엇을 할 것인가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02AF1CC-9B2E-4E3B-8671-C5F5F3839E46}"/>
                </a:ext>
              </a:extLst>
            </p:cNvPr>
            <p:cNvSpPr/>
            <p:nvPr/>
          </p:nvSpPr>
          <p:spPr>
            <a:xfrm>
              <a:off x="15331445" y="9049824"/>
              <a:ext cx="7077173" cy="137848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11D58E71-6918-445C-83D5-CED5BE72956C}"/>
                </a:ext>
              </a:extLst>
            </p:cNvPr>
            <p:cNvSpPr txBox="1"/>
            <p:nvPr/>
          </p:nvSpPr>
          <p:spPr>
            <a:xfrm>
              <a:off x="15337158" y="9066024"/>
              <a:ext cx="228728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1. Customer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우리의 고객은 누구인가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9BBB1EF8-58F4-484C-9EBA-29351580B26A}"/>
                </a:ext>
              </a:extLst>
            </p:cNvPr>
            <p:cNvSpPr/>
            <p:nvPr/>
          </p:nvSpPr>
          <p:spPr>
            <a:xfrm>
              <a:off x="15319120" y="4933582"/>
              <a:ext cx="7077486" cy="186436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9DE1C1E-2027-4C72-BECD-3257169C4071}"/>
                </a:ext>
              </a:extLst>
            </p:cNvPr>
            <p:cNvSpPr/>
            <p:nvPr/>
          </p:nvSpPr>
          <p:spPr>
            <a:xfrm>
              <a:off x="18916203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D3ED5D4-75F0-49FF-A589-6425A93F369D}"/>
                </a:ext>
              </a:extLst>
            </p:cNvPr>
            <p:cNvSpPr txBox="1"/>
            <p:nvPr/>
          </p:nvSpPr>
          <p:spPr>
            <a:xfrm>
              <a:off x="18927598" y="1434059"/>
              <a:ext cx="280817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7. Partner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나를 도와줄 수 있는 파트너는 누구인가</a:t>
              </a:r>
            </a:p>
          </p:txBody>
        </p:sp>
        <p:sp>
          <p:nvSpPr>
            <p:cNvPr id="11" name="순서도: 다른 페이지 연결선 10">
              <a:extLst>
                <a:ext uri="{FF2B5EF4-FFF2-40B4-BE49-F238E27FC236}">
                  <a16:creationId xmlns:a16="http://schemas.microsoft.com/office/drawing/2014/main" id="{482D54D0-484B-46EC-BB30-06D8FE827207}"/>
                </a:ext>
              </a:extLst>
            </p:cNvPr>
            <p:cNvSpPr/>
            <p:nvPr/>
          </p:nvSpPr>
          <p:spPr>
            <a:xfrm>
              <a:off x="17500929" y="2396188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" name="순서도: 다른 페이지 연결선 11">
              <a:extLst>
                <a:ext uri="{FF2B5EF4-FFF2-40B4-BE49-F238E27FC236}">
                  <a16:creationId xmlns:a16="http://schemas.microsoft.com/office/drawing/2014/main" id="{43EBB7E1-C770-4A80-94F0-AEA02E103D1C}"/>
                </a:ext>
              </a:extLst>
            </p:cNvPr>
            <p:cNvSpPr/>
            <p:nvPr/>
          </p:nvSpPr>
          <p:spPr>
            <a:xfrm rot="10800000">
              <a:off x="17500931" y="5908843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9118795-D5C8-488B-AB8E-653D3A6715EC}"/>
                </a:ext>
              </a:extLst>
            </p:cNvPr>
            <p:cNvSpPr txBox="1"/>
            <p:nvPr/>
          </p:nvSpPr>
          <p:spPr>
            <a:xfrm>
              <a:off x="15319119" y="2780636"/>
              <a:ext cx="173841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Key Activities /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핵심 활동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FF674E7-4A44-4927-A737-18A44667AF80}"/>
                </a:ext>
              </a:extLst>
            </p:cNvPr>
            <p:cNvSpPr txBox="1"/>
            <p:nvPr/>
          </p:nvSpPr>
          <p:spPr>
            <a:xfrm>
              <a:off x="15337158" y="4933581"/>
              <a:ext cx="1907893" cy="35336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3. Value Propositions </a:t>
              </a:r>
            </a:p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고객에게 제공할 가치는 무엇인가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65F38EC-AC43-41CF-95F7-A1CAC3BE29A7}"/>
                </a:ext>
              </a:extLst>
            </p:cNvPr>
            <p:cNvSpPr txBox="1"/>
            <p:nvPr/>
          </p:nvSpPr>
          <p:spPr>
            <a:xfrm>
              <a:off x="15319119" y="6921736"/>
              <a:ext cx="173841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Key Activities /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핵심 활동</a:t>
              </a: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728268C6-A9F6-405A-893D-4228E09477DC}"/>
                </a:ext>
              </a:extLst>
            </p:cNvPr>
            <p:cNvSpPr/>
            <p:nvPr/>
          </p:nvSpPr>
          <p:spPr>
            <a:xfrm>
              <a:off x="15331755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5BD79F9E-C87D-4BB2-9E0A-AA60A07A4E1F}"/>
                </a:ext>
              </a:extLst>
            </p:cNvPr>
            <p:cNvSpPr/>
            <p:nvPr/>
          </p:nvSpPr>
          <p:spPr>
            <a:xfrm>
              <a:off x="19979112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2FFA3E7B-A2E0-416F-AA57-FFC96BD0EA6A}"/>
                </a:ext>
              </a:extLst>
            </p:cNvPr>
            <p:cNvSpPr/>
            <p:nvPr/>
          </p:nvSpPr>
          <p:spPr>
            <a:xfrm>
              <a:off x="15331755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2E0A664-5388-489D-A503-3A0036484E93}"/>
                </a:ext>
              </a:extLst>
            </p:cNvPr>
            <p:cNvSpPr/>
            <p:nvPr/>
          </p:nvSpPr>
          <p:spPr>
            <a:xfrm>
              <a:off x="19979112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7E29D10-A4F4-4EB0-89EF-6DC3E3D44C43}"/>
                </a:ext>
              </a:extLst>
            </p:cNvPr>
            <p:cNvSpPr txBox="1"/>
            <p:nvPr/>
          </p:nvSpPr>
          <p:spPr>
            <a:xfrm>
              <a:off x="17503065" y="6517362"/>
              <a:ext cx="242256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11. Revenue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수익은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어떻게 만들어 지는가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A900179-F455-4094-BEF1-106839A404EE}"/>
                </a:ext>
              </a:extLst>
            </p:cNvPr>
            <p:cNvSpPr txBox="1"/>
            <p:nvPr/>
          </p:nvSpPr>
          <p:spPr>
            <a:xfrm>
              <a:off x="19979111" y="2744734"/>
              <a:ext cx="204006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Activity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고객을 만나기 위한 활동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29B9075-4326-4E3D-B358-46BE1A810E2B}"/>
                </a:ext>
              </a:extLst>
            </p:cNvPr>
            <p:cNvSpPr txBox="1"/>
            <p:nvPr/>
          </p:nvSpPr>
          <p:spPr>
            <a:xfrm>
              <a:off x="15343773" y="6916403"/>
              <a:ext cx="205405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9. Relationship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고객과의 관계 형성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00790BB-52F9-40D4-A2B9-694B29E68EDD}"/>
                </a:ext>
              </a:extLst>
            </p:cNvPr>
            <p:cNvSpPr txBox="1"/>
            <p:nvPr/>
          </p:nvSpPr>
          <p:spPr>
            <a:xfrm>
              <a:off x="19979112" y="6860977"/>
              <a:ext cx="147718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10. Channels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판매 채널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8775A75-E3CA-4040-8365-1379B83C7C1A}"/>
                </a:ext>
              </a:extLst>
            </p:cNvPr>
            <p:cNvSpPr txBox="1"/>
            <p:nvPr/>
          </p:nvSpPr>
          <p:spPr>
            <a:xfrm>
              <a:off x="17503065" y="2396187"/>
              <a:ext cx="226240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8. Cost </a:t>
              </a:r>
              <a:r>
                <a:rPr lang="ko-KR" altLang="en-US" sz="1000" dirty="0" err="1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밸류를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만들기 위해 필요한 비용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C0C2CF4-39A1-4F1C-A02B-165DF1E6FB17}"/>
                </a:ext>
              </a:extLst>
            </p:cNvPr>
            <p:cNvSpPr txBox="1"/>
            <p:nvPr/>
          </p:nvSpPr>
          <p:spPr>
            <a:xfrm>
              <a:off x="15358572" y="2744734"/>
              <a:ext cx="146474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5. Resources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활용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자원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8061DC3-C396-48AF-82CA-37F1DAEC5584}"/>
                </a:ext>
              </a:extLst>
            </p:cNvPr>
            <p:cNvSpPr txBox="1"/>
            <p:nvPr/>
          </p:nvSpPr>
          <p:spPr>
            <a:xfrm>
              <a:off x="20201680" y="4933581"/>
              <a:ext cx="1893900" cy="35336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4. Positioning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endPara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고객에게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어떻게 평가 될 것인가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030D87AA-E878-4EF8-8663-201B9ED64FA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69A9CE37-A8BE-4348-8E0D-A37D3BA243DE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1" name="모서리가 둥근 직사각형 499">
              <a:extLst>
                <a:ext uri="{FF2B5EF4-FFF2-40B4-BE49-F238E27FC236}">
                  <a16:creationId xmlns:a16="http://schemas.microsoft.com/office/drawing/2014/main" id="{DB2C5B03-23E4-41A3-8477-065D0A1590C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FE6D141D-DA71-42C1-8C81-C77375FD473A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BEF4002A-007D-4A17-B80F-9A515DF38B6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FCFC7360-B2F3-43A9-9356-750997985672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7E08E6D2-E033-46E8-B108-36E700AEA8C8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B328263B-B764-444B-A351-CD38F1A3916E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D6069915-B32D-4161-8AA0-FABC50C7E791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8A149CB-3FA4-44E2-91B9-911E547E569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7318DD6B-D029-4FC3-A2C8-74E9FD63BEA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BE3EDFF2-58E9-49A8-BDEB-E0175546977B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CF7C135-D528-4153-9132-E758AAEFF8F4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37667D2-99B9-49C0-9FF1-389DA4F63F83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FDE0876D-F141-44FA-A2AF-C13D388D31B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30E3F2E-5F38-49BE-ACA6-53C3177E74E1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37B810B-406F-4CD8-8F7C-AB266AF30ECF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1727F223-E679-409D-A5A2-47D788095F6D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0AF8BC10-6DBC-4F73-A3A5-4885FB9C57F9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BC2BA536-56FC-44CF-A8C5-E827C9B348E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1CEFB9F-03A9-4E53-867C-91A49BA935F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5818DC83-7921-4393-BE5B-BF11534F9428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65C1D416-91A7-48FC-B66B-1C046C2479A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42F7D92-3374-4C6F-AFD5-81F20F07C932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94E1E34E-B6E6-43CD-B136-C5BF718B9BE0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7BEBB5EF-0FB4-421D-A2C8-419291CC187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345D9625-3ECC-483D-88CC-326F96B0886B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B1DEA4F6-DAC3-4E7C-AF45-47B978F0D6BE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49165E48-75AB-4EFD-A095-5F7E6A4B12C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318DDF0F-117F-42D2-A933-DAA24AE0C8F3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F90B3A71-2153-4630-ABDE-820D7595BE45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93D861B5-3FD9-4496-B55C-A4B19DF9C21A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F560E02-215E-440E-A802-995425378D3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8EEA3852-BA89-4B02-B358-5B0B315856D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E55B6A8-49C7-4DBE-8B26-36C245E4356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B9192B0B-DC98-4EE8-9B03-6C23FEEFE7DB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D3A0D7E-E6F9-4458-BDBA-42F90709A24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2DB565C8-F63E-4F5B-8C5B-12BF732C241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908ACA6D-203C-4FCD-BA4A-E1B1D7C0457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9A8A320A-3253-4AE9-A835-D9FEF8224FB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DE0EB8F4-1E42-43EA-B9B5-CCF31860CB86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6571926-C479-447E-A901-907B3772B66F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4B331113-D851-4B17-8BC4-BF2534876524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091889F0-7475-44CD-AC4D-3E2E55DA0D0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5557CD9-8849-44C8-B850-80875111734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F5EE20A9-B1C0-4BC0-B17A-C17F31878BBF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2D8E777F-C03E-46B2-B10D-C16DDD3A5614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3AFAEE1-4F7F-4048-B767-7DBEE41A404D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6F5C1976-42AE-4F26-B08E-CEB31BB35CB5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B0709A7B-DC3B-46BE-BB00-3083ABC586B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9A829661-9FE4-4113-8D9E-4EF1BC6AF296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8AEEC103-269A-43B9-9CF6-1EA83223C2F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55831678-7D3F-432C-8B26-B7BEDF6BCE52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88BF78C1-90A4-4CE5-9F85-FD18B530F3DA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75C335DB-66D9-4676-90E1-0F9B8B0C331E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649951A-2450-411E-BB31-8FBC08EBD738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984AE4D6-EDF6-4290-B0B6-CE96CA7E95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4AE7209D-AC33-48E0-A99C-DB41122E8590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87" name="모서리가 둥근 직사각형 499">
              <a:extLst>
                <a:ext uri="{FF2B5EF4-FFF2-40B4-BE49-F238E27FC236}">
                  <a16:creationId xmlns:a16="http://schemas.microsoft.com/office/drawing/2014/main" id="{96880DAD-E792-4CFE-8A29-3A9E3782709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C3F2E7CD-319E-4FC3-B03C-D6B169AC149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ACCE874-00AE-4F55-B3F6-6A8FBB182CE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D671E398-A4D0-4188-B2BD-292A37D6301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51411605-EEB5-4C65-838C-F57560F23C4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2944369-A4A6-44E5-BAB3-166E0C729E27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581EFFB2-4041-4B09-9680-300D75662F93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1157F8A-C7BB-42C4-A9AB-CDD46EEEB868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7DFB4008-CDA3-4A1F-9315-A2D3285F0F87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17148D89-BD7A-413D-972A-9C11820913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1FF4167B-CCB1-450C-8785-7AC9140C96E0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7EF966E5-15AE-4A1F-B0D7-C909A1298BD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83A0F8-C154-4111-AEC4-FD39E7BC3E27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D1F2A451-FEE6-4A0A-B35A-8B82B64AD340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C5C1423-1B65-498F-BA76-AB2F0923B0A2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D9F2494-D475-48D8-87C0-BAC14D8E9073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99175C81-072F-451C-8328-74410777414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19F718BB-4B35-4190-951E-054B315E413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F610C77F-39DC-4E2E-9C50-BC179F6290E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95E17D3D-0C32-437A-8B39-2E4D934C776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CC6CCF8E-7187-4878-BEEF-A0C906719D1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78F0B00-1D36-4D7A-8BC3-3402F471677F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7F9315B3-EEE1-4D2E-AEC2-45565F2AF0DD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FB08F17A-235D-46CF-9839-FF00D911CB1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C1B7ABCE-9932-4461-A82D-6F4617444F52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B0E31AE7-8B22-4E9C-8418-F4621BD6060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E7B21E2-FC91-4D5F-BF48-5A2D9404D62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C3A078F4-E1A9-424A-BD6B-4293A3880E00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F624AA81-94EE-4CF2-A0DC-E55C8030421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35916D95-5AC9-4008-887A-A0329281FFE9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C2585A9F-2411-43BB-8D91-D9EEEE23F71E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F02ED5E5-2785-490F-8F29-536C886BF71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7A74C232-1F2D-4923-B9A4-C973B98B8B9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CA9D5F1-8613-4C25-ACFB-C9DB59EE0B4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7E8B7805-CF8E-4B81-96CC-AEF67DD63E5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506F1D9D-691A-4B0C-9B6E-4705F42011FC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A9AF189-E23C-447C-A517-7467920E7BD1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72E895C7-EEF7-44E1-9A91-EF1A5DDCD93B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B4C0659-B3C2-4972-948A-05BC382B36B3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D0032AFE-B886-41BF-9F17-A8F0E86D3162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7BC45E3B-9ED2-4790-A941-B4EA65A3036D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FAC86A81-AA05-4FEF-931C-E0D07F3D1E49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10D01203-2444-49C4-9FEC-292AD05E5D8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3DCCD7B-47F2-4A5B-8BB6-379F21FBB37C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D0196739-69D5-4ED6-993C-A234EBFEEBC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637C0F1E-422A-4F82-9AFB-CCDD8DACA6AB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573946E1-B5C6-4148-96C9-B8BB0FA7CD17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6AB5628B-5C10-4FF9-A114-A0F74681BF50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81107AD1-D2A1-43BB-8524-FD7CB1CF9BA7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FA09E5D0-78A3-4DBB-95EA-E3D2E2CD022F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B40586C-11B9-482E-9E2C-229C6CCAF0E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F4916788-3068-4100-9BF6-8BAA2C1D5D9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6344D89C-11DC-406E-A54D-9356DC54B2C1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EA42A52-A940-4340-B7D7-6AB8DCC63E19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04D39362-BF51-4610-87C1-A7E7F5B8BB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52A8C7E6-EF5F-4BE4-831F-CE219EC02EDB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4" name="그림 143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97828668-4DD7-4361-AC59-D4B48A68A44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5" name="직사각형 144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1E60B5B9-D4DB-4471-877B-B41B42F02653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6" name="직사각형 145">
            <a:hlinkClick r:id="rId5" action="ppaction://hlinksldjump"/>
            <a:extLst>
              <a:ext uri="{FF2B5EF4-FFF2-40B4-BE49-F238E27FC236}">
                <a16:creationId xmlns:a16="http://schemas.microsoft.com/office/drawing/2014/main" id="{639B1132-C287-4E29-9CED-9BC3DFF5C82F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7" name="직사각형 14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FDBEB7B-D0A3-44E9-8459-AB9100AE48D9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8" name="직사각형 14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A0CA71E-5641-43A3-B6B1-CB0F1F1CBDE1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9" name="직사각형 14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3D04F03-96CD-44CA-B3E4-6C47B06A0A2E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E9070DCF-A909-491E-A899-56C887D23391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324CEAB5-59D7-45D1-B5E2-05EA4807B9DC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7CBF3FE5-CD70-459A-8166-BC075469CD6C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22D5112A-8027-44BA-9038-C518AE640409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2FADDA41-35C1-47FB-9495-10FB934E9F03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705058AD-43AC-4251-A760-08BBBEBD4F6C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6B003FF2-66A1-4FBB-B9E2-E6F26876F7E0}"/>
              </a:ext>
            </a:extLst>
          </p:cNvPr>
          <p:cNvSpPr txBox="1"/>
          <p:nvPr/>
        </p:nvSpPr>
        <p:spPr>
          <a:xfrm>
            <a:off x="179388" y="597407"/>
            <a:ext cx="20168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고객은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C9F8684D-4E8C-470A-AECD-23C8EE3E3B0A}"/>
              </a:ext>
            </a:extLst>
          </p:cNvPr>
          <p:cNvSpPr txBox="1"/>
          <p:nvPr/>
        </p:nvSpPr>
        <p:spPr>
          <a:xfrm>
            <a:off x="179388" y="2272471"/>
            <a:ext cx="40110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나는 무엇을 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무엇을 제공할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03870AA9-A619-49D1-85BE-22123C16A036}"/>
              </a:ext>
            </a:extLst>
          </p:cNvPr>
          <p:cNvSpPr txBox="1"/>
          <p:nvPr/>
        </p:nvSpPr>
        <p:spPr>
          <a:xfrm>
            <a:off x="179388" y="3608903"/>
            <a:ext cx="26003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제공할 가치는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48E7BD30-395D-4CAC-9ADF-F819F35DFA8F}"/>
              </a:ext>
            </a:extLst>
          </p:cNvPr>
          <p:cNvSpPr txBox="1"/>
          <p:nvPr/>
        </p:nvSpPr>
        <p:spPr>
          <a:xfrm>
            <a:off x="179388" y="4607870"/>
            <a:ext cx="26436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어떻게 평가 받고 싶은가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21B193B8-2CC5-4A0A-9C42-4F8E39103F17}"/>
              </a:ext>
            </a:extLst>
          </p:cNvPr>
          <p:cNvSpPr txBox="1"/>
          <p:nvPr/>
        </p:nvSpPr>
        <p:spPr>
          <a:xfrm>
            <a:off x="179388" y="5946451"/>
            <a:ext cx="28921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우리가 활용할 수 있는 자원은 무엇인가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DA6D8CCB-E096-4A3D-B747-98CEF512CEFF}"/>
              </a:ext>
            </a:extLst>
          </p:cNvPr>
          <p:cNvSpPr txBox="1"/>
          <p:nvPr/>
        </p:nvSpPr>
        <p:spPr>
          <a:xfrm>
            <a:off x="179388" y="7289917"/>
            <a:ext cx="392767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가치를 전달하기 위해 어떤 활동을 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A705D879-BDFB-4668-8B7C-18D87A4F877A}"/>
              </a:ext>
            </a:extLst>
          </p:cNvPr>
          <p:cNvSpPr txBox="1"/>
          <p:nvPr/>
        </p:nvSpPr>
        <p:spPr>
          <a:xfrm>
            <a:off x="7608020" y="597406"/>
            <a:ext cx="301877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나를 도와 줄 수 있는 파트너는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355A2DE4-E6AC-49A9-8270-5B115D6C3C1F}"/>
              </a:ext>
            </a:extLst>
          </p:cNvPr>
          <p:cNvSpPr txBox="1"/>
          <p:nvPr/>
        </p:nvSpPr>
        <p:spPr>
          <a:xfrm>
            <a:off x="7608020" y="2272471"/>
            <a:ext cx="436048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제공할 가치를 만들기 위해 필요한 비용은 얼마인가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B550D428-6BE4-4A94-96C6-96D71A626168}"/>
              </a:ext>
            </a:extLst>
          </p:cNvPr>
          <p:cNvSpPr txBox="1"/>
          <p:nvPr/>
        </p:nvSpPr>
        <p:spPr>
          <a:xfrm>
            <a:off x="7608020" y="4282113"/>
            <a:ext cx="28921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고객과 어떤 형태로 관계를 맺을 것인가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C3C0421A-659C-40D2-A633-D51BF5BD72AE}"/>
              </a:ext>
            </a:extLst>
          </p:cNvPr>
          <p:cNvSpPr txBox="1"/>
          <p:nvPr/>
        </p:nvSpPr>
        <p:spPr>
          <a:xfrm>
            <a:off x="7608020" y="5957607"/>
            <a:ext cx="348685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을 판매할 채널은 어디인가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2E4F20A2-0B47-486B-8D51-EF62250E67D7}"/>
              </a:ext>
            </a:extLst>
          </p:cNvPr>
          <p:cNvSpPr txBox="1"/>
          <p:nvPr/>
        </p:nvSpPr>
        <p:spPr>
          <a:xfrm>
            <a:off x="7608020" y="7625485"/>
            <a:ext cx="39164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고객을 통해 어떻게 수익이 만들어 지는가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얼마인가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084273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CABBD6A2-4202-4B6C-858E-783BFCB19584}"/>
              </a:ext>
            </a:extLst>
          </p:cNvPr>
          <p:cNvGrpSpPr/>
          <p:nvPr/>
        </p:nvGrpSpPr>
        <p:grpSpPr>
          <a:xfrm>
            <a:off x="15192375" y="539750"/>
            <a:ext cx="7308850" cy="10117138"/>
            <a:chOff x="15319119" y="1417858"/>
            <a:chExt cx="7089499" cy="9010455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8C55CF29-B9C1-4716-9877-91D64F89BC63}"/>
                </a:ext>
              </a:extLst>
            </p:cNvPr>
            <p:cNvSpPr/>
            <p:nvPr/>
          </p:nvSpPr>
          <p:spPr>
            <a:xfrm>
              <a:off x="15331757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633C57D-618A-41CC-9B20-512918B59A5A}"/>
                </a:ext>
              </a:extLst>
            </p:cNvPr>
            <p:cNvSpPr txBox="1"/>
            <p:nvPr/>
          </p:nvSpPr>
          <p:spPr>
            <a:xfrm>
              <a:off x="15337160" y="1434059"/>
              <a:ext cx="1819265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2. I am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나는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무엇을 할 것인가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02AF1CC-9B2E-4E3B-8671-C5F5F3839E46}"/>
                </a:ext>
              </a:extLst>
            </p:cNvPr>
            <p:cNvSpPr/>
            <p:nvPr/>
          </p:nvSpPr>
          <p:spPr>
            <a:xfrm>
              <a:off x="15331445" y="9049824"/>
              <a:ext cx="7077173" cy="137848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11D58E71-6918-445C-83D5-CED5BE72956C}"/>
                </a:ext>
              </a:extLst>
            </p:cNvPr>
            <p:cNvSpPr txBox="1"/>
            <p:nvPr/>
          </p:nvSpPr>
          <p:spPr>
            <a:xfrm>
              <a:off x="15337158" y="9066024"/>
              <a:ext cx="228728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1. Customer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우리의 고객은 누구인가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9BBB1EF8-58F4-484C-9EBA-29351580B26A}"/>
                </a:ext>
              </a:extLst>
            </p:cNvPr>
            <p:cNvSpPr/>
            <p:nvPr/>
          </p:nvSpPr>
          <p:spPr>
            <a:xfrm>
              <a:off x="15319120" y="4933582"/>
              <a:ext cx="7077486" cy="186436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9DE1C1E-2027-4C72-BECD-3257169C4071}"/>
                </a:ext>
              </a:extLst>
            </p:cNvPr>
            <p:cNvSpPr/>
            <p:nvPr/>
          </p:nvSpPr>
          <p:spPr>
            <a:xfrm>
              <a:off x="18916203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D3ED5D4-75F0-49FF-A589-6425A93F369D}"/>
                </a:ext>
              </a:extLst>
            </p:cNvPr>
            <p:cNvSpPr txBox="1"/>
            <p:nvPr/>
          </p:nvSpPr>
          <p:spPr>
            <a:xfrm>
              <a:off x="18927598" y="1434059"/>
              <a:ext cx="280817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7. Partner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나를 도와줄 수 있는 파트너는 누구인가</a:t>
              </a:r>
            </a:p>
          </p:txBody>
        </p:sp>
        <p:sp>
          <p:nvSpPr>
            <p:cNvPr id="11" name="순서도: 다른 페이지 연결선 10">
              <a:extLst>
                <a:ext uri="{FF2B5EF4-FFF2-40B4-BE49-F238E27FC236}">
                  <a16:creationId xmlns:a16="http://schemas.microsoft.com/office/drawing/2014/main" id="{482D54D0-484B-46EC-BB30-06D8FE827207}"/>
                </a:ext>
              </a:extLst>
            </p:cNvPr>
            <p:cNvSpPr/>
            <p:nvPr/>
          </p:nvSpPr>
          <p:spPr>
            <a:xfrm>
              <a:off x="17500929" y="2396188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" name="순서도: 다른 페이지 연결선 11">
              <a:extLst>
                <a:ext uri="{FF2B5EF4-FFF2-40B4-BE49-F238E27FC236}">
                  <a16:creationId xmlns:a16="http://schemas.microsoft.com/office/drawing/2014/main" id="{43EBB7E1-C770-4A80-94F0-AEA02E103D1C}"/>
                </a:ext>
              </a:extLst>
            </p:cNvPr>
            <p:cNvSpPr/>
            <p:nvPr/>
          </p:nvSpPr>
          <p:spPr>
            <a:xfrm rot="10800000">
              <a:off x="17500931" y="5908843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9118795-D5C8-488B-AB8E-653D3A6715EC}"/>
                </a:ext>
              </a:extLst>
            </p:cNvPr>
            <p:cNvSpPr txBox="1"/>
            <p:nvPr/>
          </p:nvSpPr>
          <p:spPr>
            <a:xfrm>
              <a:off x="15319119" y="2780636"/>
              <a:ext cx="173841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Key Activities /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핵심 활동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FF674E7-4A44-4927-A737-18A44667AF80}"/>
                </a:ext>
              </a:extLst>
            </p:cNvPr>
            <p:cNvSpPr txBox="1"/>
            <p:nvPr/>
          </p:nvSpPr>
          <p:spPr>
            <a:xfrm>
              <a:off x="15337158" y="4933581"/>
              <a:ext cx="1907893" cy="35336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3. Value Propositions </a:t>
              </a:r>
            </a:p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고객에게 제공할 가치는 무엇인가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65F38EC-AC43-41CF-95F7-A1CAC3BE29A7}"/>
                </a:ext>
              </a:extLst>
            </p:cNvPr>
            <p:cNvSpPr txBox="1"/>
            <p:nvPr/>
          </p:nvSpPr>
          <p:spPr>
            <a:xfrm>
              <a:off x="15319119" y="6921736"/>
              <a:ext cx="173841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Key Activities /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핵심 활동</a:t>
              </a: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728268C6-A9F6-405A-893D-4228E09477DC}"/>
                </a:ext>
              </a:extLst>
            </p:cNvPr>
            <p:cNvSpPr/>
            <p:nvPr/>
          </p:nvSpPr>
          <p:spPr>
            <a:xfrm>
              <a:off x="15331755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5BD79F9E-C87D-4BB2-9E0A-AA60A07A4E1F}"/>
                </a:ext>
              </a:extLst>
            </p:cNvPr>
            <p:cNvSpPr/>
            <p:nvPr/>
          </p:nvSpPr>
          <p:spPr>
            <a:xfrm>
              <a:off x="19979112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2FFA3E7B-A2E0-416F-AA57-FFC96BD0EA6A}"/>
                </a:ext>
              </a:extLst>
            </p:cNvPr>
            <p:cNvSpPr/>
            <p:nvPr/>
          </p:nvSpPr>
          <p:spPr>
            <a:xfrm>
              <a:off x="15331755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2E0A664-5388-489D-A503-3A0036484E93}"/>
                </a:ext>
              </a:extLst>
            </p:cNvPr>
            <p:cNvSpPr/>
            <p:nvPr/>
          </p:nvSpPr>
          <p:spPr>
            <a:xfrm>
              <a:off x="19979112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7E29D10-A4F4-4EB0-89EF-6DC3E3D44C43}"/>
                </a:ext>
              </a:extLst>
            </p:cNvPr>
            <p:cNvSpPr txBox="1"/>
            <p:nvPr/>
          </p:nvSpPr>
          <p:spPr>
            <a:xfrm>
              <a:off x="17503065" y="6517362"/>
              <a:ext cx="242256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11. Revenue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수익은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어떻게 만들어 지는가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A900179-F455-4094-BEF1-106839A404EE}"/>
                </a:ext>
              </a:extLst>
            </p:cNvPr>
            <p:cNvSpPr txBox="1"/>
            <p:nvPr/>
          </p:nvSpPr>
          <p:spPr>
            <a:xfrm>
              <a:off x="19979111" y="2744734"/>
              <a:ext cx="204006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Activity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고객을 만나기 위한 활동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29B9075-4326-4E3D-B358-46BE1A810E2B}"/>
                </a:ext>
              </a:extLst>
            </p:cNvPr>
            <p:cNvSpPr txBox="1"/>
            <p:nvPr/>
          </p:nvSpPr>
          <p:spPr>
            <a:xfrm>
              <a:off x="15343773" y="6916403"/>
              <a:ext cx="205405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9. Relationship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고객과의 관계 형성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00790BB-52F9-40D4-A2B9-694B29E68EDD}"/>
                </a:ext>
              </a:extLst>
            </p:cNvPr>
            <p:cNvSpPr txBox="1"/>
            <p:nvPr/>
          </p:nvSpPr>
          <p:spPr>
            <a:xfrm>
              <a:off x="19979112" y="6860977"/>
              <a:ext cx="147718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10. Channels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판매 채널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8775A75-E3CA-4040-8365-1379B83C7C1A}"/>
                </a:ext>
              </a:extLst>
            </p:cNvPr>
            <p:cNvSpPr txBox="1"/>
            <p:nvPr/>
          </p:nvSpPr>
          <p:spPr>
            <a:xfrm>
              <a:off x="17503065" y="2396187"/>
              <a:ext cx="226240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8. Cost </a:t>
              </a:r>
              <a:r>
                <a:rPr lang="ko-KR" altLang="en-US" sz="1000" dirty="0" err="1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밸류를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만들기 위해 필요한 비용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C0C2CF4-39A1-4F1C-A02B-165DF1E6FB17}"/>
                </a:ext>
              </a:extLst>
            </p:cNvPr>
            <p:cNvSpPr txBox="1"/>
            <p:nvPr/>
          </p:nvSpPr>
          <p:spPr>
            <a:xfrm>
              <a:off x="15358572" y="2744734"/>
              <a:ext cx="146474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5. Resources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활용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자원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8061DC3-C396-48AF-82CA-37F1DAEC5584}"/>
                </a:ext>
              </a:extLst>
            </p:cNvPr>
            <p:cNvSpPr txBox="1"/>
            <p:nvPr/>
          </p:nvSpPr>
          <p:spPr>
            <a:xfrm>
              <a:off x="20201680" y="4933581"/>
              <a:ext cx="1893900" cy="35336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4. Positioning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endPara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고객에게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어떻게 평가 될 것인가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030D87AA-E878-4EF8-8663-201B9ED64FA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69A9CE37-A8BE-4348-8E0D-A37D3BA243DE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1" name="모서리가 둥근 직사각형 499">
              <a:extLst>
                <a:ext uri="{FF2B5EF4-FFF2-40B4-BE49-F238E27FC236}">
                  <a16:creationId xmlns:a16="http://schemas.microsoft.com/office/drawing/2014/main" id="{DB2C5B03-23E4-41A3-8477-065D0A1590C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FE6D141D-DA71-42C1-8C81-C77375FD473A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BEF4002A-007D-4A17-B80F-9A515DF38B6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FCFC7360-B2F3-43A9-9356-750997985672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7E08E6D2-E033-46E8-B108-36E700AEA8C8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B328263B-B764-444B-A351-CD38F1A3916E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D6069915-B32D-4161-8AA0-FABC50C7E791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8A149CB-3FA4-44E2-91B9-911E547E569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7318DD6B-D029-4FC3-A2C8-74E9FD63BEA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BE3EDFF2-58E9-49A8-BDEB-E0175546977B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CF7C135-D528-4153-9132-E758AAEFF8F4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37667D2-99B9-49C0-9FF1-389DA4F63F83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FDE0876D-F141-44FA-A2AF-C13D388D31B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30E3F2E-5F38-49BE-ACA6-53C3177E74E1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37B810B-406F-4CD8-8F7C-AB266AF30ECF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1727F223-E679-409D-A5A2-47D788095F6D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0AF8BC10-6DBC-4F73-A3A5-4885FB9C57F9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BC2BA536-56FC-44CF-A8C5-E827C9B348E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1CEFB9F-03A9-4E53-867C-91A49BA935F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5818DC83-7921-4393-BE5B-BF11534F9428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65C1D416-91A7-48FC-B66B-1C046C2479A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42F7D92-3374-4C6F-AFD5-81F20F07C932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94E1E34E-B6E6-43CD-B136-C5BF718B9BE0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7BEBB5EF-0FB4-421D-A2C8-419291CC187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345D9625-3ECC-483D-88CC-326F96B0886B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B1DEA4F6-DAC3-4E7C-AF45-47B978F0D6BE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49165E48-75AB-4EFD-A095-5F7E6A4B12C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318DDF0F-117F-42D2-A933-DAA24AE0C8F3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F90B3A71-2153-4630-ABDE-820D7595BE45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93D861B5-3FD9-4496-B55C-A4B19DF9C21A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F560E02-215E-440E-A802-995425378D3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8EEA3852-BA89-4B02-B358-5B0B315856D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E55B6A8-49C7-4DBE-8B26-36C245E4356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B9192B0B-DC98-4EE8-9B03-6C23FEEFE7DB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D3A0D7E-E6F9-4458-BDBA-42F90709A24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2DB565C8-F63E-4F5B-8C5B-12BF732C241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908ACA6D-203C-4FCD-BA4A-E1B1D7C0457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9A8A320A-3253-4AE9-A835-D9FEF8224FB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DE0EB8F4-1E42-43EA-B9B5-CCF31860CB86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6571926-C479-447E-A901-907B3772B66F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4B331113-D851-4B17-8BC4-BF2534876524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091889F0-7475-44CD-AC4D-3E2E55DA0D0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5557CD9-8849-44C8-B850-80875111734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F5EE20A9-B1C0-4BC0-B17A-C17F31878BBF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2D8E777F-C03E-46B2-B10D-C16DDD3A5614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3AFAEE1-4F7F-4048-B767-7DBEE41A404D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6F5C1976-42AE-4F26-B08E-CEB31BB35CB5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B0709A7B-DC3B-46BE-BB00-3083ABC586B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9A829661-9FE4-4113-8D9E-4EF1BC6AF296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8AEEC103-269A-43B9-9CF6-1EA83223C2F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55831678-7D3F-432C-8B26-B7BEDF6BCE52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88BF78C1-90A4-4CE5-9F85-FD18B530F3DA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75C335DB-66D9-4676-90E1-0F9B8B0C331E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649951A-2450-411E-BB31-8FBC08EBD738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984AE4D6-EDF6-4290-B0B6-CE96CA7E95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4AE7209D-AC33-48E0-A99C-DB41122E8590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87" name="모서리가 둥근 직사각형 499">
              <a:extLst>
                <a:ext uri="{FF2B5EF4-FFF2-40B4-BE49-F238E27FC236}">
                  <a16:creationId xmlns:a16="http://schemas.microsoft.com/office/drawing/2014/main" id="{96880DAD-E792-4CFE-8A29-3A9E3782709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C3F2E7CD-319E-4FC3-B03C-D6B169AC149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ACCE874-00AE-4F55-B3F6-6A8FBB182CE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D671E398-A4D0-4188-B2BD-292A37D6301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51411605-EEB5-4C65-838C-F57560F23C4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2944369-A4A6-44E5-BAB3-166E0C729E27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581EFFB2-4041-4B09-9680-300D75662F93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1157F8A-C7BB-42C4-A9AB-CDD46EEEB868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7DFB4008-CDA3-4A1F-9315-A2D3285F0F87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17148D89-BD7A-413D-972A-9C11820913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1FF4167B-CCB1-450C-8785-7AC9140C96E0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7EF966E5-15AE-4A1F-B0D7-C909A1298BD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83A0F8-C154-4111-AEC4-FD39E7BC3E27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D1F2A451-FEE6-4A0A-B35A-8B82B64AD340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C5C1423-1B65-498F-BA76-AB2F0923B0A2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D9F2494-D475-48D8-87C0-BAC14D8E9073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99175C81-072F-451C-8328-74410777414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19F718BB-4B35-4190-951E-054B315E413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F610C77F-39DC-4E2E-9C50-BC179F6290E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95E17D3D-0C32-437A-8B39-2E4D934C776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CC6CCF8E-7187-4878-BEEF-A0C906719D1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78F0B00-1D36-4D7A-8BC3-3402F471677F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7F9315B3-EEE1-4D2E-AEC2-45565F2AF0DD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FB08F17A-235D-46CF-9839-FF00D911CB1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C1B7ABCE-9932-4461-A82D-6F4617444F52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B0E31AE7-8B22-4E9C-8418-F4621BD6060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E7B21E2-FC91-4D5F-BF48-5A2D9404D62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C3A078F4-E1A9-424A-BD6B-4293A3880E00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F624AA81-94EE-4CF2-A0DC-E55C8030421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35916D95-5AC9-4008-887A-A0329281FFE9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C2585A9F-2411-43BB-8D91-D9EEEE23F71E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F02ED5E5-2785-490F-8F29-536C886BF71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7A74C232-1F2D-4923-B9A4-C973B98B8B9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CA9D5F1-8613-4C25-ACFB-C9DB59EE0B4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7E8B7805-CF8E-4B81-96CC-AEF67DD63E5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506F1D9D-691A-4B0C-9B6E-4705F42011FC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A9AF189-E23C-447C-A517-7467920E7BD1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72E895C7-EEF7-44E1-9A91-EF1A5DDCD93B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B4C0659-B3C2-4972-948A-05BC382B36B3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D0032AFE-B886-41BF-9F17-A8F0E86D3162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7BC45E3B-9ED2-4790-A941-B4EA65A3036D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FAC86A81-AA05-4FEF-931C-E0D07F3D1E49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10D01203-2444-49C4-9FEC-292AD05E5D8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3DCCD7B-47F2-4A5B-8BB6-379F21FBB37C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D0196739-69D5-4ED6-993C-A234EBFEEBC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637C0F1E-422A-4F82-9AFB-CCDD8DACA6AB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573946E1-B5C6-4148-96C9-B8BB0FA7CD17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6AB5628B-5C10-4FF9-A114-A0F74681BF50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81107AD1-D2A1-43BB-8524-FD7CB1CF9BA7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FA09E5D0-78A3-4DBB-95EA-E3D2E2CD022F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B40586C-11B9-482E-9E2C-229C6CCAF0E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F4916788-3068-4100-9BF6-8BAA2C1D5D9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6344D89C-11DC-406E-A54D-9356DC54B2C1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EA42A52-A940-4340-B7D7-6AB8DCC63E19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04D39362-BF51-4610-87C1-A7E7F5B8BB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DF43E71D-4C42-4B9A-B264-BD852EEC1D89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4" name="그림 143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3DCA9A1E-78FF-4DC1-AF7A-96082C0044B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5" name="직사각형 144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B1300340-C1E0-4428-884D-E9592039F45D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6" name="직사각형 145">
            <a:hlinkClick r:id="rId5" action="ppaction://hlinksldjump"/>
            <a:extLst>
              <a:ext uri="{FF2B5EF4-FFF2-40B4-BE49-F238E27FC236}">
                <a16:creationId xmlns:a16="http://schemas.microsoft.com/office/drawing/2014/main" id="{215A614A-26B5-47EC-9FF7-AD9BE48C1A07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7" name="직사각형 14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A837B70-C935-4C39-B9CA-FB09DE0CE15B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8" name="직사각형 14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26640B6-90A3-40DB-A6D2-226778DCBDEC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9" name="직사각형 14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53955E9-0078-44B9-9E4F-1B4A26671505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0B729407-2596-49B5-AA30-86957D7FBAB8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C7302AC3-0704-437C-9C2D-ED2CB77C83C8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7C0D6328-93AA-4EE2-8ED4-D4A44CA8A3EF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6AD12913-160A-41B3-9486-FDFCB5AEE63A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4C5C8938-1E3F-4907-A8D8-04D243064F21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4DE20AA1-05AE-4359-8BDC-AC2D4948F294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D18C3DDC-91DF-4520-B6A8-719180601F56}"/>
              </a:ext>
            </a:extLst>
          </p:cNvPr>
          <p:cNvSpPr txBox="1"/>
          <p:nvPr/>
        </p:nvSpPr>
        <p:spPr>
          <a:xfrm>
            <a:off x="179388" y="597407"/>
            <a:ext cx="20168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고객은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2A57E241-8B3A-4858-90D2-14A5C0A97005}"/>
              </a:ext>
            </a:extLst>
          </p:cNvPr>
          <p:cNvSpPr txBox="1"/>
          <p:nvPr/>
        </p:nvSpPr>
        <p:spPr>
          <a:xfrm>
            <a:off x="179388" y="2272471"/>
            <a:ext cx="40110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나는 무엇을 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무엇을 제공할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1DFC8C2C-5998-4308-B175-DC91814BA38C}"/>
              </a:ext>
            </a:extLst>
          </p:cNvPr>
          <p:cNvSpPr txBox="1"/>
          <p:nvPr/>
        </p:nvSpPr>
        <p:spPr>
          <a:xfrm>
            <a:off x="179388" y="3608903"/>
            <a:ext cx="26003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제공할 가치는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2E0FF76B-37CD-4891-813A-0CC4374B6F35}"/>
              </a:ext>
            </a:extLst>
          </p:cNvPr>
          <p:cNvSpPr txBox="1"/>
          <p:nvPr/>
        </p:nvSpPr>
        <p:spPr>
          <a:xfrm>
            <a:off x="179388" y="4607870"/>
            <a:ext cx="26436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어떻게 평가 받고 싶은가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B3CABFDA-B35A-49DC-8ED1-C3457F3253D3}"/>
              </a:ext>
            </a:extLst>
          </p:cNvPr>
          <p:cNvSpPr txBox="1"/>
          <p:nvPr/>
        </p:nvSpPr>
        <p:spPr>
          <a:xfrm>
            <a:off x="179388" y="5946451"/>
            <a:ext cx="28921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우리가 활용할 수 있는 자원은 무엇인가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A8C55954-5BF3-43D5-A83D-BBC6DC41D2D0}"/>
              </a:ext>
            </a:extLst>
          </p:cNvPr>
          <p:cNvSpPr txBox="1"/>
          <p:nvPr/>
        </p:nvSpPr>
        <p:spPr>
          <a:xfrm>
            <a:off x="179388" y="7289917"/>
            <a:ext cx="392767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가치를 전달하기 위해 어떤 활동을 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A7DCFD34-DA63-468C-BB15-702668049F53}"/>
              </a:ext>
            </a:extLst>
          </p:cNvPr>
          <p:cNvSpPr txBox="1"/>
          <p:nvPr/>
        </p:nvSpPr>
        <p:spPr>
          <a:xfrm>
            <a:off x="7608020" y="597406"/>
            <a:ext cx="301877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나를 도와 줄 수 있는 파트너는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23F643FA-391A-4911-902B-E9421E1AA184}"/>
              </a:ext>
            </a:extLst>
          </p:cNvPr>
          <p:cNvSpPr txBox="1"/>
          <p:nvPr/>
        </p:nvSpPr>
        <p:spPr>
          <a:xfrm>
            <a:off x="7608020" y="2272471"/>
            <a:ext cx="436048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제공할 가치를 만들기 위해 필요한 비용은 얼마인가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B107A725-E72E-4BDD-89E3-EE2414C1C074}"/>
              </a:ext>
            </a:extLst>
          </p:cNvPr>
          <p:cNvSpPr txBox="1"/>
          <p:nvPr/>
        </p:nvSpPr>
        <p:spPr>
          <a:xfrm>
            <a:off x="7608020" y="4282113"/>
            <a:ext cx="28921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고객과 어떤 형태로 관계를 맺을 것인가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B87489D9-6F6B-4045-9E53-D7A56F4AF8BC}"/>
              </a:ext>
            </a:extLst>
          </p:cNvPr>
          <p:cNvSpPr txBox="1"/>
          <p:nvPr/>
        </p:nvSpPr>
        <p:spPr>
          <a:xfrm>
            <a:off x="7608020" y="5957607"/>
            <a:ext cx="348685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을 판매할 채널은 어디인가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A55464FD-79FE-41AA-9EC5-3C5B5E59AD04}"/>
              </a:ext>
            </a:extLst>
          </p:cNvPr>
          <p:cNvSpPr txBox="1"/>
          <p:nvPr/>
        </p:nvSpPr>
        <p:spPr>
          <a:xfrm>
            <a:off x="7608020" y="7625485"/>
            <a:ext cx="39164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고객을 통해 어떻게 수익이 만들어 지는가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얼마인가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29719475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CABBD6A2-4202-4B6C-858E-783BFCB19584}"/>
              </a:ext>
            </a:extLst>
          </p:cNvPr>
          <p:cNvGrpSpPr/>
          <p:nvPr/>
        </p:nvGrpSpPr>
        <p:grpSpPr>
          <a:xfrm>
            <a:off x="15192375" y="539750"/>
            <a:ext cx="7308850" cy="10117138"/>
            <a:chOff x="15319119" y="1417858"/>
            <a:chExt cx="7089499" cy="9010455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8C55CF29-B9C1-4716-9877-91D64F89BC63}"/>
                </a:ext>
              </a:extLst>
            </p:cNvPr>
            <p:cNvSpPr/>
            <p:nvPr/>
          </p:nvSpPr>
          <p:spPr>
            <a:xfrm>
              <a:off x="15331757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633C57D-618A-41CC-9B20-512918B59A5A}"/>
                </a:ext>
              </a:extLst>
            </p:cNvPr>
            <p:cNvSpPr txBox="1"/>
            <p:nvPr/>
          </p:nvSpPr>
          <p:spPr>
            <a:xfrm>
              <a:off x="15337160" y="1434059"/>
              <a:ext cx="1819265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2. I am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나는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무엇을 할 것인가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02AF1CC-9B2E-4E3B-8671-C5F5F3839E46}"/>
                </a:ext>
              </a:extLst>
            </p:cNvPr>
            <p:cNvSpPr/>
            <p:nvPr/>
          </p:nvSpPr>
          <p:spPr>
            <a:xfrm>
              <a:off x="15331445" y="9049824"/>
              <a:ext cx="7077173" cy="137848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11D58E71-6918-445C-83D5-CED5BE72956C}"/>
                </a:ext>
              </a:extLst>
            </p:cNvPr>
            <p:cNvSpPr txBox="1"/>
            <p:nvPr/>
          </p:nvSpPr>
          <p:spPr>
            <a:xfrm>
              <a:off x="15337158" y="9066024"/>
              <a:ext cx="228728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1. Customer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우리의 고객은 누구인가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9BBB1EF8-58F4-484C-9EBA-29351580B26A}"/>
                </a:ext>
              </a:extLst>
            </p:cNvPr>
            <p:cNvSpPr/>
            <p:nvPr/>
          </p:nvSpPr>
          <p:spPr>
            <a:xfrm>
              <a:off x="15319120" y="4933582"/>
              <a:ext cx="7077486" cy="186436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9DE1C1E-2027-4C72-BECD-3257169C4071}"/>
                </a:ext>
              </a:extLst>
            </p:cNvPr>
            <p:cNvSpPr/>
            <p:nvPr/>
          </p:nvSpPr>
          <p:spPr>
            <a:xfrm>
              <a:off x="18916203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D3ED5D4-75F0-49FF-A589-6425A93F369D}"/>
                </a:ext>
              </a:extLst>
            </p:cNvPr>
            <p:cNvSpPr txBox="1"/>
            <p:nvPr/>
          </p:nvSpPr>
          <p:spPr>
            <a:xfrm>
              <a:off x="18927598" y="1434059"/>
              <a:ext cx="280817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7. Partner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나를 도와줄 수 있는 파트너는 누구인가</a:t>
              </a:r>
            </a:p>
          </p:txBody>
        </p:sp>
        <p:sp>
          <p:nvSpPr>
            <p:cNvPr id="11" name="순서도: 다른 페이지 연결선 10">
              <a:extLst>
                <a:ext uri="{FF2B5EF4-FFF2-40B4-BE49-F238E27FC236}">
                  <a16:creationId xmlns:a16="http://schemas.microsoft.com/office/drawing/2014/main" id="{482D54D0-484B-46EC-BB30-06D8FE827207}"/>
                </a:ext>
              </a:extLst>
            </p:cNvPr>
            <p:cNvSpPr/>
            <p:nvPr/>
          </p:nvSpPr>
          <p:spPr>
            <a:xfrm>
              <a:off x="17500929" y="2396188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" name="순서도: 다른 페이지 연결선 11">
              <a:extLst>
                <a:ext uri="{FF2B5EF4-FFF2-40B4-BE49-F238E27FC236}">
                  <a16:creationId xmlns:a16="http://schemas.microsoft.com/office/drawing/2014/main" id="{43EBB7E1-C770-4A80-94F0-AEA02E103D1C}"/>
                </a:ext>
              </a:extLst>
            </p:cNvPr>
            <p:cNvSpPr/>
            <p:nvPr/>
          </p:nvSpPr>
          <p:spPr>
            <a:xfrm rot="10800000">
              <a:off x="17500931" y="5908843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9118795-D5C8-488B-AB8E-653D3A6715EC}"/>
                </a:ext>
              </a:extLst>
            </p:cNvPr>
            <p:cNvSpPr txBox="1"/>
            <p:nvPr/>
          </p:nvSpPr>
          <p:spPr>
            <a:xfrm>
              <a:off x="15319119" y="2780636"/>
              <a:ext cx="173841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Key Activities /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핵심 활동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FF674E7-4A44-4927-A737-18A44667AF80}"/>
                </a:ext>
              </a:extLst>
            </p:cNvPr>
            <p:cNvSpPr txBox="1"/>
            <p:nvPr/>
          </p:nvSpPr>
          <p:spPr>
            <a:xfrm>
              <a:off x="15337158" y="4933581"/>
              <a:ext cx="1907893" cy="35336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3. Value Propositions </a:t>
              </a:r>
            </a:p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고객에게 제공할 가치는 무엇인가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65F38EC-AC43-41CF-95F7-A1CAC3BE29A7}"/>
                </a:ext>
              </a:extLst>
            </p:cNvPr>
            <p:cNvSpPr txBox="1"/>
            <p:nvPr/>
          </p:nvSpPr>
          <p:spPr>
            <a:xfrm>
              <a:off x="15319119" y="6921736"/>
              <a:ext cx="173841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Key Activities /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핵심 활동</a:t>
              </a: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728268C6-A9F6-405A-893D-4228E09477DC}"/>
                </a:ext>
              </a:extLst>
            </p:cNvPr>
            <p:cNvSpPr/>
            <p:nvPr/>
          </p:nvSpPr>
          <p:spPr>
            <a:xfrm>
              <a:off x="15331755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5BD79F9E-C87D-4BB2-9E0A-AA60A07A4E1F}"/>
                </a:ext>
              </a:extLst>
            </p:cNvPr>
            <p:cNvSpPr/>
            <p:nvPr/>
          </p:nvSpPr>
          <p:spPr>
            <a:xfrm>
              <a:off x="19979112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2FFA3E7B-A2E0-416F-AA57-FFC96BD0EA6A}"/>
                </a:ext>
              </a:extLst>
            </p:cNvPr>
            <p:cNvSpPr/>
            <p:nvPr/>
          </p:nvSpPr>
          <p:spPr>
            <a:xfrm>
              <a:off x="15331755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2E0A664-5388-489D-A503-3A0036484E93}"/>
                </a:ext>
              </a:extLst>
            </p:cNvPr>
            <p:cNvSpPr/>
            <p:nvPr/>
          </p:nvSpPr>
          <p:spPr>
            <a:xfrm>
              <a:off x="19979112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7E29D10-A4F4-4EB0-89EF-6DC3E3D44C43}"/>
                </a:ext>
              </a:extLst>
            </p:cNvPr>
            <p:cNvSpPr txBox="1"/>
            <p:nvPr/>
          </p:nvSpPr>
          <p:spPr>
            <a:xfrm>
              <a:off x="17503065" y="6517362"/>
              <a:ext cx="242256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11. Revenue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수익은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어떻게 만들어 지는가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A900179-F455-4094-BEF1-106839A404EE}"/>
                </a:ext>
              </a:extLst>
            </p:cNvPr>
            <p:cNvSpPr txBox="1"/>
            <p:nvPr/>
          </p:nvSpPr>
          <p:spPr>
            <a:xfrm>
              <a:off x="19979111" y="2744734"/>
              <a:ext cx="204006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Activity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고객을 만나기 위한 활동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29B9075-4326-4E3D-B358-46BE1A810E2B}"/>
                </a:ext>
              </a:extLst>
            </p:cNvPr>
            <p:cNvSpPr txBox="1"/>
            <p:nvPr/>
          </p:nvSpPr>
          <p:spPr>
            <a:xfrm>
              <a:off x="15343773" y="6916403"/>
              <a:ext cx="205405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9. Relationship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고객과의 관계 형성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00790BB-52F9-40D4-A2B9-694B29E68EDD}"/>
                </a:ext>
              </a:extLst>
            </p:cNvPr>
            <p:cNvSpPr txBox="1"/>
            <p:nvPr/>
          </p:nvSpPr>
          <p:spPr>
            <a:xfrm>
              <a:off x="19979112" y="6860977"/>
              <a:ext cx="147718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10. Channels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판매 채널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8775A75-E3CA-4040-8365-1379B83C7C1A}"/>
                </a:ext>
              </a:extLst>
            </p:cNvPr>
            <p:cNvSpPr txBox="1"/>
            <p:nvPr/>
          </p:nvSpPr>
          <p:spPr>
            <a:xfrm>
              <a:off x="17503065" y="2396187"/>
              <a:ext cx="226240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8. Cost </a:t>
              </a:r>
              <a:r>
                <a:rPr lang="ko-KR" altLang="en-US" sz="1000" dirty="0" err="1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밸류를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만들기 위해 필요한 비용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C0C2CF4-39A1-4F1C-A02B-165DF1E6FB17}"/>
                </a:ext>
              </a:extLst>
            </p:cNvPr>
            <p:cNvSpPr txBox="1"/>
            <p:nvPr/>
          </p:nvSpPr>
          <p:spPr>
            <a:xfrm>
              <a:off x="15358572" y="2744734"/>
              <a:ext cx="146474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5. Resources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활용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자원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8061DC3-C396-48AF-82CA-37F1DAEC5584}"/>
                </a:ext>
              </a:extLst>
            </p:cNvPr>
            <p:cNvSpPr txBox="1"/>
            <p:nvPr/>
          </p:nvSpPr>
          <p:spPr>
            <a:xfrm>
              <a:off x="20201680" y="4933581"/>
              <a:ext cx="1893900" cy="35336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4. Positioning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endParaRPr lang="en-US" altLang="ko-KR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고객에게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어떻게 평가 될 것인가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030D87AA-E878-4EF8-8663-201B9ED64FA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69A9CE37-A8BE-4348-8E0D-A37D3BA243DE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1" name="모서리가 둥근 직사각형 499">
              <a:extLst>
                <a:ext uri="{FF2B5EF4-FFF2-40B4-BE49-F238E27FC236}">
                  <a16:creationId xmlns:a16="http://schemas.microsoft.com/office/drawing/2014/main" id="{DB2C5B03-23E4-41A3-8477-065D0A1590C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FE6D141D-DA71-42C1-8C81-C77375FD473A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BEF4002A-007D-4A17-B80F-9A515DF38B6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FCFC7360-B2F3-43A9-9356-750997985672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7E08E6D2-E033-46E8-B108-36E700AEA8C8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B328263B-B764-444B-A351-CD38F1A3916E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D6069915-B32D-4161-8AA0-FABC50C7E791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8A149CB-3FA4-44E2-91B9-911E547E569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7318DD6B-D029-4FC3-A2C8-74E9FD63BEA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BE3EDFF2-58E9-49A8-BDEB-E0175546977B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CF7C135-D528-4153-9132-E758AAEFF8F4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37667D2-99B9-49C0-9FF1-389DA4F63F83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FDE0876D-F141-44FA-A2AF-C13D388D31B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30E3F2E-5F38-49BE-ACA6-53C3177E74E1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37B810B-406F-4CD8-8F7C-AB266AF30ECF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1727F223-E679-409D-A5A2-47D788095F6D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0AF8BC10-6DBC-4F73-A3A5-4885FB9C57F9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BC2BA536-56FC-44CF-A8C5-E827C9B348E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1CEFB9F-03A9-4E53-867C-91A49BA935F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5818DC83-7921-4393-BE5B-BF11534F9428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65C1D416-91A7-48FC-B66B-1C046C2479A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42F7D92-3374-4C6F-AFD5-81F20F07C932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94E1E34E-B6E6-43CD-B136-C5BF718B9BE0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7BEBB5EF-0FB4-421D-A2C8-419291CC187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345D9625-3ECC-483D-88CC-326F96B0886B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B1DEA4F6-DAC3-4E7C-AF45-47B978F0D6BE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49165E48-75AB-4EFD-A095-5F7E6A4B12C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318DDF0F-117F-42D2-A933-DAA24AE0C8F3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F90B3A71-2153-4630-ABDE-820D7595BE45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93D861B5-3FD9-4496-B55C-A4B19DF9C21A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F560E02-215E-440E-A802-995425378D3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8EEA3852-BA89-4B02-B358-5B0B315856D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E55B6A8-49C7-4DBE-8B26-36C245E4356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B9192B0B-DC98-4EE8-9B03-6C23FEEFE7DB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D3A0D7E-E6F9-4458-BDBA-42F90709A24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2DB565C8-F63E-4F5B-8C5B-12BF732C241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908ACA6D-203C-4FCD-BA4A-E1B1D7C0457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9A8A320A-3253-4AE9-A835-D9FEF8224FB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DE0EB8F4-1E42-43EA-B9B5-CCF31860CB86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6571926-C479-447E-A901-907B3772B66F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4B331113-D851-4B17-8BC4-BF2534876524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091889F0-7475-44CD-AC4D-3E2E55DA0D0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5557CD9-8849-44C8-B850-80875111734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F5EE20A9-B1C0-4BC0-B17A-C17F31878BBF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2D8E777F-C03E-46B2-B10D-C16DDD3A5614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3AFAEE1-4F7F-4048-B767-7DBEE41A404D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6F5C1976-42AE-4F26-B08E-CEB31BB35CB5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B0709A7B-DC3B-46BE-BB00-3083ABC586B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9A829661-9FE4-4113-8D9E-4EF1BC6AF296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8AEEC103-269A-43B9-9CF6-1EA83223C2F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55831678-7D3F-432C-8B26-B7BEDF6BCE52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88BF78C1-90A4-4CE5-9F85-FD18B530F3DA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75C335DB-66D9-4676-90E1-0F9B8B0C331E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649951A-2450-411E-BB31-8FBC08EBD738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984AE4D6-EDF6-4290-B0B6-CE96CA7E95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4AE7209D-AC33-48E0-A99C-DB41122E8590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87" name="모서리가 둥근 직사각형 499">
              <a:extLst>
                <a:ext uri="{FF2B5EF4-FFF2-40B4-BE49-F238E27FC236}">
                  <a16:creationId xmlns:a16="http://schemas.microsoft.com/office/drawing/2014/main" id="{96880DAD-E792-4CFE-8A29-3A9E3782709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C3F2E7CD-319E-4FC3-B03C-D6B169AC149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ACCE874-00AE-4F55-B3F6-6A8FBB182CE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D671E398-A4D0-4188-B2BD-292A37D6301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51411605-EEB5-4C65-838C-F57560F23C4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2944369-A4A6-44E5-BAB3-166E0C729E27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581EFFB2-4041-4B09-9680-300D75662F93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1157F8A-C7BB-42C4-A9AB-CDD46EEEB868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7DFB4008-CDA3-4A1F-9315-A2D3285F0F87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17148D89-BD7A-413D-972A-9C11820913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1FF4167B-CCB1-450C-8785-7AC9140C96E0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7EF966E5-15AE-4A1F-B0D7-C909A1298BD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83A0F8-C154-4111-AEC4-FD39E7BC3E27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D1F2A451-FEE6-4A0A-B35A-8B82B64AD340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C5C1423-1B65-498F-BA76-AB2F0923B0A2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D9F2494-D475-48D8-87C0-BAC14D8E9073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99175C81-072F-451C-8328-74410777414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19F718BB-4B35-4190-951E-054B315E413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F610C77F-39DC-4E2E-9C50-BC179F6290E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95E17D3D-0C32-437A-8B39-2E4D934C776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CC6CCF8E-7187-4878-BEEF-A0C906719D1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78F0B00-1D36-4D7A-8BC3-3402F471677F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7F9315B3-EEE1-4D2E-AEC2-45565F2AF0DD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FB08F17A-235D-46CF-9839-FF00D911CB1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C1B7ABCE-9932-4461-A82D-6F4617444F52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B0E31AE7-8B22-4E9C-8418-F4621BD6060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E7B21E2-FC91-4D5F-BF48-5A2D9404D62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C3A078F4-E1A9-424A-BD6B-4293A3880E00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F624AA81-94EE-4CF2-A0DC-E55C8030421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35916D95-5AC9-4008-887A-A0329281FFE9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C2585A9F-2411-43BB-8D91-D9EEEE23F71E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F02ED5E5-2785-490F-8F29-536C886BF71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7A74C232-1F2D-4923-B9A4-C973B98B8B9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CA9D5F1-8613-4C25-ACFB-C9DB59EE0B4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7E8B7805-CF8E-4B81-96CC-AEF67DD63E5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506F1D9D-691A-4B0C-9B6E-4705F42011FC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A9AF189-E23C-447C-A517-7467920E7BD1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72E895C7-EEF7-44E1-9A91-EF1A5DDCD93B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B4C0659-B3C2-4972-948A-05BC382B36B3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D0032AFE-B886-41BF-9F17-A8F0E86D3162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7BC45E3B-9ED2-4790-A941-B4EA65A3036D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FAC86A81-AA05-4FEF-931C-E0D07F3D1E49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10D01203-2444-49C4-9FEC-292AD05E5D8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3DCCD7B-47F2-4A5B-8BB6-379F21FBB37C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D0196739-69D5-4ED6-993C-A234EBFEEBC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637C0F1E-422A-4F82-9AFB-CCDD8DACA6AB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573946E1-B5C6-4148-96C9-B8BB0FA7CD17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6AB5628B-5C10-4FF9-A114-A0F74681BF50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81107AD1-D2A1-43BB-8524-FD7CB1CF9BA7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FA09E5D0-78A3-4DBB-95EA-E3D2E2CD022F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B40586C-11B9-482E-9E2C-229C6CCAF0E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F4916788-3068-4100-9BF6-8BAA2C1D5D9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6344D89C-11DC-406E-A54D-9356DC54B2C1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EA42A52-A940-4340-B7D7-6AB8DCC63E19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04D39362-BF51-4610-87C1-A7E7F5B8BB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1E82B677-85C3-494C-A287-D9FA891D75CC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4" name="그림 143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A4246A74-F220-497B-AA8E-56B53F1588E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5" name="직사각형 144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0C4588A6-0295-4544-833C-01337ED489B8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6" name="직사각형 145">
            <a:hlinkClick r:id="rId5" action="ppaction://hlinksldjump"/>
            <a:extLst>
              <a:ext uri="{FF2B5EF4-FFF2-40B4-BE49-F238E27FC236}">
                <a16:creationId xmlns:a16="http://schemas.microsoft.com/office/drawing/2014/main" id="{1064FAFD-1395-4678-8990-C6F746E596E0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7" name="직사각형 14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C0DE38E-3F49-47F7-ABF0-98B439FEB1DF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8" name="직사각형 14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90B4878-915C-43A4-80B7-5D2EF4898AEF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49" name="직사각형 14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42180AE-E528-4EAD-9DF0-ADC5964F041C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8D93B185-EA31-4BF1-832E-7D8EF0D735E3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C8E1FAD5-784F-499E-A1F0-B8F8E06ECAEA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9101BE8C-6F0D-4977-BD25-DA77283214B8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395AD298-C0B1-49B9-B403-86E9FDAA5360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5F7B32A6-C35E-4DD1-86C7-0CC05E8E5462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4F2F4093-00DC-42C6-8049-CF78D665527B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0173C79D-42C7-4844-810D-EEA12213C93A}"/>
              </a:ext>
            </a:extLst>
          </p:cNvPr>
          <p:cNvSpPr txBox="1"/>
          <p:nvPr/>
        </p:nvSpPr>
        <p:spPr>
          <a:xfrm>
            <a:off x="179388" y="597407"/>
            <a:ext cx="20168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고객은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2B7F2D3E-18B8-454F-910B-5DAD098FD15D}"/>
              </a:ext>
            </a:extLst>
          </p:cNvPr>
          <p:cNvSpPr txBox="1"/>
          <p:nvPr/>
        </p:nvSpPr>
        <p:spPr>
          <a:xfrm>
            <a:off x="179388" y="2272471"/>
            <a:ext cx="40110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나는 무엇을 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무엇을 제공할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0D187631-D554-4499-B207-91586C5D24DE}"/>
              </a:ext>
            </a:extLst>
          </p:cNvPr>
          <p:cNvSpPr txBox="1"/>
          <p:nvPr/>
        </p:nvSpPr>
        <p:spPr>
          <a:xfrm>
            <a:off x="179388" y="3608903"/>
            <a:ext cx="26003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제공할 가치는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15EFF800-06A9-409D-A468-C3FE302578F9}"/>
              </a:ext>
            </a:extLst>
          </p:cNvPr>
          <p:cNvSpPr txBox="1"/>
          <p:nvPr/>
        </p:nvSpPr>
        <p:spPr>
          <a:xfrm>
            <a:off x="179388" y="4607870"/>
            <a:ext cx="26436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어떻게 평가 받고 싶은가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419D2B71-969C-4AD2-B801-5312B65018E5}"/>
              </a:ext>
            </a:extLst>
          </p:cNvPr>
          <p:cNvSpPr txBox="1"/>
          <p:nvPr/>
        </p:nvSpPr>
        <p:spPr>
          <a:xfrm>
            <a:off x="179388" y="5946451"/>
            <a:ext cx="28921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우리가 활용할 수 있는 자원은 무엇인가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EC8E26FD-A054-4106-ACEF-178D6411586B}"/>
              </a:ext>
            </a:extLst>
          </p:cNvPr>
          <p:cNvSpPr txBox="1"/>
          <p:nvPr/>
        </p:nvSpPr>
        <p:spPr>
          <a:xfrm>
            <a:off x="179388" y="7289917"/>
            <a:ext cx="392767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가치를 전달하기 위해 어떤 활동을 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AC88A715-9C45-4D4B-AA9F-71252ACC0957}"/>
              </a:ext>
            </a:extLst>
          </p:cNvPr>
          <p:cNvSpPr txBox="1"/>
          <p:nvPr/>
        </p:nvSpPr>
        <p:spPr>
          <a:xfrm>
            <a:off x="7608020" y="597406"/>
            <a:ext cx="301877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나를 도와 줄 수 있는 파트너는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D5B32D3B-3209-4B12-9183-4A9151E7537A}"/>
              </a:ext>
            </a:extLst>
          </p:cNvPr>
          <p:cNvSpPr txBox="1"/>
          <p:nvPr/>
        </p:nvSpPr>
        <p:spPr>
          <a:xfrm>
            <a:off x="7608020" y="2272471"/>
            <a:ext cx="436048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고객에게 제공할 가치를 만들기 위해 필요한 비용은 얼마인가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7385333A-E48C-44A9-9A74-8E70BAAFCB97}"/>
              </a:ext>
            </a:extLst>
          </p:cNvPr>
          <p:cNvSpPr txBox="1"/>
          <p:nvPr/>
        </p:nvSpPr>
        <p:spPr>
          <a:xfrm>
            <a:off x="7608020" y="4282113"/>
            <a:ext cx="28921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고객과 어떤 형태로 관계를 맺을 것인가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007CCA83-9480-4EFA-928B-4C1778A23BC0}"/>
              </a:ext>
            </a:extLst>
          </p:cNvPr>
          <p:cNvSpPr txBox="1"/>
          <p:nvPr/>
        </p:nvSpPr>
        <p:spPr>
          <a:xfrm>
            <a:off x="7608020" y="5957607"/>
            <a:ext cx="348685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을 판매할 채널은 어디인가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A9532E34-3986-4B07-8B4C-B7DF27B9EB9E}"/>
              </a:ext>
            </a:extLst>
          </p:cNvPr>
          <p:cNvSpPr txBox="1"/>
          <p:nvPr/>
        </p:nvSpPr>
        <p:spPr>
          <a:xfrm>
            <a:off x="7608020" y="7625485"/>
            <a:ext cx="39164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고객을 통해 어떻게 수익이 만들어 지는가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얼마인가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23268931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그룹 44">
            <a:extLst>
              <a:ext uri="{FF2B5EF4-FFF2-40B4-BE49-F238E27FC236}">
                <a16:creationId xmlns:a16="http://schemas.microsoft.com/office/drawing/2014/main" id="{CCF8220E-F62E-41A4-A6E0-2FE01C559D04}"/>
              </a:ext>
            </a:extLst>
          </p:cNvPr>
          <p:cNvGrpSpPr/>
          <p:nvPr/>
        </p:nvGrpSpPr>
        <p:grpSpPr>
          <a:xfrm>
            <a:off x="15192376" y="539749"/>
            <a:ext cx="7308850" cy="10117139"/>
            <a:chOff x="236590" y="1417859"/>
            <a:chExt cx="7103391" cy="9010452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941D702D-A312-4CEE-AB5D-45F4642D98BD}"/>
                </a:ext>
              </a:extLst>
            </p:cNvPr>
            <p:cNvSpPr/>
            <p:nvPr/>
          </p:nvSpPr>
          <p:spPr>
            <a:xfrm>
              <a:off x="236590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5B1DFBDD-C2F0-41A8-8BAD-8FE18F6D4907}"/>
                </a:ext>
              </a:extLst>
            </p:cNvPr>
            <p:cNvSpPr/>
            <p:nvPr/>
          </p:nvSpPr>
          <p:spPr>
            <a:xfrm>
              <a:off x="2024623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A73E46F-5652-4BBD-B516-72711B1CF55B}"/>
                </a:ext>
              </a:extLst>
            </p:cNvPr>
            <p:cNvSpPr/>
            <p:nvPr/>
          </p:nvSpPr>
          <p:spPr>
            <a:xfrm>
              <a:off x="3812656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30160978-2A37-49A9-BE32-F30D171608D1}"/>
                </a:ext>
              </a:extLst>
            </p:cNvPr>
            <p:cNvSpPr/>
            <p:nvPr/>
          </p:nvSpPr>
          <p:spPr>
            <a:xfrm>
              <a:off x="5600688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0E7AFC2D-AEB2-4A2E-B848-070AF98CD1E2}"/>
                </a:ext>
              </a:extLst>
            </p:cNvPr>
            <p:cNvSpPr/>
            <p:nvPr/>
          </p:nvSpPr>
          <p:spPr>
            <a:xfrm>
              <a:off x="500427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A1F988E-796E-47E6-B3AE-182B55E2691B}"/>
                </a:ext>
              </a:extLst>
            </p:cNvPr>
            <p:cNvSpPr txBox="1"/>
            <p:nvPr/>
          </p:nvSpPr>
          <p:spPr>
            <a:xfrm>
              <a:off x="5007386" y="1422308"/>
              <a:ext cx="86781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3. Company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303B92E6-5EC9-4489-A20C-9606EFC3EB5E}"/>
                </a:ext>
              </a:extLst>
            </p:cNvPr>
            <p:cNvSpPr/>
            <p:nvPr/>
          </p:nvSpPr>
          <p:spPr>
            <a:xfrm>
              <a:off x="23659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2858A7B-D50B-46E2-BD70-11084B08369D}"/>
                </a:ext>
              </a:extLst>
            </p:cNvPr>
            <p:cNvSpPr txBox="1"/>
            <p:nvPr/>
          </p:nvSpPr>
          <p:spPr>
            <a:xfrm>
              <a:off x="244674" y="1422308"/>
              <a:ext cx="90831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1. Consumer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C228A65B-6A0D-428E-951D-4BA286A08CD0}"/>
                </a:ext>
              </a:extLst>
            </p:cNvPr>
            <p:cNvSpPr/>
            <p:nvPr/>
          </p:nvSpPr>
          <p:spPr>
            <a:xfrm>
              <a:off x="262043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AA4DCC4-836A-4D5D-8CCC-84B70846386E}"/>
                </a:ext>
              </a:extLst>
            </p:cNvPr>
            <p:cNvSpPr txBox="1"/>
            <p:nvPr/>
          </p:nvSpPr>
          <p:spPr>
            <a:xfrm>
              <a:off x="2633920" y="1422308"/>
              <a:ext cx="97531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2. Competitor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6AC7846-2881-461B-A7FE-1E905968CC38}"/>
                </a:ext>
              </a:extLst>
            </p:cNvPr>
            <p:cNvSpPr txBox="1"/>
            <p:nvPr/>
          </p:nvSpPr>
          <p:spPr>
            <a:xfrm>
              <a:off x="236593" y="8867770"/>
              <a:ext cx="84132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11. Product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9EE28C4-270C-493B-AD5A-E2B2D780DC9D}"/>
                </a:ext>
              </a:extLst>
            </p:cNvPr>
            <p:cNvSpPr txBox="1"/>
            <p:nvPr/>
          </p:nvSpPr>
          <p:spPr>
            <a:xfrm>
              <a:off x="2024628" y="8867770"/>
              <a:ext cx="63256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 Price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C44E256-A01F-42E5-92E2-90E61F8694DC}"/>
                </a:ext>
              </a:extLst>
            </p:cNvPr>
            <p:cNvSpPr txBox="1"/>
            <p:nvPr/>
          </p:nvSpPr>
          <p:spPr>
            <a:xfrm>
              <a:off x="3812658" y="8867770"/>
              <a:ext cx="69332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13. Place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C991E03-2EDD-4C04-8E80-6A8F429BD6D5}"/>
                </a:ext>
              </a:extLst>
            </p:cNvPr>
            <p:cNvSpPr/>
            <p:nvPr/>
          </p:nvSpPr>
          <p:spPr>
            <a:xfrm>
              <a:off x="23659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29DC645-BBC4-43DD-9948-CACF5E3C870A}"/>
                </a:ext>
              </a:extLst>
            </p:cNvPr>
            <p:cNvSpPr txBox="1"/>
            <p:nvPr/>
          </p:nvSpPr>
          <p:spPr>
            <a:xfrm>
              <a:off x="241431" y="7327320"/>
              <a:ext cx="112643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8. Segmentation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45C4EAB8-2166-4D61-AAFA-06C2B1C9EB15}"/>
                </a:ext>
              </a:extLst>
            </p:cNvPr>
            <p:cNvSpPr/>
            <p:nvPr/>
          </p:nvSpPr>
          <p:spPr>
            <a:xfrm>
              <a:off x="262043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74D892E-B06D-4888-9990-54FBCF93FD99}"/>
                </a:ext>
              </a:extLst>
            </p:cNvPr>
            <p:cNvSpPr txBox="1"/>
            <p:nvPr/>
          </p:nvSpPr>
          <p:spPr>
            <a:xfrm>
              <a:off x="2626212" y="7327320"/>
              <a:ext cx="86937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9. Targeting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BEAA6043-A27D-43C4-A0AA-3045E438C444}"/>
                </a:ext>
              </a:extLst>
            </p:cNvPr>
            <p:cNvSpPr/>
            <p:nvPr/>
          </p:nvSpPr>
          <p:spPr>
            <a:xfrm>
              <a:off x="5011705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C7315D0-83BB-4DAF-8CC8-C7BE3C71F413}"/>
                </a:ext>
              </a:extLst>
            </p:cNvPr>
            <p:cNvSpPr txBox="1"/>
            <p:nvPr/>
          </p:nvSpPr>
          <p:spPr>
            <a:xfrm>
              <a:off x="5015456" y="7327320"/>
              <a:ext cx="102672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10. Positioning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C83463C-E744-4A29-9954-7CC7B3769959}"/>
                </a:ext>
              </a:extLst>
            </p:cNvPr>
            <p:cNvSpPr txBox="1"/>
            <p:nvPr/>
          </p:nvSpPr>
          <p:spPr>
            <a:xfrm>
              <a:off x="5600693" y="8867770"/>
              <a:ext cx="99867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14. Promotion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2DDB3A36-F7D3-4F5A-BA57-0DD4A8BF6840}"/>
                </a:ext>
              </a:extLst>
            </p:cNvPr>
            <p:cNvSpPr/>
            <p:nvPr/>
          </p:nvSpPr>
          <p:spPr>
            <a:xfrm>
              <a:off x="2620896" y="2944970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315541CB-215D-4FFA-8F9E-1A3EA9168B89}"/>
                </a:ext>
              </a:extLst>
            </p:cNvPr>
            <p:cNvSpPr/>
            <p:nvPr/>
          </p:nvSpPr>
          <p:spPr>
            <a:xfrm>
              <a:off x="5004737" y="2953182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5F4A19F-25D2-4F76-9C89-40B792751DA2}"/>
                </a:ext>
              </a:extLst>
            </p:cNvPr>
            <p:cNvSpPr txBox="1"/>
            <p:nvPr/>
          </p:nvSpPr>
          <p:spPr>
            <a:xfrm>
              <a:off x="2600065" y="2944970"/>
              <a:ext cx="81640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4. Strength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D3469BAB-05F8-477B-98C4-E398C2136311}"/>
                </a:ext>
              </a:extLst>
            </p:cNvPr>
            <p:cNvSpPr/>
            <p:nvPr/>
          </p:nvSpPr>
          <p:spPr>
            <a:xfrm>
              <a:off x="2620896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3FF3CC81-31EE-494D-BFE7-B8334FCB729A}"/>
                </a:ext>
              </a:extLst>
            </p:cNvPr>
            <p:cNvSpPr/>
            <p:nvPr/>
          </p:nvSpPr>
          <p:spPr>
            <a:xfrm>
              <a:off x="2620896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D3C6209-25F7-4EAA-96A9-686D0E5C579C}"/>
                </a:ext>
              </a:extLst>
            </p:cNvPr>
            <p:cNvSpPr txBox="1"/>
            <p:nvPr/>
          </p:nvSpPr>
          <p:spPr>
            <a:xfrm>
              <a:off x="2600061" y="5791699"/>
              <a:ext cx="31006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3B82F90-0EEC-4DFF-9309-514DA947A7F9}"/>
                </a:ext>
              </a:extLst>
            </p:cNvPr>
            <p:cNvSpPr txBox="1"/>
            <p:nvPr/>
          </p:nvSpPr>
          <p:spPr>
            <a:xfrm>
              <a:off x="2600063" y="4353615"/>
              <a:ext cx="33655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5C55064-0875-41C6-BE95-D18C736A6140}"/>
                </a:ext>
              </a:extLst>
            </p:cNvPr>
            <p:cNvSpPr/>
            <p:nvPr/>
          </p:nvSpPr>
          <p:spPr>
            <a:xfrm>
              <a:off x="236590" y="4388906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32FD3F89-9FD1-4702-BB01-E46C8B4FA75E}"/>
                </a:ext>
              </a:extLst>
            </p:cNvPr>
            <p:cNvSpPr/>
            <p:nvPr/>
          </p:nvSpPr>
          <p:spPr>
            <a:xfrm>
              <a:off x="5004737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1C69D91-7A4D-41D7-914D-30840AD2A986}"/>
                </a:ext>
              </a:extLst>
            </p:cNvPr>
            <p:cNvSpPr/>
            <p:nvPr/>
          </p:nvSpPr>
          <p:spPr>
            <a:xfrm>
              <a:off x="5004737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626BD35-DBF2-4D2B-839F-98243AA3E1E1}"/>
                </a:ext>
              </a:extLst>
            </p:cNvPr>
            <p:cNvSpPr txBox="1"/>
            <p:nvPr/>
          </p:nvSpPr>
          <p:spPr>
            <a:xfrm>
              <a:off x="4973939" y="5791699"/>
              <a:ext cx="36927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8273581-79C2-4CF6-AFD2-C98D32E8F10C}"/>
                </a:ext>
              </a:extLst>
            </p:cNvPr>
            <p:cNvSpPr txBox="1"/>
            <p:nvPr/>
          </p:nvSpPr>
          <p:spPr>
            <a:xfrm>
              <a:off x="4973939" y="4353615"/>
              <a:ext cx="39887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WO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5697421-00A0-4C06-8E19-5D5E8DC7FDC9}"/>
                </a:ext>
              </a:extLst>
            </p:cNvPr>
            <p:cNvSpPr txBox="1"/>
            <p:nvPr/>
          </p:nvSpPr>
          <p:spPr>
            <a:xfrm>
              <a:off x="4973941" y="2944970"/>
              <a:ext cx="89897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5. Weakness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2388C729-EEFB-44A0-ADF2-1F330CAFBB09}"/>
                </a:ext>
              </a:extLst>
            </p:cNvPr>
            <p:cNvSpPr txBox="1"/>
            <p:nvPr/>
          </p:nvSpPr>
          <p:spPr>
            <a:xfrm>
              <a:off x="236593" y="4353615"/>
              <a:ext cx="101425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Opportunity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02704A4A-DF7B-4F78-A63C-D4E6F9F411A6}"/>
                </a:ext>
              </a:extLst>
            </p:cNvPr>
            <p:cNvSpPr/>
            <p:nvPr/>
          </p:nvSpPr>
          <p:spPr>
            <a:xfrm>
              <a:off x="236590" y="5824633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9A1908F-DCBA-44AE-A60E-CBA6C8D77E06}"/>
                </a:ext>
              </a:extLst>
            </p:cNvPr>
            <p:cNvSpPr txBox="1"/>
            <p:nvPr/>
          </p:nvSpPr>
          <p:spPr>
            <a:xfrm>
              <a:off x="236593" y="5791699"/>
              <a:ext cx="690206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7. Threat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CB2234E8-4B54-465F-AF66-6343B89A5B60}"/>
                </a:ext>
              </a:extLst>
            </p:cNvPr>
            <p:cNvSpPr txBox="1"/>
            <p:nvPr/>
          </p:nvSpPr>
          <p:spPr>
            <a:xfrm>
              <a:off x="1878439" y="3428784"/>
              <a:ext cx="67462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내적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요인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0849400-7C91-49BB-AD85-9233EC36C82A}"/>
                </a:ext>
              </a:extLst>
            </p:cNvPr>
            <p:cNvSpPr txBox="1"/>
            <p:nvPr/>
          </p:nvSpPr>
          <p:spPr>
            <a:xfrm>
              <a:off x="919774" y="4056206"/>
              <a:ext cx="67462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외적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요인</a:t>
              </a:r>
            </a:p>
          </p:txBody>
        </p: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A67D8CD-9BC0-4855-B7F7-D8EA9BCD6CD9}"/>
                </a:ext>
              </a:extLst>
            </p:cNvPr>
            <p:cNvCxnSpPr/>
            <p:nvPr/>
          </p:nvCxnSpPr>
          <p:spPr>
            <a:xfrm>
              <a:off x="236592" y="2884893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8462E19C-8FC9-4B75-B052-2007E218C210}"/>
                </a:ext>
              </a:extLst>
            </p:cNvPr>
            <p:cNvCxnSpPr/>
            <p:nvPr/>
          </p:nvCxnSpPr>
          <p:spPr>
            <a:xfrm>
              <a:off x="236592" y="7258878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8E480CE-5C70-4CAD-9C80-85CEA5C3EDF8}"/>
                </a:ext>
              </a:extLst>
            </p:cNvPr>
            <p:cNvCxnSpPr/>
            <p:nvPr/>
          </p:nvCxnSpPr>
          <p:spPr>
            <a:xfrm>
              <a:off x="236592" y="8804274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CE4C26C-9AA1-434C-BCEC-DF2326E7A10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B564B079-A143-42DF-810D-B80A5B04AC33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50" name="모서리가 둥근 직사각형 499">
              <a:extLst>
                <a:ext uri="{FF2B5EF4-FFF2-40B4-BE49-F238E27FC236}">
                  <a16:creationId xmlns:a16="http://schemas.microsoft.com/office/drawing/2014/main" id="{21084DE5-0CF3-47CF-B34E-BF14E589C051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C4810E8-461E-4688-A017-09269ADBB9F1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43C42F72-45B0-47B5-A5C4-3AC7C6B44CB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60FE704-B914-4BCF-8383-46DA4F2D274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86222788-FC78-4561-A670-B1F7BEE5FF5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47C17221-8E5E-4FAD-AF2A-777BD7CFDCAA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DC3DB62C-88CA-4160-B87C-7789901B6EA7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02AFAAA-193C-458E-80DF-84A12F21C7F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48D1AAC7-8E55-4FC4-BF42-50C079625801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043CC2BC-DE39-4B99-9265-7DF3AAF64A72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73221E58-FEE6-44BF-B124-7B023AB07A3F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B01032A-8B96-49A8-B0E9-E309FD7D179F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D286C21A-97D6-4BBF-A465-9C9D8BC613D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7C2F1FE-4D05-4AA1-BE80-83F605D73F0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8668DDE5-6B09-4324-B294-769D83889D77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79DC1E72-1CE4-402A-B48A-425A910146A7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AD7FC4C3-9383-4F57-810A-7034C0C09724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6F7FD509-910F-4727-ABBC-C374240D3869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B2FDDC3B-3EE0-4E2E-96AE-DEFE7A39BAF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BC6B9F44-4D8D-46E3-8094-C660219EBC0C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C58F29FD-758D-4AFC-8542-759892ED4549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9955C399-AC60-49FE-8CDC-E5C6E49166D0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8E701E0-D06C-4B29-B7FB-259771BD88DE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6FF7D07B-F380-458D-ACE3-2196E8032508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3B89BD0B-D6DA-4E74-852E-287B80AD831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45F4A83B-417B-4D6B-9C2C-E1707ED99BC8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031E28AD-3D0F-48B8-99BF-214F244A3A31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298EB4FA-ACBB-467C-8DE5-FFC0F5BCA307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9699EC4E-9BAD-4870-964D-6427CB2073B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BCA24574-8484-49BF-B850-4897E5A1057C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5AAA2205-6262-48D0-BCEF-15E41C99261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B52AFF8A-DC85-40F7-A9C1-AFD92BE261BE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AA24051A-6FD5-4688-B6EF-8D76CF29514A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11DB648-67CA-4331-BFBC-2FD4F5B4A7A0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6DF2578-B1D3-40F4-A4F8-66E0BBB4896D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105891C-9C3E-423F-9841-AA65E1D4C8BA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8712F0BD-8BF5-4427-8FE0-9A5B89B05BA4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384F45E-ABCE-4FDA-B3D9-67FFB291749C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A2ED4FFD-5AB7-4672-80A9-9E448376825D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F03C4C4-BC1B-4FA3-91D9-FDB19D53CC7E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E69C9D5-7CAB-44F6-B72B-E8BAE7DD7E8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87954C28-D7C1-416B-8214-E860913966A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5DB9227B-DE52-451D-BF6F-89DCAE52AFA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35FBA912-9D07-42A3-9D54-8DFED6DB6E99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324BECEA-DF11-4008-970A-C70DAD7E65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F95A3053-A4B4-438A-B947-7C4C614A5C1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D4CDBA91-C028-4B9A-A67A-9B4E275111A1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B494AD1-9DF2-4A71-B719-DA4DC83D783B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C43B1D27-D89A-4BEE-ACA3-13A1D6BDB96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605D37A9-737E-4FD8-9BD4-42E16C6D4000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36379274-39C6-4F2C-A33B-573E26978688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66944904-A02C-4F36-ABD9-7FDA3F02551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78F78ED7-9389-482A-B63F-4524F51411E2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F6E313BA-46A8-455F-973F-593FC12CED3C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B5754FCA-7449-42C8-B0DC-75F1FBE92C20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698C7B46-730E-4421-BBE3-E735C1501F48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06" name="모서리가 둥근 직사각형 499">
              <a:extLst>
                <a:ext uri="{FF2B5EF4-FFF2-40B4-BE49-F238E27FC236}">
                  <a16:creationId xmlns:a16="http://schemas.microsoft.com/office/drawing/2014/main" id="{C813FC9F-8203-4978-8567-99F4574B2062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C167D54-73FF-49D1-B946-5FF696F61B19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B4B99C2-FE1F-4E64-991E-086293D11EC0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D2D0D3A0-6F01-428B-8FCE-D61CCEF6F43B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B2214417-9779-4F52-9714-BBE3573821F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FDF84F8F-EAA6-436F-9A3E-BD0F879650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D55F3C6A-40DD-4251-8E68-0C2341B2E35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551598AE-AED7-4D7D-A175-86616321C50D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1CEB63AA-5424-4167-8FDC-AB8DB8D35E56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804D8551-C590-4FC6-8A61-3BB968F1851D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16A98233-34D4-4383-ACAA-894050E3A101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3C36ECF9-B2A4-43C1-9694-B67541E49C3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D332E551-54B9-4709-9E3F-77F2F2C4A58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04DD4F1-DC03-4CBE-8CB1-E7EA4A8FD03C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FBA006D0-B81E-4F8B-854E-209F8EAA580B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DEE17930-0D31-429A-8F0A-83307325F8C6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C3C38AE-E041-4FB3-8577-7CB293985FE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810DEE1-7609-485D-8736-DF125F1E265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61E483FA-520A-47CD-90EE-615F79040DF4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3DAAF89C-1E88-4B74-A597-58DDDB4CBDC3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2ED63EE-197A-49EF-88DA-FA522E0DB65B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27DC0525-FF93-4970-9F27-776F4ABBC43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83534CCD-252F-4408-8ED3-7E4155E2294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115A811-37D2-4B93-B06A-15227741874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D659D88A-58C3-4B98-A654-58DC95BCB5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372C53CA-19A3-4056-82FA-B619B60A557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27C37C5A-1DDE-42D9-8109-BA98A2E929F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FD3F0E51-975E-4626-AED0-2299C05B11D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DD3691CD-807B-4539-AB18-E490F306EF09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82F138D-42A4-4591-9A6D-A131516D5318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9AAE92CC-5E3B-4960-8F87-916624D99404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F584537D-2DF4-4CD1-B096-8895A8F8B3A4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CA548988-6761-44AF-9440-CF5B36BCA1E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F8B0500-05DA-4152-8517-DF16FC2E5E34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C81AAD74-5C59-4FCF-AB72-72265FCCCD9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D656CA8-AC87-4564-8045-3865CB95A7A7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4C630959-9E43-48C2-B13F-69F299CFFFC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786BE79D-CCC5-4ED2-9D51-6878958944D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C37E5D59-6740-408D-808B-A2249E8AB3EB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D16DB5AC-E421-483E-9EF4-5B4E4234A0F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44112AF-85DF-4945-B5B5-04A704B216E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1503D22B-DBBD-46EF-AFBE-88C35737D1F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B1413E37-C5B3-44C3-8F6B-FB7401B64F0F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5B331EAE-7778-4622-96D8-6DA28426345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4661309A-DB9D-44A5-B12A-79C145C5E13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1119D3AA-2778-4A52-92CE-5782936AAE0F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CFA9F4-4EAF-4754-81F6-4610B6732814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9677134C-9FCD-437B-A39D-BA730B8C9859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260305FA-87EA-4C08-91F0-BD0760DF2B90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A7B7BA0C-0D56-4A7F-937E-A25D0CD22803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5343A02F-1974-4A76-96F9-285250892691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DFE85CD5-7462-4E79-A671-8E5E9C8CE2C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31D99363-D9B5-4FF2-89DE-C0E89A55A21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B4B5172D-0C56-4C3A-9592-5A496800B693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B252E735-7577-4DD0-A522-4FFF481EFE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2" name="직선 연결선 161">
            <a:extLst>
              <a:ext uri="{FF2B5EF4-FFF2-40B4-BE49-F238E27FC236}">
                <a16:creationId xmlns:a16="http://schemas.microsoft.com/office/drawing/2014/main" id="{9E9EF04E-51F2-41DC-9402-C91CB324FCC0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3" name="그림 162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82D4B62A-3DC4-4FF7-9905-559C99A719A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64" name="직사각형 163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9C6EA5DE-E948-46AD-9469-7E6D0E902F55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hlinkClick r:id="rId5" action="ppaction://hlinksldjump"/>
            <a:extLst>
              <a:ext uri="{FF2B5EF4-FFF2-40B4-BE49-F238E27FC236}">
                <a16:creationId xmlns:a16="http://schemas.microsoft.com/office/drawing/2014/main" id="{906FDB9C-BB40-495A-BFEB-5771C5CBB72E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EE07F6A-6752-4425-9295-1591059B828B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7" name="직사각형 16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9013183-4063-4DCF-AAA7-4162869D0349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8" name="직사각형 16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A122645-2785-4544-87B4-E9FC8B647A6F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18C175BB-2F2B-4612-B2C1-757DFA67A389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05DCCF13-AD65-45DD-9FC4-C4F58D6F0F49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1B923DD-1BEA-420D-BE2A-5BFBEF4228B0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4D2BC6EA-678B-499E-8BAE-4BB2800B6984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A250E4F6-40F2-4C25-81E9-3FB429D68EBB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4D0F8AF1-B86D-404E-92EF-5C8C66C2FA91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6B06705C-04CB-42A5-A6B7-31EA3CB94ABC}"/>
              </a:ext>
            </a:extLst>
          </p:cNvPr>
          <p:cNvSpPr txBox="1"/>
          <p:nvPr/>
        </p:nvSpPr>
        <p:spPr>
          <a:xfrm>
            <a:off x="179388" y="597407"/>
            <a:ext cx="20168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고객은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4718C095-090F-46BD-850F-87E716BE631D}"/>
              </a:ext>
            </a:extLst>
          </p:cNvPr>
          <p:cNvSpPr txBox="1"/>
          <p:nvPr/>
        </p:nvSpPr>
        <p:spPr>
          <a:xfrm>
            <a:off x="179388" y="1935237"/>
            <a:ext cx="21242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경쟁사는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A0E12593-71C1-4B57-9B66-5901D36ED2E1}"/>
              </a:ext>
            </a:extLst>
          </p:cNvPr>
          <p:cNvSpPr txBox="1"/>
          <p:nvPr/>
        </p:nvSpPr>
        <p:spPr>
          <a:xfrm>
            <a:off x="179388" y="3271669"/>
            <a:ext cx="15039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우리는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E3CF5E9F-0350-423D-A28C-32F2AA855029}"/>
              </a:ext>
            </a:extLst>
          </p:cNvPr>
          <p:cNvSpPr txBox="1"/>
          <p:nvPr/>
        </p:nvSpPr>
        <p:spPr>
          <a:xfrm>
            <a:off x="179388" y="4606951"/>
            <a:ext cx="198002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강점은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6B4AB2CC-F419-4D93-87DB-89A9C689CFB0}"/>
              </a:ext>
            </a:extLst>
          </p:cNvPr>
          <p:cNvSpPr txBox="1"/>
          <p:nvPr/>
        </p:nvSpPr>
        <p:spPr>
          <a:xfrm>
            <a:off x="179388" y="5945532"/>
            <a:ext cx="198002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약점은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1BD6A7C3-B003-455C-AB9E-9A284BEFDD65}"/>
              </a:ext>
            </a:extLst>
          </p:cNvPr>
          <p:cNvSpPr txBox="1"/>
          <p:nvPr/>
        </p:nvSpPr>
        <p:spPr>
          <a:xfrm>
            <a:off x="179388" y="6961617"/>
            <a:ext cx="23118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외부적 기회 요인은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C35C3F05-B51D-43C2-B4C6-5F1C82B94D6A}"/>
              </a:ext>
            </a:extLst>
          </p:cNvPr>
          <p:cNvSpPr txBox="1"/>
          <p:nvPr/>
        </p:nvSpPr>
        <p:spPr>
          <a:xfrm>
            <a:off x="7608020" y="597406"/>
            <a:ext cx="26436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타겟을 어떻게 찾을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D2B7727A-E283-4131-87B7-1CDBB1380F15}"/>
              </a:ext>
            </a:extLst>
          </p:cNvPr>
          <p:cNvSpPr txBox="1"/>
          <p:nvPr/>
        </p:nvSpPr>
        <p:spPr>
          <a:xfrm>
            <a:off x="7608020" y="2272471"/>
            <a:ext cx="301877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고객을 어떻게 정의 할 수 있는가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5240B2DF-01D7-41CC-8EA9-B3E252CC1F7D}"/>
              </a:ext>
            </a:extLst>
          </p:cNvPr>
          <p:cNvSpPr txBox="1"/>
          <p:nvPr/>
        </p:nvSpPr>
        <p:spPr>
          <a:xfrm>
            <a:off x="7608020" y="3603967"/>
            <a:ext cx="56332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타겟에게 어떻게 포지셔닝 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경쟁사와 차별화 요소는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FAD80382-F3E7-4968-9FE0-0CA6ADB3BA28}"/>
              </a:ext>
            </a:extLst>
          </p:cNvPr>
          <p:cNvSpPr txBox="1"/>
          <p:nvPr/>
        </p:nvSpPr>
        <p:spPr>
          <a:xfrm>
            <a:off x="7608020" y="4950833"/>
            <a:ext cx="247375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910970E0-C8FA-447D-9B67-455BB06700DD}"/>
              </a:ext>
            </a:extLst>
          </p:cNvPr>
          <p:cNvSpPr txBox="1"/>
          <p:nvPr/>
        </p:nvSpPr>
        <p:spPr>
          <a:xfrm>
            <a:off x="7608020" y="6279300"/>
            <a:ext cx="19287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가격 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2EEA5E81-BA92-42E0-BB02-84C3223C4FF6}"/>
              </a:ext>
            </a:extLst>
          </p:cNvPr>
          <p:cNvSpPr txBox="1"/>
          <p:nvPr/>
        </p:nvSpPr>
        <p:spPr>
          <a:xfrm>
            <a:off x="179388" y="7966268"/>
            <a:ext cx="23118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외부적 위협 요인은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381AAC58-B030-4848-B6B4-52979D226377}"/>
              </a:ext>
            </a:extLst>
          </p:cNvPr>
          <p:cNvSpPr txBox="1"/>
          <p:nvPr/>
        </p:nvSpPr>
        <p:spPr>
          <a:xfrm>
            <a:off x="7608020" y="7282351"/>
            <a:ext cx="19287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유통 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09BB4AB4-C01B-40EA-A651-409E1F3E07A4}"/>
              </a:ext>
            </a:extLst>
          </p:cNvPr>
          <p:cNvSpPr txBox="1"/>
          <p:nvPr/>
        </p:nvSpPr>
        <p:spPr>
          <a:xfrm>
            <a:off x="7608020" y="8287365"/>
            <a:ext cx="221727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프로모션 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83994360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그룹 44">
            <a:extLst>
              <a:ext uri="{FF2B5EF4-FFF2-40B4-BE49-F238E27FC236}">
                <a16:creationId xmlns:a16="http://schemas.microsoft.com/office/drawing/2014/main" id="{CCF8220E-F62E-41A4-A6E0-2FE01C559D04}"/>
              </a:ext>
            </a:extLst>
          </p:cNvPr>
          <p:cNvGrpSpPr/>
          <p:nvPr/>
        </p:nvGrpSpPr>
        <p:grpSpPr>
          <a:xfrm>
            <a:off x="15192376" y="539749"/>
            <a:ext cx="7308850" cy="10117139"/>
            <a:chOff x="236590" y="1417859"/>
            <a:chExt cx="7103391" cy="9010452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941D702D-A312-4CEE-AB5D-45F4642D98BD}"/>
                </a:ext>
              </a:extLst>
            </p:cNvPr>
            <p:cNvSpPr/>
            <p:nvPr/>
          </p:nvSpPr>
          <p:spPr>
            <a:xfrm>
              <a:off x="236590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5B1DFBDD-C2F0-41A8-8BAD-8FE18F6D4907}"/>
                </a:ext>
              </a:extLst>
            </p:cNvPr>
            <p:cNvSpPr/>
            <p:nvPr/>
          </p:nvSpPr>
          <p:spPr>
            <a:xfrm>
              <a:off x="2024623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A73E46F-5652-4BBD-B516-72711B1CF55B}"/>
                </a:ext>
              </a:extLst>
            </p:cNvPr>
            <p:cNvSpPr/>
            <p:nvPr/>
          </p:nvSpPr>
          <p:spPr>
            <a:xfrm>
              <a:off x="3812656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30160978-2A37-49A9-BE32-F30D171608D1}"/>
                </a:ext>
              </a:extLst>
            </p:cNvPr>
            <p:cNvSpPr/>
            <p:nvPr/>
          </p:nvSpPr>
          <p:spPr>
            <a:xfrm>
              <a:off x="5600688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0E7AFC2D-AEB2-4A2E-B848-070AF98CD1E2}"/>
                </a:ext>
              </a:extLst>
            </p:cNvPr>
            <p:cNvSpPr/>
            <p:nvPr/>
          </p:nvSpPr>
          <p:spPr>
            <a:xfrm>
              <a:off x="500427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A1F988E-796E-47E6-B3AE-182B55E2691B}"/>
                </a:ext>
              </a:extLst>
            </p:cNvPr>
            <p:cNvSpPr txBox="1"/>
            <p:nvPr/>
          </p:nvSpPr>
          <p:spPr>
            <a:xfrm>
              <a:off x="5007386" y="1422308"/>
              <a:ext cx="86781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3. Company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303B92E6-5EC9-4489-A20C-9606EFC3EB5E}"/>
                </a:ext>
              </a:extLst>
            </p:cNvPr>
            <p:cNvSpPr/>
            <p:nvPr/>
          </p:nvSpPr>
          <p:spPr>
            <a:xfrm>
              <a:off x="23659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2858A7B-D50B-46E2-BD70-11084B08369D}"/>
                </a:ext>
              </a:extLst>
            </p:cNvPr>
            <p:cNvSpPr txBox="1"/>
            <p:nvPr/>
          </p:nvSpPr>
          <p:spPr>
            <a:xfrm>
              <a:off x="244674" y="1422308"/>
              <a:ext cx="90831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1. Consumer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C228A65B-6A0D-428E-951D-4BA286A08CD0}"/>
                </a:ext>
              </a:extLst>
            </p:cNvPr>
            <p:cNvSpPr/>
            <p:nvPr/>
          </p:nvSpPr>
          <p:spPr>
            <a:xfrm>
              <a:off x="262043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AA4DCC4-836A-4D5D-8CCC-84B70846386E}"/>
                </a:ext>
              </a:extLst>
            </p:cNvPr>
            <p:cNvSpPr txBox="1"/>
            <p:nvPr/>
          </p:nvSpPr>
          <p:spPr>
            <a:xfrm>
              <a:off x="2633920" y="1422308"/>
              <a:ext cx="97531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2. Competitor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6AC7846-2881-461B-A7FE-1E905968CC38}"/>
                </a:ext>
              </a:extLst>
            </p:cNvPr>
            <p:cNvSpPr txBox="1"/>
            <p:nvPr/>
          </p:nvSpPr>
          <p:spPr>
            <a:xfrm>
              <a:off x="236593" y="8867770"/>
              <a:ext cx="84132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11. Product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9EE28C4-270C-493B-AD5A-E2B2D780DC9D}"/>
                </a:ext>
              </a:extLst>
            </p:cNvPr>
            <p:cNvSpPr txBox="1"/>
            <p:nvPr/>
          </p:nvSpPr>
          <p:spPr>
            <a:xfrm>
              <a:off x="2024628" y="8867770"/>
              <a:ext cx="63256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 Price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C44E256-A01F-42E5-92E2-90E61F8694DC}"/>
                </a:ext>
              </a:extLst>
            </p:cNvPr>
            <p:cNvSpPr txBox="1"/>
            <p:nvPr/>
          </p:nvSpPr>
          <p:spPr>
            <a:xfrm>
              <a:off x="3812658" y="8867770"/>
              <a:ext cx="69332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13. Place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C991E03-2EDD-4C04-8E80-6A8F429BD6D5}"/>
                </a:ext>
              </a:extLst>
            </p:cNvPr>
            <p:cNvSpPr/>
            <p:nvPr/>
          </p:nvSpPr>
          <p:spPr>
            <a:xfrm>
              <a:off x="23659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29DC645-BBC4-43DD-9948-CACF5E3C870A}"/>
                </a:ext>
              </a:extLst>
            </p:cNvPr>
            <p:cNvSpPr txBox="1"/>
            <p:nvPr/>
          </p:nvSpPr>
          <p:spPr>
            <a:xfrm>
              <a:off x="241431" y="7327320"/>
              <a:ext cx="112643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8. Segmentation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45C4EAB8-2166-4D61-AAFA-06C2B1C9EB15}"/>
                </a:ext>
              </a:extLst>
            </p:cNvPr>
            <p:cNvSpPr/>
            <p:nvPr/>
          </p:nvSpPr>
          <p:spPr>
            <a:xfrm>
              <a:off x="262043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74D892E-B06D-4888-9990-54FBCF93FD99}"/>
                </a:ext>
              </a:extLst>
            </p:cNvPr>
            <p:cNvSpPr txBox="1"/>
            <p:nvPr/>
          </p:nvSpPr>
          <p:spPr>
            <a:xfrm>
              <a:off x="2626212" y="7327320"/>
              <a:ext cx="86937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9. Targeting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BEAA6043-A27D-43C4-A0AA-3045E438C444}"/>
                </a:ext>
              </a:extLst>
            </p:cNvPr>
            <p:cNvSpPr/>
            <p:nvPr/>
          </p:nvSpPr>
          <p:spPr>
            <a:xfrm>
              <a:off x="5011705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C7315D0-83BB-4DAF-8CC8-C7BE3C71F413}"/>
                </a:ext>
              </a:extLst>
            </p:cNvPr>
            <p:cNvSpPr txBox="1"/>
            <p:nvPr/>
          </p:nvSpPr>
          <p:spPr>
            <a:xfrm>
              <a:off x="5015456" y="7327320"/>
              <a:ext cx="102672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10. Positioning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C83463C-E744-4A29-9954-7CC7B3769959}"/>
                </a:ext>
              </a:extLst>
            </p:cNvPr>
            <p:cNvSpPr txBox="1"/>
            <p:nvPr/>
          </p:nvSpPr>
          <p:spPr>
            <a:xfrm>
              <a:off x="5600693" y="8867770"/>
              <a:ext cx="99867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14. Promotion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2DDB3A36-F7D3-4F5A-BA57-0DD4A8BF6840}"/>
                </a:ext>
              </a:extLst>
            </p:cNvPr>
            <p:cNvSpPr/>
            <p:nvPr/>
          </p:nvSpPr>
          <p:spPr>
            <a:xfrm>
              <a:off x="2620896" y="2944970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315541CB-215D-4FFA-8F9E-1A3EA9168B89}"/>
                </a:ext>
              </a:extLst>
            </p:cNvPr>
            <p:cNvSpPr/>
            <p:nvPr/>
          </p:nvSpPr>
          <p:spPr>
            <a:xfrm>
              <a:off x="5004737" y="2953182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5F4A19F-25D2-4F76-9C89-40B792751DA2}"/>
                </a:ext>
              </a:extLst>
            </p:cNvPr>
            <p:cNvSpPr txBox="1"/>
            <p:nvPr/>
          </p:nvSpPr>
          <p:spPr>
            <a:xfrm>
              <a:off x="2600065" y="2944970"/>
              <a:ext cx="81640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4. Strength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D3469BAB-05F8-477B-98C4-E398C2136311}"/>
                </a:ext>
              </a:extLst>
            </p:cNvPr>
            <p:cNvSpPr/>
            <p:nvPr/>
          </p:nvSpPr>
          <p:spPr>
            <a:xfrm>
              <a:off x="2620896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3FF3CC81-31EE-494D-BFE7-B8334FCB729A}"/>
                </a:ext>
              </a:extLst>
            </p:cNvPr>
            <p:cNvSpPr/>
            <p:nvPr/>
          </p:nvSpPr>
          <p:spPr>
            <a:xfrm>
              <a:off x="2620896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D3C6209-25F7-4EAA-96A9-686D0E5C579C}"/>
                </a:ext>
              </a:extLst>
            </p:cNvPr>
            <p:cNvSpPr txBox="1"/>
            <p:nvPr/>
          </p:nvSpPr>
          <p:spPr>
            <a:xfrm>
              <a:off x="2600061" y="5791699"/>
              <a:ext cx="31006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3B82F90-0EEC-4DFF-9309-514DA947A7F9}"/>
                </a:ext>
              </a:extLst>
            </p:cNvPr>
            <p:cNvSpPr txBox="1"/>
            <p:nvPr/>
          </p:nvSpPr>
          <p:spPr>
            <a:xfrm>
              <a:off x="2600063" y="4353615"/>
              <a:ext cx="33655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5C55064-0875-41C6-BE95-D18C736A6140}"/>
                </a:ext>
              </a:extLst>
            </p:cNvPr>
            <p:cNvSpPr/>
            <p:nvPr/>
          </p:nvSpPr>
          <p:spPr>
            <a:xfrm>
              <a:off x="236590" y="4388906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32FD3F89-9FD1-4702-BB01-E46C8B4FA75E}"/>
                </a:ext>
              </a:extLst>
            </p:cNvPr>
            <p:cNvSpPr/>
            <p:nvPr/>
          </p:nvSpPr>
          <p:spPr>
            <a:xfrm>
              <a:off x="5004737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1C69D91-7A4D-41D7-914D-30840AD2A986}"/>
                </a:ext>
              </a:extLst>
            </p:cNvPr>
            <p:cNvSpPr/>
            <p:nvPr/>
          </p:nvSpPr>
          <p:spPr>
            <a:xfrm>
              <a:off x="5004737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626BD35-DBF2-4D2B-839F-98243AA3E1E1}"/>
                </a:ext>
              </a:extLst>
            </p:cNvPr>
            <p:cNvSpPr txBox="1"/>
            <p:nvPr/>
          </p:nvSpPr>
          <p:spPr>
            <a:xfrm>
              <a:off x="4973939" y="5791699"/>
              <a:ext cx="36927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8273581-79C2-4CF6-AFD2-C98D32E8F10C}"/>
                </a:ext>
              </a:extLst>
            </p:cNvPr>
            <p:cNvSpPr txBox="1"/>
            <p:nvPr/>
          </p:nvSpPr>
          <p:spPr>
            <a:xfrm>
              <a:off x="4973939" y="4353615"/>
              <a:ext cx="39887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WO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5697421-00A0-4C06-8E19-5D5E8DC7FDC9}"/>
                </a:ext>
              </a:extLst>
            </p:cNvPr>
            <p:cNvSpPr txBox="1"/>
            <p:nvPr/>
          </p:nvSpPr>
          <p:spPr>
            <a:xfrm>
              <a:off x="4973941" y="2944970"/>
              <a:ext cx="89897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5. Weakness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2388C729-EEFB-44A0-ADF2-1F330CAFBB09}"/>
                </a:ext>
              </a:extLst>
            </p:cNvPr>
            <p:cNvSpPr txBox="1"/>
            <p:nvPr/>
          </p:nvSpPr>
          <p:spPr>
            <a:xfrm>
              <a:off x="236593" y="4353615"/>
              <a:ext cx="101425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Opportunity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02704A4A-DF7B-4F78-A63C-D4E6F9F411A6}"/>
                </a:ext>
              </a:extLst>
            </p:cNvPr>
            <p:cNvSpPr/>
            <p:nvPr/>
          </p:nvSpPr>
          <p:spPr>
            <a:xfrm>
              <a:off x="236590" y="5824633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9A1908F-DCBA-44AE-A60E-CBA6C8D77E06}"/>
                </a:ext>
              </a:extLst>
            </p:cNvPr>
            <p:cNvSpPr txBox="1"/>
            <p:nvPr/>
          </p:nvSpPr>
          <p:spPr>
            <a:xfrm>
              <a:off x="236593" y="5791699"/>
              <a:ext cx="690206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7. Threat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CB2234E8-4B54-465F-AF66-6343B89A5B60}"/>
                </a:ext>
              </a:extLst>
            </p:cNvPr>
            <p:cNvSpPr txBox="1"/>
            <p:nvPr/>
          </p:nvSpPr>
          <p:spPr>
            <a:xfrm>
              <a:off x="1878439" y="3428784"/>
              <a:ext cx="67462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내적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요인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0849400-7C91-49BB-AD85-9233EC36C82A}"/>
                </a:ext>
              </a:extLst>
            </p:cNvPr>
            <p:cNvSpPr txBox="1"/>
            <p:nvPr/>
          </p:nvSpPr>
          <p:spPr>
            <a:xfrm>
              <a:off x="919774" y="4056206"/>
              <a:ext cx="67462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외적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요인</a:t>
              </a:r>
            </a:p>
          </p:txBody>
        </p: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A67D8CD-9BC0-4855-B7F7-D8EA9BCD6CD9}"/>
                </a:ext>
              </a:extLst>
            </p:cNvPr>
            <p:cNvCxnSpPr/>
            <p:nvPr/>
          </p:nvCxnSpPr>
          <p:spPr>
            <a:xfrm>
              <a:off x="236592" y="2884893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8462E19C-8FC9-4B75-B052-2007E218C210}"/>
                </a:ext>
              </a:extLst>
            </p:cNvPr>
            <p:cNvCxnSpPr/>
            <p:nvPr/>
          </p:nvCxnSpPr>
          <p:spPr>
            <a:xfrm>
              <a:off x="236592" y="7258878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8E480CE-5C70-4CAD-9C80-85CEA5C3EDF8}"/>
                </a:ext>
              </a:extLst>
            </p:cNvPr>
            <p:cNvCxnSpPr/>
            <p:nvPr/>
          </p:nvCxnSpPr>
          <p:spPr>
            <a:xfrm>
              <a:off x="236592" y="8804274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CE4C26C-9AA1-434C-BCEC-DF2326E7A10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B564B079-A143-42DF-810D-B80A5B04AC33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50" name="모서리가 둥근 직사각형 499">
              <a:extLst>
                <a:ext uri="{FF2B5EF4-FFF2-40B4-BE49-F238E27FC236}">
                  <a16:creationId xmlns:a16="http://schemas.microsoft.com/office/drawing/2014/main" id="{21084DE5-0CF3-47CF-B34E-BF14E589C051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C4810E8-461E-4688-A017-09269ADBB9F1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43C42F72-45B0-47B5-A5C4-3AC7C6B44CB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60FE704-B914-4BCF-8383-46DA4F2D274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86222788-FC78-4561-A670-B1F7BEE5FF5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47C17221-8E5E-4FAD-AF2A-777BD7CFDCAA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DC3DB62C-88CA-4160-B87C-7789901B6EA7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02AFAAA-193C-458E-80DF-84A12F21C7F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48D1AAC7-8E55-4FC4-BF42-50C079625801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043CC2BC-DE39-4B99-9265-7DF3AAF64A72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73221E58-FEE6-44BF-B124-7B023AB07A3F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B01032A-8B96-49A8-B0E9-E309FD7D179F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D286C21A-97D6-4BBF-A465-9C9D8BC613D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7C2F1FE-4D05-4AA1-BE80-83F605D73F0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8668DDE5-6B09-4324-B294-769D83889D77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79DC1E72-1CE4-402A-B48A-425A910146A7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AD7FC4C3-9383-4F57-810A-7034C0C09724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6F7FD509-910F-4727-ABBC-C374240D3869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B2FDDC3B-3EE0-4E2E-96AE-DEFE7A39BAF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BC6B9F44-4D8D-46E3-8094-C660219EBC0C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C58F29FD-758D-4AFC-8542-759892ED4549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9955C399-AC60-49FE-8CDC-E5C6E49166D0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8E701E0-D06C-4B29-B7FB-259771BD88DE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6FF7D07B-F380-458D-ACE3-2196E8032508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3B89BD0B-D6DA-4E74-852E-287B80AD831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45F4A83B-417B-4D6B-9C2C-E1707ED99BC8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031E28AD-3D0F-48B8-99BF-214F244A3A31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298EB4FA-ACBB-467C-8DE5-FFC0F5BCA307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9699EC4E-9BAD-4870-964D-6427CB2073B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BCA24574-8484-49BF-B850-4897E5A1057C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5AAA2205-6262-48D0-BCEF-15E41C99261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B52AFF8A-DC85-40F7-A9C1-AFD92BE261BE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AA24051A-6FD5-4688-B6EF-8D76CF29514A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11DB648-67CA-4331-BFBC-2FD4F5B4A7A0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6DF2578-B1D3-40F4-A4F8-66E0BBB4896D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105891C-9C3E-423F-9841-AA65E1D4C8BA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8712F0BD-8BF5-4427-8FE0-9A5B89B05BA4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384F45E-ABCE-4FDA-B3D9-67FFB291749C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A2ED4FFD-5AB7-4672-80A9-9E448376825D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F03C4C4-BC1B-4FA3-91D9-FDB19D53CC7E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E69C9D5-7CAB-44F6-B72B-E8BAE7DD7E8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87954C28-D7C1-416B-8214-E860913966A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5DB9227B-DE52-451D-BF6F-89DCAE52AFA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35FBA912-9D07-42A3-9D54-8DFED6DB6E99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324BECEA-DF11-4008-970A-C70DAD7E65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F95A3053-A4B4-438A-B947-7C4C614A5C1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D4CDBA91-C028-4B9A-A67A-9B4E275111A1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B494AD1-9DF2-4A71-B719-DA4DC83D783B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C43B1D27-D89A-4BEE-ACA3-13A1D6BDB96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605D37A9-737E-4FD8-9BD4-42E16C6D4000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36379274-39C6-4F2C-A33B-573E26978688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66944904-A02C-4F36-ABD9-7FDA3F02551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78F78ED7-9389-482A-B63F-4524F51411E2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F6E313BA-46A8-455F-973F-593FC12CED3C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B5754FCA-7449-42C8-B0DC-75F1FBE92C20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698C7B46-730E-4421-BBE3-E735C1501F48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06" name="모서리가 둥근 직사각형 499">
              <a:extLst>
                <a:ext uri="{FF2B5EF4-FFF2-40B4-BE49-F238E27FC236}">
                  <a16:creationId xmlns:a16="http://schemas.microsoft.com/office/drawing/2014/main" id="{C813FC9F-8203-4978-8567-99F4574B2062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C167D54-73FF-49D1-B946-5FF696F61B19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B4B99C2-FE1F-4E64-991E-086293D11EC0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D2D0D3A0-6F01-428B-8FCE-D61CCEF6F43B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B2214417-9779-4F52-9714-BBE3573821F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FDF84F8F-EAA6-436F-9A3E-BD0F879650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D55F3C6A-40DD-4251-8E68-0C2341B2E35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551598AE-AED7-4D7D-A175-86616321C50D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1CEB63AA-5424-4167-8FDC-AB8DB8D35E56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804D8551-C590-4FC6-8A61-3BB968F1851D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16A98233-34D4-4383-ACAA-894050E3A101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3C36ECF9-B2A4-43C1-9694-B67541E49C3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D332E551-54B9-4709-9E3F-77F2F2C4A58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04DD4F1-DC03-4CBE-8CB1-E7EA4A8FD03C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FBA006D0-B81E-4F8B-854E-209F8EAA580B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DEE17930-0D31-429A-8F0A-83307325F8C6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C3C38AE-E041-4FB3-8577-7CB293985FE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810DEE1-7609-485D-8736-DF125F1E265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61E483FA-520A-47CD-90EE-615F79040DF4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3DAAF89C-1E88-4B74-A597-58DDDB4CBDC3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2ED63EE-197A-49EF-88DA-FA522E0DB65B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27DC0525-FF93-4970-9F27-776F4ABBC43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83534CCD-252F-4408-8ED3-7E4155E2294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115A811-37D2-4B93-B06A-15227741874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D659D88A-58C3-4B98-A654-58DC95BCB5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372C53CA-19A3-4056-82FA-B619B60A557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27C37C5A-1DDE-42D9-8109-BA98A2E929F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FD3F0E51-975E-4626-AED0-2299C05B11D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DD3691CD-807B-4539-AB18-E490F306EF09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82F138D-42A4-4591-9A6D-A131516D5318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9AAE92CC-5E3B-4960-8F87-916624D99404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F584537D-2DF4-4CD1-B096-8895A8F8B3A4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CA548988-6761-44AF-9440-CF5B36BCA1E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F8B0500-05DA-4152-8517-DF16FC2E5E34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C81AAD74-5C59-4FCF-AB72-72265FCCCD9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D656CA8-AC87-4564-8045-3865CB95A7A7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4C630959-9E43-48C2-B13F-69F299CFFFC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786BE79D-CCC5-4ED2-9D51-6878958944D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C37E5D59-6740-408D-808B-A2249E8AB3EB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D16DB5AC-E421-483E-9EF4-5B4E4234A0F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44112AF-85DF-4945-B5B5-04A704B216E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1503D22B-DBBD-46EF-AFBE-88C35737D1F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B1413E37-C5B3-44C3-8F6B-FB7401B64F0F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5B331EAE-7778-4622-96D8-6DA28426345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4661309A-DB9D-44A5-B12A-79C145C5E13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1119D3AA-2778-4A52-92CE-5782936AAE0F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CFA9F4-4EAF-4754-81F6-4610B6732814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9677134C-9FCD-437B-A39D-BA730B8C9859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260305FA-87EA-4C08-91F0-BD0760DF2B90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A7B7BA0C-0D56-4A7F-937E-A25D0CD22803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5343A02F-1974-4A76-96F9-285250892691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DFE85CD5-7462-4E79-A671-8E5E9C8CE2C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31D99363-D9B5-4FF2-89DE-C0E89A55A21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B4B5172D-0C56-4C3A-9592-5A496800B693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B252E735-7577-4DD0-A522-4FFF481EFE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2" name="직선 연결선 161">
            <a:extLst>
              <a:ext uri="{FF2B5EF4-FFF2-40B4-BE49-F238E27FC236}">
                <a16:creationId xmlns:a16="http://schemas.microsoft.com/office/drawing/2014/main" id="{3D22B969-2E6B-4C99-87C3-AC40EE9DC30D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3" name="그림 162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E9E0DFE2-178C-49EE-9564-4FCAF32BDEE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64" name="직사각형 163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0EB1ADCD-54F0-43D3-AC0B-F84B9D4E13D9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hlinkClick r:id="rId5" action="ppaction://hlinksldjump"/>
            <a:extLst>
              <a:ext uri="{FF2B5EF4-FFF2-40B4-BE49-F238E27FC236}">
                <a16:creationId xmlns:a16="http://schemas.microsoft.com/office/drawing/2014/main" id="{2926800C-920D-41B5-B3FF-F0A91212F043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BB6BF7B-22A3-442F-B37E-CBB62B7E8DE5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7" name="직사각형 16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3D2C125-44B2-40CE-A7D7-F11F78C5AC79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8" name="직사각형 16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6CF3589-FD3C-405C-8D1B-422A38ACC294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1DCABFD-DBD2-4B0B-AC0D-EA3E54253732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C54D7F96-AB30-4AEA-9031-AE1B0244768E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DD8DE964-CBC6-40A9-BA6A-335F5E81C8F8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CE5E8254-8979-4DF8-AB8E-8DC1F8E199DC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974776D3-445B-4C3B-AC39-86E1EAB9B121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FF27F6DB-C155-48B8-B976-806EE30EEF9E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46BDB29A-C0D4-4F47-B4FC-405F9A0C467B}"/>
              </a:ext>
            </a:extLst>
          </p:cNvPr>
          <p:cNvSpPr txBox="1"/>
          <p:nvPr/>
        </p:nvSpPr>
        <p:spPr>
          <a:xfrm>
            <a:off x="179388" y="597407"/>
            <a:ext cx="20168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고객은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E37F6B08-4A1B-4046-A5D5-DDB3C4035F64}"/>
              </a:ext>
            </a:extLst>
          </p:cNvPr>
          <p:cNvSpPr txBox="1"/>
          <p:nvPr/>
        </p:nvSpPr>
        <p:spPr>
          <a:xfrm>
            <a:off x="179388" y="1935237"/>
            <a:ext cx="21242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경쟁사는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5156790-6426-4485-9FFC-37D035F11D96}"/>
              </a:ext>
            </a:extLst>
          </p:cNvPr>
          <p:cNvSpPr txBox="1"/>
          <p:nvPr/>
        </p:nvSpPr>
        <p:spPr>
          <a:xfrm>
            <a:off x="179388" y="3271669"/>
            <a:ext cx="15039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우리는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8189A90B-8148-4BEA-99BC-AE5D5C130D80}"/>
              </a:ext>
            </a:extLst>
          </p:cNvPr>
          <p:cNvSpPr txBox="1"/>
          <p:nvPr/>
        </p:nvSpPr>
        <p:spPr>
          <a:xfrm>
            <a:off x="179388" y="4606951"/>
            <a:ext cx="198002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강점은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BFF3F3AB-1CB9-4EAB-9B1C-609026F7B9FC}"/>
              </a:ext>
            </a:extLst>
          </p:cNvPr>
          <p:cNvSpPr txBox="1"/>
          <p:nvPr/>
        </p:nvSpPr>
        <p:spPr>
          <a:xfrm>
            <a:off x="179388" y="5945532"/>
            <a:ext cx="198002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약점은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E868B681-5777-48F6-84AF-7AEEB795B2B3}"/>
              </a:ext>
            </a:extLst>
          </p:cNvPr>
          <p:cNvSpPr txBox="1"/>
          <p:nvPr/>
        </p:nvSpPr>
        <p:spPr>
          <a:xfrm>
            <a:off x="179388" y="6961617"/>
            <a:ext cx="23118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외부적 기회 요인은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3E29F7D3-E42E-41EC-B8E4-1118A34B6A37}"/>
              </a:ext>
            </a:extLst>
          </p:cNvPr>
          <p:cNvSpPr txBox="1"/>
          <p:nvPr/>
        </p:nvSpPr>
        <p:spPr>
          <a:xfrm>
            <a:off x="7608020" y="597406"/>
            <a:ext cx="26436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타겟을 어떻게 찾을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5DCD37F0-A77D-4122-AF89-BC465D21E3D3}"/>
              </a:ext>
            </a:extLst>
          </p:cNvPr>
          <p:cNvSpPr txBox="1"/>
          <p:nvPr/>
        </p:nvSpPr>
        <p:spPr>
          <a:xfrm>
            <a:off x="7608020" y="2272471"/>
            <a:ext cx="301877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고객을 어떻게 정의 할 수 있는가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D11FD2A-91D7-4726-B5FE-D2A38C7FFF45}"/>
              </a:ext>
            </a:extLst>
          </p:cNvPr>
          <p:cNvSpPr txBox="1"/>
          <p:nvPr/>
        </p:nvSpPr>
        <p:spPr>
          <a:xfrm>
            <a:off x="7608020" y="3603967"/>
            <a:ext cx="56332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타겟에게 어떻게 포지셔닝 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경쟁사와 차별화 요소는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2E1FB818-92DD-47C8-803F-F9FF9712899C}"/>
              </a:ext>
            </a:extLst>
          </p:cNvPr>
          <p:cNvSpPr txBox="1"/>
          <p:nvPr/>
        </p:nvSpPr>
        <p:spPr>
          <a:xfrm>
            <a:off x="7608020" y="4950833"/>
            <a:ext cx="247375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91946BBA-AF54-4137-BC53-4BB771E96D86}"/>
              </a:ext>
            </a:extLst>
          </p:cNvPr>
          <p:cNvSpPr txBox="1"/>
          <p:nvPr/>
        </p:nvSpPr>
        <p:spPr>
          <a:xfrm>
            <a:off x="7608020" y="6279300"/>
            <a:ext cx="19287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가격 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13B1906D-5097-4A85-AAAB-C6A6BD6AF76B}"/>
              </a:ext>
            </a:extLst>
          </p:cNvPr>
          <p:cNvSpPr txBox="1"/>
          <p:nvPr/>
        </p:nvSpPr>
        <p:spPr>
          <a:xfrm>
            <a:off x="179388" y="7966268"/>
            <a:ext cx="23118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외부적 위협 요인은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06AFBBC1-8AD2-47ED-ADF6-C41C74799676}"/>
              </a:ext>
            </a:extLst>
          </p:cNvPr>
          <p:cNvSpPr txBox="1"/>
          <p:nvPr/>
        </p:nvSpPr>
        <p:spPr>
          <a:xfrm>
            <a:off x="7608020" y="7282351"/>
            <a:ext cx="19287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유통 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FEAE7EDE-45DB-4DBF-9507-95E00CF0E3E2}"/>
              </a:ext>
            </a:extLst>
          </p:cNvPr>
          <p:cNvSpPr txBox="1"/>
          <p:nvPr/>
        </p:nvSpPr>
        <p:spPr>
          <a:xfrm>
            <a:off x="7608020" y="8287365"/>
            <a:ext cx="221727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프로모션 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4431432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그룹 44">
            <a:extLst>
              <a:ext uri="{FF2B5EF4-FFF2-40B4-BE49-F238E27FC236}">
                <a16:creationId xmlns:a16="http://schemas.microsoft.com/office/drawing/2014/main" id="{CCF8220E-F62E-41A4-A6E0-2FE01C559D04}"/>
              </a:ext>
            </a:extLst>
          </p:cNvPr>
          <p:cNvGrpSpPr/>
          <p:nvPr/>
        </p:nvGrpSpPr>
        <p:grpSpPr>
          <a:xfrm>
            <a:off x="15192376" y="539749"/>
            <a:ext cx="7308850" cy="10117139"/>
            <a:chOff x="236590" y="1417859"/>
            <a:chExt cx="7103391" cy="9010452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941D702D-A312-4CEE-AB5D-45F4642D98BD}"/>
                </a:ext>
              </a:extLst>
            </p:cNvPr>
            <p:cNvSpPr/>
            <p:nvPr/>
          </p:nvSpPr>
          <p:spPr>
            <a:xfrm>
              <a:off x="236590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5B1DFBDD-C2F0-41A8-8BAD-8FE18F6D4907}"/>
                </a:ext>
              </a:extLst>
            </p:cNvPr>
            <p:cNvSpPr/>
            <p:nvPr/>
          </p:nvSpPr>
          <p:spPr>
            <a:xfrm>
              <a:off x="2024623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A73E46F-5652-4BBD-B516-72711B1CF55B}"/>
                </a:ext>
              </a:extLst>
            </p:cNvPr>
            <p:cNvSpPr/>
            <p:nvPr/>
          </p:nvSpPr>
          <p:spPr>
            <a:xfrm>
              <a:off x="3812656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30160978-2A37-49A9-BE32-F30D171608D1}"/>
                </a:ext>
              </a:extLst>
            </p:cNvPr>
            <p:cNvSpPr/>
            <p:nvPr/>
          </p:nvSpPr>
          <p:spPr>
            <a:xfrm>
              <a:off x="5600688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0E7AFC2D-AEB2-4A2E-B848-070AF98CD1E2}"/>
                </a:ext>
              </a:extLst>
            </p:cNvPr>
            <p:cNvSpPr/>
            <p:nvPr/>
          </p:nvSpPr>
          <p:spPr>
            <a:xfrm>
              <a:off x="500427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A1F988E-796E-47E6-B3AE-182B55E2691B}"/>
                </a:ext>
              </a:extLst>
            </p:cNvPr>
            <p:cNvSpPr txBox="1"/>
            <p:nvPr/>
          </p:nvSpPr>
          <p:spPr>
            <a:xfrm>
              <a:off x="5007386" y="1422308"/>
              <a:ext cx="86781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3. Company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303B92E6-5EC9-4489-A20C-9606EFC3EB5E}"/>
                </a:ext>
              </a:extLst>
            </p:cNvPr>
            <p:cNvSpPr/>
            <p:nvPr/>
          </p:nvSpPr>
          <p:spPr>
            <a:xfrm>
              <a:off x="23659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2858A7B-D50B-46E2-BD70-11084B08369D}"/>
                </a:ext>
              </a:extLst>
            </p:cNvPr>
            <p:cNvSpPr txBox="1"/>
            <p:nvPr/>
          </p:nvSpPr>
          <p:spPr>
            <a:xfrm>
              <a:off x="244674" y="1422308"/>
              <a:ext cx="90831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1. Consumer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C228A65B-6A0D-428E-951D-4BA286A08CD0}"/>
                </a:ext>
              </a:extLst>
            </p:cNvPr>
            <p:cNvSpPr/>
            <p:nvPr/>
          </p:nvSpPr>
          <p:spPr>
            <a:xfrm>
              <a:off x="262043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AA4DCC4-836A-4D5D-8CCC-84B70846386E}"/>
                </a:ext>
              </a:extLst>
            </p:cNvPr>
            <p:cNvSpPr txBox="1"/>
            <p:nvPr/>
          </p:nvSpPr>
          <p:spPr>
            <a:xfrm>
              <a:off x="2633920" y="1422308"/>
              <a:ext cx="97531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2. Competitor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6AC7846-2881-461B-A7FE-1E905968CC38}"/>
                </a:ext>
              </a:extLst>
            </p:cNvPr>
            <p:cNvSpPr txBox="1"/>
            <p:nvPr/>
          </p:nvSpPr>
          <p:spPr>
            <a:xfrm>
              <a:off x="236593" y="8867770"/>
              <a:ext cx="84132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11. Product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9EE28C4-270C-493B-AD5A-E2B2D780DC9D}"/>
                </a:ext>
              </a:extLst>
            </p:cNvPr>
            <p:cNvSpPr txBox="1"/>
            <p:nvPr/>
          </p:nvSpPr>
          <p:spPr>
            <a:xfrm>
              <a:off x="2024628" y="8867770"/>
              <a:ext cx="63256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 Price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C44E256-A01F-42E5-92E2-90E61F8694DC}"/>
                </a:ext>
              </a:extLst>
            </p:cNvPr>
            <p:cNvSpPr txBox="1"/>
            <p:nvPr/>
          </p:nvSpPr>
          <p:spPr>
            <a:xfrm>
              <a:off x="3812658" y="8867770"/>
              <a:ext cx="69332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13. Place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C991E03-2EDD-4C04-8E80-6A8F429BD6D5}"/>
                </a:ext>
              </a:extLst>
            </p:cNvPr>
            <p:cNvSpPr/>
            <p:nvPr/>
          </p:nvSpPr>
          <p:spPr>
            <a:xfrm>
              <a:off x="23659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29DC645-BBC4-43DD-9948-CACF5E3C870A}"/>
                </a:ext>
              </a:extLst>
            </p:cNvPr>
            <p:cNvSpPr txBox="1"/>
            <p:nvPr/>
          </p:nvSpPr>
          <p:spPr>
            <a:xfrm>
              <a:off x="241431" y="7327320"/>
              <a:ext cx="112643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8. Segmentation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45C4EAB8-2166-4D61-AAFA-06C2B1C9EB15}"/>
                </a:ext>
              </a:extLst>
            </p:cNvPr>
            <p:cNvSpPr/>
            <p:nvPr/>
          </p:nvSpPr>
          <p:spPr>
            <a:xfrm>
              <a:off x="262043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74D892E-B06D-4888-9990-54FBCF93FD99}"/>
                </a:ext>
              </a:extLst>
            </p:cNvPr>
            <p:cNvSpPr txBox="1"/>
            <p:nvPr/>
          </p:nvSpPr>
          <p:spPr>
            <a:xfrm>
              <a:off x="2626212" y="7327320"/>
              <a:ext cx="86937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9. Targeting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BEAA6043-A27D-43C4-A0AA-3045E438C444}"/>
                </a:ext>
              </a:extLst>
            </p:cNvPr>
            <p:cNvSpPr/>
            <p:nvPr/>
          </p:nvSpPr>
          <p:spPr>
            <a:xfrm>
              <a:off x="5011705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C7315D0-83BB-4DAF-8CC8-C7BE3C71F413}"/>
                </a:ext>
              </a:extLst>
            </p:cNvPr>
            <p:cNvSpPr txBox="1"/>
            <p:nvPr/>
          </p:nvSpPr>
          <p:spPr>
            <a:xfrm>
              <a:off x="5015456" y="7327320"/>
              <a:ext cx="102672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10. Positioning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C83463C-E744-4A29-9954-7CC7B3769959}"/>
                </a:ext>
              </a:extLst>
            </p:cNvPr>
            <p:cNvSpPr txBox="1"/>
            <p:nvPr/>
          </p:nvSpPr>
          <p:spPr>
            <a:xfrm>
              <a:off x="5600693" y="8867770"/>
              <a:ext cx="99867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14. Promotion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2DDB3A36-F7D3-4F5A-BA57-0DD4A8BF6840}"/>
                </a:ext>
              </a:extLst>
            </p:cNvPr>
            <p:cNvSpPr/>
            <p:nvPr/>
          </p:nvSpPr>
          <p:spPr>
            <a:xfrm>
              <a:off x="2620896" y="2944970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315541CB-215D-4FFA-8F9E-1A3EA9168B89}"/>
                </a:ext>
              </a:extLst>
            </p:cNvPr>
            <p:cNvSpPr/>
            <p:nvPr/>
          </p:nvSpPr>
          <p:spPr>
            <a:xfrm>
              <a:off x="5004737" y="2953182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5F4A19F-25D2-4F76-9C89-40B792751DA2}"/>
                </a:ext>
              </a:extLst>
            </p:cNvPr>
            <p:cNvSpPr txBox="1"/>
            <p:nvPr/>
          </p:nvSpPr>
          <p:spPr>
            <a:xfrm>
              <a:off x="2600065" y="2944970"/>
              <a:ext cx="81640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4. Strength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D3469BAB-05F8-477B-98C4-E398C2136311}"/>
                </a:ext>
              </a:extLst>
            </p:cNvPr>
            <p:cNvSpPr/>
            <p:nvPr/>
          </p:nvSpPr>
          <p:spPr>
            <a:xfrm>
              <a:off x="2620896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3FF3CC81-31EE-494D-BFE7-B8334FCB729A}"/>
                </a:ext>
              </a:extLst>
            </p:cNvPr>
            <p:cNvSpPr/>
            <p:nvPr/>
          </p:nvSpPr>
          <p:spPr>
            <a:xfrm>
              <a:off x="2620896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D3C6209-25F7-4EAA-96A9-686D0E5C579C}"/>
                </a:ext>
              </a:extLst>
            </p:cNvPr>
            <p:cNvSpPr txBox="1"/>
            <p:nvPr/>
          </p:nvSpPr>
          <p:spPr>
            <a:xfrm>
              <a:off x="2600061" y="5791699"/>
              <a:ext cx="31006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3B82F90-0EEC-4DFF-9309-514DA947A7F9}"/>
                </a:ext>
              </a:extLst>
            </p:cNvPr>
            <p:cNvSpPr txBox="1"/>
            <p:nvPr/>
          </p:nvSpPr>
          <p:spPr>
            <a:xfrm>
              <a:off x="2600063" y="4353615"/>
              <a:ext cx="33655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5C55064-0875-41C6-BE95-D18C736A6140}"/>
                </a:ext>
              </a:extLst>
            </p:cNvPr>
            <p:cNvSpPr/>
            <p:nvPr/>
          </p:nvSpPr>
          <p:spPr>
            <a:xfrm>
              <a:off x="236590" y="4388906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32FD3F89-9FD1-4702-BB01-E46C8B4FA75E}"/>
                </a:ext>
              </a:extLst>
            </p:cNvPr>
            <p:cNvSpPr/>
            <p:nvPr/>
          </p:nvSpPr>
          <p:spPr>
            <a:xfrm>
              <a:off x="5004737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1C69D91-7A4D-41D7-914D-30840AD2A986}"/>
                </a:ext>
              </a:extLst>
            </p:cNvPr>
            <p:cNvSpPr/>
            <p:nvPr/>
          </p:nvSpPr>
          <p:spPr>
            <a:xfrm>
              <a:off x="5004737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626BD35-DBF2-4D2B-839F-98243AA3E1E1}"/>
                </a:ext>
              </a:extLst>
            </p:cNvPr>
            <p:cNvSpPr txBox="1"/>
            <p:nvPr/>
          </p:nvSpPr>
          <p:spPr>
            <a:xfrm>
              <a:off x="4973939" y="5791699"/>
              <a:ext cx="36927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8273581-79C2-4CF6-AFD2-C98D32E8F10C}"/>
                </a:ext>
              </a:extLst>
            </p:cNvPr>
            <p:cNvSpPr txBox="1"/>
            <p:nvPr/>
          </p:nvSpPr>
          <p:spPr>
            <a:xfrm>
              <a:off x="4973939" y="4353615"/>
              <a:ext cx="39887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WO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5697421-00A0-4C06-8E19-5D5E8DC7FDC9}"/>
                </a:ext>
              </a:extLst>
            </p:cNvPr>
            <p:cNvSpPr txBox="1"/>
            <p:nvPr/>
          </p:nvSpPr>
          <p:spPr>
            <a:xfrm>
              <a:off x="4973941" y="2944970"/>
              <a:ext cx="89897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5. Weakness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2388C729-EEFB-44A0-ADF2-1F330CAFBB09}"/>
                </a:ext>
              </a:extLst>
            </p:cNvPr>
            <p:cNvSpPr txBox="1"/>
            <p:nvPr/>
          </p:nvSpPr>
          <p:spPr>
            <a:xfrm>
              <a:off x="236593" y="4353615"/>
              <a:ext cx="101425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Opportunity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02704A4A-DF7B-4F78-A63C-D4E6F9F411A6}"/>
                </a:ext>
              </a:extLst>
            </p:cNvPr>
            <p:cNvSpPr/>
            <p:nvPr/>
          </p:nvSpPr>
          <p:spPr>
            <a:xfrm>
              <a:off x="236590" y="5824633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9A1908F-DCBA-44AE-A60E-CBA6C8D77E06}"/>
                </a:ext>
              </a:extLst>
            </p:cNvPr>
            <p:cNvSpPr txBox="1"/>
            <p:nvPr/>
          </p:nvSpPr>
          <p:spPr>
            <a:xfrm>
              <a:off x="236593" y="5791699"/>
              <a:ext cx="690206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7. Threat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CB2234E8-4B54-465F-AF66-6343B89A5B60}"/>
                </a:ext>
              </a:extLst>
            </p:cNvPr>
            <p:cNvSpPr txBox="1"/>
            <p:nvPr/>
          </p:nvSpPr>
          <p:spPr>
            <a:xfrm>
              <a:off x="1878439" y="3428784"/>
              <a:ext cx="67462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내적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요인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0849400-7C91-49BB-AD85-9233EC36C82A}"/>
                </a:ext>
              </a:extLst>
            </p:cNvPr>
            <p:cNvSpPr txBox="1"/>
            <p:nvPr/>
          </p:nvSpPr>
          <p:spPr>
            <a:xfrm>
              <a:off x="919774" y="4056206"/>
              <a:ext cx="67462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외적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요인</a:t>
              </a:r>
            </a:p>
          </p:txBody>
        </p: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A67D8CD-9BC0-4855-B7F7-D8EA9BCD6CD9}"/>
                </a:ext>
              </a:extLst>
            </p:cNvPr>
            <p:cNvCxnSpPr/>
            <p:nvPr/>
          </p:nvCxnSpPr>
          <p:spPr>
            <a:xfrm>
              <a:off x="236592" y="2884893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8462E19C-8FC9-4B75-B052-2007E218C210}"/>
                </a:ext>
              </a:extLst>
            </p:cNvPr>
            <p:cNvCxnSpPr/>
            <p:nvPr/>
          </p:nvCxnSpPr>
          <p:spPr>
            <a:xfrm>
              <a:off x="236592" y="7258878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8E480CE-5C70-4CAD-9C80-85CEA5C3EDF8}"/>
                </a:ext>
              </a:extLst>
            </p:cNvPr>
            <p:cNvCxnSpPr/>
            <p:nvPr/>
          </p:nvCxnSpPr>
          <p:spPr>
            <a:xfrm>
              <a:off x="236592" y="8804274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CE4C26C-9AA1-434C-BCEC-DF2326E7A10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B564B079-A143-42DF-810D-B80A5B04AC33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50" name="모서리가 둥근 직사각형 499">
              <a:extLst>
                <a:ext uri="{FF2B5EF4-FFF2-40B4-BE49-F238E27FC236}">
                  <a16:creationId xmlns:a16="http://schemas.microsoft.com/office/drawing/2014/main" id="{21084DE5-0CF3-47CF-B34E-BF14E589C051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C4810E8-461E-4688-A017-09269ADBB9F1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43C42F72-45B0-47B5-A5C4-3AC7C6B44CB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60FE704-B914-4BCF-8383-46DA4F2D274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86222788-FC78-4561-A670-B1F7BEE5FF5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47C17221-8E5E-4FAD-AF2A-777BD7CFDCAA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DC3DB62C-88CA-4160-B87C-7789901B6EA7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02AFAAA-193C-458E-80DF-84A12F21C7F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48D1AAC7-8E55-4FC4-BF42-50C079625801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043CC2BC-DE39-4B99-9265-7DF3AAF64A72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73221E58-FEE6-44BF-B124-7B023AB07A3F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B01032A-8B96-49A8-B0E9-E309FD7D179F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D286C21A-97D6-4BBF-A465-9C9D8BC613D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7C2F1FE-4D05-4AA1-BE80-83F605D73F0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8668DDE5-6B09-4324-B294-769D83889D77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79DC1E72-1CE4-402A-B48A-425A910146A7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AD7FC4C3-9383-4F57-810A-7034C0C09724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6F7FD509-910F-4727-ABBC-C374240D3869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B2FDDC3B-3EE0-4E2E-96AE-DEFE7A39BAF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BC6B9F44-4D8D-46E3-8094-C660219EBC0C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C58F29FD-758D-4AFC-8542-759892ED4549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9955C399-AC60-49FE-8CDC-E5C6E49166D0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8E701E0-D06C-4B29-B7FB-259771BD88DE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6FF7D07B-F380-458D-ACE3-2196E8032508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3B89BD0B-D6DA-4E74-852E-287B80AD831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45F4A83B-417B-4D6B-9C2C-E1707ED99BC8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031E28AD-3D0F-48B8-99BF-214F244A3A31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298EB4FA-ACBB-467C-8DE5-FFC0F5BCA307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9699EC4E-9BAD-4870-964D-6427CB2073B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BCA24574-8484-49BF-B850-4897E5A1057C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5AAA2205-6262-48D0-BCEF-15E41C99261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B52AFF8A-DC85-40F7-A9C1-AFD92BE261BE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AA24051A-6FD5-4688-B6EF-8D76CF29514A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11DB648-67CA-4331-BFBC-2FD4F5B4A7A0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6DF2578-B1D3-40F4-A4F8-66E0BBB4896D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105891C-9C3E-423F-9841-AA65E1D4C8BA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8712F0BD-8BF5-4427-8FE0-9A5B89B05BA4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384F45E-ABCE-4FDA-B3D9-67FFB291749C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A2ED4FFD-5AB7-4672-80A9-9E448376825D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F03C4C4-BC1B-4FA3-91D9-FDB19D53CC7E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E69C9D5-7CAB-44F6-B72B-E8BAE7DD7E8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87954C28-D7C1-416B-8214-E860913966A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5DB9227B-DE52-451D-BF6F-89DCAE52AFA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35FBA912-9D07-42A3-9D54-8DFED6DB6E99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324BECEA-DF11-4008-970A-C70DAD7E65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F95A3053-A4B4-438A-B947-7C4C614A5C1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D4CDBA91-C028-4B9A-A67A-9B4E275111A1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B494AD1-9DF2-4A71-B719-DA4DC83D783B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C43B1D27-D89A-4BEE-ACA3-13A1D6BDB96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605D37A9-737E-4FD8-9BD4-42E16C6D4000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36379274-39C6-4F2C-A33B-573E26978688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66944904-A02C-4F36-ABD9-7FDA3F02551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78F78ED7-9389-482A-B63F-4524F51411E2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F6E313BA-46A8-455F-973F-593FC12CED3C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B5754FCA-7449-42C8-B0DC-75F1FBE92C20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698C7B46-730E-4421-BBE3-E735C1501F48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06" name="모서리가 둥근 직사각형 499">
              <a:extLst>
                <a:ext uri="{FF2B5EF4-FFF2-40B4-BE49-F238E27FC236}">
                  <a16:creationId xmlns:a16="http://schemas.microsoft.com/office/drawing/2014/main" id="{C813FC9F-8203-4978-8567-99F4574B2062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C167D54-73FF-49D1-B946-5FF696F61B19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B4B99C2-FE1F-4E64-991E-086293D11EC0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D2D0D3A0-6F01-428B-8FCE-D61CCEF6F43B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B2214417-9779-4F52-9714-BBE3573821F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FDF84F8F-EAA6-436F-9A3E-BD0F879650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D55F3C6A-40DD-4251-8E68-0C2341B2E35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551598AE-AED7-4D7D-A175-86616321C50D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1CEB63AA-5424-4167-8FDC-AB8DB8D35E56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804D8551-C590-4FC6-8A61-3BB968F1851D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16A98233-34D4-4383-ACAA-894050E3A101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3C36ECF9-B2A4-43C1-9694-B67541E49C3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D332E551-54B9-4709-9E3F-77F2F2C4A58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04DD4F1-DC03-4CBE-8CB1-E7EA4A8FD03C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FBA006D0-B81E-4F8B-854E-209F8EAA580B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DEE17930-0D31-429A-8F0A-83307325F8C6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C3C38AE-E041-4FB3-8577-7CB293985FE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810DEE1-7609-485D-8736-DF125F1E265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61E483FA-520A-47CD-90EE-615F79040DF4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3DAAF89C-1E88-4B74-A597-58DDDB4CBDC3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2ED63EE-197A-49EF-88DA-FA522E0DB65B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27DC0525-FF93-4970-9F27-776F4ABBC43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83534CCD-252F-4408-8ED3-7E4155E2294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115A811-37D2-4B93-B06A-15227741874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D659D88A-58C3-4B98-A654-58DC95BCB5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372C53CA-19A3-4056-82FA-B619B60A557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27C37C5A-1DDE-42D9-8109-BA98A2E929F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FD3F0E51-975E-4626-AED0-2299C05B11D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DD3691CD-807B-4539-AB18-E490F306EF09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82F138D-42A4-4591-9A6D-A131516D5318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9AAE92CC-5E3B-4960-8F87-916624D99404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F584537D-2DF4-4CD1-B096-8895A8F8B3A4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CA548988-6761-44AF-9440-CF5B36BCA1E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F8B0500-05DA-4152-8517-DF16FC2E5E34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C81AAD74-5C59-4FCF-AB72-72265FCCCD9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D656CA8-AC87-4564-8045-3865CB95A7A7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4C630959-9E43-48C2-B13F-69F299CFFFC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786BE79D-CCC5-4ED2-9D51-6878958944D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C37E5D59-6740-408D-808B-A2249E8AB3EB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D16DB5AC-E421-483E-9EF4-5B4E4234A0F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44112AF-85DF-4945-B5B5-04A704B216E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1503D22B-DBBD-46EF-AFBE-88C35737D1F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B1413E37-C5B3-44C3-8F6B-FB7401B64F0F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5B331EAE-7778-4622-96D8-6DA28426345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4661309A-DB9D-44A5-B12A-79C145C5E13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1119D3AA-2778-4A52-92CE-5782936AAE0F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CFA9F4-4EAF-4754-81F6-4610B6732814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9677134C-9FCD-437B-A39D-BA730B8C9859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260305FA-87EA-4C08-91F0-BD0760DF2B90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A7B7BA0C-0D56-4A7F-937E-A25D0CD22803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5343A02F-1974-4A76-96F9-285250892691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DFE85CD5-7462-4E79-A671-8E5E9C8CE2C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31D99363-D9B5-4FF2-89DE-C0E89A55A21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B4B5172D-0C56-4C3A-9592-5A496800B693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B252E735-7577-4DD0-A522-4FFF481EFE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2" name="직선 연결선 161">
            <a:extLst>
              <a:ext uri="{FF2B5EF4-FFF2-40B4-BE49-F238E27FC236}">
                <a16:creationId xmlns:a16="http://schemas.microsoft.com/office/drawing/2014/main" id="{3AD404D5-9AAC-459E-A721-D707A2D72F9F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3" name="그림 162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00310D8F-75DB-43F4-95B5-294968EC331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64" name="직사각형 163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9B437E1D-149F-4E31-9188-5091D545437B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hlinkClick r:id="rId5" action="ppaction://hlinksldjump"/>
            <a:extLst>
              <a:ext uri="{FF2B5EF4-FFF2-40B4-BE49-F238E27FC236}">
                <a16:creationId xmlns:a16="http://schemas.microsoft.com/office/drawing/2014/main" id="{9FE9D130-0A50-410B-B0F2-2F5AE1F2634C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79DA152-6AF9-406D-8873-BFD0BADFE76E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7" name="직사각형 16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36D05DB-4FB5-4AA2-BC20-61172FA65B7C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8" name="직사각형 16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AAFB953-C112-459C-A960-97257F69CE42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1F43D4F8-4700-4EE1-859F-DB740133AE07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6A47C1F4-ABC8-49E9-AFFB-25C40045C110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19A340CD-D158-4B36-B2F5-E98BC69B60AC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E47B2893-F055-450F-84B2-A6E3915367B9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40444E6C-51A9-4667-B810-7ED4FF3441CB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7DB60F7D-7900-4FC3-9B10-C928426CE517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202888D2-A1D9-4408-BCD0-C69DF5C6BF52}"/>
              </a:ext>
            </a:extLst>
          </p:cNvPr>
          <p:cNvSpPr txBox="1"/>
          <p:nvPr/>
        </p:nvSpPr>
        <p:spPr>
          <a:xfrm>
            <a:off x="179388" y="597407"/>
            <a:ext cx="20168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고객은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8334A986-25CE-40D3-A9BA-C7F8DAD838CB}"/>
              </a:ext>
            </a:extLst>
          </p:cNvPr>
          <p:cNvSpPr txBox="1"/>
          <p:nvPr/>
        </p:nvSpPr>
        <p:spPr>
          <a:xfrm>
            <a:off x="179388" y="1935237"/>
            <a:ext cx="21242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경쟁사는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EB79F60F-7AA3-4234-943B-74738D89CFAB}"/>
              </a:ext>
            </a:extLst>
          </p:cNvPr>
          <p:cNvSpPr txBox="1"/>
          <p:nvPr/>
        </p:nvSpPr>
        <p:spPr>
          <a:xfrm>
            <a:off x="179388" y="3271669"/>
            <a:ext cx="15039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우리는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6E759DA6-489E-4867-9A6A-6DD1FBC9C849}"/>
              </a:ext>
            </a:extLst>
          </p:cNvPr>
          <p:cNvSpPr txBox="1"/>
          <p:nvPr/>
        </p:nvSpPr>
        <p:spPr>
          <a:xfrm>
            <a:off x="179388" y="4606951"/>
            <a:ext cx="198002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강점은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FC2DFEAB-88AE-46D0-B4CB-923869E14A77}"/>
              </a:ext>
            </a:extLst>
          </p:cNvPr>
          <p:cNvSpPr txBox="1"/>
          <p:nvPr/>
        </p:nvSpPr>
        <p:spPr>
          <a:xfrm>
            <a:off x="179388" y="5945532"/>
            <a:ext cx="198002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약점은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E0F04D37-7179-447A-AE33-18C3C096CEC2}"/>
              </a:ext>
            </a:extLst>
          </p:cNvPr>
          <p:cNvSpPr txBox="1"/>
          <p:nvPr/>
        </p:nvSpPr>
        <p:spPr>
          <a:xfrm>
            <a:off x="179388" y="6961617"/>
            <a:ext cx="23118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외부적 기회 요인은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299C80EE-E100-43ED-93F4-006F482B3B8B}"/>
              </a:ext>
            </a:extLst>
          </p:cNvPr>
          <p:cNvSpPr txBox="1"/>
          <p:nvPr/>
        </p:nvSpPr>
        <p:spPr>
          <a:xfrm>
            <a:off x="7608020" y="597406"/>
            <a:ext cx="26436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타겟을 어떻게 찾을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64FF085-239D-4760-9C05-CFDA283A664E}"/>
              </a:ext>
            </a:extLst>
          </p:cNvPr>
          <p:cNvSpPr txBox="1"/>
          <p:nvPr/>
        </p:nvSpPr>
        <p:spPr>
          <a:xfrm>
            <a:off x="7608020" y="2272471"/>
            <a:ext cx="301877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고객을 어떻게 정의 할 수 있는가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B4C5EE52-FB9E-4751-8DD7-5E61D911807D}"/>
              </a:ext>
            </a:extLst>
          </p:cNvPr>
          <p:cNvSpPr txBox="1"/>
          <p:nvPr/>
        </p:nvSpPr>
        <p:spPr>
          <a:xfrm>
            <a:off x="7608020" y="3603967"/>
            <a:ext cx="56332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타겟에게 어떻게 포지셔닝 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경쟁사와 차별화 요소는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047CA2C8-5AB8-49D0-8AD6-D16E28F1D686}"/>
              </a:ext>
            </a:extLst>
          </p:cNvPr>
          <p:cNvSpPr txBox="1"/>
          <p:nvPr/>
        </p:nvSpPr>
        <p:spPr>
          <a:xfrm>
            <a:off x="7608020" y="4950833"/>
            <a:ext cx="247375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129F3D4D-36EF-43FF-A9EE-8CEF5EC2045F}"/>
              </a:ext>
            </a:extLst>
          </p:cNvPr>
          <p:cNvSpPr txBox="1"/>
          <p:nvPr/>
        </p:nvSpPr>
        <p:spPr>
          <a:xfrm>
            <a:off x="7608020" y="6279300"/>
            <a:ext cx="19287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가격 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28895544-A0C6-4E9E-9B84-B07BE1C36159}"/>
              </a:ext>
            </a:extLst>
          </p:cNvPr>
          <p:cNvSpPr txBox="1"/>
          <p:nvPr/>
        </p:nvSpPr>
        <p:spPr>
          <a:xfrm>
            <a:off x="179388" y="7966268"/>
            <a:ext cx="23118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외부적 위협 요인은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BFD2CC3E-814B-4FBA-89DA-4C640DA28250}"/>
              </a:ext>
            </a:extLst>
          </p:cNvPr>
          <p:cNvSpPr txBox="1"/>
          <p:nvPr/>
        </p:nvSpPr>
        <p:spPr>
          <a:xfrm>
            <a:off x="7608020" y="7282351"/>
            <a:ext cx="19287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유통 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63776746-20AC-40C9-BD53-72A4BE177673}"/>
              </a:ext>
            </a:extLst>
          </p:cNvPr>
          <p:cNvSpPr txBox="1"/>
          <p:nvPr/>
        </p:nvSpPr>
        <p:spPr>
          <a:xfrm>
            <a:off x="7608020" y="8287365"/>
            <a:ext cx="221727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프로모션 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2483309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그룹 44">
            <a:extLst>
              <a:ext uri="{FF2B5EF4-FFF2-40B4-BE49-F238E27FC236}">
                <a16:creationId xmlns:a16="http://schemas.microsoft.com/office/drawing/2014/main" id="{CCF8220E-F62E-41A4-A6E0-2FE01C559D04}"/>
              </a:ext>
            </a:extLst>
          </p:cNvPr>
          <p:cNvGrpSpPr/>
          <p:nvPr/>
        </p:nvGrpSpPr>
        <p:grpSpPr>
          <a:xfrm>
            <a:off x="15192376" y="539749"/>
            <a:ext cx="7308850" cy="10117139"/>
            <a:chOff x="236590" y="1417859"/>
            <a:chExt cx="7103391" cy="9010452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941D702D-A312-4CEE-AB5D-45F4642D98BD}"/>
                </a:ext>
              </a:extLst>
            </p:cNvPr>
            <p:cNvSpPr/>
            <p:nvPr/>
          </p:nvSpPr>
          <p:spPr>
            <a:xfrm>
              <a:off x="236590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5B1DFBDD-C2F0-41A8-8BAD-8FE18F6D4907}"/>
                </a:ext>
              </a:extLst>
            </p:cNvPr>
            <p:cNvSpPr/>
            <p:nvPr/>
          </p:nvSpPr>
          <p:spPr>
            <a:xfrm>
              <a:off x="2024623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A73E46F-5652-4BBD-B516-72711B1CF55B}"/>
                </a:ext>
              </a:extLst>
            </p:cNvPr>
            <p:cNvSpPr/>
            <p:nvPr/>
          </p:nvSpPr>
          <p:spPr>
            <a:xfrm>
              <a:off x="3812656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30160978-2A37-49A9-BE32-F30D171608D1}"/>
                </a:ext>
              </a:extLst>
            </p:cNvPr>
            <p:cNvSpPr/>
            <p:nvPr/>
          </p:nvSpPr>
          <p:spPr>
            <a:xfrm>
              <a:off x="5600688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0E7AFC2D-AEB2-4A2E-B848-070AF98CD1E2}"/>
                </a:ext>
              </a:extLst>
            </p:cNvPr>
            <p:cNvSpPr/>
            <p:nvPr/>
          </p:nvSpPr>
          <p:spPr>
            <a:xfrm>
              <a:off x="500427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A1F988E-796E-47E6-B3AE-182B55E2691B}"/>
                </a:ext>
              </a:extLst>
            </p:cNvPr>
            <p:cNvSpPr txBox="1"/>
            <p:nvPr/>
          </p:nvSpPr>
          <p:spPr>
            <a:xfrm>
              <a:off x="5007386" y="1422308"/>
              <a:ext cx="86781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3. Company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303B92E6-5EC9-4489-A20C-9606EFC3EB5E}"/>
                </a:ext>
              </a:extLst>
            </p:cNvPr>
            <p:cNvSpPr/>
            <p:nvPr/>
          </p:nvSpPr>
          <p:spPr>
            <a:xfrm>
              <a:off x="23659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2858A7B-D50B-46E2-BD70-11084B08369D}"/>
                </a:ext>
              </a:extLst>
            </p:cNvPr>
            <p:cNvSpPr txBox="1"/>
            <p:nvPr/>
          </p:nvSpPr>
          <p:spPr>
            <a:xfrm>
              <a:off x="244674" y="1422308"/>
              <a:ext cx="90831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1. Consumer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C228A65B-6A0D-428E-951D-4BA286A08CD0}"/>
                </a:ext>
              </a:extLst>
            </p:cNvPr>
            <p:cNvSpPr/>
            <p:nvPr/>
          </p:nvSpPr>
          <p:spPr>
            <a:xfrm>
              <a:off x="262043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AA4DCC4-836A-4D5D-8CCC-84B70846386E}"/>
                </a:ext>
              </a:extLst>
            </p:cNvPr>
            <p:cNvSpPr txBox="1"/>
            <p:nvPr/>
          </p:nvSpPr>
          <p:spPr>
            <a:xfrm>
              <a:off x="2633920" y="1422308"/>
              <a:ext cx="97531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2. Competitor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6AC7846-2881-461B-A7FE-1E905968CC38}"/>
                </a:ext>
              </a:extLst>
            </p:cNvPr>
            <p:cNvSpPr txBox="1"/>
            <p:nvPr/>
          </p:nvSpPr>
          <p:spPr>
            <a:xfrm>
              <a:off x="236593" y="8867770"/>
              <a:ext cx="84132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11. Product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9EE28C4-270C-493B-AD5A-E2B2D780DC9D}"/>
                </a:ext>
              </a:extLst>
            </p:cNvPr>
            <p:cNvSpPr txBox="1"/>
            <p:nvPr/>
          </p:nvSpPr>
          <p:spPr>
            <a:xfrm>
              <a:off x="2024628" y="8867770"/>
              <a:ext cx="63256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 Price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C44E256-A01F-42E5-92E2-90E61F8694DC}"/>
                </a:ext>
              </a:extLst>
            </p:cNvPr>
            <p:cNvSpPr txBox="1"/>
            <p:nvPr/>
          </p:nvSpPr>
          <p:spPr>
            <a:xfrm>
              <a:off x="3812658" y="8867770"/>
              <a:ext cx="69332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13. Place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C991E03-2EDD-4C04-8E80-6A8F429BD6D5}"/>
                </a:ext>
              </a:extLst>
            </p:cNvPr>
            <p:cNvSpPr/>
            <p:nvPr/>
          </p:nvSpPr>
          <p:spPr>
            <a:xfrm>
              <a:off x="23659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29DC645-BBC4-43DD-9948-CACF5E3C870A}"/>
                </a:ext>
              </a:extLst>
            </p:cNvPr>
            <p:cNvSpPr txBox="1"/>
            <p:nvPr/>
          </p:nvSpPr>
          <p:spPr>
            <a:xfrm>
              <a:off x="241431" y="7327320"/>
              <a:ext cx="112643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8. Segmentation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45C4EAB8-2166-4D61-AAFA-06C2B1C9EB15}"/>
                </a:ext>
              </a:extLst>
            </p:cNvPr>
            <p:cNvSpPr/>
            <p:nvPr/>
          </p:nvSpPr>
          <p:spPr>
            <a:xfrm>
              <a:off x="262043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74D892E-B06D-4888-9990-54FBCF93FD99}"/>
                </a:ext>
              </a:extLst>
            </p:cNvPr>
            <p:cNvSpPr txBox="1"/>
            <p:nvPr/>
          </p:nvSpPr>
          <p:spPr>
            <a:xfrm>
              <a:off x="2626212" y="7327320"/>
              <a:ext cx="86937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9. Targeting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BEAA6043-A27D-43C4-A0AA-3045E438C444}"/>
                </a:ext>
              </a:extLst>
            </p:cNvPr>
            <p:cNvSpPr/>
            <p:nvPr/>
          </p:nvSpPr>
          <p:spPr>
            <a:xfrm>
              <a:off x="5011705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C7315D0-83BB-4DAF-8CC8-C7BE3C71F413}"/>
                </a:ext>
              </a:extLst>
            </p:cNvPr>
            <p:cNvSpPr txBox="1"/>
            <p:nvPr/>
          </p:nvSpPr>
          <p:spPr>
            <a:xfrm>
              <a:off x="5015456" y="7327320"/>
              <a:ext cx="102672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10. Positioning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C83463C-E744-4A29-9954-7CC7B3769959}"/>
                </a:ext>
              </a:extLst>
            </p:cNvPr>
            <p:cNvSpPr txBox="1"/>
            <p:nvPr/>
          </p:nvSpPr>
          <p:spPr>
            <a:xfrm>
              <a:off x="5600693" y="8867770"/>
              <a:ext cx="99867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14. Promotion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2DDB3A36-F7D3-4F5A-BA57-0DD4A8BF6840}"/>
                </a:ext>
              </a:extLst>
            </p:cNvPr>
            <p:cNvSpPr/>
            <p:nvPr/>
          </p:nvSpPr>
          <p:spPr>
            <a:xfrm>
              <a:off x="2620896" y="2944970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315541CB-215D-4FFA-8F9E-1A3EA9168B89}"/>
                </a:ext>
              </a:extLst>
            </p:cNvPr>
            <p:cNvSpPr/>
            <p:nvPr/>
          </p:nvSpPr>
          <p:spPr>
            <a:xfrm>
              <a:off x="5004737" y="2953182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5F4A19F-25D2-4F76-9C89-40B792751DA2}"/>
                </a:ext>
              </a:extLst>
            </p:cNvPr>
            <p:cNvSpPr txBox="1"/>
            <p:nvPr/>
          </p:nvSpPr>
          <p:spPr>
            <a:xfrm>
              <a:off x="2600065" y="2944970"/>
              <a:ext cx="81640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4. Strength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D3469BAB-05F8-477B-98C4-E398C2136311}"/>
                </a:ext>
              </a:extLst>
            </p:cNvPr>
            <p:cNvSpPr/>
            <p:nvPr/>
          </p:nvSpPr>
          <p:spPr>
            <a:xfrm>
              <a:off x="2620896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3FF3CC81-31EE-494D-BFE7-B8334FCB729A}"/>
                </a:ext>
              </a:extLst>
            </p:cNvPr>
            <p:cNvSpPr/>
            <p:nvPr/>
          </p:nvSpPr>
          <p:spPr>
            <a:xfrm>
              <a:off x="2620896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D3C6209-25F7-4EAA-96A9-686D0E5C579C}"/>
                </a:ext>
              </a:extLst>
            </p:cNvPr>
            <p:cNvSpPr txBox="1"/>
            <p:nvPr/>
          </p:nvSpPr>
          <p:spPr>
            <a:xfrm>
              <a:off x="2600061" y="5791699"/>
              <a:ext cx="31006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3B82F90-0EEC-4DFF-9309-514DA947A7F9}"/>
                </a:ext>
              </a:extLst>
            </p:cNvPr>
            <p:cNvSpPr txBox="1"/>
            <p:nvPr/>
          </p:nvSpPr>
          <p:spPr>
            <a:xfrm>
              <a:off x="2600063" y="4353615"/>
              <a:ext cx="33655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5C55064-0875-41C6-BE95-D18C736A6140}"/>
                </a:ext>
              </a:extLst>
            </p:cNvPr>
            <p:cNvSpPr/>
            <p:nvPr/>
          </p:nvSpPr>
          <p:spPr>
            <a:xfrm>
              <a:off x="236590" y="4388906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32FD3F89-9FD1-4702-BB01-E46C8B4FA75E}"/>
                </a:ext>
              </a:extLst>
            </p:cNvPr>
            <p:cNvSpPr/>
            <p:nvPr/>
          </p:nvSpPr>
          <p:spPr>
            <a:xfrm>
              <a:off x="5004737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1C69D91-7A4D-41D7-914D-30840AD2A986}"/>
                </a:ext>
              </a:extLst>
            </p:cNvPr>
            <p:cNvSpPr/>
            <p:nvPr/>
          </p:nvSpPr>
          <p:spPr>
            <a:xfrm>
              <a:off x="5004737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626BD35-DBF2-4D2B-839F-98243AA3E1E1}"/>
                </a:ext>
              </a:extLst>
            </p:cNvPr>
            <p:cNvSpPr txBox="1"/>
            <p:nvPr/>
          </p:nvSpPr>
          <p:spPr>
            <a:xfrm>
              <a:off x="4973939" y="5791699"/>
              <a:ext cx="36927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8273581-79C2-4CF6-AFD2-C98D32E8F10C}"/>
                </a:ext>
              </a:extLst>
            </p:cNvPr>
            <p:cNvSpPr txBox="1"/>
            <p:nvPr/>
          </p:nvSpPr>
          <p:spPr>
            <a:xfrm>
              <a:off x="4973939" y="4353615"/>
              <a:ext cx="39887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WO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5697421-00A0-4C06-8E19-5D5E8DC7FDC9}"/>
                </a:ext>
              </a:extLst>
            </p:cNvPr>
            <p:cNvSpPr txBox="1"/>
            <p:nvPr/>
          </p:nvSpPr>
          <p:spPr>
            <a:xfrm>
              <a:off x="4973941" y="2944970"/>
              <a:ext cx="89897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5. Weakness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2388C729-EEFB-44A0-ADF2-1F330CAFBB09}"/>
                </a:ext>
              </a:extLst>
            </p:cNvPr>
            <p:cNvSpPr txBox="1"/>
            <p:nvPr/>
          </p:nvSpPr>
          <p:spPr>
            <a:xfrm>
              <a:off x="236593" y="4353615"/>
              <a:ext cx="101425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Opportunity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02704A4A-DF7B-4F78-A63C-D4E6F9F411A6}"/>
                </a:ext>
              </a:extLst>
            </p:cNvPr>
            <p:cNvSpPr/>
            <p:nvPr/>
          </p:nvSpPr>
          <p:spPr>
            <a:xfrm>
              <a:off x="236590" y="5824633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9A1908F-DCBA-44AE-A60E-CBA6C8D77E06}"/>
                </a:ext>
              </a:extLst>
            </p:cNvPr>
            <p:cNvSpPr txBox="1"/>
            <p:nvPr/>
          </p:nvSpPr>
          <p:spPr>
            <a:xfrm>
              <a:off x="236593" y="5791699"/>
              <a:ext cx="690206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7. Threat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CB2234E8-4B54-465F-AF66-6343B89A5B60}"/>
                </a:ext>
              </a:extLst>
            </p:cNvPr>
            <p:cNvSpPr txBox="1"/>
            <p:nvPr/>
          </p:nvSpPr>
          <p:spPr>
            <a:xfrm>
              <a:off x="1878439" y="3428784"/>
              <a:ext cx="67462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내적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요인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0849400-7C91-49BB-AD85-9233EC36C82A}"/>
                </a:ext>
              </a:extLst>
            </p:cNvPr>
            <p:cNvSpPr txBox="1"/>
            <p:nvPr/>
          </p:nvSpPr>
          <p:spPr>
            <a:xfrm>
              <a:off x="919774" y="4056206"/>
              <a:ext cx="67462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외적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요인</a:t>
              </a:r>
            </a:p>
          </p:txBody>
        </p: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A67D8CD-9BC0-4855-B7F7-D8EA9BCD6CD9}"/>
                </a:ext>
              </a:extLst>
            </p:cNvPr>
            <p:cNvCxnSpPr/>
            <p:nvPr/>
          </p:nvCxnSpPr>
          <p:spPr>
            <a:xfrm>
              <a:off x="236592" y="2884893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8462E19C-8FC9-4B75-B052-2007E218C210}"/>
                </a:ext>
              </a:extLst>
            </p:cNvPr>
            <p:cNvCxnSpPr/>
            <p:nvPr/>
          </p:nvCxnSpPr>
          <p:spPr>
            <a:xfrm>
              <a:off x="236592" y="7258878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8E480CE-5C70-4CAD-9C80-85CEA5C3EDF8}"/>
                </a:ext>
              </a:extLst>
            </p:cNvPr>
            <p:cNvCxnSpPr/>
            <p:nvPr/>
          </p:nvCxnSpPr>
          <p:spPr>
            <a:xfrm>
              <a:off x="236592" y="8804274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CE4C26C-9AA1-434C-BCEC-DF2326E7A10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B564B079-A143-42DF-810D-B80A5B04AC33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50" name="모서리가 둥근 직사각형 499">
              <a:extLst>
                <a:ext uri="{FF2B5EF4-FFF2-40B4-BE49-F238E27FC236}">
                  <a16:creationId xmlns:a16="http://schemas.microsoft.com/office/drawing/2014/main" id="{21084DE5-0CF3-47CF-B34E-BF14E589C051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C4810E8-461E-4688-A017-09269ADBB9F1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43C42F72-45B0-47B5-A5C4-3AC7C6B44CB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60FE704-B914-4BCF-8383-46DA4F2D274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86222788-FC78-4561-A670-B1F7BEE5FF5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47C17221-8E5E-4FAD-AF2A-777BD7CFDCAA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DC3DB62C-88CA-4160-B87C-7789901B6EA7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02AFAAA-193C-458E-80DF-84A12F21C7F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48D1AAC7-8E55-4FC4-BF42-50C079625801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043CC2BC-DE39-4B99-9265-7DF3AAF64A72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73221E58-FEE6-44BF-B124-7B023AB07A3F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B01032A-8B96-49A8-B0E9-E309FD7D179F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D286C21A-97D6-4BBF-A465-9C9D8BC613D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7C2F1FE-4D05-4AA1-BE80-83F605D73F0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8668DDE5-6B09-4324-B294-769D83889D77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79DC1E72-1CE4-402A-B48A-425A910146A7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AD7FC4C3-9383-4F57-810A-7034C0C09724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6F7FD509-910F-4727-ABBC-C374240D3869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B2FDDC3B-3EE0-4E2E-96AE-DEFE7A39BAF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BC6B9F44-4D8D-46E3-8094-C660219EBC0C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C58F29FD-758D-4AFC-8542-759892ED4549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9955C399-AC60-49FE-8CDC-E5C6E49166D0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8E701E0-D06C-4B29-B7FB-259771BD88DE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6FF7D07B-F380-458D-ACE3-2196E8032508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3B89BD0B-D6DA-4E74-852E-287B80AD831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45F4A83B-417B-4D6B-9C2C-E1707ED99BC8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031E28AD-3D0F-48B8-99BF-214F244A3A31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298EB4FA-ACBB-467C-8DE5-FFC0F5BCA307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9699EC4E-9BAD-4870-964D-6427CB2073B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BCA24574-8484-49BF-B850-4897E5A1057C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5AAA2205-6262-48D0-BCEF-15E41C99261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B52AFF8A-DC85-40F7-A9C1-AFD92BE261BE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AA24051A-6FD5-4688-B6EF-8D76CF29514A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11DB648-67CA-4331-BFBC-2FD4F5B4A7A0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6DF2578-B1D3-40F4-A4F8-66E0BBB4896D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105891C-9C3E-423F-9841-AA65E1D4C8BA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8712F0BD-8BF5-4427-8FE0-9A5B89B05BA4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384F45E-ABCE-4FDA-B3D9-67FFB291749C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A2ED4FFD-5AB7-4672-80A9-9E448376825D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F03C4C4-BC1B-4FA3-91D9-FDB19D53CC7E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E69C9D5-7CAB-44F6-B72B-E8BAE7DD7E8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87954C28-D7C1-416B-8214-E860913966A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5DB9227B-DE52-451D-BF6F-89DCAE52AFA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35FBA912-9D07-42A3-9D54-8DFED6DB6E99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324BECEA-DF11-4008-970A-C70DAD7E65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F95A3053-A4B4-438A-B947-7C4C614A5C1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D4CDBA91-C028-4B9A-A67A-9B4E275111A1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B494AD1-9DF2-4A71-B719-DA4DC83D783B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C43B1D27-D89A-4BEE-ACA3-13A1D6BDB96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605D37A9-737E-4FD8-9BD4-42E16C6D4000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36379274-39C6-4F2C-A33B-573E26978688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66944904-A02C-4F36-ABD9-7FDA3F02551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78F78ED7-9389-482A-B63F-4524F51411E2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F6E313BA-46A8-455F-973F-593FC12CED3C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B5754FCA-7449-42C8-B0DC-75F1FBE92C20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698C7B46-730E-4421-BBE3-E735C1501F48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06" name="모서리가 둥근 직사각형 499">
              <a:extLst>
                <a:ext uri="{FF2B5EF4-FFF2-40B4-BE49-F238E27FC236}">
                  <a16:creationId xmlns:a16="http://schemas.microsoft.com/office/drawing/2014/main" id="{C813FC9F-8203-4978-8567-99F4574B2062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C167D54-73FF-49D1-B946-5FF696F61B19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B4B99C2-FE1F-4E64-991E-086293D11EC0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D2D0D3A0-6F01-428B-8FCE-D61CCEF6F43B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B2214417-9779-4F52-9714-BBE3573821F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FDF84F8F-EAA6-436F-9A3E-BD0F879650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D55F3C6A-40DD-4251-8E68-0C2341B2E35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551598AE-AED7-4D7D-A175-86616321C50D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1CEB63AA-5424-4167-8FDC-AB8DB8D35E56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804D8551-C590-4FC6-8A61-3BB968F1851D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16A98233-34D4-4383-ACAA-894050E3A101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3C36ECF9-B2A4-43C1-9694-B67541E49C3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D332E551-54B9-4709-9E3F-77F2F2C4A58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04DD4F1-DC03-4CBE-8CB1-E7EA4A8FD03C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FBA006D0-B81E-4F8B-854E-209F8EAA580B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DEE17930-0D31-429A-8F0A-83307325F8C6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C3C38AE-E041-4FB3-8577-7CB293985FE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810DEE1-7609-485D-8736-DF125F1E265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61E483FA-520A-47CD-90EE-615F79040DF4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3DAAF89C-1E88-4B74-A597-58DDDB4CBDC3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2ED63EE-197A-49EF-88DA-FA522E0DB65B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27DC0525-FF93-4970-9F27-776F4ABBC43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83534CCD-252F-4408-8ED3-7E4155E2294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115A811-37D2-4B93-B06A-15227741874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D659D88A-58C3-4B98-A654-58DC95BCB5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372C53CA-19A3-4056-82FA-B619B60A557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27C37C5A-1DDE-42D9-8109-BA98A2E929F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FD3F0E51-975E-4626-AED0-2299C05B11D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DD3691CD-807B-4539-AB18-E490F306EF09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82F138D-42A4-4591-9A6D-A131516D5318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9AAE92CC-5E3B-4960-8F87-916624D99404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F584537D-2DF4-4CD1-B096-8895A8F8B3A4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CA548988-6761-44AF-9440-CF5B36BCA1E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F8B0500-05DA-4152-8517-DF16FC2E5E34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C81AAD74-5C59-4FCF-AB72-72265FCCCD9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D656CA8-AC87-4564-8045-3865CB95A7A7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4C630959-9E43-48C2-B13F-69F299CFFFC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786BE79D-CCC5-4ED2-9D51-6878958944D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C37E5D59-6740-408D-808B-A2249E8AB3EB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D16DB5AC-E421-483E-9EF4-5B4E4234A0F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44112AF-85DF-4945-B5B5-04A704B216E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1503D22B-DBBD-46EF-AFBE-88C35737D1F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B1413E37-C5B3-44C3-8F6B-FB7401B64F0F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5B331EAE-7778-4622-96D8-6DA28426345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4661309A-DB9D-44A5-B12A-79C145C5E13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1119D3AA-2778-4A52-92CE-5782936AAE0F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CFA9F4-4EAF-4754-81F6-4610B6732814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9677134C-9FCD-437B-A39D-BA730B8C9859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260305FA-87EA-4C08-91F0-BD0760DF2B90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A7B7BA0C-0D56-4A7F-937E-A25D0CD22803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5343A02F-1974-4A76-96F9-285250892691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DFE85CD5-7462-4E79-A671-8E5E9C8CE2C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31D99363-D9B5-4FF2-89DE-C0E89A55A21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B4B5172D-0C56-4C3A-9592-5A496800B693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B252E735-7577-4DD0-A522-4FFF481EFE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2" name="직선 연결선 161">
            <a:extLst>
              <a:ext uri="{FF2B5EF4-FFF2-40B4-BE49-F238E27FC236}">
                <a16:creationId xmlns:a16="http://schemas.microsoft.com/office/drawing/2014/main" id="{4B2E266F-60CD-4D87-8A3D-C243F78C66A4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3" name="그림 162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0B2BC38B-22F0-411A-89E9-D84AB5086A9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64" name="직사각형 163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4527BD59-2E78-4FE8-9545-65755F441242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hlinkClick r:id="rId5" action="ppaction://hlinksldjump"/>
            <a:extLst>
              <a:ext uri="{FF2B5EF4-FFF2-40B4-BE49-F238E27FC236}">
                <a16:creationId xmlns:a16="http://schemas.microsoft.com/office/drawing/2014/main" id="{B2D0684D-A656-46AB-B189-9E3FBF8CCA1C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A72FF25-A4D2-44A6-BFB0-33271F53A1E9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7" name="직사각형 16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16B23BB-727E-4A5B-BEF0-5A1D75E11511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8" name="직사각형 16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5029BE3-4281-4D0A-A0C6-EC722794816A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3070EBCA-AC3E-451D-911B-E6F32D5C5570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4B75CA0-9272-48AB-9DDE-18BE705086F6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4B704B36-95B0-42C6-9585-39E30EE80148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1DD72607-B56A-49C0-B52C-1D88D32556E2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8B5DB62C-3C9C-452C-9BB8-1AF23200528D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69755B15-A70E-42F0-84B1-9CC8100081E7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E9193FC7-1BDD-452A-ABD4-C176067F434C}"/>
              </a:ext>
            </a:extLst>
          </p:cNvPr>
          <p:cNvSpPr txBox="1"/>
          <p:nvPr/>
        </p:nvSpPr>
        <p:spPr>
          <a:xfrm>
            <a:off x="179388" y="597407"/>
            <a:ext cx="20168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고객은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4BDFB1DC-5E94-471F-9A35-8310E5A83E69}"/>
              </a:ext>
            </a:extLst>
          </p:cNvPr>
          <p:cNvSpPr txBox="1"/>
          <p:nvPr/>
        </p:nvSpPr>
        <p:spPr>
          <a:xfrm>
            <a:off x="179388" y="1935237"/>
            <a:ext cx="21242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경쟁사는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4AEE4FEE-E2B3-4C18-AF6B-79F2F5067FF3}"/>
              </a:ext>
            </a:extLst>
          </p:cNvPr>
          <p:cNvSpPr txBox="1"/>
          <p:nvPr/>
        </p:nvSpPr>
        <p:spPr>
          <a:xfrm>
            <a:off x="179388" y="3271669"/>
            <a:ext cx="15039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우리는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B62ADED7-C78A-45E0-A103-55FF17DE521A}"/>
              </a:ext>
            </a:extLst>
          </p:cNvPr>
          <p:cNvSpPr txBox="1"/>
          <p:nvPr/>
        </p:nvSpPr>
        <p:spPr>
          <a:xfrm>
            <a:off x="179388" y="4606951"/>
            <a:ext cx="198002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강점은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CE8CF275-2BF6-4994-987E-C2AA02D01076}"/>
              </a:ext>
            </a:extLst>
          </p:cNvPr>
          <p:cNvSpPr txBox="1"/>
          <p:nvPr/>
        </p:nvSpPr>
        <p:spPr>
          <a:xfrm>
            <a:off x="179388" y="5945532"/>
            <a:ext cx="198002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약점은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BCBEF47A-FB6B-4B13-A3C8-F0F7EAD9DF89}"/>
              </a:ext>
            </a:extLst>
          </p:cNvPr>
          <p:cNvSpPr txBox="1"/>
          <p:nvPr/>
        </p:nvSpPr>
        <p:spPr>
          <a:xfrm>
            <a:off x="179388" y="6961617"/>
            <a:ext cx="23118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외부적 기회 요인은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9D7E2D2B-11F8-4919-BDA6-F13C9F3A9A53}"/>
              </a:ext>
            </a:extLst>
          </p:cNvPr>
          <p:cNvSpPr txBox="1"/>
          <p:nvPr/>
        </p:nvSpPr>
        <p:spPr>
          <a:xfrm>
            <a:off x="7608020" y="597406"/>
            <a:ext cx="26436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타겟을 어떻게 찾을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EC8530BF-8737-4638-8C0B-FC07320393E9}"/>
              </a:ext>
            </a:extLst>
          </p:cNvPr>
          <p:cNvSpPr txBox="1"/>
          <p:nvPr/>
        </p:nvSpPr>
        <p:spPr>
          <a:xfrm>
            <a:off x="7608020" y="2272471"/>
            <a:ext cx="301877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고객을 어떻게 정의 할 수 있는가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8140ABAD-B49A-4EBE-901A-843E19381833}"/>
              </a:ext>
            </a:extLst>
          </p:cNvPr>
          <p:cNvSpPr txBox="1"/>
          <p:nvPr/>
        </p:nvSpPr>
        <p:spPr>
          <a:xfrm>
            <a:off x="7608020" y="3603967"/>
            <a:ext cx="56332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타겟에게 어떻게 포지셔닝 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경쟁사와 차별화 요소는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5920BD0E-2722-45FB-985D-0BD1AAA71159}"/>
              </a:ext>
            </a:extLst>
          </p:cNvPr>
          <p:cNvSpPr txBox="1"/>
          <p:nvPr/>
        </p:nvSpPr>
        <p:spPr>
          <a:xfrm>
            <a:off x="7608020" y="4950833"/>
            <a:ext cx="247375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C7E3D78A-6842-40D5-B5A8-BF058D22D1F4}"/>
              </a:ext>
            </a:extLst>
          </p:cNvPr>
          <p:cNvSpPr txBox="1"/>
          <p:nvPr/>
        </p:nvSpPr>
        <p:spPr>
          <a:xfrm>
            <a:off x="7608020" y="6279300"/>
            <a:ext cx="19287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가격 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C66644DD-4BBF-457D-A88D-A371D909C993}"/>
              </a:ext>
            </a:extLst>
          </p:cNvPr>
          <p:cNvSpPr txBox="1"/>
          <p:nvPr/>
        </p:nvSpPr>
        <p:spPr>
          <a:xfrm>
            <a:off x="179388" y="7966268"/>
            <a:ext cx="23118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외부적 위협 요인은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BB656C7C-0416-44B7-B389-80759AA9D521}"/>
              </a:ext>
            </a:extLst>
          </p:cNvPr>
          <p:cNvSpPr txBox="1"/>
          <p:nvPr/>
        </p:nvSpPr>
        <p:spPr>
          <a:xfrm>
            <a:off x="7608020" y="7282351"/>
            <a:ext cx="19287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유통 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37E27541-F55E-4BAE-A1D8-2A4B5D631A30}"/>
              </a:ext>
            </a:extLst>
          </p:cNvPr>
          <p:cNvSpPr txBox="1"/>
          <p:nvPr/>
        </p:nvSpPr>
        <p:spPr>
          <a:xfrm>
            <a:off x="7608020" y="8287365"/>
            <a:ext cx="221727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프로모션 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69072090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그룹 44">
            <a:extLst>
              <a:ext uri="{FF2B5EF4-FFF2-40B4-BE49-F238E27FC236}">
                <a16:creationId xmlns:a16="http://schemas.microsoft.com/office/drawing/2014/main" id="{CCF8220E-F62E-41A4-A6E0-2FE01C559D04}"/>
              </a:ext>
            </a:extLst>
          </p:cNvPr>
          <p:cNvGrpSpPr/>
          <p:nvPr/>
        </p:nvGrpSpPr>
        <p:grpSpPr>
          <a:xfrm>
            <a:off x="15192376" y="539749"/>
            <a:ext cx="7308850" cy="10117139"/>
            <a:chOff x="236590" y="1417859"/>
            <a:chExt cx="7103391" cy="9010452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941D702D-A312-4CEE-AB5D-45F4642D98BD}"/>
                </a:ext>
              </a:extLst>
            </p:cNvPr>
            <p:cNvSpPr/>
            <p:nvPr/>
          </p:nvSpPr>
          <p:spPr>
            <a:xfrm>
              <a:off x="236590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5B1DFBDD-C2F0-41A8-8BAD-8FE18F6D4907}"/>
                </a:ext>
              </a:extLst>
            </p:cNvPr>
            <p:cNvSpPr/>
            <p:nvPr/>
          </p:nvSpPr>
          <p:spPr>
            <a:xfrm>
              <a:off x="2024623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A73E46F-5652-4BBD-B516-72711B1CF55B}"/>
                </a:ext>
              </a:extLst>
            </p:cNvPr>
            <p:cNvSpPr/>
            <p:nvPr/>
          </p:nvSpPr>
          <p:spPr>
            <a:xfrm>
              <a:off x="3812656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30160978-2A37-49A9-BE32-F30D171608D1}"/>
                </a:ext>
              </a:extLst>
            </p:cNvPr>
            <p:cNvSpPr/>
            <p:nvPr/>
          </p:nvSpPr>
          <p:spPr>
            <a:xfrm>
              <a:off x="5600688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0E7AFC2D-AEB2-4A2E-B848-070AF98CD1E2}"/>
                </a:ext>
              </a:extLst>
            </p:cNvPr>
            <p:cNvSpPr/>
            <p:nvPr/>
          </p:nvSpPr>
          <p:spPr>
            <a:xfrm>
              <a:off x="500427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A1F988E-796E-47E6-B3AE-182B55E2691B}"/>
                </a:ext>
              </a:extLst>
            </p:cNvPr>
            <p:cNvSpPr txBox="1"/>
            <p:nvPr/>
          </p:nvSpPr>
          <p:spPr>
            <a:xfrm>
              <a:off x="5007386" y="1422308"/>
              <a:ext cx="86781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3. Company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303B92E6-5EC9-4489-A20C-9606EFC3EB5E}"/>
                </a:ext>
              </a:extLst>
            </p:cNvPr>
            <p:cNvSpPr/>
            <p:nvPr/>
          </p:nvSpPr>
          <p:spPr>
            <a:xfrm>
              <a:off x="23659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2858A7B-D50B-46E2-BD70-11084B08369D}"/>
                </a:ext>
              </a:extLst>
            </p:cNvPr>
            <p:cNvSpPr txBox="1"/>
            <p:nvPr/>
          </p:nvSpPr>
          <p:spPr>
            <a:xfrm>
              <a:off x="244674" y="1422308"/>
              <a:ext cx="90831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1. Consumer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C228A65B-6A0D-428E-951D-4BA286A08CD0}"/>
                </a:ext>
              </a:extLst>
            </p:cNvPr>
            <p:cNvSpPr/>
            <p:nvPr/>
          </p:nvSpPr>
          <p:spPr>
            <a:xfrm>
              <a:off x="262043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AA4DCC4-836A-4D5D-8CCC-84B70846386E}"/>
                </a:ext>
              </a:extLst>
            </p:cNvPr>
            <p:cNvSpPr txBox="1"/>
            <p:nvPr/>
          </p:nvSpPr>
          <p:spPr>
            <a:xfrm>
              <a:off x="2633920" y="1422308"/>
              <a:ext cx="97531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2. Competitor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6AC7846-2881-461B-A7FE-1E905968CC38}"/>
                </a:ext>
              </a:extLst>
            </p:cNvPr>
            <p:cNvSpPr txBox="1"/>
            <p:nvPr/>
          </p:nvSpPr>
          <p:spPr>
            <a:xfrm>
              <a:off x="236593" y="8867770"/>
              <a:ext cx="84132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11. Product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9EE28C4-270C-493B-AD5A-E2B2D780DC9D}"/>
                </a:ext>
              </a:extLst>
            </p:cNvPr>
            <p:cNvSpPr txBox="1"/>
            <p:nvPr/>
          </p:nvSpPr>
          <p:spPr>
            <a:xfrm>
              <a:off x="2024628" y="8867770"/>
              <a:ext cx="63256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 Price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C44E256-A01F-42E5-92E2-90E61F8694DC}"/>
                </a:ext>
              </a:extLst>
            </p:cNvPr>
            <p:cNvSpPr txBox="1"/>
            <p:nvPr/>
          </p:nvSpPr>
          <p:spPr>
            <a:xfrm>
              <a:off x="3812658" y="8867770"/>
              <a:ext cx="69332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13. Place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C991E03-2EDD-4C04-8E80-6A8F429BD6D5}"/>
                </a:ext>
              </a:extLst>
            </p:cNvPr>
            <p:cNvSpPr/>
            <p:nvPr/>
          </p:nvSpPr>
          <p:spPr>
            <a:xfrm>
              <a:off x="23659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29DC645-BBC4-43DD-9948-CACF5E3C870A}"/>
                </a:ext>
              </a:extLst>
            </p:cNvPr>
            <p:cNvSpPr txBox="1"/>
            <p:nvPr/>
          </p:nvSpPr>
          <p:spPr>
            <a:xfrm>
              <a:off x="241431" y="7327320"/>
              <a:ext cx="112643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8. Segmentation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45C4EAB8-2166-4D61-AAFA-06C2B1C9EB15}"/>
                </a:ext>
              </a:extLst>
            </p:cNvPr>
            <p:cNvSpPr/>
            <p:nvPr/>
          </p:nvSpPr>
          <p:spPr>
            <a:xfrm>
              <a:off x="262043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74D892E-B06D-4888-9990-54FBCF93FD99}"/>
                </a:ext>
              </a:extLst>
            </p:cNvPr>
            <p:cNvSpPr txBox="1"/>
            <p:nvPr/>
          </p:nvSpPr>
          <p:spPr>
            <a:xfrm>
              <a:off x="2626212" y="7327320"/>
              <a:ext cx="86937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9. Targeting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BEAA6043-A27D-43C4-A0AA-3045E438C444}"/>
                </a:ext>
              </a:extLst>
            </p:cNvPr>
            <p:cNvSpPr/>
            <p:nvPr/>
          </p:nvSpPr>
          <p:spPr>
            <a:xfrm>
              <a:off x="5011705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C7315D0-83BB-4DAF-8CC8-C7BE3C71F413}"/>
                </a:ext>
              </a:extLst>
            </p:cNvPr>
            <p:cNvSpPr txBox="1"/>
            <p:nvPr/>
          </p:nvSpPr>
          <p:spPr>
            <a:xfrm>
              <a:off x="5015456" y="7327320"/>
              <a:ext cx="102672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10. Positioning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C83463C-E744-4A29-9954-7CC7B3769959}"/>
                </a:ext>
              </a:extLst>
            </p:cNvPr>
            <p:cNvSpPr txBox="1"/>
            <p:nvPr/>
          </p:nvSpPr>
          <p:spPr>
            <a:xfrm>
              <a:off x="5600693" y="8867770"/>
              <a:ext cx="99867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14. Promotion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2DDB3A36-F7D3-4F5A-BA57-0DD4A8BF6840}"/>
                </a:ext>
              </a:extLst>
            </p:cNvPr>
            <p:cNvSpPr/>
            <p:nvPr/>
          </p:nvSpPr>
          <p:spPr>
            <a:xfrm>
              <a:off x="2620896" y="2944970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315541CB-215D-4FFA-8F9E-1A3EA9168B89}"/>
                </a:ext>
              </a:extLst>
            </p:cNvPr>
            <p:cNvSpPr/>
            <p:nvPr/>
          </p:nvSpPr>
          <p:spPr>
            <a:xfrm>
              <a:off x="5004737" y="2953182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5F4A19F-25D2-4F76-9C89-40B792751DA2}"/>
                </a:ext>
              </a:extLst>
            </p:cNvPr>
            <p:cNvSpPr txBox="1"/>
            <p:nvPr/>
          </p:nvSpPr>
          <p:spPr>
            <a:xfrm>
              <a:off x="2600065" y="2944970"/>
              <a:ext cx="81640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4. Strength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D3469BAB-05F8-477B-98C4-E398C2136311}"/>
                </a:ext>
              </a:extLst>
            </p:cNvPr>
            <p:cNvSpPr/>
            <p:nvPr/>
          </p:nvSpPr>
          <p:spPr>
            <a:xfrm>
              <a:off x="2620896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3FF3CC81-31EE-494D-BFE7-B8334FCB729A}"/>
                </a:ext>
              </a:extLst>
            </p:cNvPr>
            <p:cNvSpPr/>
            <p:nvPr/>
          </p:nvSpPr>
          <p:spPr>
            <a:xfrm>
              <a:off x="2620896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D3C6209-25F7-4EAA-96A9-686D0E5C579C}"/>
                </a:ext>
              </a:extLst>
            </p:cNvPr>
            <p:cNvSpPr txBox="1"/>
            <p:nvPr/>
          </p:nvSpPr>
          <p:spPr>
            <a:xfrm>
              <a:off x="2600061" y="5791699"/>
              <a:ext cx="31006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3B82F90-0EEC-4DFF-9309-514DA947A7F9}"/>
                </a:ext>
              </a:extLst>
            </p:cNvPr>
            <p:cNvSpPr txBox="1"/>
            <p:nvPr/>
          </p:nvSpPr>
          <p:spPr>
            <a:xfrm>
              <a:off x="2600063" y="4353615"/>
              <a:ext cx="33655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5C55064-0875-41C6-BE95-D18C736A6140}"/>
                </a:ext>
              </a:extLst>
            </p:cNvPr>
            <p:cNvSpPr/>
            <p:nvPr/>
          </p:nvSpPr>
          <p:spPr>
            <a:xfrm>
              <a:off x="236590" y="4388906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32FD3F89-9FD1-4702-BB01-E46C8B4FA75E}"/>
                </a:ext>
              </a:extLst>
            </p:cNvPr>
            <p:cNvSpPr/>
            <p:nvPr/>
          </p:nvSpPr>
          <p:spPr>
            <a:xfrm>
              <a:off x="5004737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1C69D91-7A4D-41D7-914D-30840AD2A986}"/>
                </a:ext>
              </a:extLst>
            </p:cNvPr>
            <p:cNvSpPr/>
            <p:nvPr/>
          </p:nvSpPr>
          <p:spPr>
            <a:xfrm>
              <a:off x="5004737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626BD35-DBF2-4D2B-839F-98243AA3E1E1}"/>
                </a:ext>
              </a:extLst>
            </p:cNvPr>
            <p:cNvSpPr txBox="1"/>
            <p:nvPr/>
          </p:nvSpPr>
          <p:spPr>
            <a:xfrm>
              <a:off x="4973939" y="5791699"/>
              <a:ext cx="36927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8273581-79C2-4CF6-AFD2-C98D32E8F10C}"/>
                </a:ext>
              </a:extLst>
            </p:cNvPr>
            <p:cNvSpPr txBox="1"/>
            <p:nvPr/>
          </p:nvSpPr>
          <p:spPr>
            <a:xfrm>
              <a:off x="4973939" y="4353615"/>
              <a:ext cx="39887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WO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5697421-00A0-4C06-8E19-5D5E8DC7FDC9}"/>
                </a:ext>
              </a:extLst>
            </p:cNvPr>
            <p:cNvSpPr txBox="1"/>
            <p:nvPr/>
          </p:nvSpPr>
          <p:spPr>
            <a:xfrm>
              <a:off x="4973941" y="2944970"/>
              <a:ext cx="89897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5. Weakness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2388C729-EEFB-44A0-ADF2-1F330CAFBB09}"/>
                </a:ext>
              </a:extLst>
            </p:cNvPr>
            <p:cNvSpPr txBox="1"/>
            <p:nvPr/>
          </p:nvSpPr>
          <p:spPr>
            <a:xfrm>
              <a:off x="236593" y="4353615"/>
              <a:ext cx="101425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Opportunity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02704A4A-DF7B-4F78-A63C-D4E6F9F411A6}"/>
                </a:ext>
              </a:extLst>
            </p:cNvPr>
            <p:cNvSpPr/>
            <p:nvPr/>
          </p:nvSpPr>
          <p:spPr>
            <a:xfrm>
              <a:off x="236590" y="5824633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9A1908F-DCBA-44AE-A60E-CBA6C8D77E06}"/>
                </a:ext>
              </a:extLst>
            </p:cNvPr>
            <p:cNvSpPr txBox="1"/>
            <p:nvPr/>
          </p:nvSpPr>
          <p:spPr>
            <a:xfrm>
              <a:off x="236593" y="5791699"/>
              <a:ext cx="690206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7. Threat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CB2234E8-4B54-465F-AF66-6343B89A5B60}"/>
                </a:ext>
              </a:extLst>
            </p:cNvPr>
            <p:cNvSpPr txBox="1"/>
            <p:nvPr/>
          </p:nvSpPr>
          <p:spPr>
            <a:xfrm>
              <a:off x="1878439" y="3428784"/>
              <a:ext cx="67462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내적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요인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0849400-7C91-49BB-AD85-9233EC36C82A}"/>
                </a:ext>
              </a:extLst>
            </p:cNvPr>
            <p:cNvSpPr txBox="1"/>
            <p:nvPr/>
          </p:nvSpPr>
          <p:spPr>
            <a:xfrm>
              <a:off x="919774" y="4056206"/>
              <a:ext cx="67462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외적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요인</a:t>
              </a:r>
            </a:p>
          </p:txBody>
        </p: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A67D8CD-9BC0-4855-B7F7-D8EA9BCD6CD9}"/>
                </a:ext>
              </a:extLst>
            </p:cNvPr>
            <p:cNvCxnSpPr/>
            <p:nvPr/>
          </p:nvCxnSpPr>
          <p:spPr>
            <a:xfrm>
              <a:off x="236592" y="2884893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8462E19C-8FC9-4B75-B052-2007E218C210}"/>
                </a:ext>
              </a:extLst>
            </p:cNvPr>
            <p:cNvCxnSpPr/>
            <p:nvPr/>
          </p:nvCxnSpPr>
          <p:spPr>
            <a:xfrm>
              <a:off x="236592" y="7258878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8E480CE-5C70-4CAD-9C80-85CEA5C3EDF8}"/>
                </a:ext>
              </a:extLst>
            </p:cNvPr>
            <p:cNvCxnSpPr/>
            <p:nvPr/>
          </p:nvCxnSpPr>
          <p:spPr>
            <a:xfrm>
              <a:off x="236592" y="8804274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CE4C26C-9AA1-434C-BCEC-DF2326E7A10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B564B079-A143-42DF-810D-B80A5B04AC33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50" name="모서리가 둥근 직사각형 499">
              <a:extLst>
                <a:ext uri="{FF2B5EF4-FFF2-40B4-BE49-F238E27FC236}">
                  <a16:creationId xmlns:a16="http://schemas.microsoft.com/office/drawing/2014/main" id="{21084DE5-0CF3-47CF-B34E-BF14E589C051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C4810E8-461E-4688-A017-09269ADBB9F1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43C42F72-45B0-47B5-A5C4-3AC7C6B44CB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60FE704-B914-4BCF-8383-46DA4F2D274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86222788-FC78-4561-A670-B1F7BEE5FF5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47C17221-8E5E-4FAD-AF2A-777BD7CFDCAA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DC3DB62C-88CA-4160-B87C-7789901B6EA7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02AFAAA-193C-458E-80DF-84A12F21C7F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48D1AAC7-8E55-4FC4-BF42-50C079625801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043CC2BC-DE39-4B99-9265-7DF3AAF64A72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73221E58-FEE6-44BF-B124-7B023AB07A3F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B01032A-8B96-49A8-B0E9-E309FD7D179F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D286C21A-97D6-4BBF-A465-9C9D8BC613D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7C2F1FE-4D05-4AA1-BE80-83F605D73F0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8668DDE5-6B09-4324-B294-769D83889D77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79DC1E72-1CE4-402A-B48A-425A910146A7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AD7FC4C3-9383-4F57-810A-7034C0C09724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6F7FD509-910F-4727-ABBC-C374240D3869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B2FDDC3B-3EE0-4E2E-96AE-DEFE7A39BAF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BC6B9F44-4D8D-46E3-8094-C660219EBC0C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C58F29FD-758D-4AFC-8542-759892ED4549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9955C399-AC60-49FE-8CDC-E5C6E49166D0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8E701E0-D06C-4B29-B7FB-259771BD88DE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6FF7D07B-F380-458D-ACE3-2196E8032508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3B89BD0B-D6DA-4E74-852E-287B80AD831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45F4A83B-417B-4D6B-9C2C-E1707ED99BC8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031E28AD-3D0F-48B8-99BF-214F244A3A31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298EB4FA-ACBB-467C-8DE5-FFC0F5BCA307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9699EC4E-9BAD-4870-964D-6427CB2073B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BCA24574-8484-49BF-B850-4897E5A1057C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5AAA2205-6262-48D0-BCEF-15E41C99261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B52AFF8A-DC85-40F7-A9C1-AFD92BE261BE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AA24051A-6FD5-4688-B6EF-8D76CF29514A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11DB648-67CA-4331-BFBC-2FD4F5B4A7A0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6DF2578-B1D3-40F4-A4F8-66E0BBB4896D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105891C-9C3E-423F-9841-AA65E1D4C8BA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8712F0BD-8BF5-4427-8FE0-9A5B89B05BA4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384F45E-ABCE-4FDA-B3D9-67FFB291749C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A2ED4FFD-5AB7-4672-80A9-9E448376825D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F03C4C4-BC1B-4FA3-91D9-FDB19D53CC7E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E69C9D5-7CAB-44F6-B72B-E8BAE7DD7E8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87954C28-D7C1-416B-8214-E860913966A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5DB9227B-DE52-451D-BF6F-89DCAE52AFA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35FBA912-9D07-42A3-9D54-8DFED6DB6E99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324BECEA-DF11-4008-970A-C70DAD7E65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F95A3053-A4B4-438A-B947-7C4C614A5C1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D4CDBA91-C028-4B9A-A67A-9B4E275111A1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B494AD1-9DF2-4A71-B719-DA4DC83D783B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C43B1D27-D89A-4BEE-ACA3-13A1D6BDB96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605D37A9-737E-4FD8-9BD4-42E16C6D4000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36379274-39C6-4F2C-A33B-573E26978688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66944904-A02C-4F36-ABD9-7FDA3F02551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78F78ED7-9389-482A-B63F-4524F51411E2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F6E313BA-46A8-455F-973F-593FC12CED3C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B5754FCA-7449-42C8-B0DC-75F1FBE92C20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698C7B46-730E-4421-BBE3-E735C1501F48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06" name="모서리가 둥근 직사각형 499">
              <a:extLst>
                <a:ext uri="{FF2B5EF4-FFF2-40B4-BE49-F238E27FC236}">
                  <a16:creationId xmlns:a16="http://schemas.microsoft.com/office/drawing/2014/main" id="{C813FC9F-8203-4978-8567-99F4574B2062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C167D54-73FF-49D1-B946-5FF696F61B19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B4B99C2-FE1F-4E64-991E-086293D11EC0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D2D0D3A0-6F01-428B-8FCE-D61CCEF6F43B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B2214417-9779-4F52-9714-BBE3573821F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FDF84F8F-EAA6-436F-9A3E-BD0F879650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D55F3C6A-40DD-4251-8E68-0C2341B2E35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551598AE-AED7-4D7D-A175-86616321C50D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1CEB63AA-5424-4167-8FDC-AB8DB8D35E56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804D8551-C590-4FC6-8A61-3BB968F1851D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16A98233-34D4-4383-ACAA-894050E3A101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3C36ECF9-B2A4-43C1-9694-B67541E49C3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D332E551-54B9-4709-9E3F-77F2F2C4A58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04DD4F1-DC03-4CBE-8CB1-E7EA4A8FD03C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FBA006D0-B81E-4F8B-854E-209F8EAA580B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DEE17930-0D31-429A-8F0A-83307325F8C6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C3C38AE-E041-4FB3-8577-7CB293985FE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810DEE1-7609-485D-8736-DF125F1E265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61E483FA-520A-47CD-90EE-615F79040DF4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3DAAF89C-1E88-4B74-A597-58DDDB4CBDC3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2ED63EE-197A-49EF-88DA-FA522E0DB65B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27DC0525-FF93-4970-9F27-776F4ABBC43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83534CCD-252F-4408-8ED3-7E4155E2294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115A811-37D2-4B93-B06A-15227741874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D659D88A-58C3-4B98-A654-58DC95BCB5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372C53CA-19A3-4056-82FA-B619B60A557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27C37C5A-1DDE-42D9-8109-BA98A2E929F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FD3F0E51-975E-4626-AED0-2299C05B11D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DD3691CD-807B-4539-AB18-E490F306EF09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82F138D-42A4-4591-9A6D-A131516D5318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9AAE92CC-5E3B-4960-8F87-916624D99404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F584537D-2DF4-4CD1-B096-8895A8F8B3A4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CA548988-6761-44AF-9440-CF5B36BCA1E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F8B0500-05DA-4152-8517-DF16FC2E5E34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C81AAD74-5C59-4FCF-AB72-72265FCCCD9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D656CA8-AC87-4564-8045-3865CB95A7A7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4C630959-9E43-48C2-B13F-69F299CFFFC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786BE79D-CCC5-4ED2-9D51-6878958944D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C37E5D59-6740-408D-808B-A2249E8AB3EB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D16DB5AC-E421-483E-9EF4-5B4E4234A0F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44112AF-85DF-4945-B5B5-04A704B216E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1503D22B-DBBD-46EF-AFBE-88C35737D1F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B1413E37-C5B3-44C3-8F6B-FB7401B64F0F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5B331EAE-7778-4622-96D8-6DA28426345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4661309A-DB9D-44A5-B12A-79C145C5E13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1119D3AA-2778-4A52-92CE-5782936AAE0F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CFA9F4-4EAF-4754-81F6-4610B6732814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9677134C-9FCD-437B-A39D-BA730B8C9859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260305FA-87EA-4C08-91F0-BD0760DF2B90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A7B7BA0C-0D56-4A7F-937E-A25D0CD22803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5343A02F-1974-4A76-96F9-285250892691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DFE85CD5-7462-4E79-A671-8E5E9C8CE2C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31D99363-D9B5-4FF2-89DE-C0E89A55A21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B4B5172D-0C56-4C3A-9592-5A496800B693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B252E735-7577-4DD0-A522-4FFF481EFE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2" name="직선 연결선 161">
            <a:extLst>
              <a:ext uri="{FF2B5EF4-FFF2-40B4-BE49-F238E27FC236}">
                <a16:creationId xmlns:a16="http://schemas.microsoft.com/office/drawing/2014/main" id="{1B821BC6-8B6D-4906-BE20-D954A55EB2E1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3" name="그림 162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BAEC8AD1-8883-48AD-B2EB-308B220E166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64" name="직사각형 163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4D918A93-B862-495F-9E0A-D27C0DAB2EC7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5" name="직사각형 164">
            <a:hlinkClick r:id="rId5" action="ppaction://hlinksldjump"/>
            <a:extLst>
              <a:ext uri="{FF2B5EF4-FFF2-40B4-BE49-F238E27FC236}">
                <a16:creationId xmlns:a16="http://schemas.microsoft.com/office/drawing/2014/main" id="{D432BF57-61D6-48B9-A40B-32C67A2A0E15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6" name="직사각형 16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53989B3-6A10-499B-B6FA-4C03C06D721E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7" name="직사각형 16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56633FF-DD0E-4600-B874-28F70F5C8AD0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8" name="직사각형 16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B9C9F49-EC99-4FCC-9165-29723C2F2EAA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16DCDCCF-0E4F-4DB8-93FC-409B6E16B705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C2751235-2FF2-4E4D-9340-AD7AA36201FD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D518F7B1-2075-4BBA-80B1-196632C69B64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5E35FF04-C952-4AAE-ADB0-B2628C45729E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1CB61B08-822E-437B-B4B0-9585C9B56904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2143E808-0367-44A0-A540-E49F03BF9313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DD94A92F-DEBD-415F-8785-53737CE09C22}"/>
              </a:ext>
            </a:extLst>
          </p:cNvPr>
          <p:cNvSpPr txBox="1"/>
          <p:nvPr/>
        </p:nvSpPr>
        <p:spPr>
          <a:xfrm>
            <a:off x="179388" y="597407"/>
            <a:ext cx="20168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고객은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A6DACD0A-EF7F-439A-9741-E08A32DD323B}"/>
              </a:ext>
            </a:extLst>
          </p:cNvPr>
          <p:cNvSpPr txBox="1"/>
          <p:nvPr/>
        </p:nvSpPr>
        <p:spPr>
          <a:xfrm>
            <a:off x="179388" y="1935237"/>
            <a:ext cx="21242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경쟁사는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8BC00B87-1DB5-425C-8240-D69C902B4B37}"/>
              </a:ext>
            </a:extLst>
          </p:cNvPr>
          <p:cNvSpPr txBox="1"/>
          <p:nvPr/>
        </p:nvSpPr>
        <p:spPr>
          <a:xfrm>
            <a:off x="179388" y="3271669"/>
            <a:ext cx="15039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우리는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05694A59-8F2D-4F08-BA54-90C1C40BC183}"/>
              </a:ext>
            </a:extLst>
          </p:cNvPr>
          <p:cNvSpPr txBox="1"/>
          <p:nvPr/>
        </p:nvSpPr>
        <p:spPr>
          <a:xfrm>
            <a:off x="179388" y="4606951"/>
            <a:ext cx="198002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강점은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B2E1E783-4D8A-484F-8139-143C4F06194A}"/>
              </a:ext>
            </a:extLst>
          </p:cNvPr>
          <p:cNvSpPr txBox="1"/>
          <p:nvPr/>
        </p:nvSpPr>
        <p:spPr>
          <a:xfrm>
            <a:off x="179388" y="5945532"/>
            <a:ext cx="198002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약점은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1043C37D-6A3A-4C62-A85F-4AB240C5091B}"/>
              </a:ext>
            </a:extLst>
          </p:cNvPr>
          <p:cNvSpPr txBox="1"/>
          <p:nvPr/>
        </p:nvSpPr>
        <p:spPr>
          <a:xfrm>
            <a:off x="179388" y="6961617"/>
            <a:ext cx="23118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외부적 기회 요인은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4B2B9074-AA02-4362-93AC-7F8627790CE4}"/>
              </a:ext>
            </a:extLst>
          </p:cNvPr>
          <p:cNvSpPr txBox="1"/>
          <p:nvPr/>
        </p:nvSpPr>
        <p:spPr>
          <a:xfrm>
            <a:off x="7608020" y="597406"/>
            <a:ext cx="26436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타겟을 어떻게 찾을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96D2CC9-A45C-42AF-A822-46B96AE47820}"/>
              </a:ext>
            </a:extLst>
          </p:cNvPr>
          <p:cNvSpPr txBox="1"/>
          <p:nvPr/>
        </p:nvSpPr>
        <p:spPr>
          <a:xfrm>
            <a:off x="7608020" y="2272471"/>
            <a:ext cx="301877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고객을 어떻게 정의 할 수 있는가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96CE32A-8D89-4AA4-931F-CDA0F2ECE022}"/>
              </a:ext>
            </a:extLst>
          </p:cNvPr>
          <p:cNvSpPr txBox="1"/>
          <p:nvPr/>
        </p:nvSpPr>
        <p:spPr>
          <a:xfrm>
            <a:off x="7608020" y="3603967"/>
            <a:ext cx="56332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타겟에게 어떻게 포지셔닝 할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경쟁사와 차별화 요소는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1D84EFEE-7DDF-4075-B840-AC2F907D653B}"/>
              </a:ext>
            </a:extLst>
          </p:cNvPr>
          <p:cNvSpPr txBox="1"/>
          <p:nvPr/>
        </p:nvSpPr>
        <p:spPr>
          <a:xfrm>
            <a:off x="7608020" y="4950833"/>
            <a:ext cx="247375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3C4D2048-E6C3-4954-B97C-46657EFE58AB}"/>
              </a:ext>
            </a:extLst>
          </p:cNvPr>
          <p:cNvSpPr txBox="1"/>
          <p:nvPr/>
        </p:nvSpPr>
        <p:spPr>
          <a:xfrm>
            <a:off x="7608020" y="6279300"/>
            <a:ext cx="19287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가격 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A509CB78-385A-4344-B63F-434232AC7244}"/>
              </a:ext>
            </a:extLst>
          </p:cNvPr>
          <p:cNvSpPr txBox="1"/>
          <p:nvPr/>
        </p:nvSpPr>
        <p:spPr>
          <a:xfrm>
            <a:off x="179388" y="7966268"/>
            <a:ext cx="23118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외부적 위협 요인은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580C7091-0AB6-4D61-91B2-EB4BEC47E7F5}"/>
              </a:ext>
            </a:extLst>
          </p:cNvPr>
          <p:cNvSpPr txBox="1"/>
          <p:nvPr/>
        </p:nvSpPr>
        <p:spPr>
          <a:xfrm>
            <a:off x="7608020" y="7282351"/>
            <a:ext cx="19287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유통 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BEE5E8D7-8531-4A65-88C6-43B6277EBB5A}"/>
              </a:ext>
            </a:extLst>
          </p:cNvPr>
          <p:cNvSpPr txBox="1"/>
          <p:nvPr/>
        </p:nvSpPr>
        <p:spPr>
          <a:xfrm>
            <a:off x="7608020" y="8287365"/>
            <a:ext cx="221727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프로모션 전략은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57155801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그룹 72">
            <a:extLst>
              <a:ext uri="{FF2B5EF4-FFF2-40B4-BE49-F238E27FC236}">
                <a16:creationId xmlns:a16="http://schemas.microsoft.com/office/drawing/2014/main" id="{F20F21B8-C76E-4245-A823-0BF37729541D}"/>
              </a:ext>
            </a:extLst>
          </p:cNvPr>
          <p:cNvGrpSpPr/>
          <p:nvPr/>
        </p:nvGrpSpPr>
        <p:grpSpPr>
          <a:xfrm>
            <a:off x="15192375" y="539750"/>
            <a:ext cx="7406970" cy="10117138"/>
            <a:chOff x="236289" y="1417858"/>
            <a:chExt cx="7085838" cy="9010457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59F0C4A1-6D1C-467B-B805-AB8308FED2B8}"/>
                </a:ext>
              </a:extLst>
            </p:cNvPr>
            <p:cNvSpPr/>
            <p:nvPr/>
          </p:nvSpPr>
          <p:spPr>
            <a:xfrm>
              <a:off x="23628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2AE77F3-1E57-4E2E-ACC8-88363FCAF183}"/>
                </a:ext>
              </a:extLst>
            </p:cNvPr>
            <p:cNvSpPr txBox="1"/>
            <p:nvPr/>
          </p:nvSpPr>
          <p:spPr>
            <a:xfrm>
              <a:off x="236293" y="1453904"/>
              <a:ext cx="210553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1. I am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소비자에게 어떤 브랜드인가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7C710E31-7DF5-44E6-AEB7-CB584A7507C9}"/>
                </a:ext>
              </a:extLst>
            </p:cNvPr>
            <p:cNvSpPr/>
            <p:nvPr/>
          </p:nvSpPr>
          <p:spPr>
            <a:xfrm>
              <a:off x="261277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283B977-7A2F-4E02-8CEE-E0E246990E7B}"/>
                </a:ext>
              </a:extLst>
            </p:cNvPr>
            <p:cNvSpPr txBox="1"/>
            <p:nvPr/>
          </p:nvSpPr>
          <p:spPr>
            <a:xfrm>
              <a:off x="2612782" y="1453904"/>
              <a:ext cx="211001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2. Consumer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제품을 사는 사람들은 누구인가</a:t>
              </a: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8ABE8A67-8C07-49BC-97B4-BE29EDDE3447}"/>
                </a:ext>
              </a:extLst>
            </p:cNvPr>
            <p:cNvSpPr/>
            <p:nvPr/>
          </p:nvSpPr>
          <p:spPr>
            <a:xfrm>
              <a:off x="4989270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DCC3C29-0F8D-4019-9016-25CAE9B08231}"/>
                </a:ext>
              </a:extLst>
            </p:cNvPr>
            <p:cNvSpPr txBox="1"/>
            <p:nvPr/>
          </p:nvSpPr>
          <p:spPr>
            <a:xfrm>
              <a:off x="4989272" y="1453904"/>
              <a:ext cx="203144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3. Competitor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시장내 경쟁자는 누구인가</a:t>
              </a:r>
              <a:r>
                <a:rPr lang="en-US" altLang="ko-KR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spc="-21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81F6CD59-9487-4149-8EAC-B66C165F23CC}"/>
                </a:ext>
              </a:extLst>
            </p:cNvPr>
            <p:cNvSpPr/>
            <p:nvPr/>
          </p:nvSpPr>
          <p:spPr>
            <a:xfrm>
              <a:off x="236290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4D1FAD51-22B9-4602-92B9-8C506336E20D}"/>
                </a:ext>
              </a:extLst>
            </p:cNvPr>
            <p:cNvSpPr/>
            <p:nvPr/>
          </p:nvSpPr>
          <p:spPr>
            <a:xfrm>
              <a:off x="2618788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C8EC6519-57B8-47A0-8C10-4BA60C256548}"/>
                </a:ext>
              </a:extLst>
            </p:cNvPr>
            <p:cNvSpPr txBox="1"/>
            <p:nvPr/>
          </p:nvSpPr>
          <p:spPr>
            <a:xfrm>
              <a:off x="236293" y="8141480"/>
              <a:ext cx="240303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14. Message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소비자를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움직이게 할 메시지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045D8A52-5832-41F3-9416-87039295A1B2}"/>
                </a:ext>
              </a:extLst>
            </p:cNvPr>
            <p:cNvSpPr txBox="1"/>
            <p:nvPr/>
          </p:nvSpPr>
          <p:spPr>
            <a:xfrm>
              <a:off x="2618791" y="8141480"/>
              <a:ext cx="205186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15. Activity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소비자를 참여시킬 활동</a:t>
              </a: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BB21AEAD-D558-489D-830F-019EEB45AD2E}"/>
                </a:ext>
              </a:extLst>
            </p:cNvPr>
            <p:cNvSpPr/>
            <p:nvPr/>
          </p:nvSpPr>
          <p:spPr>
            <a:xfrm>
              <a:off x="5001285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809DED3-B91D-4934-B2D1-C86F28780087}"/>
                </a:ext>
              </a:extLst>
            </p:cNvPr>
            <p:cNvSpPr txBox="1"/>
            <p:nvPr/>
          </p:nvSpPr>
          <p:spPr>
            <a:xfrm>
              <a:off x="5001287" y="8141480"/>
              <a:ext cx="222963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16. Touch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Point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어디서 소비자를 만날 것인가</a:t>
              </a:r>
              <a:r>
                <a:rPr lang="en-US" altLang="ko-KR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spc="-21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361F1A7C-CF2A-4CCF-8975-117819286DDD}"/>
                </a:ext>
              </a:extLst>
            </p:cNvPr>
            <p:cNvSpPr/>
            <p:nvPr/>
          </p:nvSpPr>
          <p:spPr>
            <a:xfrm>
              <a:off x="236290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20A0394F-6ED6-4941-BF66-924CE6D22C2C}"/>
                </a:ext>
              </a:extLst>
            </p:cNvPr>
            <p:cNvSpPr/>
            <p:nvPr/>
          </p:nvSpPr>
          <p:spPr>
            <a:xfrm>
              <a:off x="3825131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0349F99D-D664-4134-B375-02A9A3F924E3}"/>
                </a:ext>
              </a:extLst>
            </p:cNvPr>
            <p:cNvSpPr txBox="1"/>
            <p:nvPr/>
          </p:nvSpPr>
          <p:spPr>
            <a:xfrm>
              <a:off x="236292" y="3016175"/>
              <a:ext cx="298558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4. Target Definition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커뮤니케이션 타겟은 누구로 정의 할 것인가</a:t>
              </a:r>
              <a:r>
                <a:rPr lang="en-US" altLang="ko-KR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spc="-21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0D2B8849-1B6D-4E6C-9608-82A9B3CDD756}"/>
                </a:ext>
              </a:extLst>
            </p:cNvPr>
            <p:cNvSpPr txBox="1"/>
            <p:nvPr/>
          </p:nvSpPr>
          <p:spPr>
            <a:xfrm>
              <a:off x="3825134" y="3016175"/>
              <a:ext cx="269593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5. Pain point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타겟이 생각하는 불편은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9D4157DB-3A44-417F-B3B7-80772BE5B654}"/>
                </a:ext>
              </a:extLst>
            </p:cNvPr>
            <p:cNvSpPr/>
            <p:nvPr/>
          </p:nvSpPr>
          <p:spPr>
            <a:xfrm>
              <a:off x="236290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CEF0577F-0CC3-4D6B-B56F-E8927BBB04A6}"/>
                </a:ext>
              </a:extLst>
            </p:cNvPr>
            <p:cNvSpPr/>
            <p:nvPr/>
          </p:nvSpPr>
          <p:spPr>
            <a:xfrm>
              <a:off x="3825131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B5D751A-43C8-4CB8-8E29-93EFE26258E1}"/>
                </a:ext>
              </a:extLst>
            </p:cNvPr>
            <p:cNvSpPr txBox="1"/>
            <p:nvPr/>
          </p:nvSpPr>
          <p:spPr>
            <a:xfrm>
              <a:off x="236294" y="4037256"/>
              <a:ext cx="2824753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Value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타겟이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기대하는 진정한 가치는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D01D30F-7358-4166-A61C-5A0044BFD8A9}"/>
                </a:ext>
              </a:extLst>
            </p:cNvPr>
            <p:cNvSpPr txBox="1"/>
            <p:nvPr/>
          </p:nvSpPr>
          <p:spPr>
            <a:xfrm>
              <a:off x="3825131" y="4037256"/>
              <a:ext cx="345962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7. Principal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Competition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우리의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진정한 경쟁자는 누구인가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AA052EBD-94F1-4B74-ADA6-D7821425AA5F}"/>
                </a:ext>
              </a:extLst>
            </p:cNvPr>
            <p:cNvSpPr/>
            <p:nvPr/>
          </p:nvSpPr>
          <p:spPr>
            <a:xfrm>
              <a:off x="236290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1089F129-1F47-4203-9A14-197DAF2A866D}"/>
                </a:ext>
              </a:extLst>
            </p:cNvPr>
            <p:cNvSpPr/>
            <p:nvPr/>
          </p:nvSpPr>
          <p:spPr>
            <a:xfrm>
              <a:off x="3825131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9202F83C-9E49-4DD6-96BD-AD75D17C4F79}"/>
                </a:ext>
              </a:extLst>
            </p:cNvPr>
            <p:cNvSpPr txBox="1"/>
            <p:nvPr/>
          </p:nvSpPr>
          <p:spPr>
            <a:xfrm>
              <a:off x="236289" y="5058337"/>
              <a:ext cx="354856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8. Campaign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Objective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소비자가 어떤 행동을 하길 바라는가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BC02F82-F0E6-4D0C-9A90-2F1B7DE0C21B}"/>
                </a:ext>
              </a:extLst>
            </p:cNvPr>
            <p:cNvSpPr txBox="1"/>
            <p:nvPr/>
          </p:nvSpPr>
          <p:spPr>
            <a:xfrm>
              <a:off x="3825131" y="5058337"/>
              <a:ext cx="322653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9. Insight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소비자의 행동을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이끌어낼 </a:t>
              </a:r>
              <a:r>
                <a:rPr lang="ko-KR" altLang="en-US" sz="1000" dirty="0" err="1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인사이트는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008E585F-BEED-4306-A15A-E1E70901EE9C}"/>
                </a:ext>
              </a:extLst>
            </p:cNvPr>
            <p:cNvSpPr/>
            <p:nvPr/>
          </p:nvSpPr>
          <p:spPr>
            <a:xfrm>
              <a:off x="236290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A306FD91-DF87-48AA-854A-3DF82417A841}"/>
                </a:ext>
              </a:extLst>
            </p:cNvPr>
            <p:cNvSpPr/>
            <p:nvPr/>
          </p:nvSpPr>
          <p:spPr>
            <a:xfrm>
              <a:off x="3825131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2544CD9D-0F0B-4787-B2C6-69497456DEFF}"/>
                </a:ext>
              </a:extLst>
            </p:cNvPr>
            <p:cNvSpPr txBox="1"/>
            <p:nvPr/>
          </p:nvSpPr>
          <p:spPr>
            <a:xfrm>
              <a:off x="236289" y="6089369"/>
              <a:ext cx="3277136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10. Value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우리가 소비자에게 주고자 하는 가치는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113BD022-8994-41A8-906D-502EC68D9215}"/>
                </a:ext>
              </a:extLst>
            </p:cNvPr>
            <p:cNvSpPr txBox="1"/>
            <p:nvPr/>
          </p:nvSpPr>
          <p:spPr>
            <a:xfrm>
              <a:off x="3825133" y="6089369"/>
              <a:ext cx="348876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11. Reason to believe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믿을 수 있는 근거는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D919A6AA-B7D6-4235-B93F-A2F2699C9FE8}"/>
                </a:ext>
              </a:extLst>
            </p:cNvPr>
            <p:cNvSpPr/>
            <p:nvPr/>
          </p:nvSpPr>
          <p:spPr>
            <a:xfrm>
              <a:off x="236290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63910978-FC16-4E76-A690-8FD2A68B0867}"/>
                </a:ext>
              </a:extLst>
            </p:cNvPr>
            <p:cNvSpPr/>
            <p:nvPr/>
          </p:nvSpPr>
          <p:spPr>
            <a:xfrm>
              <a:off x="3825131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3D6CFC2E-A286-482B-801F-C59680CC6557}"/>
                </a:ext>
              </a:extLst>
            </p:cNvPr>
            <p:cNvSpPr txBox="1"/>
            <p:nvPr/>
          </p:nvSpPr>
          <p:spPr>
            <a:xfrm>
              <a:off x="236289" y="7098205"/>
              <a:ext cx="218221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12. Concept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전략적 컨셉은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B1E8A50-8154-4EF1-913E-21ED7032F376}"/>
                </a:ext>
              </a:extLst>
            </p:cNvPr>
            <p:cNvSpPr txBox="1"/>
            <p:nvPr/>
          </p:nvSpPr>
          <p:spPr>
            <a:xfrm>
              <a:off x="3825131" y="7098205"/>
              <a:ext cx="331240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13. Theme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컨셉을 전개시킬 크리에이티브 테마는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35D5D097-D112-4C59-BDBB-4CF2B6717FE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F8F8A6ED-4D09-4D7A-AB69-9BA11A2DD9D7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9" name="모서리가 둥근 직사각형 499">
              <a:extLst>
                <a:ext uri="{FF2B5EF4-FFF2-40B4-BE49-F238E27FC236}">
                  <a16:creationId xmlns:a16="http://schemas.microsoft.com/office/drawing/2014/main" id="{CB90C0C4-44D5-4604-AEED-3DF74669FA15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4017030C-70AD-4B4C-86AA-189FE02DE9D5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0610A940-77B1-4EAA-B8FC-A6CE3EC7B322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DAEFD00-F23D-4AD0-9D9A-EE1DF00B78E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0A32DF2-D426-4ADF-8A76-E1ECBA09ECE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080C94AF-050C-4101-B9A0-871A2D9ED76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0E77C6FB-2E12-460F-A111-EB849E10B3DC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029AB217-F1B1-41B8-9372-A9A6504E4491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B6F42CD-DF26-4CBF-A3BE-AD3359080A6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AA77BEE3-371F-4F59-A512-ED70720F02A5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DCF185C8-1B2F-48A4-8817-999C42DAE20C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0DF5C723-F9C0-4A17-A5BC-D30223B3FF2D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7CD32BD7-544F-465B-9908-38A76232A610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F1BDDDFF-3CC4-4192-9385-D6644E6D407F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B2755ADD-8E08-4D36-A118-C05BBDDCB131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8971CC4E-11A2-4D7C-AC81-E6C701391249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604EEFC-442E-40FF-8C64-CA579B51ED1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DFE2EB2C-823B-43CA-B8E2-1B009122E84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5CFB63A6-68C2-481C-998D-AA1405E83B87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D96FC077-5415-4BC9-9CBC-F869D1C140E1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AAD514AE-4828-4896-BDD3-0B533F0750EF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F3CAC0B5-ACBA-4C87-88C8-0755FDB2A23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D0EF9FC-AAF5-45AE-97D6-AB0D2D67CDB3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5CAF5F54-EA7E-405F-8934-97DFDF11938C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67D41416-572C-47CC-815B-CDA18832BD5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83F3594-424A-4836-9FA2-C276636B4E6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5C29CB95-95DF-448E-9D0A-F9B245AB9346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CACF25-8DA9-4B3B-BFD7-866E4A75C8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5734131D-685F-4643-A12E-4C934D8B0058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3EF1CB81-F713-459E-B41E-AA360AF00C9D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E565CE4-C154-425C-9E98-B6CEE86715F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D968155-4620-4E60-BB5E-FAF00FDAAB6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6CADA8D3-AB37-4DBD-8187-009A4764A79C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C9E123A6-0A2A-4EA4-8413-CB5242FEA4E6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2172D1C3-4582-41B0-B937-679A3165A32E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57C732EE-ECA6-4FDD-8AF4-5C0F26477DBE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2E9BA9FA-B03E-4CC9-9EDD-9115AEE5E12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2CB4E16E-C404-45BB-9381-DABC1139CC65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DA482A5E-5E8A-4D07-91E3-783EDAC9E03F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3D415709-82AC-4D80-BF7A-F58C9589AB93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601861E0-8ED6-41F4-A4C7-94392FC7458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F4D3754-935D-4B1E-947D-B152C2348842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9BB59805-6F80-4C57-AEDF-C54CC536C67A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0A11F41-C2D4-4D35-A055-2C8D79A7B5C2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4FBB6626-DFB2-4926-AA0F-60A5BD0648F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D89F5B8A-5B8B-4C44-83B2-4B440811054C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BF68EEA0-1F1E-4570-8B63-87BD967FAEFF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AFDD9143-7948-493D-9440-6E51CA2CF2C8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2D1B3BA9-D488-486F-98F9-03F9F0F46BB3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602E1DF9-5DF2-4D81-B4D5-4F13AE4116B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BD501D6A-1EF1-45AE-A96F-C56153D28753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84A24DB8-AEAC-4923-A8B6-F4E83F586BF9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A3A07C3B-E812-446C-ADD8-1F565EF045A3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B3094C3F-BFEC-449E-8613-86314CDF55C4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864C98AB-B5C3-462D-965B-C2D8753C31BB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42441ACF-F005-4C56-94E7-92ED3A630BAE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28" name="모서리가 둥근 직사각형 499">
              <a:extLst>
                <a:ext uri="{FF2B5EF4-FFF2-40B4-BE49-F238E27FC236}">
                  <a16:creationId xmlns:a16="http://schemas.microsoft.com/office/drawing/2014/main" id="{C6E880D7-E53F-4E3A-984B-DFC74549686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CFE32F7F-8AE2-43D1-BCE6-579D85B17EA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BFF91DEC-40C8-4B12-9BF6-1E3B92E0C981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81EFEE5C-90E1-44FB-90DB-BBB30AC9DAA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1221A739-3CE9-4D1E-B9C5-224E420CA849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3630D58C-382F-481A-9F9A-8BCBFEF74E63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AC35D7EF-98B8-4063-ACD9-C11ED50FCB02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DB4EDCD-F128-4AED-8245-FE57FE52471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0039774-06DD-42EF-A3F4-B0DAAAAFDAF0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2511D9A2-5B73-421A-BFFF-95AA580816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4B57D6A4-A6F3-4834-845E-585A4D52D40E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D6D4BB92-846A-496D-A4C8-3481C351951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BFAB7A7-6737-4A61-98C4-0E4E4C3CABEB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6A63901-EBEC-4406-95AA-34D8961F457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9074D3E9-847A-442B-AE7F-8468E61DBE04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FF58F60-8FE1-47E2-A14E-45CBE4DE42F0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2F2DCE3-97EE-4DB7-B066-FF56EC82A23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1A4ECD45-5EDA-4E7E-9106-D34DBEDC908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A645B952-4DB4-4D7C-8653-7C77C3178931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DEE8839B-5464-4C2B-A15F-40E2807C44E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C25027F7-3212-47C5-AC7D-2EEF2B397B50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80DB2A9-64F7-405C-8F28-33A9C219A7D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1C33759-3856-4578-B7A6-5221E159384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C75968A-4249-465C-9DE3-DBB6BD06EF25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91D53F4-25F0-471A-B2C0-03BA860FF4B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A6DA79F6-5044-4F7F-9409-FF12BBE5024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827404DA-861E-46A6-AA83-E94293308BB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D37FF7C-72B1-4A25-8D5D-CBF3C141337F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42048C85-9684-4D12-8752-295BBD51FCC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3F95ACF0-B5F1-405E-A0C3-259A776AF4A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CA81CAD8-D4A9-4A71-9EF3-51B65FCEF4AB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70B33A6F-576F-4E85-B4B0-E3D0411F21A1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4EE234E-6857-4948-AFF8-9103CD8DC7A2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F893752-8867-461C-811F-A643AA002FD9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D3E204A2-935B-4DFC-B780-9F0FA51F3DE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11FC0A22-8769-4C5C-A74E-E1C6ADAC349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D04743EE-14C1-48C4-AA50-C28FEB79F28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9C7957D3-214A-43DE-92AF-D99E5002B3E2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7EA672B2-80B9-49DF-8F29-6044BF0E83D5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4E537F33-A82F-4944-A210-CA79DAC58E8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F97C2790-C5EF-472F-B900-8A5DE8135351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9CE808A8-9AD0-4EDA-85C1-4C6365208251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964C7B9B-0CA7-4BDF-9BAE-18A24A14BF75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0FB96EF6-377F-4AD7-90D8-58E2D43A349D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D0996DB8-373E-429F-BC2E-9312AA788C8A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6FAED056-5B3D-47CA-BBC1-1B088238A323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7AA5C9A7-3FEF-4827-AC5F-E800989C83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A68C2DB-6C6A-4A76-B564-D16EB080D934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A29BD72A-E0DB-433D-BC6A-856039E31AF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A73B0E20-7504-46BF-9060-754CDD00F23D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DB063013-F0E6-4B00-9AED-4BF4D2154BC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1233BF06-D7D1-4AA0-9B44-7FDB23137130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14BDDD9-A6AB-4C1A-85CF-C43E9EF9DC68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59C07D2A-6EA6-4CA4-85E8-18DB3DAA5295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AE82562B-D25F-4691-9073-6DA45232324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6AB9B464-8F18-411D-B156-C46F96281E0B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5" name="그림 18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DBEDFE8E-BCCF-40CE-BD1C-418B9E42890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6" name="직사각형 18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554A1892-00D8-4326-AE17-2E720A66D9E7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hlinkClick r:id="rId5" action="ppaction://hlinksldjump"/>
            <a:extLst>
              <a:ext uri="{FF2B5EF4-FFF2-40B4-BE49-F238E27FC236}">
                <a16:creationId xmlns:a16="http://schemas.microsoft.com/office/drawing/2014/main" id="{37AC4BAF-9161-4109-B553-E26EE2F17CF1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1826116-8980-46ED-B9A2-A1BE7E961899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E7F16E9-E4C8-4003-824C-2934DFC10B12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A6E2C9D-C5A5-47B9-8F5E-6339029CA05E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CAE19830-6DD2-4893-9F3F-78782673099A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3F80841E-1EBF-44B0-A43B-E27BF64D8CDB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6DBEF57C-0B0B-4B1C-B006-81DB27F0469F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E2557D7A-9371-4F84-BE48-00D1ED8F53D7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B7F5BDBC-CD30-412B-972F-228C097D749E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42CF915B-27BC-447D-8FAA-6BB4B4EE5208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31F0E834-B419-4FA1-8050-D083C43CD671}"/>
              </a:ext>
            </a:extLst>
          </p:cNvPr>
          <p:cNvSpPr txBox="1"/>
          <p:nvPr/>
        </p:nvSpPr>
        <p:spPr>
          <a:xfrm>
            <a:off x="179388" y="597407"/>
            <a:ext cx="26003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나는 소비자에게 어떤 브랜드인가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C56F210A-FBE8-4C93-BE0B-A5A88C3AE8C2}"/>
              </a:ext>
            </a:extLst>
          </p:cNvPr>
          <p:cNvSpPr txBox="1"/>
          <p:nvPr/>
        </p:nvSpPr>
        <p:spPr>
          <a:xfrm>
            <a:off x="179388" y="1596585"/>
            <a:ext cx="293221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제품을 사는 사람들은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DA035EA7-D760-47CB-9093-F6E9B9499775}"/>
              </a:ext>
            </a:extLst>
          </p:cNvPr>
          <p:cNvSpPr txBox="1"/>
          <p:nvPr/>
        </p:nvSpPr>
        <p:spPr>
          <a:xfrm>
            <a:off x="179388" y="2606460"/>
            <a:ext cx="303320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경쟁사들은 소비자에게 어떤 브랜드인가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BD4219D3-D05E-4499-9EFD-3863F57BEA56}"/>
              </a:ext>
            </a:extLst>
          </p:cNvPr>
          <p:cNvSpPr txBox="1"/>
          <p:nvPr/>
        </p:nvSpPr>
        <p:spPr>
          <a:xfrm>
            <a:off x="179388" y="3603729"/>
            <a:ext cx="477566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커뮤니케이션 타겟은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누가 우리에게 관심 가져 줄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7948F11E-8049-410B-807D-1EED1C559E5B}"/>
              </a:ext>
            </a:extLst>
          </p:cNvPr>
          <p:cNvSpPr txBox="1"/>
          <p:nvPr/>
        </p:nvSpPr>
        <p:spPr>
          <a:xfrm>
            <a:off x="179388" y="4615803"/>
            <a:ext cx="32640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타겟이 가지고 있는 불편은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6933AA1B-456B-4BEF-A020-4BB8292494FC}"/>
              </a:ext>
            </a:extLst>
          </p:cNvPr>
          <p:cNvSpPr txBox="1"/>
          <p:nvPr/>
        </p:nvSpPr>
        <p:spPr>
          <a:xfrm>
            <a:off x="179388" y="5631888"/>
            <a:ext cx="453040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 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에서 타겟이 생각하는 진정한 가치는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F2737B6E-2DD7-43AC-936B-60F8148F7D9D}"/>
              </a:ext>
            </a:extLst>
          </p:cNvPr>
          <p:cNvSpPr txBox="1"/>
          <p:nvPr/>
        </p:nvSpPr>
        <p:spPr>
          <a:xfrm>
            <a:off x="7608020" y="597406"/>
            <a:ext cx="350929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소비자의 행동을 이끌어낼 인사이트는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8A50B774-4929-4C36-B864-4F13C8F1174A}"/>
              </a:ext>
            </a:extLst>
          </p:cNvPr>
          <p:cNvSpPr txBox="1"/>
          <p:nvPr/>
        </p:nvSpPr>
        <p:spPr>
          <a:xfrm>
            <a:off x="7608020" y="1600008"/>
            <a:ext cx="53623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우리가 소비자에게 주고자 하는 우리만의 차별화된 가치는 </a:t>
            </a:r>
            <a:r>
              <a:rPr lang="ko-KR" altLang="en-US" sz="12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가치는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51808F44-539C-4D9E-9E1F-67F281D4827D}"/>
              </a:ext>
            </a:extLst>
          </p:cNvPr>
          <p:cNvSpPr txBox="1"/>
          <p:nvPr/>
        </p:nvSpPr>
        <p:spPr>
          <a:xfrm>
            <a:off x="7608020" y="2600420"/>
            <a:ext cx="3732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그 가치를 소비자가 믿을 수 있는 근거는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FABD3A0E-70C5-4DF1-B056-A1948017269E}"/>
              </a:ext>
            </a:extLst>
          </p:cNvPr>
          <p:cNvSpPr txBox="1"/>
          <p:nvPr/>
        </p:nvSpPr>
        <p:spPr>
          <a:xfrm>
            <a:off x="7608020" y="3608168"/>
            <a:ext cx="37465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커뮤니케이션을 이끌어갈 전략적 컨셉은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AF6939A-46A6-4191-B564-4C06DBD03404}"/>
              </a:ext>
            </a:extLst>
          </p:cNvPr>
          <p:cNvSpPr txBox="1"/>
          <p:nvPr/>
        </p:nvSpPr>
        <p:spPr>
          <a:xfrm>
            <a:off x="7608020" y="4609254"/>
            <a:ext cx="441018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커뮤니케이션을 펼칠 수 있는 크리에이티브 테마는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2F1A247F-318D-4D6C-AF40-7EAC9765E58C}"/>
              </a:ext>
            </a:extLst>
          </p:cNvPr>
          <p:cNvSpPr txBox="1"/>
          <p:nvPr/>
        </p:nvSpPr>
        <p:spPr>
          <a:xfrm>
            <a:off x="179388" y="6636539"/>
            <a:ext cx="414087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 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를 선택하지 않는 진짜 이유는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7E7447FB-9648-4712-98D2-002B0A498CA3}"/>
              </a:ext>
            </a:extLst>
          </p:cNvPr>
          <p:cNvSpPr txBox="1"/>
          <p:nvPr/>
        </p:nvSpPr>
        <p:spPr>
          <a:xfrm>
            <a:off x="7608020" y="5612305"/>
            <a:ext cx="31694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소비자를 움직이게 할 메시지는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8467F2DF-CB1F-49C2-B24F-4B22FABB4128}"/>
              </a:ext>
            </a:extLst>
          </p:cNvPr>
          <p:cNvSpPr txBox="1"/>
          <p:nvPr/>
        </p:nvSpPr>
        <p:spPr>
          <a:xfrm>
            <a:off x="7608020" y="6617319"/>
            <a:ext cx="407836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소비자를 참여시킬 다양한 접점에서의 활동은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C7F46513-2B3B-462E-867E-5B15B91D7997}"/>
              </a:ext>
            </a:extLst>
          </p:cNvPr>
          <p:cNvSpPr txBox="1"/>
          <p:nvPr/>
        </p:nvSpPr>
        <p:spPr>
          <a:xfrm>
            <a:off x="179388" y="7625346"/>
            <a:ext cx="475001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우리는 커뮤니케이션을 통해 소비자가 어떻게 행동하기를 바라는가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62070470-B139-4110-A064-0CB87335D3FF}"/>
              </a:ext>
            </a:extLst>
          </p:cNvPr>
          <p:cNvSpPr txBox="1"/>
          <p:nvPr/>
        </p:nvSpPr>
        <p:spPr>
          <a:xfrm>
            <a:off x="7608020" y="7627236"/>
            <a:ext cx="35445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소비자를 만날 수 있는 접점은 어디인가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53155074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그룹 72">
            <a:extLst>
              <a:ext uri="{FF2B5EF4-FFF2-40B4-BE49-F238E27FC236}">
                <a16:creationId xmlns:a16="http://schemas.microsoft.com/office/drawing/2014/main" id="{F20F21B8-C76E-4245-A823-0BF37729541D}"/>
              </a:ext>
            </a:extLst>
          </p:cNvPr>
          <p:cNvGrpSpPr/>
          <p:nvPr/>
        </p:nvGrpSpPr>
        <p:grpSpPr>
          <a:xfrm>
            <a:off x="15192375" y="539750"/>
            <a:ext cx="7406970" cy="10117138"/>
            <a:chOff x="236289" y="1417858"/>
            <a:chExt cx="7085838" cy="9010457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59F0C4A1-6D1C-467B-B805-AB8308FED2B8}"/>
                </a:ext>
              </a:extLst>
            </p:cNvPr>
            <p:cNvSpPr/>
            <p:nvPr/>
          </p:nvSpPr>
          <p:spPr>
            <a:xfrm>
              <a:off x="23628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2AE77F3-1E57-4E2E-ACC8-88363FCAF183}"/>
                </a:ext>
              </a:extLst>
            </p:cNvPr>
            <p:cNvSpPr txBox="1"/>
            <p:nvPr/>
          </p:nvSpPr>
          <p:spPr>
            <a:xfrm>
              <a:off x="236293" y="1453904"/>
              <a:ext cx="210553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1. I am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소비자에게 어떤 브랜드인가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7C710E31-7DF5-44E6-AEB7-CB584A7507C9}"/>
                </a:ext>
              </a:extLst>
            </p:cNvPr>
            <p:cNvSpPr/>
            <p:nvPr/>
          </p:nvSpPr>
          <p:spPr>
            <a:xfrm>
              <a:off x="261277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283B977-7A2F-4E02-8CEE-E0E246990E7B}"/>
                </a:ext>
              </a:extLst>
            </p:cNvPr>
            <p:cNvSpPr txBox="1"/>
            <p:nvPr/>
          </p:nvSpPr>
          <p:spPr>
            <a:xfrm>
              <a:off x="2612782" y="1453904"/>
              <a:ext cx="211001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2. Consumer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제품을 사는 사람들은 누구인가</a:t>
              </a: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8ABE8A67-8C07-49BC-97B4-BE29EDDE3447}"/>
                </a:ext>
              </a:extLst>
            </p:cNvPr>
            <p:cNvSpPr/>
            <p:nvPr/>
          </p:nvSpPr>
          <p:spPr>
            <a:xfrm>
              <a:off x="4989270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DCC3C29-0F8D-4019-9016-25CAE9B08231}"/>
                </a:ext>
              </a:extLst>
            </p:cNvPr>
            <p:cNvSpPr txBox="1"/>
            <p:nvPr/>
          </p:nvSpPr>
          <p:spPr>
            <a:xfrm>
              <a:off x="4989272" y="1453904"/>
              <a:ext cx="203144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3. Competitor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시장내 경쟁자는 누구인가</a:t>
              </a:r>
              <a:r>
                <a:rPr lang="en-US" altLang="ko-KR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spc="-21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81F6CD59-9487-4149-8EAC-B66C165F23CC}"/>
                </a:ext>
              </a:extLst>
            </p:cNvPr>
            <p:cNvSpPr/>
            <p:nvPr/>
          </p:nvSpPr>
          <p:spPr>
            <a:xfrm>
              <a:off x="236290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4D1FAD51-22B9-4602-92B9-8C506336E20D}"/>
                </a:ext>
              </a:extLst>
            </p:cNvPr>
            <p:cNvSpPr/>
            <p:nvPr/>
          </p:nvSpPr>
          <p:spPr>
            <a:xfrm>
              <a:off x="2618788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C8EC6519-57B8-47A0-8C10-4BA60C256548}"/>
                </a:ext>
              </a:extLst>
            </p:cNvPr>
            <p:cNvSpPr txBox="1"/>
            <p:nvPr/>
          </p:nvSpPr>
          <p:spPr>
            <a:xfrm>
              <a:off x="236293" y="8141480"/>
              <a:ext cx="240303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14. Message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소비자를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움직이게 할 메시지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045D8A52-5832-41F3-9416-87039295A1B2}"/>
                </a:ext>
              </a:extLst>
            </p:cNvPr>
            <p:cNvSpPr txBox="1"/>
            <p:nvPr/>
          </p:nvSpPr>
          <p:spPr>
            <a:xfrm>
              <a:off x="2618791" y="8141480"/>
              <a:ext cx="205186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15. Activity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소비자를 참여시킬 활동</a:t>
              </a: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BB21AEAD-D558-489D-830F-019EEB45AD2E}"/>
                </a:ext>
              </a:extLst>
            </p:cNvPr>
            <p:cNvSpPr/>
            <p:nvPr/>
          </p:nvSpPr>
          <p:spPr>
            <a:xfrm>
              <a:off x="5001285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809DED3-B91D-4934-B2D1-C86F28780087}"/>
                </a:ext>
              </a:extLst>
            </p:cNvPr>
            <p:cNvSpPr txBox="1"/>
            <p:nvPr/>
          </p:nvSpPr>
          <p:spPr>
            <a:xfrm>
              <a:off x="5001287" y="8141480"/>
              <a:ext cx="222963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16. Touch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Point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어디서 소비자를 만날 것인가</a:t>
              </a:r>
              <a:r>
                <a:rPr lang="en-US" altLang="ko-KR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spc="-21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361F1A7C-CF2A-4CCF-8975-117819286DDD}"/>
                </a:ext>
              </a:extLst>
            </p:cNvPr>
            <p:cNvSpPr/>
            <p:nvPr/>
          </p:nvSpPr>
          <p:spPr>
            <a:xfrm>
              <a:off x="236290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20A0394F-6ED6-4941-BF66-924CE6D22C2C}"/>
                </a:ext>
              </a:extLst>
            </p:cNvPr>
            <p:cNvSpPr/>
            <p:nvPr/>
          </p:nvSpPr>
          <p:spPr>
            <a:xfrm>
              <a:off x="3825131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0349F99D-D664-4134-B375-02A9A3F924E3}"/>
                </a:ext>
              </a:extLst>
            </p:cNvPr>
            <p:cNvSpPr txBox="1"/>
            <p:nvPr/>
          </p:nvSpPr>
          <p:spPr>
            <a:xfrm>
              <a:off x="236292" y="3016175"/>
              <a:ext cx="298558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4. Target Definition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커뮤니케이션 타겟은 누구로 정의 할 것인가</a:t>
              </a:r>
              <a:r>
                <a:rPr lang="en-US" altLang="ko-KR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spc="-21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0D2B8849-1B6D-4E6C-9608-82A9B3CDD756}"/>
                </a:ext>
              </a:extLst>
            </p:cNvPr>
            <p:cNvSpPr txBox="1"/>
            <p:nvPr/>
          </p:nvSpPr>
          <p:spPr>
            <a:xfrm>
              <a:off x="3825134" y="3016175"/>
              <a:ext cx="269593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5. Pain point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타겟이 생각하는 불편은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9D4157DB-3A44-417F-B3B7-80772BE5B654}"/>
                </a:ext>
              </a:extLst>
            </p:cNvPr>
            <p:cNvSpPr/>
            <p:nvPr/>
          </p:nvSpPr>
          <p:spPr>
            <a:xfrm>
              <a:off x="236290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CEF0577F-0CC3-4D6B-B56F-E8927BBB04A6}"/>
                </a:ext>
              </a:extLst>
            </p:cNvPr>
            <p:cNvSpPr/>
            <p:nvPr/>
          </p:nvSpPr>
          <p:spPr>
            <a:xfrm>
              <a:off x="3825131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B5D751A-43C8-4CB8-8E29-93EFE26258E1}"/>
                </a:ext>
              </a:extLst>
            </p:cNvPr>
            <p:cNvSpPr txBox="1"/>
            <p:nvPr/>
          </p:nvSpPr>
          <p:spPr>
            <a:xfrm>
              <a:off x="236294" y="4037256"/>
              <a:ext cx="2824753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Value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타겟이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기대하는 진정한 가치는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D01D30F-7358-4166-A61C-5A0044BFD8A9}"/>
                </a:ext>
              </a:extLst>
            </p:cNvPr>
            <p:cNvSpPr txBox="1"/>
            <p:nvPr/>
          </p:nvSpPr>
          <p:spPr>
            <a:xfrm>
              <a:off x="3825131" y="4037256"/>
              <a:ext cx="345962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7. Principal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Competition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우리의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진정한 경쟁자는 누구인가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AA052EBD-94F1-4B74-ADA6-D7821425AA5F}"/>
                </a:ext>
              </a:extLst>
            </p:cNvPr>
            <p:cNvSpPr/>
            <p:nvPr/>
          </p:nvSpPr>
          <p:spPr>
            <a:xfrm>
              <a:off x="236290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1089F129-1F47-4203-9A14-197DAF2A866D}"/>
                </a:ext>
              </a:extLst>
            </p:cNvPr>
            <p:cNvSpPr/>
            <p:nvPr/>
          </p:nvSpPr>
          <p:spPr>
            <a:xfrm>
              <a:off x="3825131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9202F83C-9E49-4DD6-96BD-AD75D17C4F79}"/>
                </a:ext>
              </a:extLst>
            </p:cNvPr>
            <p:cNvSpPr txBox="1"/>
            <p:nvPr/>
          </p:nvSpPr>
          <p:spPr>
            <a:xfrm>
              <a:off x="236289" y="5058337"/>
              <a:ext cx="354856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8. Campaign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Objective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소비자가 어떤 행동을 하길 바라는가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BC02F82-F0E6-4D0C-9A90-2F1B7DE0C21B}"/>
                </a:ext>
              </a:extLst>
            </p:cNvPr>
            <p:cNvSpPr txBox="1"/>
            <p:nvPr/>
          </p:nvSpPr>
          <p:spPr>
            <a:xfrm>
              <a:off x="3825131" y="5058337"/>
              <a:ext cx="322653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9. Insight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소비자의 행동을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이끌어낼 </a:t>
              </a:r>
              <a:r>
                <a:rPr lang="ko-KR" altLang="en-US" sz="1000" dirty="0" err="1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인사이트는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008E585F-BEED-4306-A15A-E1E70901EE9C}"/>
                </a:ext>
              </a:extLst>
            </p:cNvPr>
            <p:cNvSpPr/>
            <p:nvPr/>
          </p:nvSpPr>
          <p:spPr>
            <a:xfrm>
              <a:off x="236290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A306FD91-DF87-48AA-854A-3DF82417A841}"/>
                </a:ext>
              </a:extLst>
            </p:cNvPr>
            <p:cNvSpPr/>
            <p:nvPr/>
          </p:nvSpPr>
          <p:spPr>
            <a:xfrm>
              <a:off x="3825131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2544CD9D-0F0B-4787-B2C6-69497456DEFF}"/>
                </a:ext>
              </a:extLst>
            </p:cNvPr>
            <p:cNvSpPr txBox="1"/>
            <p:nvPr/>
          </p:nvSpPr>
          <p:spPr>
            <a:xfrm>
              <a:off x="236289" y="6089369"/>
              <a:ext cx="3277136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10. Value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우리가 소비자에게 주고자 하는 가치는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113BD022-8994-41A8-906D-502EC68D9215}"/>
                </a:ext>
              </a:extLst>
            </p:cNvPr>
            <p:cNvSpPr txBox="1"/>
            <p:nvPr/>
          </p:nvSpPr>
          <p:spPr>
            <a:xfrm>
              <a:off x="3825133" y="6089369"/>
              <a:ext cx="348876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11. Reason to believe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믿을 수 있는 근거는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D919A6AA-B7D6-4235-B93F-A2F2699C9FE8}"/>
                </a:ext>
              </a:extLst>
            </p:cNvPr>
            <p:cNvSpPr/>
            <p:nvPr/>
          </p:nvSpPr>
          <p:spPr>
            <a:xfrm>
              <a:off x="236290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63910978-FC16-4E76-A690-8FD2A68B0867}"/>
                </a:ext>
              </a:extLst>
            </p:cNvPr>
            <p:cNvSpPr/>
            <p:nvPr/>
          </p:nvSpPr>
          <p:spPr>
            <a:xfrm>
              <a:off x="3825131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3D6CFC2E-A286-482B-801F-C59680CC6557}"/>
                </a:ext>
              </a:extLst>
            </p:cNvPr>
            <p:cNvSpPr txBox="1"/>
            <p:nvPr/>
          </p:nvSpPr>
          <p:spPr>
            <a:xfrm>
              <a:off x="236289" y="7098205"/>
              <a:ext cx="218221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12. Concept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전략적 컨셉은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B1E8A50-8154-4EF1-913E-21ED7032F376}"/>
                </a:ext>
              </a:extLst>
            </p:cNvPr>
            <p:cNvSpPr txBox="1"/>
            <p:nvPr/>
          </p:nvSpPr>
          <p:spPr>
            <a:xfrm>
              <a:off x="3825131" y="7098205"/>
              <a:ext cx="331240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13. Theme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컨셉을 전개시킬 크리에이티브 테마는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35D5D097-D112-4C59-BDBB-4CF2B6717FE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F8F8A6ED-4D09-4D7A-AB69-9BA11A2DD9D7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9" name="모서리가 둥근 직사각형 499">
              <a:extLst>
                <a:ext uri="{FF2B5EF4-FFF2-40B4-BE49-F238E27FC236}">
                  <a16:creationId xmlns:a16="http://schemas.microsoft.com/office/drawing/2014/main" id="{CB90C0C4-44D5-4604-AEED-3DF74669FA15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4017030C-70AD-4B4C-86AA-189FE02DE9D5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0610A940-77B1-4EAA-B8FC-A6CE3EC7B322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DAEFD00-F23D-4AD0-9D9A-EE1DF00B78E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0A32DF2-D426-4ADF-8A76-E1ECBA09ECE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080C94AF-050C-4101-B9A0-871A2D9ED76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0E77C6FB-2E12-460F-A111-EB849E10B3DC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029AB217-F1B1-41B8-9372-A9A6504E4491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B6F42CD-DF26-4CBF-A3BE-AD3359080A6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AA77BEE3-371F-4F59-A512-ED70720F02A5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DCF185C8-1B2F-48A4-8817-999C42DAE20C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0DF5C723-F9C0-4A17-A5BC-D30223B3FF2D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7CD32BD7-544F-465B-9908-38A76232A610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F1BDDDFF-3CC4-4192-9385-D6644E6D407F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B2755ADD-8E08-4D36-A118-C05BBDDCB131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8971CC4E-11A2-4D7C-AC81-E6C701391249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604EEFC-442E-40FF-8C64-CA579B51ED1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DFE2EB2C-823B-43CA-B8E2-1B009122E84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5CFB63A6-68C2-481C-998D-AA1405E83B87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D96FC077-5415-4BC9-9CBC-F869D1C140E1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AAD514AE-4828-4896-BDD3-0B533F0750EF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F3CAC0B5-ACBA-4C87-88C8-0755FDB2A23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D0EF9FC-AAF5-45AE-97D6-AB0D2D67CDB3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5CAF5F54-EA7E-405F-8934-97DFDF11938C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67D41416-572C-47CC-815B-CDA18832BD5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83F3594-424A-4836-9FA2-C276636B4E6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5C29CB95-95DF-448E-9D0A-F9B245AB9346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CACF25-8DA9-4B3B-BFD7-866E4A75C8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5734131D-685F-4643-A12E-4C934D8B0058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3EF1CB81-F713-459E-B41E-AA360AF00C9D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E565CE4-C154-425C-9E98-B6CEE86715F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D968155-4620-4E60-BB5E-FAF00FDAAB6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6CADA8D3-AB37-4DBD-8187-009A4764A79C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C9E123A6-0A2A-4EA4-8413-CB5242FEA4E6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2172D1C3-4582-41B0-B937-679A3165A32E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57C732EE-ECA6-4FDD-8AF4-5C0F26477DBE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2E9BA9FA-B03E-4CC9-9EDD-9115AEE5E12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2CB4E16E-C404-45BB-9381-DABC1139CC65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DA482A5E-5E8A-4D07-91E3-783EDAC9E03F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3D415709-82AC-4D80-BF7A-F58C9589AB93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601861E0-8ED6-41F4-A4C7-94392FC7458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F4D3754-935D-4B1E-947D-B152C2348842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9BB59805-6F80-4C57-AEDF-C54CC536C67A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0A11F41-C2D4-4D35-A055-2C8D79A7B5C2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4FBB6626-DFB2-4926-AA0F-60A5BD0648F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D89F5B8A-5B8B-4C44-83B2-4B440811054C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BF68EEA0-1F1E-4570-8B63-87BD967FAEFF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AFDD9143-7948-493D-9440-6E51CA2CF2C8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2D1B3BA9-D488-486F-98F9-03F9F0F46BB3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602E1DF9-5DF2-4D81-B4D5-4F13AE4116B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BD501D6A-1EF1-45AE-A96F-C56153D28753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84A24DB8-AEAC-4923-A8B6-F4E83F586BF9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A3A07C3B-E812-446C-ADD8-1F565EF045A3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B3094C3F-BFEC-449E-8613-86314CDF55C4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864C98AB-B5C3-462D-965B-C2D8753C31BB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42441ACF-F005-4C56-94E7-92ED3A630BAE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28" name="모서리가 둥근 직사각형 499">
              <a:extLst>
                <a:ext uri="{FF2B5EF4-FFF2-40B4-BE49-F238E27FC236}">
                  <a16:creationId xmlns:a16="http://schemas.microsoft.com/office/drawing/2014/main" id="{C6E880D7-E53F-4E3A-984B-DFC74549686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CFE32F7F-8AE2-43D1-BCE6-579D85B17EA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BFF91DEC-40C8-4B12-9BF6-1E3B92E0C981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81EFEE5C-90E1-44FB-90DB-BBB30AC9DAA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1221A739-3CE9-4D1E-B9C5-224E420CA849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3630D58C-382F-481A-9F9A-8BCBFEF74E63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AC35D7EF-98B8-4063-ACD9-C11ED50FCB02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DB4EDCD-F128-4AED-8245-FE57FE52471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0039774-06DD-42EF-A3F4-B0DAAAAFDAF0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2511D9A2-5B73-421A-BFFF-95AA580816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4B57D6A4-A6F3-4834-845E-585A4D52D40E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D6D4BB92-846A-496D-A4C8-3481C351951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BFAB7A7-6737-4A61-98C4-0E4E4C3CABEB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6A63901-EBEC-4406-95AA-34D8961F457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9074D3E9-847A-442B-AE7F-8468E61DBE04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FF58F60-8FE1-47E2-A14E-45CBE4DE42F0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2F2DCE3-97EE-4DB7-B066-FF56EC82A23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1A4ECD45-5EDA-4E7E-9106-D34DBEDC908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A645B952-4DB4-4D7C-8653-7C77C3178931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DEE8839B-5464-4C2B-A15F-40E2807C44E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C25027F7-3212-47C5-AC7D-2EEF2B397B50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80DB2A9-64F7-405C-8F28-33A9C219A7D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1C33759-3856-4578-B7A6-5221E159384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C75968A-4249-465C-9DE3-DBB6BD06EF25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91D53F4-25F0-471A-B2C0-03BA860FF4B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A6DA79F6-5044-4F7F-9409-FF12BBE5024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827404DA-861E-46A6-AA83-E94293308BB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D37FF7C-72B1-4A25-8D5D-CBF3C141337F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42048C85-9684-4D12-8752-295BBD51FCC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3F95ACF0-B5F1-405E-A0C3-259A776AF4A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CA81CAD8-D4A9-4A71-9EF3-51B65FCEF4AB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70B33A6F-576F-4E85-B4B0-E3D0411F21A1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4EE234E-6857-4948-AFF8-9103CD8DC7A2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F893752-8867-461C-811F-A643AA002FD9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D3E204A2-935B-4DFC-B780-9F0FA51F3DE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11FC0A22-8769-4C5C-A74E-E1C6ADAC349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D04743EE-14C1-48C4-AA50-C28FEB79F28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9C7957D3-214A-43DE-92AF-D99E5002B3E2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7EA672B2-80B9-49DF-8F29-6044BF0E83D5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4E537F33-A82F-4944-A210-CA79DAC58E8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F97C2790-C5EF-472F-B900-8A5DE8135351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9CE808A8-9AD0-4EDA-85C1-4C6365208251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964C7B9B-0CA7-4BDF-9BAE-18A24A14BF75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0FB96EF6-377F-4AD7-90D8-58E2D43A349D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D0996DB8-373E-429F-BC2E-9312AA788C8A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6FAED056-5B3D-47CA-BBC1-1B088238A323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7AA5C9A7-3FEF-4827-AC5F-E800989C83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A68C2DB-6C6A-4A76-B564-D16EB080D934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A29BD72A-E0DB-433D-BC6A-856039E31AF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A73B0E20-7504-46BF-9060-754CDD00F23D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DB063013-F0E6-4B00-9AED-4BF4D2154BC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1233BF06-D7D1-4AA0-9B44-7FDB23137130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14BDDD9-A6AB-4C1A-85CF-C43E9EF9DC68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59C07D2A-6EA6-4CA4-85E8-18DB3DAA5295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AE82562B-D25F-4691-9073-6DA45232324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2E448915-D911-4390-A368-CEB963A53886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5" name="그림 18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C88749E5-345C-4536-8DA8-98706A989C2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6" name="직사각형 18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95E27862-FA3D-4E23-87EA-768F0034752B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hlinkClick r:id="rId5" action="ppaction://hlinksldjump"/>
            <a:extLst>
              <a:ext uri="{FF2B5EF4-FFF2-40B4-BE49-F238E27FC236}">
                <a16:creationId xmlns:a16="http://schemas.microsoft.com/office/drawing/2014/main" id="{8406D2AA-A361-48A3-841A-8568BA3D3B57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99BF730-F6EA-46B6-8D41-5E5ED9AFB381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D02FDBD-28D9-4DFF-9949-2C1BA29BAEE5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A835776-3B1A-45FF-960A-AE0A5FCFA8E4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87DE9431-6F91-403D-93EF-E200F0442678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C8EA315A-4F01-4605-A51D-E59AFCF15FEC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CD09195-F54E-4E4C-AB79-8DB7ABFCE32F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DBC0D0E9-D8DE-47D7-8B8F-9B433D126BE0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EC354C8C-D8DB-4CA3-8E33-1F1B2C1E70DC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35600195-E1E4-4A88-9A7D-5B3A48542CD4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E27B6C76-D0E1-45FA-B242-3F1D7283AE1F}"/>
              </a:ext>
            </a:extLst>
          </p:cNvPr>
          <p:cNvSpPr txBox="1"/>
          <p:nvPr/>
        </p:nvSpPr>
        <p:spPr>
          <a:xfrm>
            <a:off x="179388" y="597407"/>
            <a:ext cx="26003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나는 소비자에게 어떤 브랜드인가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9D738C3F-CE0C-43D9-B3DF-1567BA8534AF}"/>
              </a:ext>
            </a:extLst>
          </p:cNvPr>
          <p:cNvSpPr txBox="1"/>
          <p:nvPr/>
        </p:nvSpPr>
        <p:spPr>
          <a:xfrm>
            <a:off x="179388" y="1596585"/>
            <a:ext cx="293221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제품을 사는 사람들은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96D48A81-12DA-4AC0-A8F0-43C211AF6795}"/>
              </a:ext>
            </a:extLst>
          </p:cNvPr>
          <p:cNvSpPr txBox="1"/>
          <p:nvPr/>
        </p:nvSpPr>
        <p:spPr>
          <a:xfrm>
            <a:off x="179388" y="2606460"/>
            <a:ext cx="303320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경쟁사들은 소비자에게 어떤 브랜드인가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CAA21D73-5263-45A4-9F55-3AF3343814B2}"/>
              </a:ext>
            </a:extLst>
          </p:cNvPr>
          <p:cNvSpPr txBox="1"/>
          <p:nvPr/>
        </p:nvSpPr>
        <p:spPr>
          <a:xfrm>
            <a:off x="179388" y="3603729"/>
            <a:ext cx="477566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커뮤니케이션 타겟은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누가 우리에게 관심 가져 줄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97731083-BA76-4083-BC58-4AFC8637B685}"/>
              </a:ext>
            </a:extLst>
          </p:cNvPr>
          <p:cNvSpPr txBox="1"/>
          <p:nvPr/>
        </p:nvSpPr>
        <p:spPr>
          <a:xfrm>
            <a:off x="179388" y="4615803"/>
            <a:ext cx="32640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타겟이 가지고 있는 불편은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EB04ED0E-F209-42D2-87BD-50B5541F5880}"/>
              </a:ext>
            </a:extLst>
          </p:cNvPr>
          <p:cNvSpPr txBox="1"/>
          <p:nvPr/>
        </p:nvSpPr>
        <p:spPr>
          <a:xfrm>
            <a:off x="179388" y="5631888"/>
            <a:ext cx="453040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 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에서 타겟이 생각하는 진정한 가치는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D1FDDA8D-9F2D-40D9-B84E-D062F78C1ACB}"/>
              </a:ext>
            </a:extLst>
          </p:cNvPr>
          <p:cNvSpPr txBox="1"/>
          <p:nvPr/>
        </p:nvSpPr>
        <p:spPr>
          <a:xfrm>
            <a:off x="7608020" y="597406"/>
            <a:ext cx="350929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소비자의 행동을 이끌어낼 인사이트는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99A77171-4893-4823-86EA-A8F43594D1E2}"/>
              </a:ext>
            </a:extLst>
          </p:cNvPr>
          <p:cNvSpPr txBox="1"/>
          <p:nvPr/>
        </p:nvSpPr>
        <p:spPr>
          <a:xfrm>
            <a:off x="7608020" y="1600008"/>
            <a:ext cx="53623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우리가 소비자에게 주고자 하는 우리만의 차별화된 가치는 </a:t>
            </a:r>
            <a:r>
              <a:rPr lang="ko-KR" altLang="en-US" sz="12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가치는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8932A880-7C69-4666-AC0B-8F1EAC5D0643}"/>
              </a:ext>
            </a:extLst>
          </p:cNvPr>
          <p:cNvSpPr txBox="1"/>
          <p:nvPr/>
        </p:nvSpPr>
        <p:spPr>
          <a:xfrm>
            <a:off x="7608020" y="2600420"/>
            <a:ext cx="3732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그 가치를 소비자가 믿을 수 있는 근거는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8724263C-EC92-4B67-8862-AABB9257D2DD}"/>
              </a:ext>
            </a:extLst>
          </p:cNvPr>
          <p:cNvSpPr txBox="1"/>
          <p:nvPr/>
        </p:nvSpPr>
        <p:spPr>
          <a:xfrm>
            <a:off x="7608020" y="3608168"/>
            <a:ext cx="37465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커뮤니케이션을 이끌어갈 전략적 컨셉은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D4E08CD7-8F24-485D-9634-8C5E5A55EEDF}"/>
              </a:ext>
            </a:extLst>
          </p:cNvPr>
          <p:cNvSpPr txBox="1"/>
          <p:nvPr/>
        </p:nvSpPr>
        <p:spPr>
          <a:xfrm>
            <a:off x="7608020" y="4609254"/>
            <a:ext cx="441018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커뮤니케이션을 펼칠 수 있는 크리에이티브 테마는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F3097A30-DD10-4A25-B4E9-86BA59DE9961}"/>
              </a:ext>
            </a:extLst>
          </p:cNvPr>
          <p:cNvSpPr txBox="1"/>
          <p:nvPr/>
        </p:nvSpPr>
        <p:spPr>
          <a:xfrm>
            <a:off x="179388" y="6636539"/>
            <a:ext cx="414087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 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를 선택하지 않는 진짜 이유는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D412507B-9C23-4BF8-9C64-F8E21583FE7C}"/>
              </a:ext>
            </a:extLst>
          </p:cNvPr>
          <p:cNvSpPr txBox="1"/>
          <p:nvPr/>
        </p:nvSpPr>
        <p:spPr>
          <a:xfrm>
            <a:off x="7608020" y="5612305"/>
            <a:ext cx="31694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소비자를 움직이게 할 메시지는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ACC2CD08-785B-478E-ACF9-474A06D442D2}"/>
              </a:ext>
            </a:extLst>
          </p:cNvPr>
          <p:cNvSpPr txBox="1"/>
          <p:nvPr/>
        </p:nvSpPr>
        <p:spPr>
          <a:xfrm>
            <a:off x="7608020" y="6617319"/>
            <a:ext cx="407836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소비자를 참여시킬 다양한 접점에서의 활동은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AA639D8A-DFAF-4A6A-954D-DF5DE05FBA43}"/>
              </a:ext>
            </a:extLst>
          </p:cNvPr>
          <p:cNvSpPr txBox="1"/>
          <p:nvPr/>
        </p:nvSpPr>
        <p:spPr>
          <a:xfrm>
            <a:off x="179388" y="7625346"/>
            <a:ext cx="475001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우리는 커뮤니케이션을 통해 소비자가 어떻게 행동하기를 바라는가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0A63FB5D-B073-4328-9E75-E697D2E2DD46}"/>
              </a:ext>
            </a:extLst>
          </p:cNvPr>
          <p:cNvSpPr txBox="1"/>
          <p:nvPr/>
        </p:nvSpPr>
        <p:spPr>
          <a:xfrm>
            <a:off x="7608020" y="7627236"/>
            <a:ext cx="35445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소비자를 만날 수 있는 접점은 어디인가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17770134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그룹 72">
            <a:extLst>
              <a:ext uri="{FF2B5EF4-FFF2-40B4-BE49-F238E27FC236}">
                <a16:creationId xmlns:a16="http://schemas.microsoft.com/office/drawing/2014/main" id="{F20F21B8-C76E-4245-A823-0BF37729541D}"/>
              </a:ext>
            </a:extLst>
          </p:cNvPr>
          <p:cNvGrpSpPr/>
          <p:nvPr/>
        </p:nvGrpSpPr>
        <p:grpSpPr>
          <a:xfrm>
            <a:off x="15192375" y="539750"/>
            <a:ext cx="7406970" cy="10117138"/>
            <a:chOff x="236289" y="1417858"/>
            <a:chExt cx="7085838" cy="9010457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59F0C4A1-6D1C-467B-B805-AB8308FED2B8}"/>
                </a:ext>
              </a:extLst>
            </p:cNvPr>
            <p:cNvSpPr/>
            <p:nvPr/>
          </p:nvSpPr>
          <p:spPr>
            <a:xfrm>
              <a:off x="23628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2AE77F3-1E57-4E2E-ACC8-88363FCAF183}"/>
                </a:ext>
              </a:extLst>
            </p:cNvPr>
            <p:cNvSpPr txBox="1"/>
            <p:nvPr/>
          </p:nvSpPr>
          <p:spPr>
            <a:xfrm>
              <a:off x="236293" y="1453904"/>
              <a:ext cx="210553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1. I am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소비자에게 어떤 브랜드인가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7C710E31-7DF5-44E6-AEB7-CB584A7507C9}"/>
                </a:ext>
              </a:extLst>
            </p:cNvPr>
            <p:cNvSpPr/>
            <p:nvPr/>
          </p:nvSpPr>
          <p:spPr>
            <a:xfrm>
              <a:off x="261277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283B977-7A2F-4E02-8CEE-E0E246990E7B}"/>
                </a:ext>
              </a:extLst>
            </p:cNvPr>
            <p:cNvSpPr txBox="1"/>
            <p:nvPr/>
          </p:nvSpPr>
          <p:spPr>
            <a:xfrm>
              <a:off x="2612782" y="1453904"/>
              <a:ext cx="211001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2. Consumer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제품을 사는 사람들은 누구인가</a:t>
              </a: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8ABE8A67-8C07-49BC-97B4-BE29EDDE3447}"/>
                </a:ext>
              </a:extLst>
            </p:cNvPr>
            <p:cNvSpPr/>
            <p:nvPr/>
          </p:nvSpPr>
          <p:spPr>
            <a:xfrm>
              <a:off x="4989270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DCC3C29-0F8D-4019-9016-25CAE9B08231}"/>
                </a:ext>
              </a:extLst>
            </p:cNvPr>
            <p:cNvSpPr txBox="1"/>
            <p:nvPr/>
          </p:nvSpPr>
          <p:spPr>
            <a:xfrm>
              <a:off x="4989272" y="1453904"/>
              <a:ext cx="203144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3. Competitor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시장내 경쟁자는 누구인가</a:t>
              </a:r>
              <a:r>
                <a:rPr lang="en-US" altLang="ko-KR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spc="-21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81F6CD59-9487-4149-8EAC-B66C165F23CC}"/>
                </a:ext>
              </a:extLst>
            </p:cNvPr>
            <p:cNvSpPr/>
            <p:nvPr/>
          </p:nvSpPr>
          <p:spPr>
            <a:xfrm>
              <a:off x="236290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4D1FAD51-22B9-4602-92B9-8C506336E20D}"/>
                </a:ext>
              </a:extLst>
            </p:cNvPr>
            <p:cNvSpPr/>
            <p:nvPr/>
          </p:nvSpPr>
          <p:spPr>
            <a:xfrm>
              <a:off x="2618788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C8EC6519-57B8-47A0-8C10-4BA60C256548}"/>
                </a:ext>
              </a:extLst>
            </p:cNvPr>
            <p:cNvSpPr txBox="1"/>
            <p:nvPr/>
          </p:nvSpPr>
          <p:spPr>
            <a:xfrm>
              <a:off x="236293" y="8141480"/>
              <a:ext cx="240303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14. Message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소비자를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움직이게 할 메시지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045D8A52-5832-41F3-9416-87039295A1B2}"/>
                </a:ext>
              </a:extLst>
            </p:cNvPr>
            <p:cNvSpPr txBox="1"/>
            <p:nvPr/>
          </p:nvSpPr>
          <p:spPr>
            <a:xfrm>
              <a:off x="2618791" y="8141480"/>
              <a:ext cx="205186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15. Activity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소비자를 참여시킬 활동</a:t>
              </a: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BB21AEAD-D558-489D-830F-019EEB45AD2E}"/>
                </a:ext>
              </a:extLst>
            </p:cNvPr>
            <p:cNvSpPr/>
            <p:nvPr/>
          </p:nvSpPr>
          <p:spPr>
            <a:xfrm>
              <a:off x="5001285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809DED3-B91D-4934-B2D1-C86F28780087}"/>
                </a:ext>
              </a:extLst>
            </p:cNvPr>
            <p:cNvSpPr txBox="1"/>
            <p:nvPr/>
          </p:nvSpPr>
          <p:spPr>
            <a:xfrm>
              <a:off x="5001287" y="8141480"/>
              <a:ext cx="222963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16. Touch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Point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어디서 소비자를 만날 것인가</a:t>
              </a:r>
              <a:r>
                <a:rPr lang="en-US" altLang="ko-KR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spc="-21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361F1A7C-CF2A-4CCF-8975-117819286DDD}"/>
                </a:ext>
              </a:extLst>
            </p:cNvPr>
            <p:cNvSpPr/>
            <p:nvPr/>
          </p:nvSpPr>
          <p:spPr>
            <a:xfrm>
              <a:off x="236290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20A0394F-6ED6-4941-BF66-924CE6D22C2C}"/>
                </a:ext>
              </a:extLst>
            </p:cNvPr>
            <p:cNvSpPr/>
            <p:nvPr/>
          </p:nvSpPr>
          <p:spPr>
            <a:xfrm>
              <a:off x="3825131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0349F99D-D664-4134-B375-02A9A3F924E3}"/>
                </a:ext>
              </a:extLst>
            </p:cNvPr>
            <p:cNvSpPr txBox="1"/>
            <p:nvPr/>
          </p:nvSpPr>
          <p:spPr>
            <a:xfrm>
              <a:off x="236292" y="3016175"/>
              <a:ext cx="298558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4. Target Definition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커뮤니케이션 타겟은 누구로 정의 할 것인가</a:t>
              </a:r>
              <a:r>
                <a:rPr lang="en-US" altLang="ko-KR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spc="-21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0D2B8849-1B6D-4E6C-9608-82A9B3CDD756}"/>
                </a:ext>
              </a:extLst>
            </p:cNvPr>
            <p:cNvSpPr txBox="1"/>
            <p:nvPr/>
          </p:nvSpPr>
          <p:spPr>
            <a:xfrm>
              <a:off x="3825134" y="3016175"/>
              <a:ext cx="269593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5. Pain point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타겟이 생각하는 불편은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9D4157DB-3A44-417F-B3B7-80772BE5B654}"/>
                </a:ext>
              </a:extLst>
            </p:cNvPr>
            <p:cNvSpPr/>
            <p:nvPr/>
          </p:nvSpPr>
          <p:spPr>
            <a:xfrm>
              <a:off x="236290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CEF0577F-0CC3-4D6B-B56F-E8927BBB04A6}"/>
                </a:ext>
              </a:extLst>
            </p:cNvPr>
            <p:cNvSpPr/>
            <p:nvPr/>
          </p:nvSpPr>
          <p:spPr>
            <a:xfrm>
              <a:off x="3825131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B5D751A-43C8-4CB8-8E29-93EFE26258E1}"/>
                </a:ext>
              </a:extLst>
            </p:cNvPr>
            <p:cNvSpPr txBox="1"/>
            <p:nvPr/>
          </p:nvSpPr>
          <p:spPr>
            <a:xfrm>
              <a:off x="236294" y="4037256"/>
              <a:ext cx="2824753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Value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타겟이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기대하는 진정한 가치는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D01D30F-7358-4166-A61C-5A0044BFD8A9}"/>
                </a:ext>
              </a:extLst>
            </p:cNvPr>
            <p:cNvSpPr txBox="1"/>
            <p:nvPr/>
          </p:nvSpPr>
          <p:spPr>
            <a:xfrm>
              <a:off x="3825131" y="4037256"/>
              <a:ext cx="345962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7. Principal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Competition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우리의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진정한 경쟁자는 누구인가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AA052EBD-94F1-4B74-ADA6-D7821425AA5F}"/>
                </a:ext>
              </a:extLst>
            </p:cNvPr>
            <p:cNvSpPr/>
            <p:nvPr/>
          </p:nvSpPr>
          <p:spPr>
            <a:xfrm>
              <a:off x="236290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1089F129-1F47-4203-9A14-197DAF2A866D}"/>
                </a:ext>
              </a:extLst>
            </p:cNvPr>
            <p:cNvSpPr/>
            <p:nvPr/>
          </p:nvSpPr>
          <p:spPr>
            <a:xfrm>
              <a:off x="3825131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9202F83C-9E49-4DD6-96BD-AD75D17C4F79}"/>
                </a:ext>
              </a:extLst>
            </p:cNvPr>
            <p:cNvSpPr txBox="1"/>
            <p:nvPr/>
          </p:nvSpPr>
          <p:spPr>
            <a:xfrm>
              <a:off x="236289" y="5058337"/>
              <a:ext cx="354856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8. Campaign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Objective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소비자가 어떤 행동을 하길 바라는가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BC02F82-F0E6-4D0C-9A90-2F1B7DE0C21B}"/>
                </a:ext>
              </a:extLst>
            </p:cNvPr>
            <p:cNvSpPr txBox="1"/>
            <p:nvPr/>
          </p:nvSpPr>
          <p:spPr>
            <a:xfrm>
              <a:off x="3825131" y="5058337"/>
              <a:ext cx="322653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9. Insight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소비자의 행동을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이끌어낼 </a:t>
              </a:r>
              <a:r>
                <a:rPr lang="ko-KR" altLang="en-US" sz="1000" dirty="0" err="1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인사이트는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008E585F-BEED-4306-A15A-E1E70901EE9C}"/>
                </a:ext>
              </a:extLst>
            </p:cNvPr>
            <p:cNvSpPr/>
            <p:nvPr/>
          </p:nvSpPr>
          <p:spPr>
            <a:xfrm>
              <a:off x="236290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A306FD91-DF87-48AA-854A-3DF82417A841}"/>
                </a:ext>
              </a:extLst>
            </p:cNvPr>
            <p:cNvSpPr/>
            <p:nvPr/>
          </p:nvSpPr>
          <p:spPr>
            <a:xfrm>
              <a:off x="3825131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2544CD9D-0F0B-4787-B2C6-69497456DEFF}"/>
                </a:ext>
              </a:extLst>
            </p:cNvPr>
            <p:cNvSpPr txBox="1"/>
            <p:nvPr/>
          </p:nvSpPr>
          <p:spPr>
            <a:xfrm>
              <a:off x="236289" y="6089369"/>
              <a:ext cx="3277136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10. Value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우리가 소비자에게 주고자 하는 가치는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113BD022-8994-41A8-906D-502EC68D9215}"/>
                </a:ext>
              </a:extLst>
            </p:cNvPr>
            <p:cNvSpPr txBox="1"/>
            <p:nvPr/>
          </p:nvSpPr>
          <p:spPr>
            <a:xfrm>
              <a:off x="3825133" y="6089369"/>
              <a:ext cx="348876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11. Reason to believe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믿을 수 있는 근거는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D919A6AA-B7D6-4235-B93F-A2F2699C9FE8}"/>
                </a:ext>
              </a:extLst>
            </p:cNvPr>
            <p:cNvSpPr/>
            <p:nvPr/>
          </p:nvSpPr>
          <p:spPr>
            <a:xfrm>
              <a:off x="236290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63910978-FC16-4E76-A690-8FD2A68B0867}"/>
                </a:ext>
              </a:extLst>
            </p:cNvPr>
            <p:cNvSpPr/>
            <p:nvPr/>
          </p:nvSpPr>
          <p:spPr>
            <a:xfrm>
              <a:off x="3825131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3D6CFC2E-A286-482B-801F-C59680CC6557}"/>
                </a:ext>
              </a:extLst>
            </p:cNvPr>
            <p:cNvSpPr txBox="1"/>
            <p:nvPr/>
          </p:nvSpPr>
          <p:spPr>
            <a:xfrm>
              <a:off x="236289" y="7098205"/>
              <a:ext cx="218221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12. Concept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전략적 컨셉은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B1E8A50-8154-4EF1-913E-21ED7032F376}"/>
                </a:ext>
              </a:extLst>
            </p:cNvPr>
            <p:cNvSpPr txBox="1"/>
            <p:nvPr/>
          </p:nvSpPr>
          <p:spPr>
            <a:xfrm>
              <a:off x="3825131" y="7098205"/>
              <a:ext cx="331240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13. Theme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컨셉을 전개시킬 크리에이티브 테마는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35D5D097-D112-4C59-BDBB-4CF2B6717FE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F8F8A6ED-4D09-4D7A-AB69-9BA11A2DD9D7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9" name="모서리가 둥근 직사각형 499">
              <a:extLst>
                <a:ext uri="{FF2B5EF4-FFF2-40B4-BE49-F238E27FC236}">
                  <a16:creationId xmlns:a16="http://schemas.microsoft.com/office/drawing/2014/main" id="{CB90C0C4-44D5-4604-AEED-3DF74669FA15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4017030C-70AD-4B4C-86AA-189FE02DE9D5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0610A940-77B1-4EAA-B8FC-A6CE3EC7B322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DAEFD00-F23D-4AD0-9D9A-EE1DF00B78E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0A32DF2-D426-4ADF-8A76-E1ECBA09ECE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080C94AF-050C-4101-B9A0-871A2D9ED76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0E77C6FB-2E12-460F-A111-EB849E10B3DC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029AB217-F1B1-41B8-9372-A9A6504E4491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B6F42CD-DF26-4CBF-A3BE-AD3359080A6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AA77BEE3-371F-4F59-A512-ED70720F02A5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DCF185C8-1B2F-48A4-8817-999C42DAE20C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0DF5C723-F9C0-4A17-A5BC-D30223B3FF2D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7CD32BD7-544F-465B-9908-38A76232A610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F1BDDDFF-3CC4-4192-9385-D6644E6D407F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B2755ADD-8E08-4D36-A118-C05BBDDCB131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8971CC4E-11A2-4D7C-AC81-E6C701391249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604EEFC-442E-40FF-8C64-CA579B51ED1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DFE2EB2C-823B-43CA-B8E2-1B009122E84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5CFB63A6-68C2-481C-998D-AA1405E83B87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D96FC077-5415-4BC9-9CBC-F869D1C140E1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AAD514AE-4828-4896-BDD3-0B533F0750EF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F3CAC0B5-ACBA-4C87-88C8-0755FDB2A23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D0EF9FC-AAF5-45AE-97D6-AB0D2D67CDB3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5CAF5F54-EA7E-405F-8934-97DFDF11938C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67D41416-572C-47CC-815B-CDA18832BD5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83F3594-424A-4836-9FA2-C276636B4E6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5C29CB95-95DF-448E-9D0A-F9B245AB9346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CACF25-8DA9-4B3B-BFD7-866E4A75C8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5734131D-685F-4643-A12E-4C934D8B0058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3EF1CB81-F713-459E-B41E-AA360AF00C9D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E565CE4-C154-425C-9E98-B6CEE86715F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D968155-4620-4E60-BB5E-FAF00FDAAB6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6CADA8D3-AB37-4DBD-8187-009A4764A79C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C9E123A6-0A2A-4EA4-8413-CB5242FEA4E6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2172D1C3-4582-41B0-B937-679A3165A32E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57C732EE-ECA6-4FDD-8AF4-5C0F26477DBE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2E9BA9FA-B03E-4CC9-9EDD-9115AEE5E12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2CB4E16E-C404-45BB-9381-DABC1139CC65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DA482A5E-5E8A-4D07-91E3-783EDAC9E03F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3D415709-82AC-4D80-BF7A-F58C9589AB93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601861E0-8ED6-41F4-A4C7-94392FC7458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F4D3754-935D-4B1E-947D-B152C2348842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9BB59805-6F80-4C57-AEDF-C54CC536C67A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0A11F41-C2D4-4D35-A055-2C8D79A7B5C2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4FBB6626-DFB2-4926-AA0F-60A5BD0648F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D89F5B8A-5B8B-4C44-83B2-4B440811054C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BF68EEA0-1F1E-4570-8B63-87BD967FAEFF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AFDD9143-7948-493D-9440-6E51CA2CF2C8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2D1B3BA9-D488-486F-98F9-03F9F0F46BB3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602E1DF9-5DF2-4D81-B4D5-4F13AE4116B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BD501D6A-1EF1-45AE-A96F-C56153D28753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84A24DB8-AEAC-4923-A8B6-F4E83F586BF9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A3A07C3B-E812-446C-ADD8-1F565EF045A3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B3094C3F-BFEC-449E-8613-86314CDF55C4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864C98AB-B5C3-462D-965B-C2D8753C31BB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42441ACF-F005-4C56-94E7-92ED3A630BAE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28" name="모서리가 둥근 직사각형 499">
              <a:extLst>
                <a:ext uri="{FF2B5EF4-FFF2-40B4-BE49-F238E27FC236}">
                  <a16:creationId xmlns:a16="http://schemas.microsoft.com/office/drawing/2014/main" id="{C6E880D7-E53F-4E3A-984B-DFC74549686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CFE32F7F-8AE2-43D1-BCE6-579D85B17EA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BFF91DEC-40C8-4B12-9BF6-1E3B92E0C981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81EFEE5C-90E1-44FB-90DB-BBB30AC9DAA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1221A739-3CE9-4D1E-B9C5-224E420CA849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3630D58C-382F-481A-9F9A-8BCBFEF74E63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AC35D7EF-98B8-4063-ACD9-C11ED50FCB02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DB4EDCD-F128-4AED-8245-FE57FE52471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0039774-06DD-42EF-A3F4-B0DAAAAFDAF0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2511D9A2-5B73-421A-BFFF-95AA580816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4B57D6A4-A6F3-4834-845E-585A4D52D40E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D6D4BB92-846A-496D-A4C8-3481C351951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BFAB7A7-6737-4A61-98C4-0E4E4C3CABEB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6A63901-EBEC-4406-95AA-34D8961F457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9074D3E9-847A-442B-AE7F-8468E61DBE04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FF58F60-8FE1-47E2-A14E-45CBE4DE42F0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2F2DCE3-97EE-4DB7-B066-FF56EC82A23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1A4ECD45-5EDA-4E7E-9106-D34DBEDC908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A645B952-4DB4-4D7C-8653-7C77C3178931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DEE8839B-5464-4C2B-A15F-40E2807C44E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C25027F7-3212-47C5-AC7D-2EEF2B397B50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80DB2A9-64F7-405C-8F28-33A9C219A7D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1C33759-3856-4578-B7A6-5221E159384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C75968A-4249-465C-9DE3-DBB6BD06EF25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91D53F4-25F0-471A-B2C0-03BA860FF4B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A6DA79F6-5044-4F7F-9409-FF12BBE5024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827404DA-861E-46A6-AA83-E94293308BB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D37FF7C-72B1-4A25-8D5D-CBF3C141337F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42048C85-9684-4D12-8752-295BBD51FCC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3F95ACF0-B5F1-405E-A0C3-259A776AF4A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CA81CAD8-D4A9-4A71-9EF3-51B65FCEF4AB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70B33A6F-576F-4E85-B4B0-E3D0411F21A1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4EE234E-6857-4948-AFF8-9103CD8DC7A2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F893752-8867-461C-811F-A643AA002FD9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D3E204A2-935B-4DFC-B780-9F0FA51F3DE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11FC0A22-8769-4C5C-A74E-E1C6ADAC349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D04743EE-14C1-48C4-AA50-C28FEB79F28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9C7957D3-214A-43DE-92AF-D99E5002B3E2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7EA672B2-80B9-49DF-8F29-6044BF0E83D5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4E537F33-A82F-4944-A210-CA79DAC58E8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F97C2790-C5EF-472F-B900-8A5DE8135351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9CE808A8-9AD0-4EDA-85C1-4C6365208251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964C7B9B-0CA7-4BDF-9BAE-18A24A14BF75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0FB96EF6-377F-4AD7-90D8-58E2D43A349D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D0996DB8-373E-429F-BC2E-9312AA788C8A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6FAED056-5B3D-47CA-BBC1-1B088238A323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7AA5C9A7-3FEF-4827-AC5F-E800989C83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A68C2DB-6C6A-4A76-B564-D16EB080D934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A29BD72A-E0DB-433D-BC6A-856039E31AF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A73B0E20-7504-46BF-9060-754CDD00F23D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DB063013-F0E6-4B00-9AED-4BF4D2154BC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1233BF06-D7D1-4AA0-9B44-7FDB23137130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14BDDD9-A6AB-4C1A-85CF-C43E9EF9DC68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59C07D2A-6EA6-4CA4-85E8-18DB3DAA5295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AE82562B-D25F-4691-9073-6DA45232324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567E60FF-35D4-4275-9DB4-0BE34372DBC9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5" name="그림 18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26D6FEA3-614D-44B9-909B-25AFDE673D8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6" name="직사각형 18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ADE18C47-334F-4E3C-B08C-B84EAE0FF620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hlinkClick r:id="rId5" action="ppaction://hlinksldjump"/>
            <a:extLst>
              <a:ext uri="{FF2B5EF4-FFF2-40B4-BE49-F238E27FC236}">
                <a16:creationId xmlns:a16="http://schemas.microsoft.com/office/drawing/2014/main" id="{7200507B-5C13-4160-A129-F58B1C0B694A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8C61B32-34F1-449D-B319-23A45A0A78C9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86245A0-83A7-4301-8B65-7FBA44C7E4B1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627537A-20BC-416E-88AC-D9182C7C7833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B2C544AB-1C33-4C66-8FBD-2AE93038F3E5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DAF59196-8EDD-4340-AC90-F5CDD0650A17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5CAF59EE-2E63-49C1-AD98-C8322963EB98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7080884D-0871-449A-A980-C98B63AE43B0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1C2E1CA0-DDFB-4969-9E6E-B7221C85CD8B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E57E5F5F-F8A8-4585-8294-91B0BA056D3B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398AA41A-BE9F-45B0-A4E1-09A1E6FE58DF}"/>
              </a:ext>
            </a:extLst>
          </p:cNvPr>
          <p:cNvSpPr txBox="1"/>
          <p:nvPr/>
        </p:nvSpPr>
        <p:spPr>
          <a:xfrm>
            <a:off x="179388" y="597407"/>
            <a:ext cx="26003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나는 소비자에게 어떤 브랜드인가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2AF4F6D8-D66C-4B6B-AC6A-1BB6978A8606}"/>
              </a:ext>
            </a:extLst>
          </p:cNvPr>
          <p:cNvSpPr txBox="1"/>
          <p:nvPr/>
        </p:nvSpPr>
        <p:spPr>
          <a:xfrm>
            <a:off x="179388" y="1596585"/>
            <a:ext cx="293221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제품을 사는 사람들은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EC1527D-6769-4DD2-8D3F-93038F14F177}"/>
              </a:ext>
            </a:extLst>
          </p:cNvPr>
          <p:cNvSpPr txBox="1"/>
          <p:nvPr/>
        </p:nvSpPr>
        <p:spPr>
          <a:xfrm>
            <a:off x="179388" y="2606460"/>
            <a:ext cx="303320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경쟁사들은 소비자에게 어떤 브랜드인가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A1678463-F747-48B9-A3A5-5FCC326D96C2}"/>
              </a:ext>
            </a:extLst>
          </p:cNvPr>
          <p:cNvSpPr txBox="1"/>
          <p:nvPr/>
        </p:nvSpPr>
        <p:spPr>
          <a:xfrm>
            <a:off x="179388" y="3603729"/>
            <a:ext cx="477566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커뮤니케이션 타겟은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누가 우리에게 관심 가져 줄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C18E561B-0A65-45CE-A84F-6EA2880135FC}"/>
              </a:ext>
            </a:extLst>
          </p:cNvPr>
          <p:cNvSpPr txBox="1"/>
          <p:nvPr/>
        </p:nvSpPr>
        <p:spPr>
          <a:xfrm>
            <a:off x="179388" y="4615803"/>
            <a:ext cx="32640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타겟이 가지고 있는 불편은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7255AC07-A420-408C-8D7C-9B6B7E75C4DB}"/>
              </a:ext>
            </a:extLst>
          </p:cNvPr>
          <p:cNvSpPr txBox="1"/>
          <p:nvPr/>
        </p:nvSpPr>
        <p:spPr>
          <a:xfrm>
            <a:off x="179388" y="5631888"/>
            <a:ext cx="453040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 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에서 타겟이 생각하는 진정한 가치는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F792A9EB-265E-4C2F-9D04-6A4C1E819478}"/>
              </a:ext>
            </a:extLst>
          </p:cNvPr>
          <p:cNvSpPr txBox="1"/>
          <p:nvPr/>
        </p:nvSpPr>
        <p:spPr>
          <a:xfrm>
            <a:off x="7608020" y="597406"/>
            <a:ext cx="350929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소비자의 행동을 이끌어낼 인사이트는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EE51A77A-57D8-438B-9E21-84377DE96545}"/>
              </a:ext>
            </a:extLst>
          </p:cNvPr>
          <p:cNvSpPr txBox="1"/>
          <p:nvPr/>
        </p:nvSpPr>
        <p:spPr>
          <a:xfrm>
            <a:off x="7608020" y="1600008"/>
            <a:ext cx="53623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우리가 소비자에게 주고자 하는 우리만의 차별화된 가치는 </a:t>
            </a:r>
            <a:r>
              <a:rPr lang="ko-KR" altLang="en-US" sz="12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가치는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E05CE003-097C-49F4-A1BC-5666BE4F2933}"/>
              </a:ext>
            </a:extLst>
          </p:cNvPr>
          <p:cNvSpPr txBox="1"/>
          <p:nvPr/>
        </p:nvSpPr>
        <p:spPr>
          <a:xfrm>
            <a:off x="7608020" y="2600420"/>
            <a:ext cx="3732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그 가치를 소비자가 믿을 수 있는 근거는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8E6E9BDB-3E93-4812-8AAA-5B76721BBAED}"/>
              </a:ext>
            </a:extLst>
          </p:cNvPr>
          <p:cNvSpPr txBox="1"/>
          <p:nvPr/>
        </p:nvSpPr>
        <p:spPr>
          <a:xfrm>
            <a:off x="7608020" y="3608168"/>
            <a:ext cx="37465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커뮤니케이션을 이끌어갈 전략적 컨셉은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84E0B076-A2C3-42FB-8834-AC2B90718AC1}"/>
              </a:ext>
            </a:extLst>
          </p:cNvPr>
          <p:cNvSpPr txBox="1"/>
          <p:nvPr/>
        </p:nvSpPr>
        <p:spPr>
          <a:xfrm>
            <a:off x="7608020" y="4609254"/>
            <a:ext cx="441018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커뮤니케이션을 펼칠 수 있는 크리에이티브 테마는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84A9D5FA-876F-49BA-BE2D-3E953BF82043}"/>
              </a:ext>
            </a:extLst>
          </p:cNvPr>
          <p:cNvSpPr txBox="1"/>
          <p:nvPr/>
        </p:nvSpPr>
        <p:spPr>
          <a:xfrm>
            <a:off x="179388" y="6636539"/>
            <a:ext cx="414087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 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를 선택하지 않는 진짜 이유는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83BB6730-AAA2-4810-AB0A-84EB54CF7441}"/>
              </a:ext>
            </a:extLst>
          </p:cNvPr>
          <p:cNvSpPr txBox="1"/>
          <p:nvPr/>
        </p:nvSpPr>
        <p:spPr>
          <a:xfrm>
            <a:off x="7608020" y="5612305"/>
            <a:ext cx="31694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소비자를 움직이게 할 메시지는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DCF02A2E-55A0-434C-89E2-B8514C3E9859}"/>
              </a:ext>
            </a:extLst>
          </p:cNvPr>
          <p:cNvSpPr txBox="1"/>
          <p:nvPr/>
        </p:nvSpPr>
        <p:spPr>
          <a:xfrm>
            <a:off x="7608020" y="6617319"/>
            <a:ext cx="407836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소비자를 참여시킬 다양한 접점에서의 활동은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1FB4FF2C-F052-4E0C-8BEC-6F3CB0900B8D}"/>
              </a:ext>
            </a:extLst>
          </p:cNvPr>
          <p:cNvSpPr txBox="1"/>
          <p:nvPr/>
        </p:nvSpPr>
        <p:spPr>
          <a:xfrm>
            <a:off x="179388" y="7625346"/>
            <a:ext cx="475001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우리는 커뮤니케이션을 통해 소비자가 어떻게 행동하기를 바라는가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5E6C4E80-B246-4753-8FEF-6122A156D294}"/>
              </a:ext>
            </a:extLst>
          </p:cNvPr>
          <p:cNvSpPr txBox="1"/>
          <p:nvPr/>
        </p:nvSpPr>
        <p:spPr>
          <a:xfrm>
            <a:off x="7608020" y="7627236"/>
            <a:ext cx="35445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소비자를 만날 수 있는 접점은 어디인가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33933686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그룹 72">
            <a:extLst>
              <a:ext uri="{FF2B5EF4-FFF2-40B4-BE49-F238E27FC236}">
                <a16:creationId xmlns:a16="http://schemas.microsoft.com/office/drawing/2014/main" id="{F20F21B8-C76E-4245-A823-0BF37729541D}"/>
              </a:ext>
            </a:extLst>
          </p:cNvPr>
          <p:cNvGrpSpPr/>
          <p:nvPr/>
        </p:nvGrpSpPr>
        <p:grpSpPr>
          <a:xfrm>
            <a:off x="15192375" y="539750"/>
            <a:ext cx="7406970" cy="10117138"/>
            <a:chOff x="236289" y="1417858"/>
            <a:chExt cx="7085838" cy="9010457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59F0C4A1-6D1C-467B-B805-AB8308FED2B8}"/>
                </a:ext>
              </a:extLst>
            </p:cNvPr>
            <p:cNvSpPr/>
            <p:nvPr/>
          </p:nvSpPr>
          <p:spPr>
            <a:xfrm>
              <a:off x="23628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2AE77F3-1E57-4E2E-ACC8-88363FCAF183}"/>
                </a:ext>
              </a:extLst>
            </p:cNvPr>
            <p:cNvSpPr txBox="1"/>
            <p:nvPr/>
          </p:nvSpPr>
          <p:spPr>
            <a:xfrm>
              <a:off x="236293" y="1453904"/>
              <a:ext cx="210553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1. I am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소비자에게 어떤 브랜드인가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7C710E31-7DF5-44E6-AEB7-CB584A7507C9}"/>
                </a:ext>
              </a:extLst>
            </p:cNvPr>
            <p:cNvSpPr/>
            <p:nvPr/>
          </p:nvSpPr>
          <p:spPr>
            <a:xfrm>
              <a:off x="261277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283B977-7A2F-4E02-8CEE-E0E246990E7B}"/>
                </a:ext>
              </a:extLst>
            </p:cNvPr>
            <p:cNvSpPr txBox="1"/>
            <p:nvPr/>
          </p:nvSpPr>
          <p:spPr>
            <a:xfrm>
              <a:off x="2612782" y="1453904"/>
              <a:ext cx="211001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2. Consumer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제품을 사는 사람들은 누구인가</a:t>
              </a: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8ABE8A67-8C07-49BC-97B4-BE29EDDE3447}"/>
                </a:ext>
              </a:extLst>
            </p:cNvPr>
            <p:cNvSpPr/>
            <p:nvPr/>
          </p:nvSpPr>
          <p:spPr>
            <a:xfrm>
              <a:off x="4989270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DCC3C29-0F8D-4019-9016-25CAE9B08231}"/>
                </a:ext>
              </a:extLst>
            </p:cNvPr>
            <p:cNvSpPr txBox="1"/>
            <p:nvPr/>
          </p:nvSpPr>
          <p:spPr>
            <a:xfrm>
              <a:off x="4989272" y="1453904"/>
              <a:ext cx="203144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3. Competitor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시장내 경쟁자는 누구인가</a:t>
              </a:r>
              <a:r>
                <a:rPr lang="en-US" altLang="ko-KR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spc="-21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81F6CD59-9487-4149-8EAC-B66C165F23CC}"/>
                </a:ext>
              </a:extLst>
            </p:cNvPr>
            <p:cNvSpPr/>
            <p:nvPr/>
          </p:nvSpPr>
          <p:spPr>
            <a:xfrm>
              <a:off x="236290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4D1FAD51-22B9-4602-92B9-8C506336E20D}"/>
                </a:ext>
              </a:extLst>
            </p:cNvPr>
            <p:cNvSpPr/>
            <p:nvPr/>
          </p:nvSpPr>
          <p:spPr>
            <a:xfrm>
              <a:off x="2618788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C8EC6519-57B8-47A0-8C10-4BA60C256548}"/>
                </a:ext>
              </a:extLst>
            </p:cNvPr>
            <p:cNvSpPr txBox="1"/>
            <p:nvPr/>
          </p:nvSpPr>
          <p:spPr>
            <a:xfrm>
              <a:off x="236293" y="8141480"/>
              <a:ext cx="240303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14. Message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소비자를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움직이게 할 메시지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045D8A52-5832-41F3-9416-87039295A1B2}"/>
                </a:ext>
              </a:extLst>
            </p:cNvPr>
            <p:cNvSpPr txBox="1"/>
            <p:nvPr/>
          </p:nvSpPr>
          <p:spPr>
            <a:xfrm>
              <a:off x="2618791" y="8141480"/>
              <a:ext cx="205186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15. Activity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소비자를 참여시킬 활동</a:t>
              </a: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BB21AEAD-D558-489D-830F-019EEB45AD2E}"/>
                </a:ext>
              </a:extLst>
            </p:cNvPr>
            <p:cNvSpPr/>
            <p:nvPr/>
          </p:nvSpPr>
          <p:spPr>
            <a:xfrm>
              <a:off x="5001285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809DED3-B91D-4934-B2D1-C86F28780087}"/>
                </a:ext>
              </a:extLst>
            </p:cNvPr>
            <p:cNvSpPr txBox="1"/>
            <p:nvPr/>
          </p:nvSpPr>
          <p:spPr>
            <a:xfrm>
              <a:off x="5001287" y="8141480"/>
              <a:ext cx="222963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16. Touch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Point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어디서 소비자를 만날 것인가</a:t>
              </a:r>
              <a:r>
                <a:rPr lang="en-US" altLang="ko-KR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spc="-21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361F1A7C-CF2A-4CCF-8975-117819286DDD}"/>
                </a:ext>
              </a:extLst>
            </p:cNvPr>
            <p:cNvSpPr/>
            <p:nvPr/>
          </p:nvSpPr>
          <p:spPr>
            <a:xfrm>
              <a:off x="236290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20A0394F-6ED6-4941-BF66-924CE6D22C2C}"/>
                </a:ext>
              </a:extLst>
            </p:cNvPr>
            <p:cNvSpPr/>
            <p:nvPr/>
          </p:nvSpPr>
          <p:spPr>
            <a:xfrm>
              <a:off x="3825131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0349F99D-D664-4134-B375-02A9A3F924E3}"/>
                </a:ext>
              </a:extLst>
            </p:cNvPr>
            <p:cNvSpPr txBox="1"/>
            <p:nvPr/>
          </p:nvSpPr>
          <p:spPr>
            <a:xfrm>
              <a:off x="236292" y="3016175"/>
              <a:ext cx="298558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4. Target Definition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커뮤니케이션 타겟은 누구로 정의 할 것인가</a:t>
              </a:r>
              <a:r>
                <a:rPr lang="en-US" altLang="ko-KR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spc="-21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0D2B8849-1B6D-4E6C-9608-82A9B3CDD756}"/>
                </a:ext>
              </a:extLst>
            </p:cNvPr>
            <p:cNvSpPr txBox="1"/>
            <p:nvPr/>
          </p:nvSpPr>
          <p:spPr>
            <a:xfrm>
              <a:off x="3825134" y="3016175"/>
              <a:ext cx="269593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5. Pain point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타겟이 생각하는 불편은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9D4157DB-3A44-417F-B3B7-80772BE5B654}"/>
                </a:ext>
              </a:extLst>
            </p:cNvPr>
            <p:cNvSpPr/>
            <p:nvPr/>
          </p:nvSpPr>
          <p:spPr>
            <a:xfrm>
              <a:off x="236290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CEF0577F-0CC3-4D6B-B56F-E8927BBB04A6}"/>
                </a:ext>
              </a:extLst>
            </p:cNvPr>
            <p:cNvSpPr/>
            <p:nvPr/>
          </p:nvSpPr>
          <p:spPr>
            <a:xfrm>
              <a:off x="3825131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B5D751A-43C8-4CB8-8E29-93EFE26258E1}"/>
                </a:ext>
              </a:extLst>
            </p:cNvPr>
            <p:cNvSpPr txBox="1"/>
            <p:nvPr/>
          </p:nvSpPr>
          <p:spPr>
            <a:xfrm>
              <a:off x="236294" y="4037256"/>
              <a:ext cx="2824753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Value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타겟이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기대하는 진정한 가치는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D01D30F-7358-4166-A61C-5A0044BFD8A9}"/>
                </a:ext>
              </a:extLst>
            </p:cNvPr>
            <p:cNvSpPr txBox="1"/>
            <p:nvPr/>
          </p:nvSpPr>
          <p:spPr>
            <a:xfrm>
              <a:off x="3825131" y="4037256"/>
              <a:ext cx="345962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7. Principal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Competition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우리의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진정한 경쟁자는 누구인가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AA052EBD-94F1-4B74-ADA6-D7821425AA5F}"/>
                </a:ext>
              </a:extLst>
            </p:cNvPr>
            <p:cNvSpPr/>
            <p:nvPr/>
          </p:nvSpPr>
          <p:spPr>
            <a:xfrm>
              <a:off x="236290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1089F129-1F47-4203-9A14-197DAF2A866D}"/>
                </a:ext>
              </a:extLst>
            </p:cNvPr>
            <p:cNvSpPr/>
            <p:nvPr/>
          </p:nvSpPr>
          <p:spPr>
            <a:xfrm>
              <a:off x="3825131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9202F83C-9E49-4DD6-96BD-AD75D17C4F79}"/>
                </a:ext>
              </a:extLst>
            </p:cNvPr>
            <p:cNvSpPr txBox="1"/>
            <p:nvPr/>
          </p:nvSpPr>
          <p:spPr>
            <a:xfrm>
              <a:off x="236289" y="5058337"/>
              <a:ext cx="354856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8. Campaign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Objective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소비자가 어떤 행동을 하길 바라는가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BC02F82-F0E6-4D0C-9A90-2F1B7DE0C21B}"/>
                </a:ext>
              </a:extLst>
            </p:cNvPr>
            <p:cNvSpPr txBox="1"/>
            <p:nvPr/>
          </p:nvSpPr>
          <p:spPr>
            <a:xfrm>
              <a:off x="3825131" y="5058337"/>
              <a:ext cx="3226532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9. Insight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소비자의 행동을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이끌어낼 </a:t>
              </a:r>
              <a:r>
                <a:rPr lang="ko-KR" altLang="en-US" sz="1000" dirty="0" err="1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인사이트는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008E585F-BEED-4306-A15A-E1E70901EE9C}"/>
                </a:ext>
              </a:extLst>
            </p:cNvPr>
            <p:cNvSpPr/>
            <p:nvPr/>
          </p:nvSpPr>
          <p:spPr>
            <a:xfrm>
              <a:off x="236290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A306FD91-DF87-48AA-854A-3DF82417A841}"/>
                </a:ext>
              </a:extLst>
            </p:cNvPr>
            <p:cNvSpPr/>
            <p:nvPr/>
          </p:nvSpPr>
          <p:spPr>
            <a:xfrm>
              <a:off x="3825131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2544CD9D-0F0B-4787-B2C6-69497456DEFF}"/>
                </a:ext>
              </a:extLst>
            </p:cNvPr>
            <p:cNvSpPr txBox="1"/>
            <p:nvPr/>
          </p:nvSpPr>
          <p:spPr>
            <a:xfrm>
              <a:off x="236289" y="6089369"/>
              <a:ext cx="3277136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10. Value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우리가 소비자에게 주고자 하는 가치는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113BD022-8994-41A8-906D-502EC68D9215}"/>
                </a:ext>
              </a:extLst>
            </p:cNvPr>
            <p:cNvSpPr txBox="1"/>
            <p:nvPr/>
          </p:nvSpPr>
          <p:spPr>
            <a:xfrm>
              <a:off x="3825133" y="6089369"/>
              <a:ext cx="348876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11. Reason to believe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믿을 수 있는 근거는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D919A6AA-B7D6-4235-B93F-A2F2699C9FE8}"/>
                </a:ext>
              </a:extLst>
            </p:cNvPr>
            <p:cNvSpPr/>
            <p:nvPr/>
          </p:nvSpPr>
          <p:spPr>
            <a:xfrm>
              <a:off x="236290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63910978-FC16-4E76-A690-8FD2A68B0867}"/>
                </a:ext>
              </a:extLst>
            </p:cNvPr>
            <p:cNvSpPr/>
            <p:nvPr/>
          </p:nvSpPr>
          <p:spPr>
            <a:xfrm>
              <a:off x="3825131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3D6CFC2E-A286-482B-801F-C59680CC6557}"/>
                </a:ext>
              </a:extLst>
            </p:cNvPr>
            <p:cNvSpPr txBox="1"/>
            <p:nvPr/>
          </p:nvSpPr>
          <p:spPr>
            <a:xfrm>
              <a:off x="236289" y="7098205"/>
              <a:ext cx="218221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12. Concept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전략적 컨셉은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B1E8A50-8154-4EF1-913E-21ED7032F376}"/>
                </a:ext>
              </a:extLst>
            </p:cNvPr>
            <p:cNvSpPr txBox="1"/>
            <p:nvPr/>
          </p:nvSpPr>
          <p:spPr>
            <a:xfrm>
              <a:off x="3825131" y="7098205"/>
              <a:ext cx="331240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13. Theme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컨셉을 전개시킬 크리에이티브 테마는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35D5D097-D112-4C59-BDBB-4CF2B6717FE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F8F8A6ED-4D09-4D7A-AB69-9BA11A2DD9D7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9" name="모서리가 둥근 직사각형 499">
              <a:extLst>
                <a:ext uri="{FF2B5EF4-FFF2-40B4-BE49-F238E27FC236}">
                  <a16:creationId xmlns:a16="http://schemas.microsoft.com/office/drawing/2014/main" id="{CB90C0C4-44D5-4604-AEED-3DF74669FA15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4017030C-70AD-4B4C-86AA-189FE02DE9D5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0610A940-77B1-4EAA-B8FC-A6CE3EC7B322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DAEFD00-F23D-4AD0-9D9A-EE1DF00B78E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0A32DF2-D426-4ADF-8A76-E1ECBA09ECE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080C94AF-050C-4101-B9A0-871A2D9ED76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0E77C6FB-2E12-460F-A111-EB849E10B3DC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029AB217-F1B1-41B8-9372-A9A6504E4491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B6F42CD-DF26-4CBF-A3BE-AD3359080A6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AA77BEE3-371F-4F59-A512-ED70720F02A5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DCF185C8-1B2F-48A4-8817-999C42DAE20C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0DF5C723-F9C0-4A17-A5BC-D30223B3FF2D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7CD32BD7-544F-465B-9908-38A76232A610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F1BDDDFF-3CC4-4192-9385-D6644E6D407F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B2755ADD-8E08-4D36-A118-C05BBDDCB131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8971CC4E-11A2-4D7C-AC81-E6C701391249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604EEFC-442E-40FF-8C64-CA579B51ED1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DFE2EB2C-823B-43CA-B8E2-1B009122E84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5CFB63A6-68C2-481C-998D-AA1405E83B87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D96FC077-5415-4BC9-9CBC-F869D1C140E1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AAD514AE-4828-4896-BDD3-0B533F0750EF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F3CAC0B5-ACBA-4C87-88C8-0755FDB2A23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D0EF9FC-AAF5-45AE-97D6-AB0D2D67CDB3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5CAF5F54-EA7E-405F-8934-97DFDF11938C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67D41416-572C-47CC-815B-CDA18832BD5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83F3594-424A-4836-9FA2-C276636B4E6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5C29CB95-95DF-448E-9D0A-F9B245AB9346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CACF25-8DA9-4B3B-BFD7-866E4A75C8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5734131D-685F-4643-A12E-4C934D8B0058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3EF1CB81-F713-459E-B41E-AA360AF00C9D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E565CE4-C154-425C-9E98-B6CEE86715F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D968155-4620-4E60-BB5E-FAF00FDAAB6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6CADA8D3-AB37-4DBD-8187-009A4764A79C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C9E123A6-0A2A-4EA4-8413-CB5242FEA4E6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2172D1C3-4582-41B0-B937-679A3165A32E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57C732EE-ECA6-4FDD-8AF4-5C0F26477DBE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2E9BA9FA-B03E-4CC9-9EDD-9115AEE5E12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2CB4E16E-C404-45BB-9381-DABC1139CC65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DA482A5E-5E8A-4D07-91E3-783EDAC9E03F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3D415709-82AC-4D80-BF7A-F58C9589AB93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601861E0-8ED6-41F4-A4C7-94392FC7458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F4D3754-935D-4B1E-947D-B152C2348842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9BB59805-6F80-4C57-AEDF-C54CC536C67A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0A11F41-C2D4-4D35-A055-2C8D79A7B5C2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4FBB6626-DFB2-4926-AA0F-60A5BD0648F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D89F5B8A-5B8B-4C44-83B2-4B440811054C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BF68EEA0-1F1E-4570-8B63-87BD967FAEFF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AFDD9143-7948-493D-9440-6E51CA2CF2C8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2D1B3BA9-D488-486F-98F9-03F9F0F46BB3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602E1DF9-5DF2-4D81-B4D5-4F13AE4116B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BD501D6A-1EF1-45AE-A96F-C56153D28753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84A24DB8-AEAC-4923-A8B6-F4E83F586BF9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A3A07C3B-E812-446C-ADD8-1F565EF045A3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B3094C3F-BFEC-449E-8613-86314CDF55C4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864C98AB-B5C3-462D-965B-C2D8753C31BB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42441ACF-F005-4C56-94E7-92ED3A630BAE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28" name="모서리가 둥근 직사각형 499">
              <a:extLst>
                <a:ext uri="{FF2B5EF4-FFF2-40B4-BE49-F238E27FC236}">
                  <a16:creationId xmlns:a16="http://schemas.microsoft.com/office/drawing/2014/main" id="{C6E880D7-E53F-4E3A-984B-DFC74549686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CFE32F7F-8AE2-43D1-BCE6-579D85B17EA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BFF91DEC-40C8-4B12-9BF6-1E3B92E0C981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81EFEE5C-90E1-44FB-90DB-BBB30AC9DAA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1221A739-3CE9-4D1E-B9C5-224E420CA849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3630D58C-382F-481A-9F9A-8BCBFEF74E63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AC35D7EF-98B8-4063-ACD9-C11ED50FCB02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DB4EDCD-F128-4AED-8245-FE57FE52471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0039774-06DD-42EF-A3F4-B0DAAAAFDAF0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2511D9A2-5B73-421A-BFFF-95AA580816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4B57D6A4-A6F3-4834-845E-585A4D52D40E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D6D4BB92-846A-496D-A4C8-3481C351951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BFAB7A7-6737-4A61-98C4-0E4E4C3CABEB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6A63901-EBEC-4406-95AA-34D8961F457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9074D3E9-847A-442B-AE7F-8468E61DBE04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FF58F60-8FE1-47E2-A14E-45CBE4DE42F0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2F2DCE3-97EE-4DB7-B066-FF56EC82A23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1A4ECD45-5EDA-4E7E-9106-D34DBEDC908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A645B952-4DB4-4D7C-8653-7C77C3178931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DEE8839B-5464-4C2B-A15F-40E2807C44E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C25027F7-3212-47C5-AC7D-2EEF2B397B50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80DB2A9-64F7-405C-8F28-33A9C219A7D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1C33759-3856-4578-B7A6-5221E159384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C75968A-4249-465C-9DE3-DBB6BD06EF25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91D53F4-25F0-471A-B2C0-03BA860FF4B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A6DA79F6-5044-4F7F-9409-FF12BBE5024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827404DA-861E-46A6-AA83-E94293308BB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D37FF7C-72B1-4A25-8D5D-CBF3C141337F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42048C85-9684-4D12-8752-295BBD51FCC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3F95ACF0-B5F1-405E-A0C3-259A776AF4A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CA81CAD8-D4A9-4A71-9EF3-51B65FCEF4AB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70B33A6F-576F-4E85-B4B0-E3D0411F21A1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4EE234E-6857-4948-AFF8-9103CD8DC7A2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F893752-8867-461C-811F-A643AA002FD9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D3E204A2-935B-4DFC-B780-9F0FA51F3DE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11FC0A22-8769-4C5C-A74E-E1C6ADAC349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D04743EE-14C1-48C4-AA50-C28FEB79F28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9C7957D3-214A-43DE-92AF-D99E5002B3E2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7EA672B2-80B9-49DF-8F29-6044BF0E83D5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4E537F33-A82F-4944-A210-CA79DAC58E8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F97C2790-C5EF-472F-B900-8A5DE8135351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9CE808A8-9AD0-4EDA-85C1-4C6365208251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964C7B9B-0CA7-4BDF-9BAE-18A24A14BF75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0FB96EF6-377F-4AD7-90D8-58E2D43A349D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D0996DB8-373E-429F-BC2E-9312AA788C8A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6FAED056-5B3D-47CA-BBC1-1B088238A323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7AA5C9A7-3FEF-4827-AC5F-E800989C83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A68C2DB-6C6A-4A76-B564-D16EB080D934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A29BD72A-E0DB-433D-BC6A-856039E31AF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A73B0E20-7504-46BF-9060-754CDD00F23D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DB063013-F0E6-4B00-9AED-4BF4D2154BC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1233BF06-D7D1-4AA0-9B44-7FDB23137130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14BDDD9-A6AB-4C1A-85CF-C43E9EF9DC68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59C07D2A-6EA6-4CA4-85E8-18DB3DAA5295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AE82562B-D25F-4691-9073-6DA45232324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46A73C43-E03E-4048-BF9C-ABD51F90AAC7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5" name="그림 18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45100E08-C490-4A65-B1A4-DB447C57906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6" name="직사각형 18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94EE1EDF-FD39-4CB6-AE73-4437FE08EABE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hlinkClick r:id="rId5" action="ppaction://hlinksldjump"/>
            <a:extLst>
              <a:ext uri="{FF2B5EF4-FFF2-40B4-BE49-F238E27FC236}">
                <a16:creationId xmlns:a16="http://schemas.microsoft.com/office/drawing/2014/main" id="{4DD3AC5B-7B80-4BBE-94F9-7C2283A1084F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CF1037E-C9F3-43B4-A7BA-4F5D52C511FE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7565FE3-F6BC-4543-BBAA-E754B0CCCD8D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ECB1268-E6C8-4632-8575-DDC358DA85BE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58882E5D-9DA5-4CFF-9AB7-550B26E84B41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0487802A-2134-46ED-9485-E30F7D33FF1C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60262892-72BC-4C59-9DBF-F6A6C6403347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2AED74C7-EB65-4399-BBA4-00D2DF28634B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63A40611-5E99-461A-8698-7AC944018DFB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C1F76193-C4ED-42E5-9253-8B02EC6D9A11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2BD7572C-177A-434E-B0E7-24B97FFB5AAA}"/>
              </a:ext>
            </a:extLst>
          </p:cNvPr>
          <p:cNvSpPr txBox="1"/>
          <p:nvPr/>
        </p:nvSpPr>
        <p:spPr>
          <a:xfrm>
            <a:off x="179388" y="597407"/>
            <a:ext cx="26003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나는 소비자에게 어떤 브랜드인가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BC89DB64-C38D-46BD-9809-027D8D636F0B}"/>
              </a:ext>
            </a:extLst>
          </p:cNvPr>
          <p:cNvSpPr txBox="1"/>
          <p:nvPr/>
        </p:nvSpPr>
        <p:spPr>
          <a:xfrm>
            <a:off x="179388" y="1596585"/>
            <a:ext cx="293221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제품을 사는 사람들은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03F50F3E-51F9-41DB-AEB5-7F00F536FF0C}"/>
              </a:ext>
            </a:extLst>
          </p:cNvPr>
          <p:cNvSpPr txBox="1"/>
          <p:nvPr/>
        </p:nvSpPr>
        <p:spPr>
          <a:xfrm>
            <a:off x="179388" y="2606460"/>
            <a:ext cx="303320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경쟁사들은 소비자에게 어떤 브랜드인가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1620A56-26C5-46D7-9E90-3CD6F9FD1DE4}"/>
              </a:ext>
            </a:extLst>
          </p:cNvPr>
          <p:cNvSpPr txBox="1"/>
          <p:nvPr/>
        </p:nvSpPr>
        <p:spPr>
          <a:xfrm>
            <a:off x="179388" y="3603729"/>
            <a:ext cx="477566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커뮤니케이션 타겟은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누가 우리에게 관심 가져 줄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8258CAD7-8F97-4165-88B9-210C12D5C21B}"/>
              </a:ext>
            </a:extLst>
          </p:cNvPr>
          <p:cNvSpPr txBox="1"/>
          <p:nvPr/>
        </p:nvSpPr>
        <p:spPr>
          <a:xfrm>
            <a:off x="179388" y="4615803"/>
            <a:ext cx="32640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타겟이 가지고 있는 불편은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5B0AD398-655C-4A1D-8360-FE695CACEE19}"/>
              </a:ext>
            </a:extLst>
          </p:cNvPr>
          <p:cNvSpPr txBox="1"/>
          <p:nvPr/>
        </p:nvSpPr>
        <p:spPr>
          <a:xfrm>
            <a:off x="179388" y="5631888"/>
            <a:ext cx="453040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 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에서 타겟이 생각하는 진정한 가치는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046C01CF-6663-4F48-8192-4ACABF740E76}"/>
              </a:ext>
            </a:extLst>
          </p:cNvPr>
          <p:cNvSpPr txBox="1"/>
          <p:nvPr/>
        </p:nvSpPr>
        <p:spPr>
          <a:xfrm>
            <a:off x="7608020" y="597406"/>
            <a:ext cx="350929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소비자의 행동을 이끌어낼 인사이트는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D680122D-C409-4EE5-970A-4C00EA7084E5}"/>
              </a:ext>
            </a:extLst>
          </p:cNvPr>
          <p:cNvSpPr txBox="1"/>
          <p:nvPr/>
        </p:nvSpPr>
        <p:spPr>
          <a:xfrm>
            <a:off x="7608020" y="1600008"/>
            <a:ext cx="53623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우리가 소비자에게 주고자 하는 우리만의 차별화된 가치는 </a:t>
            </a:r>
            <a:r>
              <a:rPr lang="ko-KR" altLang="en-US" sz="12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가치는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F6F9262A-82C3-4FC0-8A71-C8182515B24B}"/>
              </a:ext>
            </a:extLst>
          </p:cNvPr>
          <p:cNvSpPr txBox="1"/>
          <p:nvPr/>
        </p:nvSpPr>
        <p:spPr>
          <a:xfrm>
            <a:off x="7608020" y="2600420"/>
            <a:ext cx="3732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그 가치를 소비자가 믿을 수 있는 근거는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E42F4EEB-5CA0-4C08-99D0-FE3BFC4A8007}"/>
              </a:ext>
            </a:extLst>
          </p:cNvPr>
          <p:cNvSpPr txBox="1"/>
          <p:nvPr/>
        </p:nvSpPr>
        <p:spPr>
          <a:xfrm>
            <a:off x="7608020" y="3608168"/>
            <a:ext cx="37465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커뮤니케이션을 이끌어갈 전략적 컨셉은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92D05B1-025B-46EB-9D96-33931F200DED}"/>
              </a:ext>
            </a:extLst>
          </p:cNvPr>
          <p:cNvSpPr txBox="1"/>
          <p:nvPr/>
        </p:nvSpPr>
        <p:spPr>
          <a:xfrm>
            <a:off x="7608020" y="4609254"/>
            <a:ext cx="441018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커뮤니케이션을 펼칠 수 있는 크리에이티브 테마는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E862B2F6-EDE5-4E8C-83B6-0E6C57A78385}"/>
              </a:ext>
            </a:extLst>
          </p:cNvPr>
          <p:cNvSpPr txBox="1"/>
          <p:nvPr/>
        </p:nvSpPr>
        <p:spPr>
          <a:xfrm>
            <a:off x="179388" y="6636539"/>
            <a:ext cx="414087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 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를 선택하지 않는 진짜 이유는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44ED6E5D-BEE0-40B1-990D-5C0B3B3F39C4}"/>
              </a:ext>
            </a:extLst>
          </p:cNvPr>
          <p:cNvSpPr txBox="1"/>
          <p:nvPr/>
        </p:nvSpPr>
        <p:spPr>
          <a:xfrm>
            <a:off x="7608020" y="5612305"/>
            <a:ext cx="31694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소비자를 움직이게 할 메시지는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C34F1A4D-0821-472A-B652-DE17BAD8DE5E}"/>
              </a:ext>
            </a:extLst>
          </p:cNvPr>
          <p:cNvSpPr txBox="1"/>
          <p:nvPr/>
        </p:nvSpPr>
        <p:spPr>
          <a:xfrm>
            <a:off x="7608020" y="6617319"/>
            <a:ext cx="407836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소비자를 참여시킬 다양한 접점에서의 활동은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F4F4AB1E-2ACE-473C-9505-459CEDAB6317}"/>
              </a:ext>
            </a:extLst>
          </p:cNvPr>
          <p:cNvSpPr txBox="1"/>
          <p:nvPr/>
        </p:nvSpPr>
        <p:spPr>
          <a:xfrm>
            <a:off x="179388" y="7625346"/>
            <a:ext cx="475001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우리는 커뮤니케이션을 통해 소비자가 어떻게 행동하기를 바라는가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94DE96E1-260D-46D9-ADB4-24D9DD5D6B43}"/>
              </a:ext>
            </a:extLst>
          </p:cNvPr>
          <p:cNvSpPr txBox="1"/>
          <p:nvPr/>
        </p:nvSpPr>
        <p:spPr>
          <a:xfrm>
            <a:off x="7608020" y="7627236"/>
            <a:ext cx="35445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소비자를 만날 수 있는 접점은 어디인가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86392806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그룹 72">
            <a:extLst>
              <a:ext uri="{FF2B5EF4-FFF2-40B4-BE49-F238E27FC236}">
                <a16:creationId xmlns:a16="http://schemas.microsoft.com/office/drawing/2014/main" id="{F20F21B8-C76E-4245-A823-0BF37729541D}"/>
              </a:ext>
            </a:extLst>
          </p:cNvPr>
          <p:cNvGrpSpPr/>
          <p:nvPr/>
        </p:nvGrpSpPr>
        <p:grpSpPr>
          <a:xfrm>
            <a:off x="15192375" y="539750"/>
            <a:ext cx="7406971" cy="10117138"/>
            <a:chOff x="236289" y="1417858"/>
            <a:chExt cx="7085838" cy="9010457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59F0C4A1-6D1C-467B-B805-AB8308FED2B8}"/>
                </a:ext>
              </a:extLst>
            </p:cNvPr>
            <p:cNvSpPr/>
            <p:nvPr/>
          </p:nvSpPr>
          <p:spPr>
            <a:xfrm>
              <a:off x="23628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2AE77F3-1E57-4E2E-ACC8-88363FCAF183}"/>
                </a:ext>
              </a:extLst>
            </p:cNvPr>
            <p:cNvSpPr txBox="1"/>
            <p:nvPr/>
          </p:nvSpPr>
          <p:spPr>
            <a:xfrm>
              <a:off x="236293" y="1453904"/>
              <a:ext cx="210553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1. I am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소비자에게 어떤 브랜드인가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7C710E31-7DF5-44E6-AEB7-CB584A7507C9}"/>
                </a:ext>
              </a:extLst>
            </p:cNvPr>
            <p:cNvSpPr/>
            <p:nvPr/>
          </p:nvSpPr>
          <p:spPr>
            <a:xfrm>
              <a:off x="261277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283B977-7A2F-4E02-8CEE-E0E246990E7B}"/>
                </a:ext>
              </a:extLst>
            </p:cNvPr>
            <p:cNvSpPr txBox="1"/>
            <p:nvPr/>
          </p:nvSpPr>
          <p:spPr>
            <a:xfrm>
              <a:off x="2612782" y="1453904"/>
              <a:ext cx="211001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2. Consumer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제품을 사는 사람들은 누구인가</a:t>
              </a: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8ABE8A67-8C07-49BC-97B4-BE29EDDE3447}"/>
                </a:ext>
              </a:extLst>
            </p:cNvPr>
            <p:cNvSpPr/>
            <p:nvPr/>
          </p:nvSpPr>
          <p:spPr>
            <a:xfrm>
              <a:off x="4989270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DCC3C29-0F8D-4019-9016-25CAE9B08231}"/>
                </a:ext>
              </a:extLst>
            </p:cNvPr>
            <p:cNvSpPr txBox="1"/>
            <p:nvPr/>
          </p:nvSpPr>
          <p:spPr>
            <a:xfrm>
              <a:off x="4989272" y="1453904"/>
              <a:ext cx="203144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3. Competitor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시장내 경쟁자는 누구인가</a:t>
              </a:r>
              <a:r>
                <a:rPr lang="en-US" altLang="ko-KR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spc="-21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81F6CD59-9487-4149-8EAC-B66C165F23CC}"/>
                </a:ext>
              </a:extLst>
            </p:cNvPr>
            <p:cNvSpPr/>
            <p:nvPr/>
          </p:nvSpPr>
          <p:spPr>
            <a:xfrm>
              <a:off x="236290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4D1FAD51-22B9-4602-92B9-8C506336E20D}"/>
                </a:ext>
              </a:extLst>
            </p:cNvPr>
            <p:cNvSpPr/>
            <p:nvPr/>
          </p:nvSpPr>
          <p:spPr>
            <a:xfrm>
              <a:off x="2618788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C8EC6519-57B8-47A0-8C10-4BA60C256548}"/>
                </a:ext>
              </a:extLst>
            </p:cNvPr>
            <p:cNvSpPr txBox="1"/>
            <p:nvPr/>
          </p:nvSpPr>
          <p:spPr>
            <a:xfrm>
              <a:off x="236293" y="8141480"/>
              <a:ext cx="2403038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14. Message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소비자를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움직이게 할 메시지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045D8A52-5832-41F3-9416-87039295A1B2}"/>
                </a:ext>
              </a:extLst>
            </p:cNvPr>
            <p:cNvSpPr txBox="1"/>
            <p:nvPr/>
          </p:nvSpPr>
          <p:spPr>
            <a:xfrm>
              <a:off x="2618791" y="8141480"/>
              <a:ext cx="205186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15. Activity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소비자를 참여시킬 활동</a:t>
              </a: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BB21AEAD-D558-489D-830F-019EEB45AD2E}"/>
                </a:ext>
              </a:extLst>
            </p:cNvPr>
            <p:cNvSpPr/>
            <p:nvPr/>
          </p:nvSpPr>
          <p:spPr>
            <a:xfrm>
              <a:off x="5001285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809DED3-B91D-4934-B2D1-C86F28780087}"/>
                </a:ext>
              </a:extLst>
            </p:cNvPr>
            <p:cNvSpPr txBox="1"/>
            <p:nvPr/>
          </p:nvSpPr>
          <p:spPr>
            <a:xfrm>
              <a:off x="5001287" y="8141480"/>
              <a:ext cx="222963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16. Touch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Point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어디서 소비자를 만날 것인가</a:t>
              </a:r>
              <a:r>
                <a:rPr lang="en-US" altLang="ko-KR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spc="-21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361F1A7C-CF2A-4CCF-8975-117819286DDD}"/>
                </a:ext>
              </a:extLst>
            </p:cNvPr>
            <p:cNvSpPr/>
            <p:nvPr/>
          </p:nvSpPr>
          <p:spPr>
            <a:xfrm>
              <a:off x="236290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20A0394F-6ED6-4941-BF66-924CE6D22C2C}"/>
                </a:ext>
              </a:extLst>
            </p:cNvPr>
            <p:cNvSpPr/>
            <p:nvPr/>
          </p:nvSpPr>
          <p:spPr>
            <a:xfrm>
              <a:off x="3825131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0349F99D-D664-4134-B375-02A9A3F924E3}"/>
                </a:ext>
              </a:extLst>
            </p:cNvPr>
            <p:cNvSpPr txBox="1"/>
            <p:nvPr/>
          </p:nvSpPr>
          <p:spPr>
            <a:xfrm>
              <a:off x="236292" y="3016175"/>
              <a:ext cx="298558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4. Target Definition </a:t>
              </a:r>
              <a:r>
                <a:rPr lang="ko-KR" altLang="en-US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커뮤니케이션 타겟은 누구로 정의 할 것인가</a:t>
              </a:r>
              <a:r>
                <a:rPr lang="en-US" altLang="ko-KR" sz="1000" spc="-211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spc="-211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0D2B8849-1B6D-4E6C-9608-82A9B3CDD756}"/>
                </a:ext>
              </a:extLst>
            </p:cNvPr>
            <p:cNvSpPr txBox="1"/>
            <p:nvPr/>
          </p:nvSpPr>
          <p:spPr>
            <a:xfrm>
              <a:off x="3825134" y="3016175"/>
              <a:ext cx="2695939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5. Pain point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타겟이 생각하는 불편은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9D4157DB-3A44-417F-B3B7-80772BE5B654}"/>
                </a:ext>
              </a:extLst>
            </p:cNvPr>
            <p:cNvSpPr/>
            <p:nvPr/>
          </p:nvSpPr>
          <p:spPr>
            <a:xfrm>
              <a:off x="236290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CEF0577F-0CC3-4D6B-B56F-E8927BBB04A6}"/>
                </a:ext>
              </a:extLst>
            </p:cNvPr>
            <p:cNvSpPr/>
            <p:nvPr/>
          </p:nvSpPr>
          <p:spPr>
            <a:xfrm>
              <a:off x="3825131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B5D751A-43C8-4CB8-8E29-93EFE26258E1}"/>
                </a:ext>
              </a:extLst>
            </p:cNvPr>
            <p:cNvSpPr txBox="1"/>
            <p:nvPr/>
          </p:nvSpPr>
          <p:spPr>
            <a:xfrm>
              <a:off x="236294" y="4037256"/>
              <a:ext cx="2824753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6. Value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타겟이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기대하는 진정한 가치는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D01D30F-7358-4166-A61C-5A0044BFD8A9}"/>
                </a:ext>
              </a:extLst>
            </p:cNvPr>
            <p:cNvSpPr txBox="1"/>
            <p:nvPr/>
          </p:nvSpPr>
          <p:spPr>
            <a:xfrm>
              <a:off x="3825131" y="4037256"/>
              <a:ext cx="3341543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7. Principal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Competition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우리의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진정한 경쟁자는 누구인가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AA052EBD-94F1-4B74-ADA6-D7821425AA5F}"/>
                </a:ext>
              </a:extLst>
            </p:cNvPr>
            <p:cNvSpPr/>
            <p:nvPr/>
          </p:nvSpPr>
          <p:spPr>
            <a:xfrm>
              <a:off x="236290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1089F129-1F47-4203-9A14-197DAF2A866D}"/>
                </a:ext>
              </a:extLst>
            </p:cNvPr>
            <p:cNvSpPr/>
            <p:nvPr/>
          </p:nvSpPr>
          <p:spPr>
            <a:xfrm>
              <a:off x="3825131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9202F83C-9E49-4DD6-96BD-AD75D17C4F79}"/>
                </a:ext>
              </a:extLst>
            </p:cNvPr>
            <p:cNvSpPr txBox="1"/>
            <p:nvPr/>
          </p:nvSpPr>
          <p:spPr>
            <a:xfrm>
              <a:off x="236289" y="5058337"/>
              <a:ext cx="3421285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8. Campaign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Objective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소비자가 어떤 행동을 하길 바라는가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BC02F82-F0E6-4D0C-9A90-2F1B7DE0C21B}"/>
                </a:ext>
              </a:extLst>
            </p:cNvPr>
            <p:cNvSpPr txBox="1"/>
            <p:nvPr/>
          </p:nvSpPr>
          <p:spPr>
            <a:xfrm>
              <a:off x="3825131" y="5058337"/>
              <a:ext cx="3226531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9. Insight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소비자의 행동을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이끌어낼 </a:t>
              </a:r>
              <a:r>
                <a:rPr lang="ko-KR" altLang="en-US" sz="1000" dirty="0" err="1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인사이트는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008E585F-BEED-4306-A15A-E1E70901EE9C}"/>
                </a:ext>
              </a:extLst>
            </p:cNvPr>
            <p:cNvSpPr/>
            <p:nvPr/>
          </p:nvSpPr>
          <p:spPr>
            <a:xfrm>
              <a:off x="236290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A306FD91-DF87-48AA-854A-3DF82417A841}"/>
                </a:ext>
              </a:extLst>
            </p:cNvPr>
            <p:cNvSpPr/>
            <p:nvPr/>
          </p:nvSpPr>
          <p:spPr>
            <a:xfrm>
              <a:off x="3825131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2544CD9D-0F0B-4787-B2C6-69497456DEFF}"/>
                </a:ext>
              </a:extLst>
            </p:cNvPr>
            <p:cNvSpPr txBox="1"/>
            <p:nvPr/>
          </p:nvSpPr>
          <p:spPr>
            <a:xfrm>
              <a:off x="236289" y="6089369"/>
              <a:ext cx="3277136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10. Value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우리가 소비자에게 주고자 하는 가치는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113BD022-8994-41A8-906D-502EC68D9215}"/>
                </a:ext>
              </a:extLst>
            </p:cNvPr>
            <p:cNvSpPr txBox="1"/>
            <p:nvPr/>
          </p:nvSpPr>
          <p:spPr>
            <a:xfrm>
              <a:off x="3825133" y="6089369"/>
              <a:ext cx="3488760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11. Reason to believe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소비자가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믿을 수 있는 근거는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D919A6AA-B7D6-4235-B93F-A2F2699C9FE8}"/>
                </a:ext>
              </a:extLst>
            </p:cNvPr>
            <p:cNvSpPr/>
            <p:nvPr/>
          </p:nvSpPr>
          <p:spPr>
            <a:xfrm>
              <a:off x="236290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63910978-FC16-4E76-A690-8FD2A68B0867}"/>
                </a:ext>
              </a:extLst>
            </p:cNvPr>
            <p:cNvSpPr/>
            <p:nvPr/>
          </p:nvSpPr>
          <p:spPr>
            <a:xfrm>
              <a:off x="3825131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100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3D6CFC2E-A286-482B-801F-C59680CC6557}"/>
                </a:ext>
              </a:extLst>
            </p:cNvPr>
            <p:cNvSpPr txBox="1"/>
            <p:nvPr/>
          </p:nvSpPr>
          <p:spPr>
            <a:xfrm>
              <a:off x="236289" y="7098205"/>
              <a:ext cx="2182214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12. Concept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 전략적 컨셉은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B1E8A50-8154-4EF1-913E-21ED7032F376}"/>
                </a:ext>
              </a:extLst>
            </p:cNvPr>
            <p:cNvSpPr txBox="1"/>
            <p:nvPr/>
          </p:nvSpPr>
          <p:spPr>
            <a:xfrm>
              <a:off x="3825131" y="7098205"/>
              <a:ext cx="3312407" cy="21630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13. Theme </a:t>
              </a:r>
              <a:r>
                <a:rPr lang="ko-KR" altLang="en-US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컨셉을 전개시킬 크리에이티브 테마는 무엇인가</a:t>
              </a:r>
              <a:r>
                <a:rPr lang="en-US" altLang="ko-KR" sz="1000" dirty="0">
                  <a:solidFill>
                    <a:schemeClr val="bg1">
                      <a:lumMod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?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35D5D097-D112-4C59-BDBB-4CF2B6717FE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F8F8A6ED-4D09-4D7A-AB69-9BA11A2DD9D7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9" name="모서리가 둥근 직사각형 499">
              <a:extLst>
                <a:ext uri="{FF2B5EF4-FFF2-40B4-BE49-F238E27FC236}">
                  <a16:creationId xmlns:a16="http://schemas.microsoft.com/office/drawing/2014/main" id="{CB90C0C4-44D5-4604-AEED-3DF74669FA15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4017030C-70AD-4B4C-86AA-189FE02DE9D5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0610A940-77B1-4EAA-B8FC-A6CE3EC7B322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DAEFD00-F23D-4AD0-9D9A-EE1DF00B78E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0A32DF2-D426-4ADF-8A76-E1ECBA09ECE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080C94AF-050C-4101-B9A0-871A2D9ED76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0E77C6FB-2E12-460F-A111-EB849E10B3DC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029AB217-F1B1-41B8-9372-A9A6504E4491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B6F42CD-DF26-4CBF-A3BE-AD3359080A6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AA77BEE3-371F-4F59-A512-ED70720F02A5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DCF185C8-1B2F-48A4-8817-999C42DAE20C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0DF5C723-F9C0-4A17-A5BC-D30223B3FF2D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7CD32BD7-544F-465B-9908-38A76232A610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F1BDDDFF-3CC4-4192-9385-D6644E6D407F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B2755ADD-8E08-4D36-A118-C05BBDDCB131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8971CC4E-11A2-4D7C-AC81-E6C701391249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604EEFC-442E-40FF-8C64-CA579B51ED1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DFE2EB2C-823B-43CA-B8E2-1B009122E84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5CFB63A6-68C2-481C-998D-AA1405E83B87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D96FC077-5415-4BC9-9CBC-F869D1C140E1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AAD514AE-4828-4896-BDD3-0B533F0750EF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F3CAC0B5-ACBA-4C87-88C8-0755FDB2A23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D0EF9FC-AAF5-45AE-97D6-AB0D2D67CDB3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5CAF5F54-EA7E-405F-8934-97DFDF11938C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67D41416-572C-47CC-815B-CDA18832BD5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83F3594-424A-4836-9FA2-C276636B4E6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5C29CB95-95DF-448E-9D0A-F9B245AB9346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CACF25-8DA9-4B3B-BFD7-866E4A75C8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5734131D-685F-4643-A12E-4C934D8B0058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3EF1CB81-F713-459E-B41E-AA360AF00C9D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E565CE4-C154-425C-9E98-B6CEE86715F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D968155-4620-4E60-BB5E-FAF00FDAAB6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6CADA8D3-AB37-4DBD-8187-009A4764A79C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C9E123A6-0A2A-4EA4-8413-CB5242FEA4E6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2172D1C3-4582-41B0-B937-679A3165A32E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57C732EE-ECA6-4FDD-8AF4-5C0F26477DBE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2E9BA9FA-B03E-4CC9-9EDD-9115AEE5E12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2CB4E16E-C404-45BB-9381-DABC1139CC65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DA482A5E-5E8A-4D07-91E3-783EDAC9E03F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3D415709-82AC-4D80-BF7A-F58C9589AB93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601861E0-8ED6-41F4-A4C7-94392FC7458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F4D3754-935D-4B1E-947D-B152C2348842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9BB59805-6F80-4C57-AEDF-C54CC536C67A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0A11F41-C2D4-4D35-A055-2C8D79A7B5C2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4FBB6626-DFB2-4926-AA0F-60A5BD0648F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D89F5B8A-5B8B-4C44-83B2-4B440811054C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BF68EEA0-1F1E-4570-8B63-87BD967FAEFF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AFDD9143-7948-493D-9440-6E51CA2CF2C8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2D1B3BA9-D488-486F-98F9-03F9F0F46BB3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602E1DF9-5DF2-4D81-B4D5-4F13AE4116B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BD501D6A-1EF1-45AE-A96F-C56153D28753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84A24DB8-AEAC-4923-A8B6-F4E83F586BF9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A3A07C3B-E812-446C-ADD8-1F565EF045A3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B3094C3F-BFEC-449E-8613-86314CDF55C4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864C98AB-B5C3-462D-965B-C2D8753C31BB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42441ACF-F005-4C56-94E7-92ED3A630BAE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28" name="모서리가 둥근 직사각형 499">
              <a:extLst>
                <a:ext uri="{FF2B5EF4-FFF2-40B4-BE49-F238E27FC236}">
                  <a16:creationId xmlns:a16="http://schemas.microsoft.com/office/drawing/2014/main" id="{C6E880D7-E53F-4E3A-984B-DFC74549686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CFE32F7F-8AE2-43D1-BCE6-579D85B17EA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BFF91DEC-40C8-4B12-9BF6-1E3B92E0C981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81EFEE5C-90E1-44FB-90DB-BBB30AC9DAA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1221A739-3CE9-4D1E-B9C5-224E420CA849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3630D58C-382F-481A-9F9A-8BCBFEF74E63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AC35D7EF-98B8-4063-ACD9-C11ED50FCB02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DB4EDCD-F128-4AED-8245-FE57FE52471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0039774-06DD-42EF-A3F4-B0DAAAAFDAF0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2511D9A2-5B73-421A-BFFF-95AA580816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4B57D6A4-A6F3-4834-845E-585A4D52D40E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D6D4BB92-846A-496D-A4C8-3481C351951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BFAB7A7-6737-4A61-98C4-0E4E4C3CABEB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6A63901-EBEC-4406-95AA-34D8961F457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9074D3E9-847A-442B-AE7F-8468E61DBE04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FF58F60-8FE1-47E2-A14E-45CBE4DE42F0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2F2DCE3-97EE-4DB7-B066-FF56EC82A23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1A4ECD45-5EDA-4E7E-9106-D34DBEDC908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A645B952-4DB4-4D7C-8653-7C77C3178931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DEE8839B-5464-4C2B-A15F-40E2807C44E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C25027F7-3212-47C5-AC7D-2EEF2B397B50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80DB2A9-64F7-405C-8F28-33A9C219A7D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1C33759-3856-4578-B7A6-5221E159384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C75968A-4249-465C-9DE3-DBB6BD06EF25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91D53F4-25F0-471A-B2C0-03BA860FF4B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A6DA79F6-5044-4F7F-9409-FF12BBE5024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827404DA-861E-46A6-AA83-E94293308BB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D37FF7C-72B1-4A25-8D5D-CBF3C141337F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42048C85-9684-4D12-8752-295BBD51FCC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3F95ACF0-B5F1-405E-A0C3-259A776AF4A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CA81CAD8-D4A9-4A71-9EF3-51B65FCEF4AB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70B33A6F-576F-4E85-B4B0-E3D0411F21A1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4EE234E-6857-4948-AFF8-9103CD8DC7A2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F893752-8867-461C-811F-A643AA002FD9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D3E204A2-935B-4DFC-B780-9F0FA51F3DE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11FC0A22-8769-4C5C-A74E-E1C6ADAC349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D04743EE-14C1-48C4-AA50-C28FEB79F28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9C7957D3-214A-43DE-92AF-D99E5002B3E2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7EA672B2-80B9-49DF-8F29-6044BF0E83D5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4E537F33-A82F-4944-A210-CA79DAC58E8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F97C2790-C5EF-472F-B900-8A5DE8135351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9CE808A8-9AD0-4EDA-85C1-4C6365208251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964C7B9B-0CA7-4BDF-9BAE-18A24A14BF75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0FB96EF6-377F-4AD7-90D8-58E2D43A349D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D0996DB8-373E-429F-BC2E-9312AA788C8A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6FAED056-5B3D-47CA-BBC1-1B088238A323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7AA5C9A7-3FEF-4827-AC5F-E800989C83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A68C2DB-6C6A-4A76-B564-D16EB080D934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A29BD72A-E0DB-433D-BC6A-856039E31AF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A73B0E20-7504-46BF-9060-754CDD00F23D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DB063013-F0E6-4B00-9AED-4BF4D2154BC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1233BF06-D7D1-4AA0-9B44-7FDB23137130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14BDDD9-A6AB-4C1A-85CF-C43E9EF9DC68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59C07D2A-6EA6-4CA4-85E8-18DB3DAA5295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AE82562B-D25F-4691-9073-6DA45232324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775A49C8-596C-4F52-A073-D6934F8BAEC7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5" name="그림 184" descr="캘린더 인덱스">
            <a:hlinkClick r:id="rId2" action="ppaction://hlinksldjump"/>
            <a:extLst>
              <a:ext uri="{FF2B5EF4-FFF2-40B4-BE49-F238E27FC236}">
                <a16:creationId xmlns:a16="http://schemas.microsoft.com/office/drawing/2014/main" id="{3BE83A5C-49B6-4B68-A2FE-703E4FA65FB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6" name="직사각형 185" descr="목표 설정">
            <a:hlinkClick r:id="rId4" action="ppaction://hlinksldjump"/>
            <a:extLst>
              <a:ext uri="{FF2B5EF4-FFF2-40B4-BE49-F238E27FC236}">
                <a16:creationId xmlns:a16="http://schemas.microsoft.com/office/drawing/2014/main" id="{F41BBA8A-3F5E-490B-9E5E-33CCA4DA2616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7" name="직사각형 186">
            <a:hlinkClick r:id="rId5" action="ppaction://hlinksldjump"/>
            <a:extLst>
              <a:ext uri="{FF2B5EF4-FFF2-40B4-BE49-F238E27FC236}">
                <a16:creationId xmlns:a16="http://schemas.microsoft.com/office/drawing/2014/main" id="{C107D00D-96EA-40A6-A939-8F309DBF5CEA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8" name="직사각형 18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9D73CCC-7E50-487A-8681-6BD1145C178A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9" name="직사각형 18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85F553A-B602-4C45-9D30-3A5FB8EDF3C9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0" name="직사각형 18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6F80106-26C0-4B70-83D6-7E6A04B02CB9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5DB8F29D-5D74-410E-834A-AF7FFA801CDA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4CFEDFCB-4B4B-45D4-896D-0241320C8682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C4656F29-16EB-4027-A140-BEB7149BD742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805049D1-C7BB-4691-BDF5-A9321C5A7C04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B1F2FB7F-0CB0-4FFD-9649-85CF3129E261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935051FF-6325-4F9A-A852-8E9B604536DE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29354FDE-1B1A-48E0-A7F7-8CEF640B4E71}"/>
              </a:ext>
            </a:extLst>
          </p:cNvPr>
          <p:cNvSpPr txBox="1"/>
          <p:nvPr/>
        </p:nvSpPr>
        <p:spPr>
          <a:xfrm>
            <a:off x="179388" y="597407"/>
            <a:ext cx="26003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나는 소비자에게 어떤 브랜드인가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8D7EAEB6-5833-4DA9-A8B6-5CBB665D91E1}"/>
              </a:ext>
            </a:extLst>
          </p:cNvPr>
          <p:cNvSpPr txBox="1"/>
          <p:nvPr/>
        </p:nvSpPr>
        <p:spPr>
          <a:xfrm>
            <a:off x="179388" y="1596585"/>
            <a:ext cx="293221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제품을 사는 사람들은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81F4E4D3-5292-4DB3-8079-4C85C411E52F}"/>
              </a:ext>
            </a:extLst>
          </p:cNvPr>
          <p:cNvSpPr txBox="1"/>
          <p:nvPr/>
        </p:nvSpPr>
        <p:spPr>
          <a:xfrm>
            <a:off x="179388" y="2606460"/>
            <a:ext cx="303320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경쟁사들은 소비자에게 어떤 브랜드인가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851523-348C-4E21-9792-E0C8F361E89A}"/>
              </a:ext>
            </a:extLst>
          </p:cNvPr>
          <p:cNvSpPr txBox="1"/>
          <p:nvPr/>
        </p:nvSpPr>
        <p:spPr>
          <a:xfrm>
            <a:off x="179388" y="3603729"/>
            <a:ext cx="477566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커뮤니케이션 타겟은 누구인가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누가 우리에게 관심 가져 줄 것인가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2514D070-ED59-4994-BED5-1D4A5147A626}"/>
              </a:ext>
            </a:extLst>
          </p:cNvPr>
          <p:cNvSpPr txBox="1"/>
          <p:nvPr/>
        </p:nvSpPr>
        <p:spPr>
          <a:xfrm>
            <a:off x="179388" y="4615803"/>
            <a:ext cx="32640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타겟이 가지고 있는 불편은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102CD7DE-5365-4032-BDC2-4275D238E2FD}"/>
              </a:ext>
            </a:extLst>
          </p:cNvPr>
          <p:cNvSpPr txBox="1"/>
          <p:nvPr/>
        </p:nvSpPr>
        <p:spPr>
          <a:xfrm>
            <a:off x="179388" y="5631888"/>
            <a:ext cx="453040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 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에서 타겟이 생각하는 진정한 가치는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9D03CF48-275B-4448-A830-50BB028B3AC8}"/>
              </a:ext>
            </a:extLst>
          </p:cNvPr>
          <p:cNvSpPr txBox="1"/>
          <p:nvPr/>
        </p:nvSpPr>
        <p:spPr>
          <a:xfrm>
            <a:off x="7608020" y="597406"/>
            <a:ext cx="350929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소비자의 행동을 이끌어낼 인사이트는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2CBFCBFA-29D3-4E45-BC00-AB79A39EC50D}"/>
              </a:ext>
            </a:extLst>
          </p:cNvPr>
          <p:cNvSpPr txBox="1"/>
          <p:nvPr/>
        </p:nvSpPr>
        <p:spPr>
          <a:xfrm>
            <a:off x="7608020" y="1600008"/>
            <a:ext cx="53623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우리가 소비자에게 주고자 하는 우리만의 차별화된 가치는 </a:t>
            </a:r>
            <a:r>
              <a:rPr lang="ko-KR" altLang="en-US" sz="1200" dirty="0" err="1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가치는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D72B5D80-883B-45DE-9AE8-CBF894694CC4}"/>
              </a:ext>
            </a:extLst>
          </p:cNvPr>
          <p:cNvSpPr txBox="1"/>
          <p:nvPr/>
        </p:nvSpPr>
        <p:spPr>
          <a:xfrm>
            <a:off x="7608020" y="2600420"/>
            <a:ext cx="3732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11.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그 가치를 소비자가 믿을 수 있는 근거는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CFF344DB-C585-4847-B01E-F0E008A423BB}"/>
              </a:ext>
            </a:extLst>
          </p:cNvPr>
          <p:cNvSpPr txBox="1"/>
          <p:nvPr/>
        </p:nvSpPr>
        <p:spPr>
          <a:xfrm>
            <a:off x="7608020" y="3608168"/>
            <a:ext cx="37465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12.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커뮤니케이션을 이끌어갈 전략적 컨셉은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38A9AC93-D578-464A-BEBF-ACD508AE2227}"/>
              </a:ext>
            </a:extLst>
          </p:cNvPr>
          <p:cNvSpPr txBox="1"/>
          <p:nvPr/>
        </p:nvSpPr>
        <p:spPr>
          <a:xfrm>
            <a:off x="7608020" y="4609254"/>
            <a:ext cx="441018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13.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커뮤니케이션을 펼칠 수 있는 크리에이티브 테마는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9A2AA37D-7E71-47C2-A0E8-554071F5E15A}"/>
              </a:ext>
            </a:extLst>
          </p:cNvPr>
          <p:cNvSpPr txBox="1"/>
          <p:nvPr/>
        </p:nvSpPr>
        <p:spPr>
          <a:xfrm>
            <a:off x="179388" y="6636539"/>
            <a:ext cx="414087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 제품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를 선택하지 않는 진짜 이유는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BB7C2F88-3ABF-4B91-A15E-116AB98EC098}"/>
              </a:ext>
            </a:extLst>
          </p:cNvPr>
          <p:cNvSpPr txBox="1"/>
          <p:nvPr/>
        </p:nvSpPr>
        <p:spPr>
          <a:xfrm>
            <a:off x="7608020" y="5612305"/>
            <a:ext cx="31694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14.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소비자를 움직이게 할 메시지는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E3E24C65-66F4-4369-B1A9-356E53683599}"/>
              </a:ext>
            </a:extLst>
          </p:cNvPr>
          <p:cNvSpPr txBox="1"/>
          <p:nvPr/>
        </p:nvSpPr>
        <p:spPr>
          <a:xfrm>
            <a:off x="7608020" y="6617319"/>
            <a:ext cx="407836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소비자를 참여시킬 다양한 접점에서의 활동은 무엇인가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E3666F86-1F4B-4B95-9F55-3250884BD2F6}"/>
              </a:ext>
            </a:extLst>
          </p:cNvPr>
          <p:cNvSpPr txBox="1"/>
          <p:nvPr/>
        </p:nvSpPr>
        <p:spPr>
          <a:xfrm>
            <a:off x="179388" y="7625346"/>
            <a:ext cx="475001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8.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우리는 커뮤니케이션을 통해 소비자가 어떻게 행동하기를 바라는가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700B9B4F-FF7B-4D68-81E5-BF33F90C59E3}"/>
              </a:ext>
            </a:extLst>
          </p:cNvPr>
          <p:cNvSpPr txBox="1"/>
          <p:nvPr/>
        </p:nvSpPr>
        <p:spPr>
          <a:xfrm>
            <a:off x="7608020" y="7627236"/>
            <a:ext cx="35445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16. 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우리의 소비자를 만날 수 있는 접점은 어디인가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?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5783328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4FA7C506-DACE-4609-A520-9915B944974F}"/>
              </a:ext>
            </a:extLst>
          </p:cNvPr>
          <p:cNvSpPr/>
          <p:nvPr/>
        </p:nvSpPr>
        <p:spPr>
          <a:xfrm rot="20700000">
            <a:off x="2723564" y="2427564"/>
            <a:ext cx="2390431" cy="2390431"/>
          </a:xfrm>
          <a:prstGeom prst="rect">
            <a:avLst/>
          </a:prstGeom>
          <a:solidFill>
            <a:srgbClr val="FFC00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65" dirty="0">
              <a:latin typeface="나눔바른펜" panose="020B0503000000000000" pitchFamily="50" charset="-127"/>
              <a:ea typeface="NanumGothic" panose="020D060400000000000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C9FB213-860C-4293-B112-589C1DF55265}"/>
              </a:ext>
            </a:extLst>
          </p:cNvPr>
          <p:cNvSpPr txBox="1"/>
          <p:nvPr/>
        </p:nvSpPr>
        <p:spPr>
          <a:xfrm rot="20677629">
            <a:off x="2790042" y="2750078"/>
            <a:ext cx="2280353" cy="17389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latin typeface="나눔손글씨 펜" panose="03040600000000000000" pitchFamily="66" charset="-127"/>
                <a:ea typeface="NanumGothic" panose="020D0604000000000000"/>
              </a:rPr>
              <a:t>빠르게 </a:t>
            </a:r>
            <a:endParaRPr lang="en-US" altLang="ko-KR" sz="2400" dirty="0">
              <a:latin typeface="나눔손글씨 펜" panose="03040600000000000000" pitchFamily="66" charset="-127"/>
              <a:ea typeface="NanumGothic" panose="020D0604000000000000"/>
            </a:endParaRPr>
          </a:p>
          <a:p>
            <a:r>
              <a:rPr lang="ko-KR" altLang="en-US" sz="2400" dirty="0">
                <a:latin typeface="나눔손글씨 펜" panose="03040600000000000000" pitchFamily="66" charset="-127"/>
                <a:ea typeface="NanumGothic" panose="020D0604000000000000"/>
              </a:rPr>
              <a:t>조직하고</a:t>
            </a:r>
            <a:endParaRPr lang="en-US" altLang="ko-KR" sz="2400" dirty="0">
              <a:latin typeface="나눔손글씨 펜" panose="03040600000000000000" pitchFamily="66" charset="-127"/>
              <a:ea typeface="NanumGothic" panose="020D0604000000000000"/>
            </a:endParaRPr>
          </a:p>
          <a:p>
            <a:r>
              <a:rPr lang="ko-KR" altLang="en-US" sz="2400" dirty="0">
                <a:latin typeface="나눔손글씨 펜" panose="03040600000000000000" pitchFamily="66" charset="-127"/>
                <a:ea typeface="NanumGothic" panose="020D0604000000000000"/>
              </a:rPr>
              <a:t>일이 되게 하라</a:t>
            </a:r>
            <a:endParaRPr lang="en-US" altLang="ko-KR" sz="2400" dirty="0">
              <a:latin typeface="나눔손글씨 펜" panose="03040600000000000000" pitchFamily="66" charset="-127"/>
              <a:ea typeface="NanumGothic" panose="020D0604000000000000"/>
            </a:endParaRPr>
          </a:p>
          <a:p>
            <a:pPr algn="r"/>
            <a:endParaRPr lang="en-US" altLang="ko-KR" sz="12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r"/>
            <a:endParaRPr lang="en-US" altLang="ko-KR" sz="12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r"/>
            <a:r>
              <a:rPr lang="en-US" altLang="ko-KR" sz="1100" dirty="0" err="1">
                <a:latin typeface="나눔고딕" panose="020D0604000000000000" pitchFamily="50" charset="-127"/>
                <a:ea typeface="NanumGothic" panose="020D0604000000000000"/>
              </a:rPr>
              <a:t>Ten:One</a:t>
            </a:r>
            <a:r>
              <a:rPr lang="ko-KR" altLang="en-US" sz="1100" dirty="0">
                <a:latin typeface="나눔고딕" panose="020D0604000000000000" pitchFamily="50" charset="-127"/>
                <a:ea typeface="NanumGothic" panose="020D0604000000000000"/>
              </a:rPr>
              <a:t>™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54F94BA-3D07-4F6E-B382-7571CB6D60DB}"/>
              </a:ext>
            </a:extLst>
          </p:cNvPr>
          <p:cNvSpPr txBox="1"/>
          <p:nvPr/>
        </p:nvSpPr>
        <p:spPr>
          <a:xfrm>
            <a:off x="1712605" y="6209642"/>
            <a:ext cx="3631122" cy="33239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일과 생활의 </a:t>
            </a:r>
            <a:r>
              <a:rPr lang="ko-KR" altLang="en-US" sz="1400" dirty="0" err="1">
                <a:latin typeface="나눔고딕" panose="020D0604000000000000" pitchFamily="50" charset="-127"/>
                <a:ea typeface="NanumGothic" panose="020D0604000000000000"/>
              </a:rPr>
              <a:t>발란스를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 중요하게 생각하는 요즘</a:t>
            </a:r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그 사이에 나를 놓치지 마세요</a:t>
            </a:r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나의 목표를 분명히 하고</a:t>
            </a:r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목표를 달성하기 위해</a:t>
            </a:r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끊임 없이 자신을 </a:t>
            </a:r>
            <a:r>
              <a:rPr lang="ko-KR" altLang="en-US" sz="1400" dirty="0" err="1">
                <a:latin typeface="나눔고딕" panose="020D0604000000000000" pitchFamily="50" charset="-127"/>
                <a:ea typeface="NanumGothic" panose="020D0604000000000000"/>
              </a:rPr>
              <a:t>들여다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 볼 필요가 있습니다</a:t>
            </a:r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.</a:t>
            </a:r>
          </a:p>
          <a:p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계획이 섰으면 바로 실행해 보는 것</a:t>
            </a:r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…</a:t>
            </a:r>
          </a:p>
          <a:p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실패해도 괜찮아요 작게 실패한 것이 모여</a:t>
            </a:r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큰 성과를 만들어 낼 것이라는 믿음이 있다면</a:t>
            </a:r>
          </a:p>
        </p:txBody>
      </p:sp>
      <p:pic>
        <p:nvPicPr>
          <p:cNvPr id="8" name="그림 7" descr="텍스트이(가) 표시된 사진&#10;&#10;자동 생성된 설명">
            <a:extLst>
              <a:ext uri="{FF2B5EF4-FFF2-40B4-BE49-F238E27FC236}">
                <a16:creationId xmlns:a16="http://schemas.microsoft.com/office/drawing/2014/main" id="{8845AE28-162A-49CA-B9EF-80AD488897D0}"/>
              </a:ext>
            </a:extLst>
          </p:cNvPr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91232" y="1762321"/>
            <a:ext cx="3704966" cy="3127116"/>
          </a:xfrm>
          <a:prstGeom prst="rect">
            <a:avLst/>
          </a:prstGeom>
        </p:spPr>
      </p:pic>
      <p:pic>
        <p:nvPicPr>
          <p:cNvPr id="9" name="Picture 2" descr="카카오톡 오픈 채팅 프로필 만들기">
            <a:hlinkClick r:id="rId3"/>
            <a:extLst>
              <a:ext uri="{FF2B5EF4-FFF2-40B4-BE49-F238E27FC236}">
                <a16:creationId xmlns:a16="http://schemas.microsoft.com/office/drawing/2014/main" id="{4F7EFED9-F06B-4B10-B196-9C159089224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418" t="8955" r="29314" b="46097"/>
          <a:stretch/>
        </p:blipFill>
        <p:spPr bwMode="auto">
          <a:xfrm>
            <a:off x="10497885" y="9169329"/>
            <a:ext cx="229564" cy="228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8B9F10C4-FE60-4A32-9FAA-A6704C720D8B}"/>
              </a:ext>
            </a:extLst>
          </p:cNvPr>
          <p:cNvSpPr txBox="1"/>
          <p:nvPr/>
        </p:nvSpPr>
        <p:spPr>
          <a:xfrm>
            <a:off x="10727450" y="9146540"/>
            <a:ext cx="1297150" cy="2333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1125"/>
              </a:lnSpc>
            </a:pPr>
            <a:r>
              <a:rPr lang="ko-KR" altLang="en-US" sz="1125" dirty="0">
                <a:latin typeface="나눔고딕" panose="020D0604000000000000" pitchFamily="50" charset="-127"/>
                <a:ea typeface="NanumGothic" panose="020D0604000000000000"/>
                <a:hlinkClick r:id="rId3"/>
              </a:rPr>
              <a:t>카카오</a:t>
            </a:r>
            <a:r>
              <a:rPr lang="en-US" altLang="ko-KR" sz="1125" dirty="0">
                <a:latin typeface="나눔고딕" panose="020D0604000000000000" pitchFamily="50" charset="-127"/>
                <a:ea typeface="NanumGothic" panose="020D0604000000000000"/>
                <a:hlinkClick r:id="rId3"/>
              </a:rPr>
              <a:t> </a:t>
            </a:r>
            <a:r>
              <a:rPr lang="ko-KR" altLang="en-US" sz="1125" dirty="0">
                <a:latin typeface="나눔고딕" panose="020D0604000000000000" pitchFamily="50" charset="-127"/>
                <a:ea typeface="NanumGothic" panose="020D0604000000000000"/>
                <a:hlinkClick r:id="rId3"/>
              </a:rPr>
              <a:t>오픈 채팅</a:t>
            </a:r>
            <a:endParaRPr lang="en-US" altLang="ko-KR" sz="1125" dirty="0">
              <a:latin typeface="나눔고딕" panose="020D0604000000000000" pitchFamily="50" charset="-127"/>
              <a:ea typeface="NanumGothic" panose="020D0604000000000000"/>
            </a:endParaRPr>
          </a:p>
        </p:txBody>
      </p:sp>
      <p:cxnSp>
        <p:nvCxnSpPr>
          <p:cNvPr id="13" name="연결선: 꺾임 12">
            <a:extLst>
              <a:ext uri="{FF2B5EF4-FFF2-40B4-BE49-F238E27FC236}">
                <a16:creationId xmlns:a16="http://schemas.microsoft.com/office/drawing/2014/main" id="{858CEE6D-AA0E-44D1-BBB5-031D8B1968E9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17071307" y="6779677"/>
            <a:ext cx="12700" cy="1706829"/>
          </a:xfrm>
          <a:prstGeom prst="bentConnector3">
            <a:avLst>
              <a:gd name="adj1" fmla="val 1800000"/>
            </a:avLst>
          </a:prstGeom>
          <a:ln>
            <a:solidFill>
              <a:schemeClr val="bg1">
                <a:lumMod val="50000"/>
              </a:schemeClr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연결선: 꺾임 13">
            <a:extLst>
              <a:ext uri="{FF2B5EF4-FFF2-40B4-BE49-F238E27FC236}">
                <a16:creationId xmlns:a16="http://schemas.microsoft.com/office/drawing/2014/main" id="{16B89CD4-DD55-4E96-8276-1723A170AA5D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18892867" y="6780696"/>
            <a:ext cx="12700" cy="1704790"/>
          </a:xfrm>
          <a:prstGeom prst="bentConnector3">
            <a:avLst>
              <a:gd name="adj1" fmla="val 1800000"/>
            </a:avLst>
          </a:prstGeom>
          <a:ln>
            <a:solidFill>
              <a:schemeClr val="bg1">
                <a:lumMod val="50000"/>
              </a:schemeClr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연결선: 꺾임 14">
            <a:extLst>
              <a:ext uri="{FF2B5EF4-FFF2-40B4-BE49-F238E27FC236}">
                <a16:creationId xmlns:a16="http://schemas.microsoft.com/office/drawing/2014/main" id="{7F2AEBDC-96AC-4149-82CD-8149D1A5D0A2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20724983" y="6780695"/>
            <a:ext cx="12700" cy="1704792"/>
          </a:xfrm>
          <a:prstGeom prst="bentConnector3">
            <a:avLst>
              <a:gd name="adj1" fmla="val 1800000"/>
            </a:avLst>
          </a:prstGeom>
          <a:ln>
            <a:solidFill>
              <a:schemeClr val="bg1">
                <a:lumMod val="50000"/>
              </a:schemeClr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타원 15">
            <a:extLst>
              <a:ext uri="{FF2B5EF4-FFF2-40B4-BE49-F238E27FC236}">
                <a16:creationId xmlns:a16="http://schemas.microsoft.com/office/drawing/2014/main" id="{CB17CF03-4A42-43CA-8DFC-29B6468F79E9}"/>
              </a:ext>
            </a:extLst>
          </p:cNvPr>
          <p:cNvSpPr/>
          <p:nvPr/>
        </p:nvSpPr>
        <p:spPr>
          <a:xfrm>
            <a:off x="16355941" y="3357587"/>
            <a:ext cx="262967" cy="26296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812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2E34238-9607-4305-9C7E-5B0BC410A4E2}"/>
              </a:ext>
            </a:extLst>
          </p:cNvPr>
          <p:cNvSpPr/>
          <p:nvPr/>
        </p:nvSpPr>
        <p:spPr>
          <a:xfrm>
            <a:off x="17626241" y="3793141"/>
            <a:ext cx="262967" cy="26296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812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B3DFE55-FDF5-44C6-A5B3-20C57CC9B511}"/>
              </a:ext>
            </a:extLst>
          </p:cNvPr>
          <p:cNvSpPr txBox="1"/>
          <p:nvPr/>
        </p:nvSpPr>
        <p:spPr>
          <a:xfrm>
            <a:off x="15574422" y="7667816"/>
            <a:ext cx="1518441" cy="346178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1265" b="1" dirty="0">
                <a:solidFill>
                  <a:schemeClr val="bg1"/>
                </a:solidFill>
                <a:latin typeface="나눔고딕" panose="020D0604000000000000" pitchFamily="50" charset="-127"/>
                <a:ea typeface="NanumGothic" panose="020D0604000000000000"/>
              </a:rPr>
              <a:t>Object</a:t>
            </a:r>
            <a:endParaRPr lang="ko-KR" altLang="en-US" sz="1265" b="1" dirty="0">
              <a:solidFill>
                <a:schemeClr val="bg1"/>
              </a:solidFill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34E017E-EE2B-47F7-957B-709602398006}"/>
              </a:ext>
            </a:extLst>
          </p:cNvPr>
          <p:cNvSpPr txBox="1"/>
          <p:nvPr/>
        </p:nvSpPr>
        <p:spPr>
          <a:xfrm>
            <a:off x="15574422" y="8122773"/>
            <a:ext cx="1518441" cy="51926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NanumGothic" panose="020D0604000000000000"/>
              </a:rPr>
              <a:t>이루고자 하는</a:t>
            </a:r>
            <a:endParaRPr lang="en-US" altLang="ko-KR" sz="1265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NanumGothic" panose="020D0604000000000000"/>
              </a:rPr>
              <a:t> 목표 수립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A8A29BA-9601-494C-ABA3-2E645462315C}"/>
              </a:ext>
            </a:extLst>
          </p:cNvPr>
          <p:cNvSpPr txBox="1"/>
          <p:nvPr/>
        </p:nvSpPr>
        <p:spPr>
          <a:xfrm>
            <a:off x="17281251" y="7667816"/>
            <a:ext cx="1518441" cy="346178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1265" b="1" dirty="0">
                <a:solidFill>
                  <a:schemeClr val="bg1"/>
                </a:solidFill>
                <a:latin typeface="나눔고딕" panose="020D0604000000000000" pitchFamily="50" charset="-127"/>
                <a:ea typeface="NanumGothic" panose="020D0604000000000000"/>
              </a:rPr>
              <a:t>Schedule</a:t>
            </a:r>
            <a:endParaRPr lang="ko-KR" altLang="en-US" sz="1265" b="1" dirty="0">
              <a:solidFill>
                <a:schemeClr val="bg1"/>
              </a:solidFill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9843A83-DA1F-4CC2-8A5B-67CA6869606C}"/>
              </a:ext>
            </a:extLst>
          </p:cNvPr>
          <p:cNvSpPr txBox="1"/>
          <p:nvPr/>
        </p:nvSpPr>
        <p:spPr>
          <a:xfrm>
            <a:off x="17281251" y="8122773"/>
            <a:ext cx="1518441" cy="51926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NanumGothic" panose="020D0604000000000000"/>
              </a:rPr>
              <a:t>진행 업무의 </a:t>
            </a:r>
            <a:endParaRPr lang="en-US" altLang="ko-KR" sz="1265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NanumGothic" panose="020D0604000000000000"/>
              </a:rPr>
              <a:t>체계적</a:t>
            </a:r>
            <a:r>
              <a:rPr lang="en-US" altLang="ko-KR" sz="1265" dirty="0">
                <a:latin typeface="나눔고딕" panose="020D0604000000000000" pitchFamily="50" charset="-127"/>
                <a:ea typeface="NanumGothic" panose="020D0604000000000000"/>
              </a:rPr>
              <a:t> </a:t>
            </a:r>
            <a:r>
              <a:rPr lang="ko-KR" altLang="en-US" sz="1265" dirty="0">
                <a:latin typeface="나눔고딕" panose="020D0604000000000000" pitchFamily="50" charset="-127"/>
                <a:ea typeface="NanumGothic" panose="020D0604000000000000"/>
              </a:rPr>
              <a:t>관리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B58BB18-3518-4C38-B3D6-F407FECEED4A}"/>
              </a:ext>
            </a:extLst>
          </p:cNvPr>
          <p:cNvSpPr txBox="1"/>
          <p:nvPr/>
        </p:nvSpPr>
        <p:spPr>
          <a:xfrm>
            <a:off x="18986041" y="7667816"/>
            <a:ext cx="1518441" cy="346178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1265" b="1" dirty="0">
                <a:solidFill>
                  <a:schemeClr val="bg1"/>
                </a:solidFill>
                <a:latin typeface="나눔고딕" panose="020D0604000000000000" pitchFamily="50" charset="-127"/>
                <a:ea typeface="NanumGothic" panose="020D0604000000000000"/>
              </a:rPr>
              <a:t>Note</a:t>
            </a:r>
            <a:endParaRPr lang="ko-KR" altLang="en-US" sz="1265" b="1" dirty="0">
              <a:solidFill>
                <a:schemeClr val="bg1"/>
              </a:solidFill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6433AF9-646A-4567-BE00-7A8375C69547}"/>
              </a:ext>
            </a:extLst>
          </p:cNvPr>
          <p:cNvSpPr txBox="1"/>
          <p:nvPr/>
        </p:nvSpPr>
        <p:spPr>
          <a:xfrm>
            <a:off x="18986041" y="8122773"/>
            <a:ext cx="1518441" cy="51926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1265" dirty="0" err="1">
                <a:latin typeface="나눔고딕" panose="020D0604000000000000" pitchFamily="50" charset="-127"/>
                <a:ea typeface="NanumGothic" panose="020D0604000000000000"/>
              </a:rPr>
              <a:t>아이데이션을</a:t>
            </a:r>
            <a:r>
              <a:rPr lang="ko-KR" altLang="en-US" sz="1265" dirty="0">
                <a:latin typeface="나눔고딕" panose="020D0604000000000000" pitchFamily="50" charset="-127"/>
                <a:ea typeface="NanumGothic" panose="020D0604000000000000"/>
              </a:rPr>
              <a:t> 위한</a:t>
            </a:r>
            <a:endParaRPr lang="en-US" altLang="ko-KR" sz="1265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NanumGothic" panose="020D0604000000000000"/>
              </a:rPr>
              <a:t>다양한 노트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AFD7C73E-9C8E-4BAA-864D-1FF202BBD00F}"/>
              </a:ext>
            </a:extLst>
          </p:cNvPr>
          <p:cNvSpPr txBox="1"/>
          <p:nvPr/>
        </p:nvSpPr>
        <p:spPr>
          <a:xfrm>
            <a:off x="20690833" y="7667816"/>
            <a:ext cx="1518441" cy="346178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1265" b="1" dirty="0" err="1">
                <a:solidFill>
                  <a:schemeClr val="bg1"/>
                </a:solidFill>
                <a:latin typeface="나눔고딕" panose="020D0604000000000000" pitchFamily="50" charset="-127"/>
                <a:ea typeface="NanumGothic" panose="020D0604000000000000"/>
              </a:rPr>
              <a:t>Frame+Work+Book</a:t>
            </a:r>
            <a:endParaRPr lang="ko-KR" altLang="en-US" sz="1265" b="1" dirty="0">
              <a:solidFill>
                <a:schemeClr val="bg1"/>
              </a:solidFill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F957FD4-C00C-4C86-A347-BD096370AA42}"/>
              </a:ext>
            </a:extLst>
          </p:cNvPr>
          <p:cNvSpPr txBox="1"/>
          <p:nvPr/>
        </p:nvSpPr>
        <p:spPr>
          <a:xfrm>
            <a:off x="20690833" y="8122773"/>
            <a:ext cx="1518441" cy="51926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en-US" altLang="ko-KR" sz="1265" dirty="0" err="1">
                <a:latin typeface="나눔고딕" panose="020D0604000000000000" pitchFamily="50" charset="-127"/>
                <a:ea typeface="NanumGothic" panose="020D0604000000000000"/>
              </a:rPr>
              <a:t>FrameWork</a:t>
            </a:r>
            <a:r>
              <a:rPr lang="ko-KR" altLang="en-US" sz="1265" dirty="0">
                <a:latin typeface="나눔고딕" panose="020D0604000000000000" pitchFamily="50" charset="-127"/>
                <a:ea typeface="NanumGothic" panose="020D0604000000000000"/>
              </a:rPr>
              <a:t> 통한 분석 및 전략 수립</a:t>
            </a:r>
            <a:endParaRPr lang="en-US" altLang="ko-KR" sz="1265" dirty="0"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1865A64-636F-4E1B-8D25-8672091792FF}"/>
              </a:ext>
            </a:extLst>
          </p:cNvPr>
          <p:cNvSpPr txBox="1"/>
          <p:nvPr/>
        </p:nvSpPr>
        <p:spPr>
          <a:xfrm>
            <a:off x="15574422" y="9007234"/>
            <a:ext cx="1518441" cy="346178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NanumGothic" panose="020D0604000000000000"/>
              </a:rPr>
              <a:t>목표 관리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B0E8ECC-E8E0-4420-8CC8-E27ABCF26057}"/>
              </a:ext>
            </a:extLst>
          </p:cNvPr>
          <p:cNvSpPr txBox="1"/>
          <p:nvPr/>
        </p:nvSpPr>
        <p:spPr>
          <a:xfrm>
            <a:off x="17281251" y="9007234"/>
            <a:ext cx="1518441" cy="346178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NanumGothic" panose="020D0604000000000000"/>
              </a:rPr>
              <a:t>실행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7D3307F-EC48-4FEB-B5FD-916CAE990550}"/>
              </a:ext>
            </a:extLst>
          </p:cNvPr>
          <p:cNvSpPr txBox="1"/>
          <p:nvPr/>
        </p:nvSpPr>
        <p:spPr>
          <a:xfrm>
            <a:off x="18986041" y="9007234"/>
            <a:ext cx="1518441" cy="346178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NanumGothic" panose="020D0604000000000000"/>
              </a:rPr>
              <a:t>생각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309464A-8C27-461E-87B6-2D91093120D8}"/>
              </a:ext>
            </a:extLst>
          </p:cNvPr>
          <p:cNvSpPr txBox="1"/>
          <p:nvPr/>
        </p:nvSpPr>
        <p:spPr>
          <a:xfrm>
            <a:off x="20690833" y="9007234"/>
            <a:ext cx="1518441" cy="346178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ko-KR" altLang="en-US" sz="1265">
                <a:latin typeface="나눔고딕" panose="020D0604000000000000" pitchFamily="50" charset="-127"/>
                <a:ea typeface="NanumGothic" panose="020D0604000000000000"/>
              </a:rPr>
              <a:t>정리</a:t>
            </a:r>
            <a:endParaRPr lang="ko-KR" altLang="en-US" sz="1265" dirty="0">
              <a:latin typeface="나눔고딕" panose="020D0604000000000000" pitchFamily="50" charset="-127"/>
              <a:ea typeface="NanumGothic" panose="020D0604000000000000"/>
            </a:endParaRPr>
          </a:p>
        </p:txBody>
      </p:sp>
      <p:cxnSp>
        <p:nvCxnSpPr>
          <p:cNvPr id="30" name="직선 화살표 연결선 29">
            <a:extLst>
              <a:ext uri="{FF2B5EF4-FFF2-40B4-BE49-F238E27FC236}">
                <a16:creationId xmlns:a16="http://schemas.microsoft.com/office/drawing/2014/main" id="{BBD1FCEA-81A4-4404-9AC9-ACA048E3798E}"/>
              </a:ext>
            </a:extLst>
          </p:cNvPr>
          <p:cNvCxnSpPr/>
          <p:nvPr/>
        </p:nvCxnSpPr>
        <p:spPr>
          <a:xfrm>
            <a:off x="16333641" y="8635104"/>
            <a:ext cx="0" cy="273329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AB04DC1D-05BF-4DAB-B288-538FFCC9155E}"/>
              </a:ext>
            </a:extLst>
          </p:cNvPr>
          <p:cNvCxnSpPr/>
          <p:nvPr/>
        </p:nvCxnSpPr>
        <p:spPr>
          <a:xfrm>
            <a:off x="18040470" y="8635104"/>
            <a:ext cx="0" cy="273329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CFEED137-E91C-41BC-B703-F171FBCF8E4D}"/>
              </a:ext>
            </a:extLst>
          </p:cNvPr>
          <p:cNvCxnSpPr/>
          <p:nvPr/>
        </p:nvCxnSpPr>
        <p:spPr>
          <a:xfrm>
            <a:off x="19745262" y="8635104"/>
            <a:ext cx="0" cy="273329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3A5BF6C-2058-4E3F-A08D-F055E7327568}"/>
              </a:ext>
            </a:extLst>
          </p:cNvPr>
          <p:cNvCxnSpPr/>
          <p:nvPr/>
        </p:nvCxnSpPr>
        <p:spPr>
          <a:xfrm>
            <a:off x="21450052" y="8635104"/>
            <a:ext cx="0" cy="273329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타원 33">
            <a:extLst>
              <a:ext uri="{FF2B5EF4-FFF2-40B4-BE49-F238E27FC236}">
                <a16:creationId xmlns:a16="http://schemas.microsoft.com/office/drawing/2014/main" id="{3DC20D53-5E2A-4BF5-91A2-DE327A7C19D1}"/>
              </a:ext>
            </a:extLst>
          </p:cNvPr>
          <p:cNvSpPr/>
          <p:nvPr/>
        </p:nvSpPr>
        <p:spPr>
          <a:xfrm>
            <a:off x="17409983" y="2576507"/>
            <a:ext cx="262967" cy="26296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812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35" name="원호 34">
            <a:extLst>
              <a:ext uri="{FF2B5EF4-FFF2-40B4-BE49-F238E27FC236}">
                <a16:creationId xmlns:a16="http://schemas.microsoft.com/office/drawing/2014/main" id="{B5E74D03-52E8-43A6-9113-F04F663F9B7D}"/>
              </a:ext>
            </a:extLst>
          </p:cNvPr>
          <p:cNvSpPr/>
          <p:nvPr/>
        </p:nvSpPr>
        <p:spPr>
          <a:xfrm>
            <a:off x="16447239" y="2659744"/>
            <a:ext cx="1520674" cy="1520674"/>
          </a:xfrm>
          <a:prstGeom prst="arc">
            <a:avLst>
              <a:gd name="adj1" fmla="val 11492103"/>
              <a:gd name="adj2" fmla="val 16947214"/>
            </a:avLst>
          </a:prstGeom>
          <a:ln w="12700">
            <a:solidFill>
              <a:schemeClr val="bg1">
                <a:lumMod val="50000"/>
              </a:schemeClr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36" name="원호 35">
            <a:extLst>
              <a:ext uri="{FF2B5EF4-FFF2-40B4-BE49-F238E27FC236}">
                <a16:creationId xmlns:a16="http://schemas.microsoft.com/office/drawing/2014/main" id="{3893ED25-6599-40AC-ABE0-30627FABF772}"/>
              </a:ext>
            </a:extLst>
          </p:cNvPr>
          <p:cNvSpPr/>
          <p:nvPr/>
        </p:nvSpPr>
        <p:spPr>
          <a:xfrm>
            <a:off x="16447239" y="2659744"/>
            <a:ext cx="1520674" cy="1520674"/>
          </a:xfrm>
          <a:prstGeom prst="arc">
            <a:avLst>
              <a:gd name="adj1" fmla="val 18434628"/>
              <a:gd name="adj2" fmla="val 1736051"/>
            </a:avLst>
          </a:prstGeom>
          <a:ln w="12700">
            <a:solidFill>
              <a:schemeClr val="bg1">
                <a:lumMod val="50000"/>
              </a:schemeClr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37" name="원호 36">
            <a:extLst>
              <a:ext uri="{FF2B5EF4-FFF2-40B4-BE49-F238E27FC236}">
                <a16:creationId xmlns:a16="http://schemas.microsoft.com/office/drawing/2014/main" id="{5BB14ACB-52D2-48D0-9293-C89E2F3BC3B5}"/>
              </a:ext>
            </a:extLst>
          </p:cNvPr>
          <p:cNvSpPr/>
          <p:nvPr/>
        </p:nvSpPr>
        <p:spPr>
          <a:xfrm>
            <a:off x="16447239" y="2659744"/>
            <a:ext cx="1520674" cy="1520674"/>
          </a:xfrm>
          <a:prstGeom prst="arc">
            <a:avLst>
              <a:gd name="adj1" fmla="val 3738043"/>
              <a:gd name="adj2" fmla="val 9771160"/>
            </a:avLst>
          </a:prstGeom>
          <a:ln w="12700">
            <a:solidFill>
              <a:schemeClr val="bg1">
                <a:lumMod val="50000"/>
              </a:schemeClr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47BBF22-4B66-4273-9B14-1AFE5069C033}"/>
              </a:ext>
            </a:extLst>
          </p:cNvPr>
          <p:cNvSpPr txBox="1"/>
          <p:nvPr/>
        </p:nvSpPr>
        <p:spPr>
          <a:xfrm>
            <a:off x="17512325" y="2592202"/>
            <a:ext cx="34464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Plan</a:t>
            </a:r>
            <a:endParaRPr lang="ko-KR" altLang="en-US" sz="1400" dirty="0"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A832F86-8325-4234-8F28-575674709068}"/>
              </a:ext>
            </a:extLst>
          </p:cNvPr>
          <p:cNvSpPr txBox="1"/>
          <p:nvPr/>
        </p:nvSpPr>
        <p:spPr>
          <a:xfrm>
            <a:off x="17741897" y="3828928"/>
            <a:ext cx="23564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Do</a:t>
            </a:r>
            <a:endParaRPr lang="ko-KR" altLang="en-US" sz="1400" dirty="0"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678FF1B-4A9D-4A71-970E-EE3BAE08A5E0}"/>
              </a:ext>
            </a:extLst>
          </p:cNvPr>
          <p:cNvSpPr txBox="1"/>
          <p:nvPr/>
        </p:nvSpPr>
        <p:spPr>
          <a:xfrm>
            <a:off x="16457680" y="3377147"/>
            <a:ext cx="29014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See</a:t>
            </a:r>
            <a:endParaRPr lang="ko-KR" altLang="en-US" sz="1400" dirty="0">
              <a:latin typeface="나눔고딕" panose="020D0604000000000000" pitchFamily="50" charset="-127"/>
              <a:ea typeface="NanumGothic" panose="020D0604000000000000"/>
            </a:endParaRP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D37D8B3D-9ACC-48E8-991A-FE2810B513D1}"/>
              </a:ext>
            </a:extLst>
          </p:cNvPr>
          <p:cNvCxnSpPr>
            <a:cxnSpLocks/>
          </p:cNvCxnSpPr>
          <p:nvPr/>
        </p:nvCxnSpPr>
        <p:spPr>
          <a:xfrm>
            <a:off x="19225119" y="4028965"/>
            <a:ext cx="2075730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432564D9-1995-4154-827A-4D34B5596570}"/>
              </a:ext>
            </a:extLst>
          </p:cNvPr>
          <p:cNvCxnSpPr>
            <a:cxnSpLocks/>
          </p:cNvCxnSpPr>
          <p:nvPr/>
        </p:nvCxnSpPr>
        <p:spPr>
          <a:xfrm flipV="1">
            <a:off x="19225114" y="2695735"/>
            <a:ext cx="2499696" cy="1319622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9D5E963A-62E8-403A-8E5A-B6692ED92702}"/>
              </a:ext>
            </a:extLst>
          </p:cNvPr>
          <p:cNvCxnSpPr>
            <a:cxnSpLocks/>
          </p:cNvCxnSpPr>
          <p:nvPr/>
        </p:nvCxnSpPr>
        <p:spPr>
          <a:xfrm flipV="1">
            <a:off x="21273459" y="2980856"/>
            <a:ext cx="0" cy="1033891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dash"/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원호 49">
            <a:extLst>
              <a:ext uri="{FF2B5EF4-FFF2-40B4-BE49-F238E27FC236}">
                <a16:creationId xmlns:a16="http://schemas.microsoft.com/office/drawing/2014/main" id="{D20048D4-EF82-47E4-9B6A-02AC476A09CA}"/>
              </a:ext>
            </a:extLst>
          </p:cNvPr>
          <p:cNvSpPr/>
          <p:nvPr/>
        </p:nvSpPr>
        <p:spPr>
          <a:xfrm>
            <a:off x="19438679" y="2835807"/>
            <a:ext cx="775810" cy="775810"/>
          </a:xfrm>
          <a:prstGeom prst="arc">
            <a:avLst>
              <a:gd name="adj1" fmla="val 16619005"/>
              <a:gd name="adj2" fmla="val 659265"/>
            </a:avLst>
          </a:prstGeom>
          <a:ln>
            <a:solidFill>
              <a:schemeClr val="bg1">
                <a:lumMod val="50000"/>
              </a:schemeClr>
            </a:solidFill>
            <a:prstDash val="dash"/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A63BD55E-E8C8-4E47-90E3-A5EB5A195C83}"/>
              </a:ext>
            </a:extLst>
          </p:cNvPr>
          <p:cNvCxnSpPr>
            <a:cxnSpLocks/>
          </p:cNvCxnSpPr>
          <p:nvPr/>
        </p:nvCxnSpPr>
        <p:spPr>
          <a:xfrm flipV="1">
            <a:off x="20304996" y="2969371"/>
            <a:ext cx="584851" cy="308751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dash"/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TextBox 51">
            <a:extLst>
              <a:ext uri="{FF2B5EF4-FFF2-40B4-BE49-F238E27FC236}">
                <a16:creationId xmlns:a16="http://schemas.microsoft.com/office/drawing/2014/main" id="{AB83E5FA-A987-4CEA-B8AC-3FE23D1169B3}"/>
              </a:ext>
            </a:extLst>
          </p:cNvPr>
          <p:cNvSpPr txBox="1"/>
          <p:nvPr/>
        </p:nvSpPr>
        <p:spPr>
          <a:xfrm>
            <a:off x="21583729" y="2468785"/>
            <a:ext cx="35907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목표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1F4FFC52-8886-47F1-BBB4-525C1FD181EB}"/>
              </a:ext>
            </a:extLst>
          </p:cNvPr>
          <p:cNvSpPr txBox="1"/>
          <p:nvPr/>
        </p:nvSpPr>
        <p:spPr>
          <a:xfrm>
            <a:off x="21365739" y="3937665"/>
            <a:ext cx="35907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현실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55FF0B90-C4CD-4809-BEBD-F7DA5ED68F79}"/>
              </a:ext>
            </a:extLst>
          </p:cNvPr>
          <p:cNvSpPr txBox="1"/>
          <p:nvPr/>
        </p:nvSpPr>
        <p:spPr>
          <a:xfrm>
            <a:off x="16347753" y="7111070"/>
            <a:ext cx="1518441" cy="224178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NanumGothic" panose="020D0604000000000000"/>
              </a:rPr>
              <a:t>목표를 업무에 반영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679112AC-D995-4B73-81AC-E2F1F301360B}"/>
              </a:ext>
            </a:extLst>
          </p:cNvPr>
          <p:cNvSpPr txBox="1"/>
          <p:nvPr/>
        </p:nvSpPr>
        <p:spPr>
          <a:xfrm>
            <a:off x="18122577" y="7111070"/>
            <a:ext cx="1518441" cy="224178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NanumGothic" panose="020D0604000000000000"/>
              </a:rPr>
              <a:t>개선을 위한 발상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4C9CD007-AF89-4800-B9C0-F606EAC1228E}"/>
              </a:ext>
            </a:extLst>
          </p:cNvPr>
          <p:cNvSpPr txBox="1"/>
          <p:nvPr/>
        </p:nvSpPr>
        <p:spPr>
          <a:xfrm>
            <a:off x="19972112" y="7111070"/>
            <a:ext cx="1518441" cy="224178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NanumGothic" panose="020D0604000000000000"/>
              </a:rPr>
              <a:t>생각 정리 툴</a:t>
            </a:r>
          </a:p>
        </p:txBody>
      </p:sp>
      <p:cxnSp>
        <p:nvCxnSpPr>
          <p:cNvPr id="57" name="연결선: 꺾임 56">
            <a:extLst>
              <a:ext uri="{FF2B5EF4-FFF2-40B4-BE49-F238E27FC236}">
                <a16:creationId xmlns:a16="http://schemas.microsoft.com/office/drawing/2014/main" id="{07EB6664-7DA8-4E22-8279-77E2ED1FD127}"/>
              </a:ext>
            </a:extLst>
          </p:cNvPr>
          <p:cNvCxnSpPr>
            <a:cxnSpLocks/>
            <a:stCxn id="29" idx="2"/>
            <a:endCxn id="26" idx="2"/>
          </p:cNvCxnSpPr>
          <p:nvPr/>
        </p:nvCxnSpPr>
        <p:spPr>
          <a:xfrm rot="5400000">
            <a:off x="18891847" y="6795209"/>
            <a:ext cx="17856" cy="5116411"/>
          </a:xfrm>
          <a:prstGeom prst="bentConnector3">
            <a:avLst>
              <a:gd name="adj1" fmla="val 1800000"/>
            </a:avLst>
          </a:prstGeom>
          <a:ln>
            <a:solidFill>
              <a:schemeClr val="bg1">
                <a:lumMod val="50000"/>
              </a:schemeClr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57">
            <a:extLst>
              <a:ext uri="{FF2B5EF4-FFF2-40B4-BE49-F238E27FC236}">
                <a16:creationId xmlns:a16="http://schemas.microsoft.com/office/drawing/2014/main" id="{11217578-A368-47FC-BFCA-69B96EF014D2}"/>
              </a:ext>
            </a:extLst>
          </p:cNvPr>
          <p:cNvSpPr txBox="1"/>
          <p:nvPr/>
        </p:nvSpPr>
        <p:spPr>
          <a:xfrm>
            <a:off x="17875179" y="9790592"/>
            <a:ext cx="2008040" cy="19269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1265">
                <a:latin typeface="나눔고딕" panose="020D0604000000000000" pitchFamily="50" charset="-127"/>
                <a:ea typeface="NanumGothic" panose="020D0604000000000000"/>
              </a:rPr>
              <a:t>정리된 생각을 목표에 반영</a:t>
            </a:r>
            <a:endParaRPr lang="ko-KR" altLang="en-US" sz="1265" dirty="0">
              <a:latin typeface="나눔고딕" panose="020D0604000000000000" pitchFamily="50" charset="-127"/>
              <a:ea typeface="NanumGothic" panose="020D0604000000000000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C2920303-5EBD-424E-B138-2EE506EB4ABE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B22CDC83-735A-4FB8-A68B-F162B9F9AC55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1" name="그림 60" descr="캘린더 인덱스">
            <a:hlinkClick r:id="rId5" action="ppaction://hlinksldjump"/>
            <a:extLst>
              <a:ext uri="{FF2B5EF4-FFF2-40B4-BE49-F238E27FC236}">
                <a16:creationId xmlns:a16="http://schemas.microsoft.com/office/drawing/2014/main" id="{5F1AD95C-00FD-4DB4-912E-AA5A7F45E393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62" name="직사각형 61" descr="목표 설정">
            <a:hlinkClick r:id="rId7" action="ppaction://hlinksldjump"/>
            <a:extLst>
              <a:ext uri="{FF2B5EF4-FFF2-40B4-BE49-F238E27FC236}">
                <a16:creationId xmlns:a16="http://schemas.microsoft.com/office/drawing/2014/main" id="{D0AA4CD2-FE2A-417A-B4D7-5459950889E9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63" name="직사각형 62">
            <a:hlinkClick r:id="rId8" action="ppaction://hlinksldjump"/>
            <a:extLst>
              <a:ext uri="{FF2B5EF4-FFF2-40B4-BE49-F238E27FC236}">
                <a16:creationId xmlns:a16="http://schemas.microsoft.com/office/drawing/2014/main" id="{EBDCACAD-AAB8-4632-8BAF-8FA1CBF4DEB7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64" name="직사각형 63" descr="목표 설정">
            <a:hlinkClick r:id="rId9" action="ppaction://hlinksldjump"/>
            <a:extLst>
              <a:ext uri="{FF2B5EF4-FFF2-40B4-BE49-F238E27FC236}">
                <a16:creationId xmlns:a16="http://schemas.microsoft.com/office/drawing/2014/main" id="{D2AC64F9-444B-4D69-A54E-63247E8236A8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65" name="직사각형 64" descr="목표 설정">
            <a:hlinkClick r:id="rId9" action="ppaction://hlinksldjump"/>
            <a:extLst>
              <a:ext uri="{FF2B5EF4-FFF2-40B4-BE49-F238E27FC236}">
                <a16:creationId xmlns:a16="http://schemas.microsoft.com/office/drawing/2014/main" id="{FB6A3B0B-15BF-4136-9252-B2C92EC7F36C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66" name="직사각형 65" descr="목표 설정">
            <a:hlinkClick r:id="rId9" action="ppaction://hlinksldjump"/>
            <a:extLst>
              <a:ext uri="{FF2B5EF4-FFF2-40B4-BE49-F238E27FC236}">
                <a16:creationId xmlns:a16="http://schemas.microsoft.com/office/drawing/2014/main" id="{280A8B4D-F532-4232-92D7-5C8C180EF58D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A7EAC8EC-6FE5-4DC1-B8BD-8626615C0066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목차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22B77A76-8A38-4F96-9D76-FB41CDAD25B8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목표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77D85F13-AF5C-4491-85BC-45CCCFE49C93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0D366B86-E123-498E-A677-730C99875E6C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B760463D-34D0-4188-86FB-F3C62F6745F7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아이디어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82E98259-0594-4606-A184-2D7D116FF1F1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/>
              </a:rPr>
              <a:t>캔버스</a:t>
            </a:r>
          </a:p>
        </p:txBody>
      </p: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3079BAC5-8CCF-41B0-A0D5-8FC4C4CE6F98}"/>
              </a:ext>
            </a:extLst>
          </p:cNvPr>
          <p:cNvCxnSpPr>
            <a:cxnSpLocks/>
          </p:cNvCxnSpPr>
          <p:nvPr/>
        </p:nvCxnSpPr>
        <p:spPr>
          <a:xfrm>
            <a:off x="16755037" y="6767099"/>
            <a:ext cx="2044655" cy="0"/>
          </a:xfrm>
          <a:prstGeom prst="line">
            <a:avLst/>
          </a:prstGeom>
          <a:ln w="38100">
            <a:solidFill>
              <a:schemeClr val="bg1">
                <a:lumMod val="50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0789E121-4516-47CC-97E0-214CFB937ED3}"/>
              </a:ext>
            </a:extLst>
          </p:cNvPr>
          <p:cNvCxnSpPr>
            <a:cxnSpLocks/>
          </p:cNvCxnSpPr>
          <p:nvPr/>
        </p:nvCxnSpPr>
        <p:spPr>
          <a:xfrm>
            <a:off x="18949414" y="6767099"/>
            <a:ext cx="1741419" cy="0"/>
          </a:xfrm>
          <a:prstGeom prst="line">
            <a:avLst/>
          </a:prstGeom>
          <a:ln w="38100">
            <a:solidFill>
              <a:schemeClr val="bg1">
                <a:lumMod val="50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TextBox 79">
            <a:extLst>
              <a:ext uri="{FF2B5EF4-FFF2-40B4-BE49-F238E27FC236}">
                <a16:creationId xmlns:a16="http://schemas.microsoft.com/office/drawing/2014/main" id="{770F315F-F31B-4000-80DB-711B3F050FBA}"/>
              </a:ext>
            </a:extLst>
          </p:cNvPr>
          <p:cNvSpPr txBox="1"/>
          <p:nvPr/>
        </p:nvSpPr>
        <p:spPr>
          <a:xfrm>
            <a:off x="17069950" y="6459074"/>
            <a:ext cx="1518441" cy="224178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en-US" altLang="ko-KR" b="1" dirty="0">
                <a:latin typeface="나눔고딕" panose="020D0604000000000000" pitchFamily="50" charset="-127"/>
                <a:ea typeface="NanumGothic" panose="020D0604000000000000"/>
              </a:rPr>
              <a:t>Plan</a:t>
            </a:r>
            <a:endParaRPr lang="ko-KR" altLang="en-US" b="1" dirty="0"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4B77B9F7-EBA8-41F3-9217-9008E5D498E6}"/>
              </a:ext>
            </a:extLst>
          </p:cNvPr>
          <p:cNvSpPr txBox="1"/>
          <p:nvPr/>
        </p:nvSpPr>
        <p:spPr>
          <a:xfrm>
            <a:off x="19054542" y="6459074"/>
            <a:ext cx="1518441" cy="224178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en-US" altLang="ko-KR" b="1" dirty="0">
                <a:latin typeface="나눔고딕" panose="020D0604000000000000" pitchFamily="50" charset="-127"/>
                <a:ea typeface="NanumGothic" panose="020D0604000000000000"/>
              </a:rPr>
              <a:t>Do</a:t>
            </a:r>
            <a:endParaRPr lang="ko-KR" altLang="en-US" b="1" dirty="0">
              <a:latin typeface="나눔고딕" panose="020D0604000000000000" pitchFamily="50" charset="-127"/>
              <a:ea typeface="NanumGothic" panose="020D0604000000000000"/>
            </a:endParaRPr>
          </a:p>
        </p:txBody>
      </p:sp>
      <p:cxnSp>
        <p:nvCxnSpPr>
          <p:cNvPr id="82" name="직선 연결선 81">
            <a:extLst>
              <a:ext uri="{FF2B5EF4-FFF2-40B4-BE49-F238E27FC236}">
                <a16:creationId xmlns:a16="http://schemas.microsoft.com/office/drawing/2014/main" id="{02D4CDD3-9012-484B-8880-90410E11B6C0}"/>
              </a:ext>
            </a:extLst>
          </p:cNvPr>
          <p:cNvCxnSpPr>
            <a:cxnSpLocks/>
          </p:cNvCxnSpPr>
          <p:nvPr/>
        </p:nvCxnSpPr>
        <p:spPr>
          <a:xfrm>
            <a:off x="17911908" y="10320647"/>
            <a:ext cx="2044655" cy="0"/>
          </a:xfrm>
          <a:prstGeom prst="line">
            <a:avLst/>
          </a:prstGeom>
          <a:ln w="38100">
            <a:solidFill>
              <a:schemeClr val="bg1">
                <a:lumMod val="50000"/>
              </a:schemeClr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82">
            <a:extLst>
              <a:ext uri="{FF2B5EF4-FFF2-40B4-BE49-F238E27FC236}">
                <a16:creationId xmlns:a16="http://schemas.microsoft.com/office/drawing/2014/main" id="{02DFB9B2-A9E9-4279-B7C4-CBBB303EEE0C}"/>
              </a:ext>
            </a:extLst>
          </p:cNvPr>
          <p:cNvSpPr txBox="1"/>
          <p:nvPr/>
        </p:nvSpPr>
        <p:spPr>
          <a:xfrm>
            <a:off x="18226821" y="10352058"/>
            <a:ext cx="1518441" cy="224178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>
            <a:defPPr>
              <a:defRPr lang="en-US"/>
            </a:defPPr>
            <a:lvl1pPr algn="ctr">
              <a:defRPr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dirty="0">
                <a:ea typeface="NanumGothic" panose="020D0604000000000000"/>
              </a:rPr>
              <a:t>See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C2CD013F-3627-4BFC-9C9D-3E070180D194}"/>
              </a:ext>
            </a:extLst>
          </p:cNvPr>
          <p:cNvSpPr txBox="1"/>
          <p:nvPr/>
        </p:nvSpPr>
        <p:spPr>
          <a:xfrm>
            <a:off x="15963998" y="4875781"/>
            <a:ext cx="448520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Plan: 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현실과 이상의 차이</a:t>
            </a:r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(Gap)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를 극복 하기</a:t>
            </a:r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 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위한 목표 수립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A161405-D84C-437E-8F5B-8D2E6EEF6A16}"/>
              </a:ext>
            </a:extLst>
          </p:cNvPr>
          <p:cNvSpPr txBox="1"/>
          <p:nvPr/>
        </p:nvSpPr>
        <p:spPr>
          <a:xfrm>
            <a:off x="15963998" y="5304896"/>
            <a:ext cx="533684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Do: 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목표를 달성하기 위한 치밀할 실행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49A62B9E-809E-455C-8522-75579597CC3C}"/>
              </a:ext>
            </a:extLst>
          </p:cNvPr>
          <p:cNvSpPr txBox="1"/>
          <p:nvPr/>
        </p:nvSpPr>
        <p:spPr>
          <a:xfrm>
            <a:off x="15963998" y="5734010"/>
            <a:ext cx="3170740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See: 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지속적인 점검과 목표와 실행에 반영</a:t>
            </a:r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 </a:t>
            </a:r>
            <a:endParaRPr lang="ko-KR" altLang="en-US" sz="1400" dirty="0">
              <a:latin typeface="나눔고딕" panose="020D0604000000000000" pitchFamily="50" charset="-127"/>
              <a:ea typeface="NanumGothic" panose="020D0604000000000000"/>
            </a:endParaRP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9F8E6BDE-2424-4DEB-AC75-7B4089F14601}"/>
              </a:ext>
            </a:extLst>
          </p:cNvPr>
          <p:cNvGrpSpPr/>
          <p:nvPr/>
        </p:nvGrpSpPr>
        <p:grpSpPr>
          <a:xfrm>
            <a:off x="19331950" y="3020656"/>
            <a:ext cx="658517" cy="637091"/>
            <a:chOff x="18957663" y="2433496"/>
            <a:chExt cx="658517" cy="637091"/>
          </a:xfrm>
        </p:grpSpPr>
        <p:sp>
          <p:nvSpPr>
            <p:cNvPr id="95" name="원호 94">
              <a:extLst>
                <a:ext uri="{FF2B5EF4-FFF2-40B4-BE49-F238E27FC236}">
                  <a16:creationId xmlns:a16="http://schemas.microsoft.com/office/drawing/2014/main" id="{C9289F3F-DF0C-42E2-9B1B-8CAC11C44294}"/>
                </a:ext>
              </a:extLst>
            </p:cNvPr>
            <p:cNvSpPr/>
            <p:nvPr/>
          </p:nvSpPr>
          <p:spPr>
            <a:xfrm>
              <a:off x="18980150" y="2459886"/>
              <a:ext cx="594146" cy="594144"/>
            </a:xfrm>
            <a:prstGeom prst="arc">
              <a:avLst>
                <a:gd name="adj1" fmla="val 11492103"/>
                <a:gd name="adj2" fmla="val 16947214"/>
              </a:avLst>
            </a:prstGeom>
            <a:ln>
              <a:solidFill>
                <a:schemeClr val="bg1">
                  <a:lumMod val="50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latin typeface="NanumGothic" panose="020D0604000000000000" pitchFamily="34" charset="-127"/>
                <a:ea typeface="NanumGothic" panose="020D0604000000000000"/>
              </a:endParaRPr>
            </a:p>
          </p:txBody>
        </p:sp>
        <p:sp>
          <p:nvSpPr>
            <p:cNvPr id="96" name="원호 95">
              <a:extLst>
                <a:ext uri="{FF2B5EF4-FFF2-40B4-BE49-F238E27FC236}">
                  <a16:creationId xmlns:a16="http://schemas.microsoft.com/office/drawing/2014/main" id="{B8DB61D7-78B8-428E-A0D9-AD1C7BF761B1}"/>
                </a:ext>
              </a:extLst>
            </p:cNvPr>
            <p:cNvSpPr/>
            <p:nvPr/>
          </p:nvSpPr>
          <p:spPr>
            <a:xfrm>
              <a:off x="18980150" y="2459886"/>
              <a:ext cx="594146" cy="594144"/>
            </a:xfrm>
            <a:prstGeom prst="arc">
              <a:avLst>
                <a:gd name="adj1" fmla="val 18434628"/>
                <a:gd name="adj2" fmla="val 1736051"/>
              </a:avLst>
            </a:prstGeom>
            <a:ln>
              <a:solidFill>
                <a:schemeClr val="bg1">
                  <a:lumMod val="50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latin typeface="NanumGothic" panose="020D0604000000000000" pitchFamily="34" charset="-127"/>
                <a:ea typeface="NanumGothic" panose="020D0604000000000000"/>
              </a:endParaRPr>
            </a:p>
          </p:txBody>
        </p:sp>
        <p:sp>
          <p:nvSpPr>
            <p:cNvPr id="97" name="원호 96">
              <a:extLst>
                <a:ext uri="{FF2B5EF4-FFF2-40B4-BE49-F238E27FC236}">
                  <a16:creationId xmlns:a16="http://schemas.microsoft.com/office/drawing/2014/main" id="{E73B14B3-75C1-43F5-B561-7DAB7277A96B}"/>
                </a:ext>
              </a:extLst>
            </p:cNvPr>
            <p:cNvSpPr/>
            <p:nvPr/>
          </p:nvSpPr>
          <p:spPr>
            <a:xfrm>
              <a:off x="18980150" y="2459886"/>
              <a:ext cx="594146" cy="594144"/>
            </a:xfrm>
            <a:prstGeom prst="arc">
              <a:avLst>
                <a:gd name="adj1" fmla="val 3738043"/>
                <a:gd name="adj2" fmla="val 9771160"/>
              </a:avLst>
            </a:prstGeom>
            <a:ln>
              <a:solidFill>
                <a:schemeClr val="bg1">
                  <a:lumMod val="50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latin typeface="NanumGothic" panose="020D0604000000000000" pitchFamily="34" charset="-127"/>
                <a:ea typeface="NanumGothic" panose="020D0604000000000000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4C29C177-26D3-4298-8FB6-1311A00285E6}"/>
                </a:ext>
              </a:extLst>
            </p:cNvPr>
            <p:cNvSpPr txBox="1"/>
            <p:nvPr/>
          </p:nvSpPr>
          <p:spPr>
            <a:xfrm>
              <a:off x="19340190" y="2433496"/>
              <a:ext cx="246863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altLang="ko-KR" sz="1000" dirty="0">
                  <a:latin typeface="나눔고딕" panose="020D0604000000000000" pitchFamily="50" charset="-127"/>
                  <a:ea typeface="NanumGothic" panose="020D0604000000000000"/>
                </a:rPr>
                <a:t>Plan</a:t>
              </a:r>
              <a:endParaRPr lang="ko-KR" altLang="en-US" sz="1000" dirty="0">
                <a:latin typeface="나눔고딕" panose="020D0604000000000000" pitchFamily="50" charset="-127"/>
                <a:ea typeface="NanumGothic" panose="020D0604000000000000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2088394A-8B41-444C-B4B7-04059B65E532}"/>
                </a:ext>
              </a:extLst>
            </p:cNvPr>
            <p:cNvSpPr txBox="1"/>
            <p:nvPr/>
          </p:nvSpPr>
          <p:spPr>
            <a:xfrm>
              <a:off x="19447864" y="2916699"/>
              <a:ext cx="1683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altLang="ko-KR" sz="1000" dirty="0">
                  <a:latin typeface="나눔고딕" panose="020D0604000000000000" pitchFamily="50" charset="-127"/>
                  <a:ea typeface="NanumGothic" panose="020D0604000000000000"/>
                </a:rPr>
                <a:t>Do</a:t>
              </a:r>
              <a:endParaRPr lang="ko-KR" altLang="en-US" sz="1000" dirty="0">
                <a:latin typeface="나눔고딕" panose="020D0604000000000000" pitchFamily="50" charset="-127"/>
                <a:ea typeface="NanumGothic" panose="020D0604000000000000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079CA-D5B1-4409-ABEF-55D350F59616}"/>
                </a:ext>
              </a:extLst>
            </p:cNvPr>
            <p:cNvSpPr txBox="1"/>
            <p:nvPr/>
          </p:nvSpPr>
          <p:spPr>
            <a:xfrm>
              <a:off x="18957663" y="2688856"/>
              <a:ext cx="206788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altLang="ko-KR" sz="1000" dirty="0">
                  <a:latin typeface="나눔고딕" panose="020D0604000000000000" pitchFamily="50" charset="-127"/>
                  <a:ea typeface="NanumGothic" panose="020D0604000000000000"/>
                </a:rPr>
                <a:t>See</a:t>
              </a:r>
              <a:endParaRPr lang="ko-KR" altLang="en-US" sz="1000" dirty="0">
                <a:latin typeface="나눔고딕" panose="020D0604000000000000" pitchFamily="50" charset="-127"/>
                <a:ea typeface="NanumGothic" panose="020D0604000000000000"/>
              </a:endParaRPr>
            </a:p>
          </p:txBody>
        </p:sp>
      </p:grpSp>
      <p:sp>
        <p:nvSpPr>
          <p:cNvPr id="104" name="TextBox 103">
            <a:extLst>
              <a:ext uri="{FF2B5EF4-FFF2-40B4-BE49-F238E27FC236}">
                <a16:creationId xmlns:a16="http://schemas.microsoft.com/office/drawing/2014/main" id="{4C68BE9C-7A1D-4CD2-B493-202FE9D1C6B6}"/>
              </a:ext>
            </a:extLst>
          </p:cNvPr>
          <p:cNvSpPr txBox="1"/>
          <p:nvPr/>
        </p:nvSpPr>
        <p:spPr>
          <a:xfrm>
            <a:off x="21365737" y="2946834"/>
            <a:ext cx="35907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이상</a:t>
            </a:r>
          </a:p>
        </p:txBody>
      </p: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85B0D1C9-A5DB-4846-B296-B1E3004FF1BC}"/>
              </a:ext>
            </a:extLst>
          </p:cNvPr>
          <p:cNvGrpSpPr/>
          <p:nvPr/>
        </p:nvGrpSpPr>
        <p:grpSpPr>
          <a:xfrm>
            <a:off x="17238072" y="2410052"/>
            <a:ext cx="597821" cy="597821"/>
            <a:chOff x="16599639" y="1984914"/>
            <a:chExt cx="1520674" cy="1520674"/>
          </a:xfrm>
        </p:grpSpPr>
        <p:sp>
          <p:nvSpPr>
            <p:cNvPr id="106" name="원호 105">
              <a:extLst>
                <a:ext uri="{FF2B5EF4-FFF2-40B4-BE49-F238E27FC236}">
                  <a16:creationId xmlns:a16="http://schemas.microsoft.com/office/drawing/2014/main" id="{E3765CB8-D1B6-4B63-86DB-E9925E1CE8E5}"/>
                </a:ext>
              </a:extLst>
            </p:cNvPr>
            <p:cNvSpPr/>
            <p:nvPr/>
          </p:nvSpPr>
          <p:spPr>
            <a:xfrm>
              <a:off x="16599639" y="1984914"/>
              <a:ext cx="1520674" cy="1520674"/>
            </a:xfrm>
            <a:prstGeom prst="arc">
              <a:avLst>
                <a:gd name="adj1" fmla="val 11492103"/>
                <a:gd name="adj2" fmla="val 16947214"/>
              </a:avLst>
            </a:prstGeom>
            <a:ln w="3175">
              <a:solidFill>
                <a:schemeClr val="bg1">
                  <a:lumMod val="50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  <a:ea typeface="NanumGothic" panose="020D0604000000000000"/>
              </a:endParaRPr>
            </a:p>
          </p:txBody>
        </p:sp>
        <p:sp>
          <p:nvSpPr>
            <p:cNvPr id="107" name="원호 106">
              <a:extLst>
                <a:ext uri="{FF2B5EF4-FFF2-40B4-BE49-F238E27FC236}">
                  <a16:creationId xmlns:a16="http://schemas.microsoft.com/office/drawing/2014/main" id="{40BA04A6-AE40-4A8C-91AE-A944A5F7408F}"/>
                </a:ext>
              </a:extLst>
            </p:cNvPr>
            <p:cNvSpPr/>
            <p:nvPr/>
          </p:nvSpPr>
          <p:spPr>
            <a:xfrm>
              <a:off x="16599639" y="1984914"/>
              <a:ext cx="1520674" cy="1520674"/>
            </a:xfrm>
            <a:prstGeom prst="arc">
              <a:avLst>
                <a:gd name="adj1" fmla="val 18434628"/>
                <a:gd name="adj2" fmla="val 1736051"/>
              </a:avLst>
            </a:prstGeom>
            <a:ln w="3175">
              <a:solidFill>
                <a:schemeClr val="bg1">
                  <a:lumMod val="50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  <a:ea typeface="NanumGothic" panose="020D0604000000000000"/>
              </a:endParaRPr>
            </a:p>
          </p:txBody>
        </p:sp>
        <p:sp>
          <p:nvSpPr>
            <p:cNvPr id="108" name="원호 107">
              <a:extLst>
                <a:ext uri="{FF2B5EF4-FFF2-40B4-BE49-F238E27FC236}">
                  <a16:creationId xmlns:a16="http://schemas.microsoft.com/office/drawing/2014/main" id="{859854B8-581E-4ED8-A1C1-6B7CBCE01486}"/>
                </a:ext>
              </a:extLst>
            </p:cNvPr>
            <p:cNvSpPr/>
            <p:nvPr/>
          </p:nvSpPr>
          <p:spPr>
            <a:xfrm>
              <a:off x="16599639" y="1984914"/>
              <a:ext cx="1520674" cy="1520674"/>
            </a:xfrm>
            <a:prstGeom prst="arc">
              <a:avLst>
                <a:gd name="adj1" fmla="val 3738043"/>
                <a:gd name="adj2" fmla="val 9771160"/>
              </a:avLst>
            </a:prstGeom>
            <a:ln w="3175">
              <a:solidFill>
                <a:schemeClr val="bg1">
                  <a:lumMod val="50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  <a:ea typeface="NanumGothic" panose="020D0604000000000000"/>
              </a:endParaRPr>
            </a:p>
          </p:txBody>
        </p:sp>
      </p:grp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AA4BCB6B-2ED7-4DC3-810B-19BCACAB13B3}"/>
              </a:ext>
            </a:extLst>
          </p:cNvPr>
          <p:cNvGrpSpPr/>
          <p:nvPr/>
        </p:nvGrpSpPr>
        <p:grpSpPr>
          <a:xfrm>
            <a:off x="17458813" y="3628204"/>
            <a:ext cx="597821" cy="597821"/>
            <a:chOff x="16599639" y="1984914"/>
            <a:chExt cx="1520674" cy="1520674"/>
          </a:xfrm>
        </p:grpSpPr>
        <p:sp>
          <p:nvSpPr>
            <p:cNvPr id="111" name="원호 110">
              <a:extLst>
                <a:ext uri="{FF2B5EF4-FFF2-40B4-BE49-F238E27FC236}">
                  <a16:creationId xmlns:a16="http://schemas.microsoft.com/office/drawing/2014/main" id="{0E28AE6B-221C-4C19-AF12-92B404610BFC}"/>
                </a:ext>
              </a:extLst>
            </p:cNvPr>
            <p:cNvSpPr/>
            <p:nvPr/>
          </p:nvSpPr>
          <p:spPr>
            <a:xfrm>
              <a:off x="16599639" y="1984914"/>
              <a:ext cx="1520674" cy="1520674"/>
            </a:xfrm>
            <a:prstGeom prst="arc">
              <a:avLst>
                <a:gd name="adj1" fmla="val 11492103"/>
                <a:gd name="adj2" fmla="val 16947214"/>
              </a:avLst>
            </a:prstGeom>
            <a:ln w="3175">
              <a:solidFill>
                <a:schemeClr val="bg1">
                  <a:lumMod val="50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  <a:ea typeface="NanumGothic" panose="020D0604000000000000"/>
              </a:endParaRPr>
            </a:p>
          </p:txBody>
        </p:sp>
        <p:sp>
          <p:nvSpPr>
            <p:cNvPr id="112" name="원호 111">
              <a:extLst>
                <a:ext uri="{FF2B5EF4-FFF2-40B4-BE49-F238E27FC236}">
                  <a16:creationId xmlns:a16="http://schemas.microsoft.com/office/drawing/2014/main" id="{6CE178E8-97EE-4FD7-BA57-05990E9788AA}"/>
                </a:ext>
              </a:extLst>
            </p:cNvPr>
            <p:cNvSpPr/>
            <p:nvPr/>
          </p:nvSpPr>
          <p:spPr>
            <a:xfrm>
              <a:off x="16599639" y="1984914"/>
              <a:ext cx="1520674" cy="1520674"/>
            </a:xfrm>
            <a:prstGeom prst="arc">
              <a:avLst>
                <a:gd name="adj1" fmla="val 18434628"/>
                <a:gd name="adj2" fmla="val 1736051"/>
              </a:avLst>
            </a:prstGeom>
            <a:ln w="3175">
              <a:solidFill>
                <a:schemeClr val="bg1">
                  <a:lumMod val="50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  <a:ea typeface="NanumGothic" panose="020D0604000000000000"/>
              </a:endParaRPr>
            </a:p>
          </p:txBody>
        </p:sp>
        <p:sp>
          <p:nvSpPr>
            <p:cNvPr id="113" name="원호 112">
              <a:extLst>
                <a:ext uri="{FF2B5EF4-FFF2-40B4-BE49-F238E27FC236}">
                  <a16:creationId xmlns:a16="http://schemas.microsoft.com/office/drawing/2014/main" id="{3738CCD4-1E9A-4641-BC38-7F4E86F480B6}"/>
                </a:ext>
              </a:extLst>
            </p:cNvPr>
            <p:cNvSpPr/>
            <p:nvPr/>
          </p:nvSpPr>
          <p:spPr>
            <a:xfrm>
              <a:off x="16599639" y="1984914"/>
              <a:ext cx="1520674" cy="1520674"/>
            </a:xfrm>
            <a:prstGeom prst="arc">
              <a:avLst>
                <a:gd name="adj1" fmla="val 3738043"/>
                <a:gd name="adj2" fmla="val 9771160"/>
              </a:avLst>
            </a:prstGeom>
            <a:ln w="3175">
              <a:solidFill>
                <a:schemeClr val="bg1">
                  <a:lumMod val="50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  <a:ea typeface="NanumGothic" panose="020D0604000000000000"/>
              </a:endParaRPr>
            </a:p>
          </p:txBody>
        </p:sp>
      </p:grp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67AD34C4-9F19-4CB4-B55E-B99C84B17769}"/>
              </a:ext>
            </a:extLst>
          </p:cNvPr>
          <p:cNvGrpSpPr/>
          <p:nvPr/>
        </p:nvGrpSpPr>
        <p:grpSpPr>
          <a:xfrm>
            <a:off x="16193217" y="3187251"/>
            <a:ext cx="597821" cy="597821"/>
            <a:chOff x="16599639" y="1984914"/>
            <a:chExt cx="1520674" cy="1520674"/>
          </a:xfrm>
        </p:grpSpPr>
        <p:sp>
          <p:nvSpPr>
            <p:cNvPr id="115" name="원호 114">
              <a:extLst>
                <a:ext uri="{FF2B5EF4-FFF2-40B4-BE49-F238E27FC236}">
                  <a16:creationId xmlns:a16="http://schemas.microsoft.com/office/drawing/2014/main" id="{0B649225-C178-4141-9243-256F7C98AADA}"/>
                </a:ext>
              </a:extLst>
            </p:cNvPr>
            <p:cNvSpPr/>
            <p:nvPr/>
          </p:nvSpPr>
          <p:spPr>
            <a:xfrm>
              <a:off x="16599639" y="1984914"/>
              <a:ext cx="1520674" cy="1520674"/>
            </a:xfrm>
            <a:prstGeom prst="arc">
              <a:avLst>
                <a:gd name="adj1" fmla="val 11492103"/>
                <a:gd name="adj2" fmla="val 16947214"/>
              </a:avLst>
            </a:prstGeom>
            <a:ln w="3175">
              <a:solidFill>
                <a:schemeClr val="bg1">
                  <a:lumMod val="50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  <a:ea typeface="NanumGothic" panose="020D0604000000000000"/>
              </a:endParaRPr>
            </a:p>
          </p:txBody>
        </p:sp>
        <p:sp>
          <p:nvSpPr>
            <p:cNvPr id="116" name="원호 115">
              <a:extLst>
                <a:ext uri="{FF2B5EF4-FFF2-40B4-BE49-F238E27FC236}">
                  <a16:creationId xmlns:a16="http://schemas.microsoft.com/office/drawing/2014/main" id="{EB4DFF92-F256-4FAF-A466-8DA38A6C9C90}"/>
                </a:ext>
              </a:extLst>
            </p:cNvPr>
            <p:cNvSpPr/>
            <p:nvPr/>
          </p:nvSpPr>
          <p:spPr>
            <a:xfrm>
              <a:off x="16599639" y="1984914"/>
              <a:ext cx="1520674" cy="1520674"/>
            </a:xfrm>
            <a:prstGeom prst="arc">
              <a:avLst>
                <a:gd name="adj1" fmla="val 18434628"/>
                <a:gd name="adj2" fmla="val 1736051"/>
              </a:avLst>
            </a:prstGeom>
            <a:ln w="3175">
              <a:solidFill>
                <a:schemeClr val="bg1">
                  <a:lumMod val="50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  <a:ea typeface="NanumGothic" panose="020D0604000000000000"/>
              </a:endParaRPr>
            </a:p>
          </p:txBody>
        </p:sp>
        <p:sp>
          <p:nvSpPr>
            <p:cNvPr id="117" name="원호 116">
              <a:extLst>
                <a:ext uri="{FF2B5EF4-FFF2-40B4-BE49-F238E27FC236}">
                  <a16:creationId xmlns:a16="http://schemas.microsoft.com/office/drawing/2014/main" id="{DAAEFD53-F859-4C3C-8347-2F671B3A545E}"/>
                </a:ext>
              </a:extLst>
            </p:cNvPr>
            <p:cNvSpPr/>
            <p:nvPr/>
          </p:nvSpPr>
          <p:spPr>
            <a:xfrm>
              <a:off x="16599639" y="1984914"/>
              <a:ext cx="1520674" cy="1520674"/>
            </a:xfrm>
            <a:prstGeom prst="arc">
              <a:avLst>
                <a:gd name="adj1" fmla="val 3738043"/>
                <a:gd name="adj2" fmla="val 9771160"/>
              </a:avLst>
            </a:prstGeom>
            <a:ln w="3175">
              <a:solidFill>
                <a:schemeClr val="bg1">
                  <a:lumMod val="50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 dirty="0">
                <a:latin typeface="NanumGothic" panose="020D0604000000000000" pitchFamily="34" charset="-127"/>
                <a:ea typeface="NanumGothic" panose="020D0604000000000000"/>
              </a:endParaRPr>
            </a:p>
          </p:txBody>
        </p: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DE3BC0CA-2D4F-4A78-B31C-04687207A5EA}"/>
              </a:ext>
            </a:extLst>
          </p:cNvPr>
          <p:cNvSpPr txBox="1"/>
          <p:nvPr/>
        </p:nvSpPr>
        <p:spPr>
          <a:xfrm>
            <a:off x="17618954" y="2374473"/>
            <a:ext cx="80151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NanumGothic" panose="020D0604000000000000"/>
              </a:rPr>
              <a:t>P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E6460E42-5AE0-4437-B2DE-8B0E20650D3F}"/>
              </a:ext>
            </a:extLst>
          </p:cNvPr>
          <p:cNvSpPr txBox="1"/>
          <p:nvPr/>
        </p:nvSpPr>
        <p:spPr>
          <a:xfrm>
            <a:off x="17726282" y="2838580"/>
            <a:ext cx="100990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NanumGothic" panose="020D0604000000000000"/>
              </a:rPr>
              <a:t>D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4F2F162A-C336-4AD7-9D26-E8F7FC0FA74D}"/>
              </a:ext>
            </a:extLst>
          </p:cNvPr>
          <p:cNvSpPr txBox="1"/>
          <p:nvPr/>
        </p:nvSpPr>
        <p:spPr>
          <a:xfrm>
            <a:off x="17207631" y="2659744"/>
            <a:ext cx="7694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NanumGothic" panose="020D0604000000000000"/>
              </a:rPr>
              <a:t>S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C0AEC54D-CD83-444D-A7F0-EEA4023961E9}"/>
              </a:ext>
            </a:extLst>
          </p:cNvPr>
          <p:cNvSpPr txBox="1"/>
          <p:nvPr/>
        </p:nvSpPr>
        <p:spPr>
          <a:xfrm>
            <a:off x="17837171" y="3584062"/>
            <a:ext cx="80151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NanumGothic" panose="020D0604000000000000"/>
              </a:rPr>
              <a:t>P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5260F1DE-A125-4A43-81DE-A926E4B7F89B}"/>
              </a:ext>
            </a:extLst>
          </p:cNvPr>
          <p:cNvSpPr txBox="1"/>
          <p:nvPr/>
        </p:nvSpPr>
        <p:spPr>
          <a:xfrm>
            <a:off x="17939736" y="4043406"/>
            <a:ext cx="100990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NanumGothic" panose="020D0604000000000000"/>
              </a:rPr>
              <a:t>D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B0C87CEA-A46B-4188-A5EA-E96F661B8846}"/>
              </a:ext>
            </a:extLst>
          </p:cNvPr>
          <p:cNvSpPr txBox="1"/>
          <p:nvPr/>
        </p:nvSpPr>
        <p:spPr>
          <a:xfrm>
            <a:off x="17425848" y="3869333"/>
            <a:ext cx="7694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NanumGothic" panose="020D0604000000000000"/>
              </a:rPr>
              <a:t>S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E2936F62-9D07-4B21-8C4D-D7403FBB7E73}"/>
              </a:ext>
            </a:extLst>
          </p:cNvPr>
          <p:cNvSpPr txBox="1"/>
          <p:nvPr/>
        </p:nvSpPr>
        <p:spPr>
          <a:xfrm>
            <a:off x="16560416" y="3157080"/>
            <a:ext cx="80151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NanumGothic" panose="020D0604000000000000"/>
              </a:rPr>
              <a:t>P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E34BE7C0-717F-4A17-898A-0A0B04F0528D}"/>
              </a:ext>
            </a:extLst>
          </p:cNvPr>
          <p:cNvSpPr txBox="1"/>
          <p:nvPr/>
        </p:nvSpPr>
        <p:spPr>
          <a:xfrm>
            <a:off x="16662981" y="3616424"/>
            <a:ext cx="100990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NanumGothic" panose="020D0604000000000000"/>
              </a:rPr>
              <a:t>D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ADB97C44-F633-499C-844A-4BF38B9163D3}"/>
              </a:ext>
            </a:extLst>
          </p:cNvPr>
          <p:cNvSpPr txBox="1"/>
          <p:nvPr/>
        </p:nvSpPr>
        <p:spPr>
          <a:xfrm>
            <a:off x="16149093" y="3442351"/>
            <a:ext cx="7694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NanumGothic" panose="020D0604000000000000"/>
              </a:rPr>
              <a:t>S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0B40F2BE-10DA-4EFA-B4B2-613EBC2AE5FE}"/>
              </a:ext>
            </a:extLst>
          </p:cNvPr>
          <p:cNvSpPr/>
          <p:nvPr/>
        </p:nvSpPr>
        <p:spPr>
          <a:xfrm>
            <a:off x="15384403" y="6767099"/>
            <a:ext cx="7075519" cy="3565196"/>
          </a:xfrm>
          <a:prstGeom prst="rect">
            <a:avLst/>
          </a:prstGeom>
          <a:noFill/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NanumGothic" panose="020D0604000000000000" pitchFamily="34" charset="-127"/>
              <a:ea typeface="NanumGothic" panose="020D0604000000000000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ED4BE494-6CD0-4EB0-8983-60FD559D94F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4EFF4E08-AAAD-47DA-8B56-0D427CEAB93F}"/>
              </a:ext>
            </a:extLst>
          </p:cNvPr>
          <p:cNvSpPr txBox="1"/>
          <p:nvPr/>
        </p:nvSpPr>
        <p:spPr>
          <a:xfrm>
            <a:off x="7648558" y="555079"/>
            <a:ext cx="22813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■ </a:t>
            </a:r>
            <a:r>
              <a:rPr lang="ko-KR" altLang="en-US" sz="16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플래너를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다시 만들다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146A2699-C329-4BBF-91F7-BA6638B26E09}"/>
              </a:ext>
            </a:extLst>
          </p:cNvPr>
          <p:cNvSpPr txBox="1"/>
          <p:nvPr/>
        </p:nvSpPr>
        <p:spPr>
          <a:xfrm>
            <a:off x="15165435" y="555079"/>
            <a:ext cx="209384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■ </a:t>
            </a:r>
            <a:r>
              <a:rPr lang="ko-KR" altLang="en-US" sz="16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플래너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’</a:t>
            </a:r>
            <a:r>
              <a:rPr lang="ko-KR" altLang="en-US" sz="16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스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16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플래너는</a:t>
            </a:r>
            <a:endParaRPr lang="ko-KR" altLang="en-US" sz="16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1" name="자유형: 도형 120">
            <a:extLst>
              <a:ext uri="{FF2B5EF4-FFF2-40B4-BE49-F238E27FC236}">
                <a16:creationId xmlns:a16="http://schemas.microsoft.com/office/drawing/2014/main" id="{CD42BDC7-246A-475F-9441-A829CDC8CE32}"/>
              </a:ext>
            </a:extLst>
          </p:cNvPr>
          <p:cNvSpPr/>
          <p:nvPr/>
        </p:nvSpPr>
        <p:spPr>
          <a:xfrm flipH="1">
            <a:off x="19403902" y="3559887"/>
            <a:ext cx="145709" cy="346254"/>
          </a:xfrm>
          <a:custGeom>
            <a:avLst/>
            <a:gdLst>
              <a:gd name="connsiteX0" fmla="*/ 1879600 w 2552700"/>
              <a:gd name="connsiteY0" fmla="*/ 3288 h 6048488"/>
              <a:gd name="connsiteX1" fmla="*/ 1854200 w 2552700"/>
              <a:gd name="connsiteY1" fmla="*/ 66788 h 6048488"/>
              <a:gd name="connsiteX2" fmla="*/ 1841500 w 2552700"/>
              <a:gd name="connsiteY2" fmla="*/ 104888 h 6048488"/>
              <a:gd name="connsiteX3" fmla="*/ 1828800 w 2552700"/>
              <a:gd name="connsiteY3" fmla="*/ 282688 h 6048488"/>
              <a:gd name="connsiteX4" fmla="*/ 1841500 w 2552700"/>
              <a:gd name="connsiteY4" fmla="*/ 396988 h 6048488"/>
              <a:gd name="connsiteX5" fmla="*/ 1892300 w 2552700"/>
              <a:gd name="connsiteY5" fmla="*/ 485888 h 6048488"/>
              <a:gd name="connsiteX6" fmla="*/ 1943100 w 2552700"/>
              <a:gd name="connsiteY6" fmla="*/ 562088 h 6048488"/>
              <a:gd name="connsiteX7" fmla="*/ 1981200 w 2552700"/>
              <a:gd name="connsiteY7" fmla="*/ 638288 h 6048488"/>
              <a:gd name="connsiteX8" fmla="*/ 1993900 w 2552700"/>
              <a:gd name="connsiteY8" fmla="*/ 676388 h 6048488"/>
              <a:gd name="connsiteX9" fmla="*/ 2019300 w 2552700"/>
              <a:gd name="connsiteY9" fmla="*/ 714488 h 6048488"/>
              <a:gd name="connsiteX10" fmla="*/ 2032000 w 2552700"/>
              <a:gd name="connsiteY10" fmla="*/ 752588 h 6048488"/>
              <a:gd name="connsiteX11" fmla="*/ 2057400 w 2552700"/>
              <a:gd name="connsiteY11" fmla="*/ 790688 h 6048488"/>
              <a:gd name="connsiteX12" fmla="*/ 2095500 w 2552700"/>
              <a:gd name="connsiteY12" fmla="*/ 879588 h 6048488"/>
              <a:gd name="connsiteX13" fmla="*/ 2133600 w 2552700"/>
              <a:gd name="connsiteY13" fmla="*/ 904988 h 6048488"/>
              <a:gd name="connsiteX14" fmla="*/ 2146300 w 2552700"/>
              <a:gd name="connsiteY14" fmla="*/ 943088 h 6048488"/>
              <a:gd name="connsiteX15" fmla="*/ 2209800 w 2552700"/>
              <a:gd name="connsiteY15" fmla="*/ 1031988 h 6048488"/>
              <a:gd name="connsiteX16" fmla="*/ 2222500 w 2552700"/>
              <a:gd name="connsiteY16" fmla="*/ 1070088 h 6048488"/>
              <a:gd name="connsiteX17" fmla="*/ 2247900 w 2552700"/>
              <a:gd name="connsiteY17" fmla="*/ 1108188 h 6048488"/>
              <a:gd name="connsiteX18" fmla="*/ 2260600 w 2552700"/>
              <a:gd name="connsiteY18" fmla="*/ 1146288 h 6048488"/>
              <a:gd name="connsiteX19" fmla="*/ 2324100 w 2552700"/>
              <a:gd name="connsiteY19" fmla="*/ 1235188 h 6048488"/>
              <a:gd name="connsiteX20" fmla="*/ 2336800 w 2552700"/>
              <a:gd name="connsiteY20" fmla="*/ 1273288 h 6048488"/>
              <a:gd name="connsiteX21" fmla="*/ 2362200 w 2552700"/>
              <a:gd name="connsiteY21" fmla="*/ 1311388 h 6048488"/>
              <a:gd name="connsiteX22" fmla="*/ 2374900 w 2552700"/>
              <a:gd name="connsiteY22" fmla="*/ 1349488 h 6048488"/>
              <a:gd name="connsiteX23" fmla="*/ 2400300 w 2552700"/>
              <a:gd name="connsiteY23" fmla="*/ 1387588 h 6048488"/>
              <a:gd name="connsiteX24" fmla="*/ 2413000 w 2552700"/>
              <a:gd name="connsiteY24" fmla="*/ 1425688 h 6048488"/>
              <a:gd name="connsiteX25" fmla="*/ 2438400 w 2552700"/>
              <a:gd name="connsiteY25" fmla="*/ 1463788 h 6048488"/>
              <a:gd name="connsiteX26" fmla="*/ 2451100 w 2552700"/>
              <a:gd name="connsiteY26" fmla="*/ 1501888 h 6048488"/>
              <a:gd name="connsiteX27" fmla="*/ 2501900 w 2552700"/>
              <a:gd name="connsiteY27" fmla="*/ 1578088 h 6048488"/>
              <a:gd name="connsiteX28" fmla="*/ 2540000 w 2552700"/>
              <a:gd name="connsiteY28" fmla="*/ 1679688 h 6048488"/>
              <a:gd name="connsiteX29" fmla="*/ 2501900 w 2552700"/>
              <a:gd name="connsiteY29" fmla="*/ 1870188 h 6048488"/>
              <a:gd name="connsiteX30" fmla="*/ 2425700 w 2552700"/>
              <a:gd name="connsiteY30" fmla="*/ 1946388 h 6048488"/>
              <a:gd name="connsiteX31" fmla="*/ 2387600 w 2552700"/>
              <a:gd name="connsiteY31" fmla="*/ 2086088 h 6048488"/>
              <a:gd name="connsiteX32" fmla="*/ 2374900 w 2552700"/>
              <a:gd name="connsiteY32" fmla="*/ 2314688 h 6048488"/>
              <a:gd name="connsiteX33" fmla="*/ 2362200 w 2552700"/>
              <a:gd name="connsiteY33" fmla="*/ 2352788 h 6048488"/>
              <a:gd name="connsiteX34" fmla="*/ 2349500 w 2552700"/>
              <a:gd name="connsiteY34" fmla="*/ 2479788 h 6048488"/>
              <a:gd name="connsiteX35" fmla="*/ 2324100 w 2552700"/>
              <a:gd name="connsiteY35" fmla="*/ 2555988 h 6048488"/>
              <a:gd name="connsiteX36" fmla="*/ 2311400 w 2552700"/>
              <a:gd name="connsiteY36" fmla="*/ 2594088 h 6048488"/>
              <a:gd name="connsiteX37" fmla="*/ 2298700 w 2552700"/>
              <a:gd name="connsiteY37" fmla="*/ 2632188 h 6048488"/>
              <a:gd name="connsiteX38" fmla="*/ 2286000 w 2552700"/>
              <a:gd name="connsiteY38" fmla="*/ 2771888 h 6048488"/>
              <a:gd name="connsiteX39" fmla="*/ 2273300 w 2552700"/>
              <a:gd name="connsiteY39" fmla="*/ 2809988 h 6048488"/>
              <a:gd name="connsiteX40" fmla="*/ 2260600 w 2552700"/>
              <a:gd name="connsiteY40" fmla="*/ 2886188 h 6048488"/>
              <a:gd name="connsiteX41" fmla="*/ 2235200 w 2552700"/>
              <a:gd name="connsiteY41" fmla="*/ 2975088 h 6048488"/>
              <a:gd name="connsiteX42" fmla="*/ 2222500 w 2552700"/>
              <a:gd name="connsiteY42" fmla="*/ 3025888 h 6048488"/>
              <a:gd name="connsiteX43" fmla="*/ 2247900 w 2552700"/>
              <a:gd name="connsiteY43" fmla="*/ 3190988 h 6048488"/>
              <a:gd name="connsiteX44" fmla="*/ 2273300 w 2552700"/>
              <a:gd name="connsiteY44" fmla="*/ 3267188 h 6048488"/>
              <a:gd name="connsiteX45" fmla="*/ 2324100 w 2552700"/>
              <a:gd name="connsiteY45" fmla="*/ 3305288 h 6048488"/>
              <a:gd name="connsiteX46" fmla="*/ 2324100 w 2552700"/>
              <a:gd name="connsiteY46" fmla="*/ 3597388 h 6048488"/>
              <a:gd name="connsiteX47" fmla="*/ 2298700 w 2552700"/>
              <a:gd name="connsiteY47" fmla="*/ 3673588 h 6048488"/>
              <a:gd name="connsiteX48" fmla="*/ 2273300 w 2552700"/>
              <a:gd name="connsiteY48" fmla="*/ 3711688 h 6048488"/>
              <a:gd name="connsiteX49" fmla="*/ 2197100 w 2552700"/>
              <a:gd name="connsiteY49" fmla="*/ 3787888 h 6048488"/>
              <a:gd name="connsiteX50" fmla="*/ 2184400 w 2552700"/>
              <a:gd name="connsiteY50" fmla="*/ 3838688 h 6048488"/>
              <a:gd name="connsiteX51" fmla="*/ 2159000 w 2552700"/>
              <a:gd name="connsiteY51" fmla="*/ 3876788 h 6048488"/>
              <a:gd name="connsiteX52" fmla="*/ 2171700 w 2552700"/>
              <a:gd name="connsiteY52" fmla="*/ 4105388 h 6048488"/>
              <a:gd name="connsiteX53" fmla="*/ 2159000 w 2552700"/>
              <a:gd name="connsiteY53" fmla="*/ 4448288 h 6048488"/>
              <a:gd name="connsiteX54" fmla="*/ 2146300 w 2552700"/>
              <a:gd name="connsiteY54" fmla="*/ 4499088 h 6048488"/>
              <a:gd name="connsiteX55" fmla="*/ 2184400 w 2552700"/>
              <a:gd name="connsiteY55" fmla="*/ 4473688 h 6048488"/>
              <a:gd name="connsiteX56" fmla="*/ 2273300 w 2552700"/>
              <a:gd name="connsiteY56" fmla="*/ 4562588 h 6048488"/>
              <a:gd name="connsiteX57" fmla="*/ 2311400 w 2552700"/>
              <a:gd name="connsiteY57" fmla="*/ 4638788 h 6048488"/>
              <a:gd name="connsiteX58" fmla="*/ 2349500 w 2552700"/>
              <a:gd name="connsiteY58" fmla="*/ 4714988 h 6048488"/>
              <a:gd name="connsiteX59" fmla="*/ 2374900 w 2552700"/>
              <a:gd name="connsiteY59" fmla="*/ 4854688 h 6048488"/>
              <a:gd name="connsiteX60" fmla="*/ 2387600 w 2552700"/>
              <a:gd name="connsiteY60" fmla="*/ 4892788 h 6048488"/>
              <a:gd name="connsiteX61" fmla="*/ 2413000 w 2552700"/>
              <a:gd name="connsiteY61" fmla="*/ 5502388 h 6048488"/>
              <a:gd name="connsiteX62" fmla="*/ 2451100 w 2552700"/>
              <a:gd name="connsiteY62" fmla="*/ 5591288 h 6048488"/>
              <a:gd name="connsiteX63" fmla="*/ 2489200 w 2552700"/>
              <a:gd name="connsiteY63" fmla="*/ 5616688 h 6048488"/>
              <a:gd name="connsiteX64" fmla="*/ 2527300 w 2552700"/>
              <a:gd name="connsiteY64" fmla="*/ 5705588 h 6048488"/>
              <a:gd name="connsiteX65" fmla="*/ 2552700 w 2552700"/>
              <a:gd name="connsiteY65" fmla="*/ 5781788 h 6048488"/>
              <a:gd name="connsiteX66" fmla="*/ 2540000 w 2552700"/>
              <a:gd name="connsiteY66" fmla="*/ 5883388 h 6048488"/>
              <a:gd name="connsiteX67" fmla="*/ 2476500 w 2552700"/>
              <a:gd name="connsiteY67" fmla="*/ 5946888 h 6048488"/>
              <a:gd name="connsiteX68" fmla="*/ 2413000 w 2552700"/>
              <a:gd name="connsiteY68" fmla="*/ 5959588 h 6048488"/>
              <a:gd name="connsiteX69" fmla="*/ 2324100 w 2552700"/>
              <a:gd name="connsiteY69" fmla="*/ 5972288 h 6048488"/>
              <a:gd name="connsiteX70" fmla="*/ 2222500 w 2552700"/>
              <a:gd name="connsiteY70" fmla="*/ 5997688 h 6048488"/>
              <a:gd name="connsiteX71" fmla="*/ 2044700 w 2552700"/>
              <a:gd name="connsiteY71" fmla="*/ 6023088 h 6048488"/>
              <a:gd name="connsiteX72" fmla="*/ 1968500 w 2552700"/>
              <a:gd name="connsiteY72" fmla="*/ 6048488 h 6048488"/>
              <a:gd name="connsiteX73" fmla="*/ 1930400 w 2552700"/>
              <a:gd name="connsiteY73" fmla="*/ 6035788 h 6048488"/>
              <a:gd name="connsiteX74" fmla="*/ 1854200 w 2552700"/>
              <a:gd name="connsiteY74" fmla="*/ 5972288 h 6048488"/>
              <a:gd name="connsiteX75" fmla="*/ 1816100 w 2552700"/>
              <a:gd name="connsiteY75" fmla="*/ 5946888 h 6048488"/>
              <a:gd name="connsiteX76" fmla="*/ 1765300 w 2552700"/>
              <a:gd name="connsiteY76" fmla="*/ 5883388 h 6048488"/>
              <a:gd name="connsiteX77" fmla="*/ 1714500 w 2552700"/>
              <a:gd name="connsiteY77" fmla="*/ 5807188 h 6048488"/>
              <a:gd name="connsiteX78" fmla="*/ 1676400 w 2552700"/>
              <a:gd name="connsiteY78" fmla="*/ 5730988 h 6048488"/>
              <a:gd name="connsiteX79" fmla="*/ 1663700 w 2552700"/>
              <a:gd name="connsiteY79" fmla="*/ 5680188 h 6048488"/>
              <a:gd name="connsiteX80" fmla="*/ 1765300 w 2552700"/>
              <a:gd name="connsiteY80" fmla="*/ 5692888 h 6048488"/>
              <a:gd name="connsiteX81" fmla="*/ 1841500 w 2552700"/>
              <a:gd name="connsiteY81" fmla="*/ 5730988 h 6048488"/>
              <a:gd name="connsiteX82" fmla="*/ 1879600 w 2552700"/>
              <a:gd name="connsiteY82" fmla="*/ 5769088 h 6048488"/>
              <a:gd name="connsiteX83" fmla="*/ 1981200 w 2552700"/>
              <a:gd name="connsiteY83" fmla="*/ 5781788 h 6048488"/>
              <a:gd name="connsiteX84" fmla="*/ 2095500 w 2552700"/>
              <a:gd name="connsiteY84" fmla="*/ 5730988 h 6048488"/>
              <a:gd name="connsiteX85" fmla="*/ 2146300 w 2552700"/>
              <a:gd name="connsiteY85" fmla="*/ 5654788 h 6048488"/>
              <a:gd name="connsiteX86" fmla="*/ 2120900 w 2552700"/>
              <a:gd name="connsiteY86" fmla="*/ 5349988 h 6048488"/>
              <a:gd name="connsiteX87" fmla="*/ 2095500 w 2552700"/>
              <a:gd name="connsiteY87" fmla="*/ 5261088 h 6048488"/>
              <a:gd name="connsiteX88" fmla="*/ 2057400 w 2552700"/>
              <a:gd name="connsiteY88" fmla="*/ 5235688 h 6048488"/>
              <a:gd name="connsiteX89" fmla="*/ 2032000 w 2552700"/>
              <a:gd name="connsiteY89" fmla="*/ 5159488 h 6048488"/>
              <a:gd name="connsiteX90" fmla="*/ 2019300 w 2552700"/>
              <a:gd name="connsiteY90" fmla="*/ 5121388 h 6048488"/>
              <a:gd name="connsiteX91" fmla="*/ 1993900 w 2552700"/>
              <a:gd name="connsiteY91" fmla="*/ 5083288 h 6048488"/>
              <a:gd name="connsiteX92" fmla="*/ 1968500 w 2552700"/>
              <a:gd name="connsiteY92" fmla="*/ 4981688 h 6048488"/>
              <a:gd name="connsiteX93" fmla="*/ 1930400 w 2552700"/>
              <a:gd name="connsiteY93" fmla="*/ 4943588 h 6048488"/>
              <a:gd name="connsiteX94" fmla="*/ 1905000 w 2552700"/>
              <a:gd name="connsiteY94" fmla="*/ 4867388 h 6048488"/>
              <a:gd name="connsiteX95" fmla="*/ 1879600 w 2552700"/>
              <a:gd name="connsiteY95" fmla="*/ 4829288 h 6048488"/>
              <a:gd name="connsiteX96" fmla="*/ 1816100 w 2552700"/>
              <a:gd name="connsiteY96" fmla="*/ 4714988 h 6048488"/>
              <a:gd name="connsiteX97" fmla="*/ 1765300 w 2552700"/>
              <a:gd name="connsiteY97" fmla="*/ 4575288 h 6048488"/>
              <a:gd name="connsiteX98" fmla="*/ 1727200 w 2552700"/>
              <a:gd name="connsiteY98" fmla="*/ 4524488 h 6048488"/>
              <a:gd name="connsiteX99" fmla="*/ 1689100 w 2552700"/>
              <a:gd name="connsiteY99" fmla="*/ 4499088 h 6048488"/>
              <a:gd name="connsiteX100" fmla="*/ 1638300 w 2552700"/>
              <a:gd name="connsiteY100" fmla="*/ 4422888 h 6048488"/>
              <a:gd name="connsiteX101" fmla="*/ 1625600 w 2552700"/>
              <a:gd name="connsiteY101" fmla="*/ 4359388 h 6048488"/>
              <a:gd name="connsiteX102" fmla="*/ 1600200 w 2552700"/>
              <a:gd name="connsiteY102" fmla="*/ 4283188 h 6048488"/>
              <a:gd name="connsiteX103" fmla="*/ 1587500 w 2552700"/>
              <a:gd name="connsiteY103" fmla="*/ 4232388 h 6048488"/>
              <a:gd name="connsiteX104" fmla="*/ 1562100 w 2552700"/>
              <a:gd name="connsiteY104" fmla="*/ 4194288 h 6048488"/>
              <a:gd name="connsiteX105" fmla="*/ 1549400 w 2552700"/>
              <a:gd name="connsiteY105" fmla="*/ 4105388 h 6048488"/>
              <a:gd name="connsiteX106" fmla="*/ 1524000 w 2552700"/>
              <a:gd name="connsiteY106" fmla="*/ 4016488 h 6048488"/>
              <a:gd name="connsiteX107" fmla="*/ 1498600 w 2552700"/>
              <a:gd name="connsiteY107" fmla="*/ 3825988 h 6048488"/>
              <a:gd name="connsiteX108" fmla="*/ 1485900 w 2552700"/>
              <a:gd name="connsiteY108" fmla="*/ 3775188 h 6048488"/>
              <a:gd name="connsiteX109" fmla="*/ 1358900 w 2552700"/>
              <a:gd name="connsiteY109" fmla="*/ 3724388 h 6048488"/>
              <a:gd name="connsiteX110" fmla="*/ 1308100 w 2552700"/>
              <a:gd name="connsiteY110" fmla="*/ 3698988 h 6048488"/>
              <a:gd name="connsiteX111" fmla="*/ 1270000 w 2552700"/>
              <a:gd name="connsiteY111" fmla="*/ 3686288 h 6048488"/>
              <a:gd name="connsiteX112" fmla="*/ 1231900 w 2552700"/>
              <a:gd name="connsiteY112" fmla="*/ 3660888 h 6048488"/>
              <a:gd name="connsiteX113" fmla="*/ 1181100 w 2552700"/>
              <a:gd name="connsiteY113" fmla="*/ 3648188 h 6048488"/>
              <a:gd name="connsiteX114" fmla="*/ 1054100 w 2552700"/>
              <a:gd name="connsiteY114" fmla="*/ 3610088 h 6048488"/>
              <a:gd name="connsiteX115" fmla="*/ 1016000 w 2552700"/>
              <a:gd name="connsiteY115" fmla="*/ 3571988 h 6048488"/>
              <a:gd name="connsiteX116" fmla="*/ 965200 w 2552700"/>
              <a:gd name="connsiteY116" fmla="*/ 3546588 h 6048488"/>
              <a:gd name="connsiteX117" fmla="*/ 939800 w 2552700"/>
              <a:gd name="connsiteY117" fmla="*/ 3622788 h 6048488"/>
              <a:gd name="connsiteX118" fmla="*/ 914400 w 2552700"/>
              <a:gd name="connsiteY118" fmla="*/ 3660888 h 6048488"/>
              <a:gd name="connsiteX119" fmla="*/ 876300 w 2552700"/>
              <a:gd name="connsiteY119" fmla="*/ 3800588 h 6048488"/>
              <a:gd name="connsiteX120" fmla="*/ 863600 w 2552700"/>
              <a:gd name="connsiteY120" fmla="*/ 3838688 h 6048488"/>
              <a:gd name="connsiteX121" fmla="*/ 850900 w 2552700"/>
              <a:gd name="connsiteY121" fmla="*/ 4397488 h 6048488"/>
              <a:gd name="connsiteX122" fmla="*/ 838200 w 2552700"/>
              <a:gd name="connsiteY122" fmla="*/ 4537188 h 6048488"/>
              <a:gd name="connsiteX123" fmla="*/ 825500 w 2552700"/>
              <a:gd name="connsiteY123" fmla="*/ 4587988 h 6048488"/>
              <a:gd name="connsiteX124" fmla="*/ 787400 w 2552700"/>
              <a:gd name="connsiteY124" fmla="*/ 4600688 h 6048488"/>
              <a:gd name="connsiteX125" fmla="*/ 698500 w 2552700"/>
              <a:gd name="connsiteY125" fmla="*/ 4587988 h 6048488"/>
              <a:gd name="connsiteX126" fmla="*/ 660400 w 2552700"/>
              <a:gd name="connsiteY126" fmla="*/ 4575288 h 6048488"/>
              <a:gd name="connsiteX127" fmla="*/ 609600 w 2552700"/>
              <a:gd name="connsiteY127" fmla="*/ 4562588 h 6048488"/>
              <a:gd name="connsiteX128" fmla="*/ 571500 w 2552700"/>
              <a:gd name="connsiteY128" fmla="*/ 4537188 h 6048488"/>
              <a:gd name="connsiteX129" fmla="*/ 520700 w 2552700"/>
              <a:gd name="connsiteY129" fmla="*/ 4499088 h 6048488"/>
              <a:gd name="connsiteX130" fmla="*/ 469900 w 2552700"/>
              <a:gd name="connsiteY130" fmla="*/ 4486388 h 6048488"/>
              <a:gd name="connsiteX131" fmla="*/ 393700 w 2552700"/>
              <a:gd name="connsiteY131" fmla="*/ 4435588 h 6048488"/>
              <a:gd name="connsiteX132" fmla="*/ 355600 w 2552700"/>
              <a:gd name="connsiteY132" fmla="*/ 4422888 h 6048488"/>
              <a:gd name="connsiteX133" fmla="*/ 279400 w 2552700"/>
              <a:gd name="connsiteY133" fmla="*/ 4359388 h 6048488"/>
              <a:gd name="connsiteX134" fmla="*/ 241300 w 2552700"/>
              <a:gd name="connsiteY134" fmla="*/ 4346688 h 6048488"/>
              <a:gd name="connsiteX135" fmla="*/ 165100 w 2552700"/>
              <a:gd name="connsiteY135" fmla="*/ 4283188 h 6048488"/>
              <a:gd name="connsiteX136" fmla="*/ 127000 w 2552700"/>
              <a:gd name="connsiteY136" fmla="*/ 4245088 h 6048488"/>
              <a:gd name="connsiteX137" fmla="*/ 114300 w 2552700"/>
              <a:gd name="connsiteY137" fmla="*/ 4206988 h 6048488"/>
              <a:gd name="connsiteX138" fmla="*/ 342900 w 2552700"/>
              <a:gd name="connsiteY138" fmla="*/ 4168888 h 6048488"/>
              <a:gd name="connsiteX139" fmla="*/ 381000 w 2552700"/>
              <a:gd name="connsiteY139" fmla="*/ 4181588 h 6048488"/>
              <a:gd name="connsiteX140" fmla="*/ 419100 w 2552700"/>
              <a:gd name="connsiteY140" fmla="*/ 4206988 h 6048488"/>
              <a:gd name="connsiteX141" fmla="*/ 508000 w 2552700"/>
              <a:gd name="connsiteY141" fmla="*/ 4270488 h 6048488"/>
              <a:gd name="connsiteX142" fmla="*/ 609600 w 2552700"/>
              <a:gd name="connsiteY142" fmla="*/ 4257788 h 6048488"/>
              <a:gd name="connsiteX143" fmla="*/ 596900 w 2552700"/>
              <a:gd name="connsiteY143" fmla="*/ 4079988 h 6048488"/>
              <a:gd name="connsiteX144" fmla="*/ 584200 w 2552700"/>
              <a:gd name="connsiteY144" fmla="*/ 4029188 h 6048488"/>
              <a:gd name="connsiteX145" fmla="*/ 571500 w 2552700"/>
              <a:gd name="connsiteY145" fmla="*/ 3965688 h 6048488"/>
              <a:gd name="connsiteX146" fmla="*/ 546100 w 2552700"/>
              <a:gd name="connsiteY146" fmla="*/ 3851388 h 6048488"/>
              <a:gd name="connsiteX147" fmla="*/ 571500 w 2552700"/>
              <a:gd name="connsiteY147" fmla="*/ 3622788 h 6048488"/>
              <a:gd name="connsiteX148" fmla="*/ 596900 w 2552700"/>
              <a:gd name="connsiteY148" fmla="*/ 3571988 h 6048488"/>
              <a:gd name="connsiteX149" fmla="*/ 609600 w 2552700"/>
              <a:gd name="connsiteY149" fmla="*/ 3533888 h 6048488"/>
              <a:gd name="connsiteX150" fmla="*/ 596900 w 2552700"/>
              <a:gd name="connsiteY150" fmla="*/ 3216388 h 6048488"/>
              <a:gd name="connsiteX151" fmla="*/ 609600 w 2552700"/>
              <a:gd name="connsiteY151" fmla="*/ 3102088 h 6048488"/>
              <a:gd name="connsiteX152" fmla="*/ 685800 w 2552700"/>
              <a:gd name="connsiteY152" fmla="*/ 3076688 h 6048488"/>
              <a:gd name="connsiteX153" fmla="*/ 927100 w 2552700"/>
              <a:gd name="connsiteY153" fmla="*/ 3051288 h 6048488"/>
              <a:gd name="connsiteX154" fmla="*/ 1270000 w 2552700"/>
              <a:gd name="connsiteY154" fmla="*/ 3038588 h 6048488"/>
              <a:gd name="connsiteX155" fmla="*/ 1422400 w 2552700"/>
              <a:gd name="connsiteY155" fmla="*/ 3076688 h 6048488"/>
              <a:gd name="connsiteX156" fmla="*/ 1498600 w 2552700"/>
              <a:gd name="connsiteY156" fmla="*/ 3102088 h 6048488"/>
              <a:gd name="connsiteX157" fmla="*/ 1536700 w 2552700"/>
              <a:gd name="connsiteY157" fmla="*/ 3114788 h 6048488"/>
              <a:gd name="connsiteX158" fmla="*/ 1587500 w 2552700"/>
              <a:gd name="connsiteY158" fmla="*/ 3102088 h 6048488"/>
              <a:gd name="connsiteX159" fmla="*/ 1600200 w 2552700"/>
              <a:gd name="connsiteY159" fmla="*/ 3063988 h 6048488"/>
              <a:gd name="connsiteX160" fmla="*/ 1587500 w 2552700"/>
              <a:gd name="connsiteY160" fmla="*/ 2898888 h 6048488"/>
              <a:gd name="connsiteX161" fmla="*/ 1562100 w 2552700"/>
              <a:gd name="connsiteY161" fmla="*/ 2708388 h 6048488"/>
              <a:gd name="connsiteX162" fmla="*/ 1549400 w 2552700"/>
              <a:gd name="connsiteY162" fmla="*/ 2581388 h 6048488"/>
              <a:gd name="connsiteX163" fmla="*/ 1524000 w 2552700"/>
              <a:gd name="connsiteY163" fmla="*/ 2505188 h 6048488"/>
              <a:gd name="connsiteX164" fmla="*/ 1130300 w 2552700"/>
              <a:gd name="connsiteY164" fmla="*/ 2517888 h 6048488"/>
              <a:gd name="connsiteX165" fmla="*/ 863600 w 2552700"/>
              <a:gd name="connsiteY165" fmla="*/ 2505188 h 6048488"/>
              <a:gd name="connsiteX166" fmla="*/ 787400 w 2552700"/>
              <a:gd name="connsiteY166" fmla="*/ 2479788 h 6048488"/>
              <a:gd name="connsiteX167" fmla="*/ 749300 w 2552700"/>
              <a:gd name="connsiteY167" fmla="*/ 2467088 h 6048488"/>
              <a:gd name="connsiteX168" fmla="*/ 698500 w 2552700"/>
              <a:gd name="connsiteY168" fmla="*/ 2403588 h 6048488"/>
              <a:gd name="connsiteX169" fmla="*/ 635000 w 2552700"/>
              <a:gd name="connsiteY169" fmla="*/ 2340088 h 6048488"/>
              <a:gd name="connsiteX170" fmla="*/ 584200 w 2552700"/>
              <a:gd name="connsiteY170" fmla="*/ 2263888 h 6048488"/>
              <a:gd name="connsiteX171" fmla="*/ 558800 w 2552700"/>
              <a:gd name="connsiteY171" fmla="*/ 2187688 h 6048488"/>
              <a:gd name="connsiteX172" fmla="*/ 546100 w 2552700"/>
              <a:gd name="connsiteY172" fmla="*/ 2149588 h 6048488"/>
              <a:gd name="connsiteX173" fmla="*/ 482600 w 2552700"/>
              <a:gd name="connsiteY173" fmla="*/ 2035288 h 6048488"/>
              <a:gd name="connsiteX174" fmla="*/ 469900 w 2552700"/>
              <a:gd name="connsiteY174" fmla="*/ 1971788 h 6048488"/>
              <a:gd name="connsiteX175" fmla="*/ 444500 w 2552700"/>
              <a:gd name="connsiteY175" fmla="*/ 1895588 h 6048488"/>
              <a:gd name="connsiteX176" fmla="*/ 419100 w 2552700"/>
              <a:gd name="connsiteY176" fmla="*/ 1768588 h 6048488"/>
              <a:gd name="connsiteX177" fmla="*/ 406400 w 2552700"/>
              <a:gd name="connsiteY177" fmla="*/ 1717788 h 6048488"/>
              <a:gd name="connsiteX178" fmla="*/ 381000 w 2552700"/>
              <a:gd name="connsiteY178" fmla="*/ 1679688 h 6048488"/>
              <a:gd name="connsiteX179" fmla="*/ 355600 w 2552700"/>
              <a:gd name="connsiteY179" fmla="*/ 1603488 h 6048488"/>
              <a:gd name="connsiteX180" fmla="*/ 317500 w 2552700"/>
              <a:gd name="connsiteY180" fmla="*/ 1527288 h 6048488"/>
              <a:gd name="connsiteX181" fmla="*/ 266700 w 2552700"/>
              <a:gd name="connsiteY181" fmla="*/ 1501888 h 6048488"/>
              <a:gd name="connsiteX182" fmla="*/ 228600 w 2552700"/>
              <a:gd name="connsiteY182" fmla="*/ 1463788 h 6048488"/>
              <a:gd name="connsiteX183" fmla="*/ 190500 w 2552700"/>
              <a:gd name="connsiteY183" fmla="*/ 1451088 h 6048488"/>
              <a:gd name="connsiteX184" fmla="*/ 76200 w 2552700"/>
              <a:gd name="connsiteY184" fmla="*/ 1400288 h 6048488"/>
              <a:gd name="connsiteX185" fmla="*/ 38100 w 2552700"/>
              <a:gd name="connsiteY185" fmla="*/ 1387588 h 6048488"/>
              <a:gd name="connsiteX186" fmla="*/ 0 w 2552700"/>
              <a:gd name="connsiteY186" fmla="*/ 1374888 h 6048488"/>
              <a:gd name="connsiteX187" fmla="*/ 76200 w 2552700"/>
              <a:gd name="connsiteY187" fmla="*/ 1273288 h 6048488"/>
              <a:gd name="connsiteX188" fmla="*/ 101600 w 2552700"/>
              <a:gd name="connsiteY188" fmla="*/ 1235188 h 6048488"/>
              <a:gd name="connsiteX189" fmla="*/ 114300 w 2552700"/>
              <a:gd name="connsiteY189" fmla="*/ 1197088 h 6048488"/>
              <a:gd name="connsiteX190" fmla="*/ 165100 w 2552700"/>
              <a:gd name="connsiteY190" fmla="*/ 1120888 h 6048488"/>
              <a:gd name="connsiteX191" fmla="*/ 419100 w 2552700"/>
              <a:gd name="connsiteY191" fmla="*/ 1133588 h 6048488"/>
              <a:gd name="connsiteX192" fmla="*/ 457200 w 2552700"/>
              <a:gd name="connsiteY192" fmla="*/ 1146288 h 6048488"/>
              <a:gd name="connsiteX193" fmla="*/ 571500 w 2552700"/>
              <a:gd name="connsiteY193" fmla="*/ 1197088 h 6048488"/>
              <a:gd name="connsiteX194" fmla="*/ 609600 w 2552700"/>
              <a:gd name="connsiteY194" fmla="*/ 1209788 h 6048488"/>
              <a:gd name="connsiteX195" fmla="*/ 635000 w 2552700"/>
              <a:gd name="connsiteY195" fmla="*/ 1247888 h 6048488"/>
              <a:gd name="connsiteX196" fmla="*/ 584200 w 2552700"/>
              <a:gd name="connsiteY196" fmla="*/ 1463788 h 6048488"/>
              <a:gd name="connsiteX197" fmla="*/ 596900 w 2552700"/>
              <a:gd name="connsiteY197" fmla="*/ 1603488 h 6048488"/>
              <a:gd name="connsiteX198" fmla="*/ 622300 w 2552700"/>
              <a:gd name="connsiteY198" fmla="*/ 1641588 h 6048488"/>
              <a:gd name="connsiteX199" fmla="*/ 673100 w 2552700"/>
              <a:gd name="connsiteY199" fmla="*/ 1717788 h 6048488"/>
              <a:gd name="connsiteX200" fmla="*/ 698500 w 2552700"/>
              <a:gd name="connsiteY200" fmla="*/ 1755888 h 6048488"/>
              <a:gd name="connsiteX201" fmla="*/ 774700 w 2552700"/>
              <a:gd name="connsiteY201" fmla="*/ 1832088 h 6048488"/>
              <a:gd name="connsiteX202" fmla="*/ 812800 w 2552700"/>
              <a:gd name="connsiteY202" fmla="*/ 1870188 h 6048488"/>
              <a:gd name="connsiteX203" fmla="*/ 850900 w 2552700"/>
              <a:gd name="connsiteY203" fmla="*/ 1895588 h 6048488"/>
              <a:gd name="connsiteX204" fmla="*/ 927100 w 2552700"/>
              <a:gd name="connsiteY204" fmla="*/ 1971788 h 6048488"/>
              <a:gd name="connsiteX205" fmla="*/ 965200 w 2552700"/>
              <a:gd name="connsiteY205" fmla="*/ 2009888 h 6048488"/>
              <a:gd name="connsiteX206" fmla="*/ 1003300 w 2552700"/>
              <a:gd name="connsiteY206" fmla="*/ 2035288 h 6048488"/>
              <a:gd name="connsiteX207" fmla="*/ 1079500 w 2552700"/>
              <a:gd name="connsiteY207" fmla="*/ 1997188 h 6048488"/>
              <a:gd name="connsiteX208" fmla="*/ 1231900 w 2552700"/>
              <a:gd name="connsiteY208" fmla="*/ 2035288 h 6048488"/>
              <a:gd name="connsiteX209" fmla="*/ 1308100 w 2552700"/>
              <a:gd name="connsiteY209" fmla="*/ 2060688 h 6048488"/>
              <a:gd name="connsiteX210" fmla="*/ 1346200 w 2552700"/>
              <a:gd name="connsiteY210" fmla="*/ 2073388 h 6048488"/>
              <a:gd name="connsiteX211" fmla="*/ 1422400 w 2552700"/>
              <a:gd name="connsiteY211" fmla="*/ 2035288 h 6048488"/>
              <a:gd name="connsiteX212" fmla="*/ 1473200 w 2552700"/>
              <a:gd name="connsiteY212" fmla="*/ 1959088 h 6048488"/>
              <a:gd name="connsiteX213" fmla="*/ 1460500 w 2552700"/>
              <a:gd name="connsiteY213" fmla="*/ 1882888 h 6048488"/>
              <a:gd name="connsiteX214" fmla="*/ 1447800 w 2552700"/>
              <a:gd name="connsiteY214" fmla="*/ 1844788 h 6048488"/>
              <a:gd name="connsiteX215" fmla="*/ 1371600 w 2552700"/>
              <a:gd name="connsiteY215" fmla="*/ 1895588 h 6048488"/>
              <a:gd name="connsiteX216" fmla="*/ 1358900 w 2552700"/>
              <a:gd name="connsiteY216" fmla="*/ 1933688 h 6048488"/>
              <a:gd name="connsiteX217" fmla="*/ 1333500 w 2552700"/>
              <a:gd name="connsiteY217" fmla="*/ 1895588 h 6048488"/>
              <a:gd name="connsiteX218" fmla="*/ 1308100 w 2552700"/>
              <a:gd name="connsiteY218" fmla="*/ 1819388 h 6048488"/>
              <a:gd name="connsiteX219" fmla="*/ 1295400 w 2552700"/>
              <a:gd name="connsiteY219" fmla="*/ 1781288 h 6048488"/>
              <a:gd name="connsiteX220" fmla="*/ 1257300 w 2552700"/>
              <a:gd name="connsiteY220" fmla="*/ 1743188 h 6048488"/>
              <a:gd name="connsiteX221" fmla="*/ 1206500 w 2552700"/>
              <a:gd name="connsiteY221" fmla="*/ 1654288 h 6048488"/>
              <a:gd name="connsiteX222" fmla="*/ 1181100 w 2552700"/>
              <a:gd name="connsiteY222" fmla="*/ 1552688 h 6048488"/>
              <a:gd name="connsiteX223" fmla="*/ 1168400 w 2552700"/>
              <a:gd name="connsiteY223" fmla="*/ 1501888 h 6048488"/>
              <a:gd name="connsiteX224" fmla="*/ 1181100 w 2552700"/>
              <a:gd name="connsiteY224" fmla="*/ 1374888 h 6048488"/>
              <a:gd name="connsiteX225" fmla="*/ 1193800 w 2552700"/>
              <a:gd name="connsiteY225" fmla="*/ 1336788 h 6048488"/>
              <a:gd name="connsiteX226" fmla="*/ 1282700 w 2552700"/>
              <a:gd name="connsiteY226" fmla="*/ 1324088 h 6048488"/>
              <a:gd name="connsiteX227" fmla="*/ 1320800 w 2552700"/>
              <a:gd name="connsiteY227" fmla="*/ 1311388 h 6048488"/>
              <a:gd name="connsiteX228" fmla="*/ 1358900 w 2552700"/>
              <a:gd name="connsiteY228" fmla="*/ 1285988 h 6048488"/>
              <a:gd name="connsiteX229" fmla="*/ 1435100 w 2552700"/>
              <a:gd name="connsiteY229" fmla="*/ 1260588 h 6048488"/>
              <a:gd name="connsiteX230" fmla="*/ 1587500 w 2552700"/>
              <a:gd name="connsiteY230" fmla="*/ 1285988 h 6048488"/>
              <a:gd name="connsiteX231" fmla="*/ 1663700 w 2552700"/>
              <a:gd name="connsiteY231" fmla="*/ 1349488 h 6048488"/>
              <a:gd name="connsiteX232" fmla="*/ 1701800 w 2552700"/>
              <a:gd name="connsiteY232" fmla="*/ 1362188 h 6048488"/>
              <a:gd name="connsiteX233" fmla="*/ 1739900 w 2552700"/>
              <a:gd name="connsiteY233" fmla="*/ 1400288 h 6048488"/>
              <a:gd name="connsiteX234" fmla="*/ 1778000 w 2552700"/>
              <a:gd name="connsiteY234" fmla="*/ 1425688 h 6048488"/>
              <a:gd name="connsiteX235" fmla="*/ 1841500 w 2552700"/>
              <a:gd name="connsiteY235" fmla="*/ 1539988 h 6048488"/>
              <a:gd name="connsiteX236" fmla="*/ 1892300 w 2552700"/>
              <a:gd name="connsiteY236" fmla="*/ 1616188 h 6048488"/>
              <a:gd name="connsiteX237" fmla="*/ 1930400 w 2552700"/>
              <a:gd name="connsiteY237" fmla="*/ 1641588 h 6048488"/>
              <a:gd name="connsiteX238" fmla="*/ 1993900 w 2552700"/>
              <a:gd name="connsiteY238" fmla="*/ 1628888 h 6048488"/>
              <a:gd name="connsiteX239" fmla="*/ 2006600 w 2552700"/>
              <a:gd name="connsiteY239" fmla="*/ 1590788 h 6048488"/>
              <a:gd name="connsiteX240" fmla="*/ 1993900 w 2552700"/>
              <a:gd name="connsiteY240" fmla="*/ 1324088 h 6048488"/>
              <a:gd name="connsiteX241" fmla="*/ 1930400 w 2552700"/>
              <a:gd name="connsiteY241" fmla="*/ 1197088 h 6048488"/>
              <a:gd name="connsiteX242" fmla="*/ 1905000 w 2552700"/>
              <a:gd name="connsiteY242" fmla="*/ 1158988 h 6048488"/>
              <a:gd name="connsiteX243" fmla="*/ 1879600 w 2552700"/>
              <a:gd name="connsiteY243" fmla="*/ 1120888 h 6048488"/>
              <a:gd name="connsiteX244" fmla="*/ 1841500 w 2552700"/>
              <a:gd name="connsiteY244" fmla="*/ 1006588 h 6048488"/>
              <a:gd name="connsiteX245" fmla="*/ 1828800 w 2552700"/>
              <a:gd name="connsiteY245" fmla="*/ 968488 h 6048488"/>
              <a:gd name="connsiteX246" fmla="*/ 1803400 w 2552700"/>
              <a:gd name="connsiteY246" fmla="*/ 930388 h 6048488"/>
              <a:gd name="connsiteX247" fmla="*/ 1765300 w 2552700"/>
              <a:gd name="connsiteY247" fmla="*/ 803388 h 6048488"/>
              <a:gd name="connsiteX248" fmla="*/ 1739900 w 2552700"/>
              <a:gd name="connsiteY248" fmla="*/ 727188 h 6048488"/>
              <a:gd name="connsiteX249" fmla="*/ 1727200 w 2552700"/>
              <a:gd name="connsiteY249" fmla="*/ 549388 h 6048488"/>
              <a:gd name="connsiteX250" fmla="*/ 1676400 w 2552700"/>
              <a:gd name="connsiteY250" fmla="*/ 473188 h 6048488"/>
              <a:gd name="connsiteX251" fmla="*/ 1612900 w 2552700"/>
              <a:gd name="connsiteY251" fmla="*/ 409688 h 6048488"/>
              <a:gd name="connsiteX252" fmla="*/ 1562100 w 2552700"/>
              <a:gd name="connsiteY252" fmla="*/ 396988 h 6048488"/>
              <a:gd name="connsiteX253" fmla="*/ 1549400 w 2552700"/>
              <a:gd name="connsiteY253" fmla="*/ 358888 h 6048488"/>
              <a:gd name="connsiteX254" fmla="*/ 1498600 w 2552700"/>
              <a:gd name="connsiteY254" fmla="*/ 282688 h 6048488"/>
              <a:gd name="connsiteX255" fmla="*/ 1511300 w 2552700"/>
              <a:gd name="connsiteY255" fmla="*/ 155688 h 6048488"/>
              <a:gd name="connsiteX256" fmla="*/ 1587500 w 2552700"/>
              <a:gd name="connsiteY256" fmla="*/ 117588 h 6048488"/>
              <a:gd name="connsiteX257" fmla="*/ 1625600 w 2552700"/>
              <a:gd name="connsiteY257" fmla="*/ 92188 h 6048488"/>
              <a:gd name="connsiteX258" fmla="*/ 1714500 w 2552700"/>
              <a:gd name="connsiteY258" fmla="*/ 54088 h 6048488"/>
              <a:gd name="connsiteX259" fmla="*/ 1765300 w 2552700"/>
              <a:gd name="connsiteY259" fmla="*/ 15988 h 6048488"/>
              <a:gd name="connsiteX260" fmla="*/ 1879600 w 2552700"/>
              <a:gd name="connsiteY260" fmla="*/ 3288 h 6048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</a:cxnLst>
            <a:rect l="l" t="t" r="r" b="b"/>
            <a:pathLst>
              <a:path w="2552700" h="6048488">
                <a:moveTo>
                  <a:pt x="1879600" y="3288"/>
                </a:moveTo>
                <a:cubicBezTo>
                  <a:pt x="1894417" y="11755"/>
                  <a:pt x="1862205" y="45442"/>
                  <a:pt x="1854200" y="66788"/>
                </a:cubicBezTo>
                <a:cubicBezTo>
                  <a:pt x="1849500" y="79323"/>
                  <a:pt x="1843064" y="91593"/>
                  <a:pt x="1841500" y="104888"/>
                </a:cubicBezTo>
                <a:cubicBezTo>
                  <a:pt x="1834558" y="163899"/>
                  <a:pt x="1833033" y="223421"/>
                  <a:pt x="1828800" y="282688"/>
                </a:cubicBezTo>
                <a:cubicBezTo>
                  <a:pt x="1833033" y="320788"/>
                  <a:pt x="1832880" y="359635"/>
                  <a:pt x="1841500" y="396988"/>
                </a:cubicBezTo>
                <a:cubicBezTo>
                  <a:pt x="1851042" y="438338"/>
                  <a:pt x="1874687" y="450661"/>
                  <a:pt x="1892300" y="485888"/>
                </a:cubicBezTo>
                <a:cubicBezTo>
                  <a:pt x="1929059" y="559406"/>
                  <a:pt x="1870875" y="489863"/>
                  <a:pt x="1943100" y="562088"/>
                </a:cubicBezTo>
                <a:cubicBezTo>
                  <a:pt x="1975022" y="657853"/>
                  <a:pt x="1931961" y="539811"/>
                  <a:pt x="1981200" y="638288"/>
                </a:cubicBezTo>
                <a:cubicBezTo>
                  <a:pt x="1987187" y="650262"/>
                  <a:pt x="1987913" y="664414"/>
                  <a:pt x="1993900" y="676388"/>
                </a:cubicBezTo>
                <a:cubicBezTo>
                  <a:pt x="2000726" y="690040"/>
                  <a:pt x="2012474" y="700836"/>
                  <a:pt x="2019300" y="714488"/>
                </a:cubicBezTo>
                <a:cubicBezTo>
                  <a:pt x="2025287" y="726462"/>
                  <a:pt x="2026013" y="740614"/>
                  <a:pt x="2032000" y="752588"/>
                </a:cubicBezTo>
                <a:cubicBezTo>
                  <a:pt x="2038826" y="766240"/>
                  <a:pt x="2050574" y="777036"/>
                  <a:pt x="2057400" y="790688"/>
                </a:cubicBezTo>
                <a:cubicBezTo>
                  <a:pt x="2077252" y="830391"/>
                  <a:pt x="2062466" y="839947"/>
                  <a:pt x="2095500" y="879588"/>
                </a:cubicBezTo>
                <a:cubicBezTo>
                  <a:pt x="2105271" y="891314"/>
                  <a:pt x="2120900" y="896521"/>
                  <a:pt x="2133600" y="904988"/>
                </a:cubicBezTo>
                <a:cubicBezTo>
                  <a:pt x="2137833" y="917688"/>
                  <a:pt x="2139658" y="931465"/>
                  <a:pt x="2146300" y="943088"/>
                </a:cubicBezTo>
                <a:cubicBezTo>
                  <a:pt x="2169311" y="983357"/>
                  <a:pt x="2190144" y="992676"/>
                  <a:pt x="2209800" y="1031988"/>
                </a:cubicBezTo>
                <a:cubicBezTo>
                  <a:pt x="2215787" y="1043962"/>
                  <a:pt x="2216513" y="1058114"/>
                  <a:pt x="2222500" y="1070088"/>
                </a:cubicBezTo>
                <a:cubicBezTo>
                  <a:pt x="2229326" y="1083740"/>
                  <a:pt x="2241074" y="1094536"/>
                  <a:pt x="2247900" y="1108188"/>
                </a:cubicBezTo>
                <a:cubicBezTo>
                  <a:pt x="2253887" y="1120162"/>
                  <a:pt x="2253958" y="1134665"/>
                  <a:pt x="2260600" y="1146288"/>
                </a:cubicBezTo>
                <a:cubicBezTo>
                  <a:pt x="2283611" y="1186557"/>
                  <a:pt x="2304444" y="1195876"/>
                  <a:pt x="2324100" y="1235188"/>
                </a:cubicBezTo>
                <a:cubicBezTo>
                  <a:pt x="2330087" y="1247162"/>
                  <a:pt x="2330813" y="1261314"/>
                  <a:pt x="2336800" y="1273288"/>
                </a:cubicBezTo>
                <a:cubicBezTo>
                  <a:pt x="2343626" y="1286940"/>
                  <a:pt x="2355374" y="1297736"/>
                  <a:pt x="2362200" y="1311388"/>
                </a:cubicBezTo>
                <a:cubicBezTo>
                  <a:pt x="2368187" y="1323362"/>
                  <a:pt x="2368913" y="1337514"/>
                  <a:pt x="2374900" y="1349488"/>
                </a:cubicBezTo>
                <a:cubicBezTo>
                  <a:pt x="2381726" y="1363140"/>
                  <a:pt x="2393474" y="1373936"/>
                  <a:pt x="2400300" y="1387588"/>
                </a:cubicBezTo>
                <a:cubicBezTo>
                  <a:pt x="2406287" y="1399562"/>
                  <a:pt x="2407013" y="1413714"/>
                  <a:pt x="2413000" y="1425688"/>
                </a:cubicBezTo>
                <a:cubicBezTo>
                  <a:pt x="2419826" y="1439340"/>
                  <a:pt x="2431574" y="1450136"/>
                  <a:pt x="2438400" y="1463788"/>
                </a:cubicBezTo>
                <a:cubicBezTo>
                  <a:pt x="2444387" y="1475762"/>
                  <a:pt x="2444599" y="1490186"/>
                  <a:pt x="2451100" y="1501888"/>
                </a:cubicBezTo>
                <a:cubicBezTo>
                  <a:pt x="2465925" y="1528573"/>
                  <a:pt x="2492247" y="1549128"/>
                  <a:pt x="2501900" y="1578088"/>
                </a:cubicBezTo>
                <a:cubicBezTo>
                  <a:pt x="2521809" y="1637815"/>
                  <a:pt x="2509628" y="1603759"/>
                  <a:pt x="2540000" y="1679688"/>
                </a:cubicBezTo>
                <a:cubicBezTo>
                  <a:pt x="2532214" y="1773120"/>
                  <a:pt x="2553726" y="1811884"/>
                  <a:pt x="2501900" y="1870188"/>
                </a:cubicBezTo>
                <a:cubicBezTo>
                  <a:pt x="2478035" y="1897036"/>
                  <a:pt x="2425700" y="1946388"/>
                  <a:pt x="2425700" y="1946388"/>
                </a:cubicBezTo>
                <a:cubicBezTo>
                  <a:pt x="2393474" y="2043066"/>
                  <a:pt x="2405551" y="1996334"/>
                  <a:pt x="2387600" y="2086088"/>
                </a:cubicBezTo>
                <a:cubicBezTo>
                  <a:pt x="2383367" y="2162288"/>
                  <a:pt x="2382136" y="2238714"/>
                  <a:pt x="2374900" y="2314688"/>
                </a:cubicBezTo>
                <a:cubicBezTo>
                  <a:pt x="2373631" y="2328015"/>
                  <a:pt x="2364236" y="2339557"/>
                  <a:pt x="2362200" y="2352788"/>
                </a:cubicBezTo>
                <a:cubicBezTo>
                  <a:pt x="2355731" y="2394838"/>
                  <a:pt x="2357340" y="2437972"/>
                  <a:pt x="2349500" y="2479788"/>
                </a:cubicBezTo>
                <a:cubicBezTo>
                  <a:pt x="2344566" y="2506103"/>
                  <a:pt x="2332567" y="2530588"/>
                  <a:pt x="2324100" y="2555988"/>
                </a:cubicBezTo>
                <a:lnTo>
                  <a:pt x="2311400" y="2594088"/>
                </a:lnTo>
                <a:lnTo>
                  <a:pt x="2298700" y="2632188"/>
                </a:lnTo>
                <a:cubicBezTo>
                  <a:pt x="2294467" y="2678755"/>
                  <a:pt x="2292613" y="2725599"/>
                  <a:pt x="2286000" y="2771888"/>
                </a:cubicBezTo>
                <a:cubicBezTo>
                  <a:pt x="2284107" y="2785140"/>
                  <a:pt x="2276204" y="2796920"/>
                  <a:pt x="2273300" y="2809988"/>
                </a:cubicBezTo>
                <a:cubicBezTo>
                  <a:pt x="2267714" y="2835125"/>
                  <a:pt x="2265650" y="2860938"/>
                  <a:pt x="2260600" y="2886188"/>
                </a:cubicBezTo>
                <a:cubicBezTo>
                  <a:pt x="2247366" y="2952358"/>
                  <a:pt x="2251339" y="2918601"/>
                  <a:pt x="2235200" y="2975088"/>
                </a:cubicBezTo>
                <a:cubicBezTo>
                  <a:pt x="2230405" y="2991871"/>
                  <a:pt x="2226733" y="3008955"/>
                  <a:pt x="2222500" y="3025888"/>
                </a:cubicBezTo>
                <a:cubicBezTo>
                  <a:pt x="2231444" y="3106382"/>
                  <a:pt x="2228490" y="3126290"/>
                  <a:pt x="2247900" y="3190988"/>
                </a:cubicBezTo>
                <a:cubicBezTo>
                  <a:pt x="2255593" y="3216633"/>
                  <a:pt x="2251881" y="3251124"/>
                  <a:pt x="2273300" y="3267188"/>
                </a:cubicBezTo>
                <a:lnTo>
                  <a:pt x="2324100" y="3305288"/>
                </a:lnTo>
                <a:cubicBezTo>
                  <a:pt x="2361557" y="3417658"/>
                  <a:pt x="2350455" y="3368977"/>
                  <a:pt x="2324100" y="3597388"/>
                </a:cubicBezTo>
                <a:cubicBezTo>
                  <a:pt x="2321031" y="3623985"/>
                  <a:pt x="2313552" y="3651311"/>
                  <a:pt x="2298700" y="3673588"/>
                </a:cubicBezTo>
                <a:cubicBezTo>
                  <a:pt x="2290233" y="3686288"/>
                  <a:pt x="2283441" y="3700280"/>
                  <a:pt x="2273300" y="3711688"/>
                </a:cubicBezTo>
                <a:cubicBezTo>
                  <a:pt x="2249435" y="3738536"/>
                  <a:pt x="2197100" y="3787888"/>
                  <a:pt x="2197100" y="3787888"/>
                </a:cubicBezTo>
                <a:cubicBezTo>
                  <a:pt x="2192867" y="3804821"/>
                  <a:pt x="2191276" y="3822645"/>
                  <a:pt x="2184400" y="3838688"/>
                </a:cubicBezTo>
                <a:cubicBezTo>
                  <a:pt x="2178387" y="3852717"/>
                  <a:pt x="2159726" y="3861542"/>
                  <a:pt x="2159000" y="3876788"/>
                </a:cubicBezTo>
                <a:cubicBezTo>
                  <a:pt x="2155370" y="3953019"/>
                  <a:pt x="2167467" y="4029188"/>
                  <a:pt x="2171700" y="4105388"/>
                </a:cubicBezTo>
                <a:cubicBezTo>
                  <a:pt x="2167467" y="4219688"/>
                  <a:pt x="2166364" y="4334147"/>
                  <a:pt x="2159000" y="4448288"/>
                </a:cubicBezTo>
                <a:cubicBezTo>
                  <a:pt x="2157876" y="4465706"/>
                  <a:pt x="2133958" y="4486746"/>
                  <a:pt x="2146300" y="4499088"/>
                </a:cubicBezTo>
                <a:cubicBezTo>
                  <a:pt x="2157093" y="4509881"/>
                  <a:pt x="2171700" y="4482155"/>
                  <a:pt x="2184400" y="4473688"/>
                </a:cubicBezTo>
                <a:cubicBezTo>
                  <a:pt x="2251460" y="4496041"/>
                  <a:pt x="2215074" y="4475249"/>
                  <a:pt x="2273300" y="4562588"/>
                </a:cubicBezTo>
                <a:cubicBezTo>
                  <a:pt x="2346093" y="4671777"/>
                  <a:pt x="2258820" y="4533628"/>
                  <a:pt x="2311400" y="4638788"/>
                </a:cubicBezTo>
                <a:cubicBezTo>
                  <a:pt x="2338801" y="4693590"/>
                  <a:pt x="2336731" y="4657529"/>
                  <a:pt x="2349500" y="4714988"/>
                </a:cubicBezTo>
                <a:cubicBezTo>
                  <a:pt x="2372146" y="4816894"/>
                  <a:pt x="2351788" y="4762238"/>
                  <a:pt x="2374900" y="4854688"/>
                </a:cubicBezTo>
                <a:cubicBezTo>
                  <a:pt x="2378147" y="4867675"/>
                  <a:pt x="2383367" y="4880088"/>
                  <a:pt x="2387600" y="4892788"/>
                </a:cubicBezTo>
                <a:cubicBezTo>
                  <a:pt x="2425052" y="5192404"/>
                  <a:pt x="2380874" y="4811688"/>
                  <a:pt x="2413000" y="5502388"/>
                </a:cubicBezTo>
                <a:cubicBezTo>
                  <a:pt x="2413782" y="5519208"/>
                  <a:pt x="2445034" y="5584009"/>
                  <a:pt x="2451100" y="5591288"/>
                </a:cubicBezTo>
                <a:cubicBezTo>
                  <a:pt x="2460871" y="5603014"/>
                  <a:pt x="2476500" y="5608221"/>
                  <a:pt x="2489200" y="5616688"/>
                </a:cubicBezTo>
                <a:cubicBezTo>
                  <a:pt x="2522795" y="5751069"/>
                  <a:pt x="2477183" y="5592824"/>
                  <a:pt x="2527300" y="5705588"/>
                </a:cubicBezTo>
                <a:cubicBezTo>
                  <a:pt x="2538174" y="5730054"/>
                  <a:pt x="2552700" y="5781788"/>
                  <a:pt x="2552700" y="5781788"/>
                </a:cubicBezTo>
                <a:cubicBezTo>
                  <a:pt x="2548467" y="5815655"/>
                  <a:pt x="2548980" y="5850460"/>
                  <a:pt x="2540000" y="5883388"/>
                </a:cubicBezTo>
                <a:cubicBezTo>
                  <a:pt x="2532927" y="5909324"/>
                  <a:pt x="2500507" y="5937885"/>
                  <a:pt x="2476500" y="5946888"/>
                </a:cubicBezTo>
                <a:cubicBezTo>
                  <a:pt x="2456289" y="5954467"/>
                  <a:pt x="2434292" y="5956039"/>
                  <a:pt x="2413000" y="5959588"/>
                </a:cubicBezTo>
                <a:cubicBezTo>
                  <a:pt x="2383473" y="5964509"/>
                  <a:pt x="2353453" y="5966417"/>
                  <a:pt x="2324100" y="5972288"/>
                </a:cubicBezTo>
                <a:cubicBezTo>
                  <a:pt x="2289869" y="5979134"/>
                  <a:pt x="2257139" y="5993358"/>
                  <a:pt x="2222500" y="5997688"/>
                </a:cubicBezTo>
                <a:cubicBezTo>
                  <a:pt x="2192428" y="6001447"/>
                  <a:pt x="2081322" y="6013933"/>
                  <a:pt x="2044700" y="6023088"/>
                </a:cubicBezTo>
                <a:cubicBezTo>
                  <a:pt x="2018725" y="6029582"/>
                  <a:pt x="1968500" y="6048488"/>
                  <a:pt x="1968500" y="6048488"/>
                </a:cubicBezTo>
                <a:cubicBezTo>
                  <a:pt x="1955800" y="6044255"/>
                  <a:pt x="1942374" y="6041775"/>
                  <a:pt x="1930400" y="6035788"/>
                </a:cubicBezTo>
                <a:cubicBezTo>
                  <a:pt x="1883102" y="6012139"/>
                  <a:pt x="1896331" y="6007397"/>
                  <a:pt x="1854200" y="5972288"/>
                </a:cubicBezTo>
                <a:cubicBezTo>
                  <a:pt x="1842474" y="5962517"/>
                  <a:pt x="1828800" y="5955355"/>
                  <a:pt x="1816100" y="5946888"/>
                </a:cubicBezTo>
                <a:cubicBezTo>
                  <a:pt x="1787500" y="5861088"/>
                  <a:pt x="1827164" y="5954090"/>
                  <a:pt x="1765300" y="5883388"/>
                </a:cubicBezTo>
                <a:cubicBezTo>
                  <a:pt x="1745198" y="5860414"/>
                  <a:pt x="1731433" y="5832588"/>
                  <a:pt x="1714500" y="5807188"/>
                </a:cubicBezTo>
                <a:cubicBezTo>
                  <a:pt x="1686670" y="5765443"/>
                  <a:pt x="1689545" y="5776996"/>
                  <a:pt x="1676400" y="5730988"/>
                </a:cubicBezTo>
                <a:cubicBezTo>
                  <a:pt x="1671605" y="5714205"/>
                  <a:pt x="1647657" y="5687064"/>
                  <a:pt x="1663700" y="5680188"/>
                </a:cubicBezTo>
                <a:cubicBezTo>
                  <a:pt x="1695071" y="5666743"/>
                  <a:pt x="1731433" y="5688655"/>
                  <a:pt x="1765300" y="5692888"/>
                </a:cubicBezTo>
                <a:cubicBezTo>
                  <a:pt x="1803485" y="5705616"/>
                  <a:pt x="1808674" y="5703633"/>
                  <a:pt x="1841500" y="5730988"/>
                </a:cubicBezTo>
                <a:cubicBezTo>
                  <a:pt x="1855298" y="5742486"/>
                  <a:pt x="1862721" y="5762950"/>
                  <a:pt x="1879600" y="5769088"/>
                </a:cubicBezTo>
                <a:cubicBezTo>
                  <a:pt x="1911675" y="5780752"/>
                  <a:pt x="1947333" y="5777555"/>
                  <a:pt x="1981200" y="5781788"/>
                </a:cubicBezTo>
                <a:cubicBezTo>
                  <a:pt x="2054504" y="5769571"/>
                  <a:pt x="2053568" y="5784900"/>
                  <a:pt x="2095500" y="5730988"/>
                </a:cubicBezTo>
                <a:cubicBezTo>
                  <a:pt x="2114242" y="5706891"/>
                  <a:pt x="2146300" y="5654788"/>
                  <a:pt x="2146300" y="5654788"/>
                </a:cubicBezTo>
                <a:cubicBezTo>
                  <a:pt x="2136132" y="5461596"/>
                  <a:pt x="2148413" y="5473799"/>
                  <a:pt x="2120900" y="5349988"/>
                </a:cubicBezTo>
                <a:cubicBezTo>
                  <a:pt x="2120198" y="5346829"/>
                  <a:pt x="2102027" y="5269247"/>
                  <a:pt x="2095500" y="5261088"/>
                </a:cubicBezTo>
                <a:cubicBezTo>
                  <a:pt x="2085965" y="5249169"/>
                  <a:pt x="2070100" y="5244155"/>
                  <a:pt x="2057400" y="5235688"/>
                </a:cubicBezTo>
                <a:lnTo>
                  <a:pt x="2032000" y="5159488"/>
                </a:lnTo>
                <a:cubicBezTo>
                  <a:pt x="2027767" y="5146788"/>
                  <a:pt x="2026726" y="5132527"/>
                  <a:pt x="2019300" y="5121388"/>
                </a:cubicBezTo>
                <a:lnTo>
                  <a:pt x="1993900" y="5083288"/>
                </a:lnTo>
                <a:cubicBezTo>
                  <a:pt x="1992068" y="5074128"/>
                  <a:pt x="1979658" y="4998425"/>
                  <a:pt x="1968500" y="4981688"/>
                </a:cubicBezTo>
                <a:cubicBezTo>
                  <a:pt x="1958537" y="4966744"/>
                  <a:pt x="1943100" y="4956288"/>
                  <a:pt x="1930400" y="4943588"/>
                </a:cubicBezTo>
                <a:cubicBezTo>
                  <a:pt x="1921933" y="4918188"/>
                  <a:pt x="1919852" y="4889665"/>
                  <a:pt x="1905000" y="4867388"/>
                </a:cubicBezTo>
                <a:cubicBezTo>
                  <a:pt x="1896533" y="4854688"/>
                  <a:pt x="1885799" y="4843236"/>
                  <a:pt x="1879600" y="4829288"/>
                </a:cubicBezTo>
                <a:cubicBezTo>
                  <a:pt x="1829873" y="4717401"/>
                  <a:pt x="1885641" y="4784529"/>
                  <a:pt x="1816100" y="4714988"/>
                </a:cubicBezTo>
                <a:cubicBezTo>
                  <a:pt x="1790936" y="4614331"/>
                  <a:pt x="1808342" y="4635547"/>
                  <a:pt x="1765300" y="4575288"/>
                </a:cubicBezTo>
                <a:cubicBezTo>
                  <a:pt x="1752997" y="4558064"/>
                  <a:pt x="1742167" y="4539455"/>
                  <a:pt x="1727200" y="4524488"/>
                </a:cubicBezTo>
                <a:cubicBezTo>
                  <a:pt x="1716407" y="4513695"/>
                  <a:pt x="1701800" y="4507555"/>
                  <a:pt x="1689100" y="4499088"/>
                </a:cubicBezTo>
                <a:cubicBezTo>
                  <a:pt x="1672167" y="4473688"/>
                  <a:pt x="1644287" y="4452822"/>
                  <a:pt x="1638300" y="4422888"/>
                </a:cubicBezTo>
                <a:cubicBezTo>
                  <a:pt x="1634067" y="4401721"/>
                  <a:pt x="1631280" y="4380213"/>
                  <a:pt x="1625600" y="4359388"/>
                </a:cubicBezTo>
                <a:cubicBezTo>
                  <a:pt x="1618555" y="4333557"/>
                  <a:pt x="1606694" y="4309163"/>
                  <a:pt x="1600200" y="4283188"/>
                </a:cubicBezTo>
                <a:cubicBezTo>
                  <a:pt x="1595967" y="4266255"/>
                  <a:pt x="1594376" y="4248431"/>
                  <a:pt x="1587500" y="4232388"/>
                </a:cubicBezTo>
                <a:cubicBezTo>
                  <a:pt x="1581487" y="4218359"/>
                  <a:pt x="1570567" y="4206988"/>
                  <a:pt x="1562100" y="4194288"/>
                </a:cubicBezTo>
                <a:cubicBezTo>
                  <a:pt x="1557867" y="4164655"/>
                  <a:pt x="1554755" y="4134839"/>
                  <a:pt x="1549400" y="4105388"/>
                </a:cubicBezTo>
                <a:cubicBezTo>
                  <a:pt x="1543021" y="4070305"/>
                  <a:pt x="1534881" y="4049132"/>
                  <a:pt x="1524000" y="4016488"/>
                </a:cubicBezTo>
                <a:cubicBezTo>
                  <a:pt x="1515528" y="3940244"/>
                  <a:pt x="1512852" y="3897246"/>
                  <a:pt x="1498600" y="3825988"/>
                </a:cubicBezTo>
                <a:cubicBezTo>
                  <a:pt x="1495177" y="3808872"/>
                  <a:pt x="1497074" y="3788597"/>
                  <a:pt x="1485900" y="3775188"/>
                </a:cubicBezTo>
                <a:cubicBezTo>
                  <a:pt x="1470047" y="3756165"/>
                  <a:pt x="1369771" y="3729823"/>
                  <a:pt x="1358900" y="3724388"/>
                </a:cubicBezTo>
                <a:cubicBezTo>
                  <a:pt x="1341967" y="3715921"/>
                  <a:pt x="1325501" y="3706446"/>
                  <a:pt x="1308100" y="3698988"/>
                </a:cubicBezTo>
                <a:cubicBezTo>
                  <a:pt x="1295795" y="3693715"/>
                  <a:pt x="1281974" y="3692275"/>
                  <a:pt x="1270000" y="3686288"/>
                </a:cubicBezTo>
                <a:cubicBezTo>
                  <a:pt x="1256348" y="3679462"/>
                  <a:pt x="1245929" y="3666901"/>
                  <a:pt x="1231900" y="3660888"/>
                </a:cubicBezTo>
                <a:cubicBezTo>
                  <a:pt x="1215857" y="3654012"/>
                  <a:pt x="1197818" y="3653204"/>
                  <a:pt x="1181100" y="3648188"/>
                </a:cubicBezTo>
                <a:cubicBezTo>
                  <a:pt x="1026502" y="3601809"/>
                  <a:pt x="1171189" y="3639360"/>
                  <a:pt x="1054100" y="3610088"/>
                </a:cubicBezTo>
                <a:cubicBezTo>
                  <a:pt x="1041400" y="3597388"/>
                  <a:pt x="1024032" y="3588052"/>
                  <a:pt x="1016000" y="3571988"/>
                </a:cubicBezTo>
                <a:cubicBezTo>
                  <a:pt x="983555" y="3507099"/>
                  <a:pt x="1032061" y="3479727"/>
                  <a:pt x="965200" y="3546588"/>
                </a:cubicBezTo>
                <a:cubicBezTo>
                  <a:pt x="956733" y="3571988"/>
                  <a:pt x="954652" y="3600511"/>
                  <a:pt x="939800" y="3622788"/>
                </a:cubicBezTo>
                <a:cubicBezTo>
                  <a:pt x="931333" y="3635488"/>
                  <a:pt x="920599" y="3646940"/>
                  <a:pt x="914400" y="3660888"/>
                </a:cubicBezTo>
                <a:cubicBezTo>
                  <a:pt x="883262" y="3730948"/>
                  <a:pt x="893373" y="3732294"/>
                  <a:pt x="876300" y="3800588"/>
                </a:cubicBezTo>
                <a:cubicBezTo>
                  <a:pt x="873053" y="3813575"/>
                  <a:pt x="867833" y="3825988"/>
                  <a:pt x="863600" y="3838688"/>
                </a:cubicBezTo>
                <a:cubicBezTo>
                  <a:pt x="859367" y="4024955"/>
                  <a:pt x="857671" y="4211296"/>
                  <a:pt x="850900" y="4397488"/>
                </a:cubicBezTo>
                <a:cubicBezTo>
                  <a:pt x="849201" y="4444216"/>
                  <a:pt x="844380" y="4490839"/>
                  <a:pt x="838200" y="4537188"/>
                </a:cubicBezTo>
                <a:cubicBezTo>
                  <a:pt x="835893" y="4554489"/>
                  <a:pt x="836404" y="4574358"/>
                  <a:pt x="825500" y="4587988"/>
                </a:cubicBezTo>
                <a:cubicBezTo>
                  <a:pt x="817137" y="4598441"/>
                  <a:pt x="800100" y="4596455"/>
                  <a:pt x="787400" y="4600688"/>
                </a:cubicBezTo>
                <a:cubicBezTo>
                  <a:pt x="757767" y="4596455"/>
                  <a:pt x="727853" y="4593859"/>
                  <a:pt x="698500" y="4587988"/>
                </a:cubicBezTo>
                <a:cubicBezTo>
                  <a:pt x="685373" y="4585363"/>
                  <a:pt x="673272" y="4578966"/>
                  <a:pt x="660400" y="4575288"/>
                </a:cubicBezTo>
                <a:cubicBezTo>
                  <a:pt x="643617" y="4570493"/>
                  <a:pt x="626533" y="4566821"/>
                  <a:pt x="609600" y="4562588"/>
                </a:cubicBezTo>
                <a:cubicBezTo>
                  <a:pt x="596900" y="4554121"/>
                  <a:pt x="583920" y="4546060"/>
                  <a:pt x="571500" y="4537188"/>
                </a:cubicBezTo>
                <a:cubicBezTo>
                  <a:pt x="554276" y="4524885"/>
                  <a:pt x="539632" y="4508554"/>
                  <a:pt x="520700" y="4499088"/>
                </a:cubicBezTo>
                <a:cubicBezTo>
                  <a:pt x="505088" y="4491282"/>
                  <a:pt x="486833" y="4490621"/>
                  <a:pt x="469900" y="4486388"/>
                </a:cubicBezTo>
                <a:cubicBezTo>
                  <a:pt x="444500" y="4469455"/>
                  <a:pt x="422660" y="4445241"/>
                  <a:pt x="393700" y="4435588"/>
                </a:cubicBezTo>
                <a:cubicBezTo>
                  <a:pt x="381000" y="4431355"/>
                  <a:pt x="367574" y="4428875"/>
                  <a:pt x="355600" y="4422888"/>
                </a:cubicBezTo>
                <a:cubicBezTo>
                  <a:pt x="272498" y="4381337"/>
                  <a:pt x="363662" y="4415563"/>
                  <a:pt x="279400" y="4359388"/>
                </a:cubicBezTo>
                <a:cubicBezTo>
                  <a:pt x="268261" y="4351962"/>
                  <a:pt x="254000" y="4350921"/>
                  <a:pt x="241300" y="4346688"/>
                </a:cubicBezTo>
                <a:cubicBezTo>
                  <a:pt x="129990" y="4235378"/>
                  <a:pt x="271188" y="4371595"/>
                  <a:pt x="165100" y="4283188"/>
                </a:cubicBezTo>
                <a:cubicBezTo>
                  <a:pt x="151302" y="4271690"/>
                  <a:pt x="139700" y="4257788"/>
                  <a:pt x="127000" y="4245088"/>
                </a:cubicBezTo>
                <a:cubicBezTo>
                  <a:pt x="122767" y="4232388"/>
                  <a:pt x="112407" y="4220240"/>
                  <a:pt x="114300" y="4206988"/>
                </a:cubicBezTo>
                <a:cubicBezTo>
                  <a:pt x="130581" y="4093020"/>
                  <a:pt x="262290" y="4163850"/>
                  <a:pt x="342900" y="4168888"/>
                </a:cubicBezTo>
                <a:cubicBezTo>
                  <a:pt x="355600" y="4173121"/>
                  <a:pt x="369026" y="4175601"/>
                  <a:pt x="381000" y="4181588"/>
                </a:cubicBezTo>
                <a:cubicBezTo>
                  <a:pt x="394652" y="4188414"/>
                  <a:pt x="406680" y="4198116"/>
                  <a:pt x="419100" y="4206988"/>
                </a:cubicBezTo>
                <a:cubicBezTo>
                  <a:pt x="529369" y="4285752"/>
                  <a:pt x="418210" y="4210628"/>
                  <a:pt x="508000" y="4270488"/>
                </a:cubicBezTo>
                <a:cubicBezTo>
                  <a:pt x="541867" y="4266255"/>
                  <a:pt x="595167" y="4288716"/>
                  <a:pt x="609600" y="4257788"/>
                </a:cubicBezTo>
                <a:cubicBezTo>
                  <a:pt x="634727" y="4203945"/>
                  <a:pt x="603462" y="4139042"/>
                  <a:pt x="596900" y="4079988"/>
                </a:cubicBezTo>
                <a:cubicBezTo>
                  <a:pt x="594972" y="4062640"/>
                  <a:pt x="587986" y="4046227"/>
                  <a:pt x="584200" y="4029188"/>
                </a:cubicBezTo>
                <a:cubicBezTo>
                  <a:pt x="579517" y="4008116"/>
                  <a:pt x="576183" y="3986760"/>
                  <a:pt x="571500" y="3965688"/>
                </a:cubicBezTo>
                <a:cubicBezTo>
                  <a:pt x="535629" y="3804270"/>
                  <a:pt x="584404" y="4042906"/>
                  <a:pt x="546100" y="3851388"/>
                </a:cubicBezTo>
                <a:cubicBezTo>
                  <a:pt x="548425" y="3821166"/>
                  <a:pt x="552680" y="3679248"/>
                  <a:pt x="571500" y="3622788"/>
                </a:cubicBezTo>
                <a:cubicBezTo>
                  <a:pt x="577487" y="3604827"/>
                  <a:pt x="589442" y="3589389"/>
                  <a:pt x="596900" y="3571988"/>
                </a:cubicBezTo>
                <a:cubicBezTo>
                  <a:pt x="602173" y="3559683"/>
                  <a:pt x="605367" y="3546588"/>
                  <a:pt x="609600" y="3533888"/>
                </a:cubicBezTo>
                <a:cubicBezTo>
                  <a:pt x="605367" y="3428055"/>
                  <a:pt x="596900" y="3322306"/>
                  <a:pt x="596900" y="3216388"/>
                </a:cubicBezTo>
                <a:cubicBezTo>
                  <a:pt x="596900" y="3178054"/>
                  <a:pt x="589019" y="3134429"/>
                  <a:pt x="609600" y="3102088"/>
                </a:cubicBezTo>
                <a:cubicBezTo>
                  <a:pt x="623974" y="3079500"/>
                  <a:pt x="660400" y="3085155"/>
                  <a:pt x="685800" y="3076688"/>
                </a:cubicBezTo>
                <a:cubicBezTo>
                  <a:pt x="788283" y="3042527"/>
                  <a:pt x="710539" y="3064823"/>
                  <a:pt x="927100" y="3051288"/>
                </a:cubicBezTo>
                <a:cubicBezTo>
                  <a:pt x="1087734" y="2997743"/>
                  <a:pt x="976556" y="3024614"/>
                  <a:pt x="1270000" y="3038588"/>
                </a:cubicBezTo>
                <a:cubicBezTo>
                  <a:pt x="1477317" y="3107694"/>
                  <a:pt x="1217181" y="3025383"/>
                  <a:pt x="1422400" y="3076688"/>
                </a:cubicBezTo>
                <a:cubicBezTo>
                  <a:pt x="1448375" y="3083182"/>
                  <a:pt x="1473200" y="3093621"/>
                  <a:pt x="1498600" y="3102088"/>
                </a:cubicBezTo>
                <a:lnTo>
                  <a:pt x="1536700" y="3114788"/>
                </a:lnTo>
                <a:cubicBezTo>
                  <a:pt x="1553633" y="3110555"/>
                  <a:pt x="1573870" y="3112992"/>
                  <a:pt x="1587500" y="3102088"/>
                </a:cubicBezTo>
                <a:cubicBezTo>
                  <a:pt x="1597953" y="3093725"/>
                  <a:pt x="1600200" y="3077375"/>
                  <a:pt x="1600200" y="3063988"/>
                </a:cubicBezTo>
                <a:cubicBezTo>
                  <a:pt x="1600200" y="3008792"/>
                  <a:pt x="1592497" y="2953857"/>
                  <a:pt x="1587500" y="2898888"/>
                </a:cubicBezTo>
                <a:cubicBezTo>
                  <a:pt x="1563460" y="2634446"/>
                  <a:pt x="1586809" y="2906064"/>
                  <a:pt x="1562100" y="2708388"/>
                </a:cubicBezTo>
                <a:cubicBezTo>
                  <a:pt x="1556823" y="2666172"/>
                  <a:pt x="1557240" y="2623204"/>
                  <a:pt x="1549400" y="2581388"/>
                </a:cubicBezTo>
                <a:cubicBezTo>
                  <a:pt x="1544466" y="2555073"/>
                  <a:pt x="1524000" y="2505188"/>
                  <a:pt x="1524000" y="2505188"/>
                </a:cubicBezTo>
                <a:cubicBezTo>
                  <a:pt x="1392767" y="2509421"/>
                  <a:pt x="1261602" y="2517888"/>
                  <a:pt x="1130300" y="2517888"/>
                </a:cubicBezTo>
                <a:cubicBezTo>
                  <a:pt x="1041299" y="2517888"/>
                  <a:pt x="952056" y="2515016"/>
                  <a:pt x="863600" y="2505188"/>
                </a:cubicBezTo>
                <a:cubicBezTo>
                  <a:pt x="836990" y="2502231"/>
                  <a:pt x="812800" y="2488255"/>
                  <a:pt x="787400" y="2479788"/>
                </a:cubicBezTo>
                <a:lnTo>
                  <a:pt x="749300" y="2467088"/>
                </a:lnTo>
                <a:cubicBezTo>
                  <a:pt x="724576" y="2392915"/>
                  <a:pt x="755945" y="2461033"/>
                  <a:pt x="698500" y="2403588"/>
                </a:cubicBezTo>
                <a:cubicBezTo>
                  <a:pt x="613833" y="2318921"/>
                  <a:pt x="736600" y="2407821"/>
                  <a:pt x="635000" y="2340088"/>
                </a:cubicBezTo>
                <a:cubicBezTo>
                  <a:pt x="618067" y="2314688"/>
                  <a:pt x="593853" y="2292848"/>
                  <a:pt x="584200" y="2263888"/>
                </a:cubicBezTo>
                <a:lnTo>
                  <a:pt x="558800" y="2187688"/>
                </a:lnTo>
                <a:cubicBezTo>
                  <a:pt x="554567" y="2174988"/>
                  <a:pt x="553526" y="2160727"/>
                  <a:pt x="546100" y="2149588"/>
                </a:cubicBezTo>
                <a:cubicBezTo>
                  <a:pt x="508264" y="2092834"/>
                  <a:pt x="496012" y="2088936"/>
                  <a:pt x="482600" y="2035288"/>
                </a:cubicBezTo>
                <a:cubicBezTo>
                  <a:pt x="477365" y="2014347"/>
                  <a:pt x="475580" y="1992613"/>
                  <a:pt x="469900" y="1971788"/>
                </a:cubicBezTo>
                <a:cubicBezTo>
                  <a:pt x="462855" y="1945957"/>
                  <a:pt x="444500" y="1895588"/>
                  <a:pt x="444500" y="1895588"/>
                </a:cubicBezTo>
                <a:cubicBezTo>
                  <a:pt x="422826" y="1743871"/>
                  <a:pt x="444433" y="1857252"/>
                  <a:pt x="419100" y="1768588"/>
                </a:cubicBezTo>
                <a:cubicBezTo>
                  <a:pt x="414305" y="1751805"/>
                  <a:pt x="413276" y="1733831"/>
                  <a:pt x="406400" y="1717788"/>
                </a:cubicBezTo>
                <a:cubicBezTo>
                  <a:pt x="400387" y="1703759"/>
                  <a:pt x="387199" y="1693636"/>
                  <a:pt x="381000" y="1679688"/>
                </a:cubicBezTo>
                <a:cubicBezTo>
                  <a:pt x="370126" y="1655222"/>
                  <a:pt x="364067" y="1628888"/>
                  <a:pt x="355600" y="1603488"/>
                </a:cubicBezTo>
                <a:cubicBezTo>
                  <a:pt x="346932" y="1577483"/>
                  <a:pt x="340226" y="1546226"/>
                  <a:pt x="317500" y="1527288"/>
                </a:cubicBezTo>
                <a:cubicBezTo>
                  <a:pt x="302956" y="1515168"/>
                  <a:pt x="282106" y="1512892"/>
                  <a:pt x="266700" y="1501888"/>
                </a:cubicBezTo>
                <a:cubicBezTo>
                  <a:pt x="252085" y="1491449"/>
                  <a:pt x="243544" y="1473751"/>
                  <a:pt x="228600" y="1463788"/>
                </a:cubicBezTo>
                <a:cubicBezTo>
                  <a:pt x="217461" y="1456362"/>
                  <a:pt x="202474" y="1457075"/>
                  <a:pt x="190500" y="1451088"/>
                </a:cubicBezTo>
                <a:cubicBezTo>
                  <a:pt x="69745" y="1390711"/>
                  <a:pt x="272789" y="1465818"/>
                  <a:pt x="76200" y="1400288"/>
                </a:cubicBezTo>
                <a:lnTo>
                  <a:pt x="38100" y="1387588"/>
                </a:lnTo>
                <a:lnTo>
                  <a:pt x="0" y="1374888"/>
                </a:lnTo>
                <a:cubicBezTo>
                  <a:pt x="25400" y="1341021"/>
                  <a:pt x="52718" y="1308511"/>
                  <a:pt x="76200" y="1273288"/>
                </a:cubicBezTo>
                <a:cubicBezTo>
                  <a:pt x="84667" y="1260588"/>
                  <a:pt x="94774" y="1248840"/>
                  <a:pt x="101600" y="1235188"/>
                </a:cubicBezTo>
                <a:cubicBezTo>
                  <a:pt x="107587" y="1223214"/>
                  <a:pt x="107799" y="1208790"/>
                  <a:pt x="114300" y="1197088"/>
                </a:cubicBezTo>
                <a:cubicBezTo>
                  <a:pt x="129125" y="1170403"/>
                  <a:pt x="165100" y="1120888"/>
                  <a:pt x="165100" y="1120888"/>
                </a:cubicBezTo>
                <a:cubicBezTo>
                  <a:pt x="249767" y="1125121"/>
                  <a:pt x="334646" y="1126244"/>
                  <a:pt x="419100" y="1133588"/>
                </a:cubicBezTo>
                <a:cubicBezTo>
                  <a:pt x="432437" y="1134748"/>
                  <a:pt x="445226" y="1140301"/>
                  <a:pt x="457200" y="1146288"/>
                </a:cubicBezTo>
                <a:cubicBezTo>
                  <a:pt x="577955" y="1206665"/>
                  <a:pt x="374911" y="1131558"/>
                  <a:pt x="571500" y="1197088"/>
                </a:cubicBezTo>
                <a:lnTo>
                  <a:pt x="609600" y="1209788"/>
                </a:lnTo>
                <a:cubicBezTo>
                  <a:pt x="618067" y="1222488"/>
                  <a:pt x="634048" y="1232654"/>
                  <a:pt x="635000" y="1247888"/>
                </a:cubicBezTo>
                <a:cubicBezTo>
                  <a:pt x="644641" y="1402140"/>
                  <a:pt x="646228" y="1381084"/>
                  <a:pt x="584200" y="1463788"/>
                </a:cubicBezTo>
                <a:cubicBezTo>
                  <a:pt x="588433" y="1510355"/>
                  <a:pt x="587103" y="1557767"/>
                  <a:pt x="596900" y="1603488"/>
                </a:cubicBezTo>
                <a:cubicBezTo>
                  <a:pt x="600098" y="1618413"/>
                  <a:pt x="615474" y="1627936"/>
                  <a:pt x="622300" y="1641588"/>
                </a:cubicBezTo>
                <a:cubicBezTo>
                  <a:pt x="672518" y="1742023"/>
                  <a:pt x="582819" y="1609451"/>
                  <a:pt x="673100" y="1717788"/>
                </a:cubicBezTo>
                <a:cubicBezTo>
                  <a:pt x="682871" y="1729514"/>
                  <a:pt x="688359" y="1744480"/>
                  <a:pt x="698500" y="1755888"/>
                </a:cubicBezTo>
                <a:cubicBezTo>
                  <a:pt x="722365" y="1782736"/>
                  <a:pt x="749300" y="1806688"/>
                  <a:pt x="774700" y="1832088"/>
                </a:cubicBezTo>
                <a:cubicBezTo>
                  <a:pt x="787400" y="1844788"/>
                  <a:pt x="797856" y="1860225"/>
                  <a:pt x="812800" y="1870188"/>
                </a:cubicBezTo>
                <a:cubicBezTo>
                  <a:pt x="825500" y="1878655"/>
                  <a:pt x="839492" y="1885447"/>
                  <a:pt x="850900" y="1895588"/>
                </a:cubicBezTo>
                <a:cubicBezTo>
                  <a:pt x="877748" y="1919453"/>
                  <a:pt x="901700" y="1946388"/>
                  <a:pt x="927100" y="1971788"/>
                </a:cubicBezTo>
                <a:cubicBezTo>
                  <a:pt x="939800" y="1984488"/>
                  <a:pt x="950256" y="1999925"/>
                  <a:pt x="965200" y="2009888"/>
                </a:cubicBezTo>
                <a:lnTo>
                  <a:pt x="1003300" y="2035288"/>
                </a:lnTo>
                <a:cubicBezTo>
                  <a:pt x="1022563" y="2022446"/>
                  <a:pt x="1053210" y="1997188"/>
                  <a:pt x="1079500" y="1997188"/>
                </a:cubicBezTo>
                <a:cubicBezTo>
                  <a:pt x="1130805" y="1997188"/>
                  <a:pt x="1184615" y="2019526"/>
                  <a:pt x="1231900" y="2035288"/>
                </a:cubicBezTo>
                <a:lnTo>
                  <a:pt x="1308100" y="2060688"/>
                </a:lnTo>
                <a:lnTo>
                  <a:pt x="1346200" y="2073388"/>
                </a:lnTo>
                <a:cubicBezTo>
                  <a:pt x="1373377" y="2064329"/>
                  <a:pt x="1402125" y="2058459"/>
                  <a:pt x="1422400" y="2035288"/>
                </a:cubicBezTo>
                <a:cubicBezTo>
                  <a:pt x="1442502" y="2012314"/>
                  <a:pt x="1473200" y="1959088"/>
                  <a:pt x="1473200" y="1959088"/>
                </a:cubicBezTo>
                <a:cubicBezTo>
                  <a:pt x="1468967" y="1933688"/>
                  <a:pt x="1466086" y="1908025"/>
                  <a:pt x="1460500" y="1882888"/>
                </a:cubicBezTo>
                <a:cubicBezTo>
                  <a:pt x="1457596" y="1869820"/>
                  <a:pt x="1461052" y="1842895"/>
                  <a:pt x="1447800" y="1844788"/>
                </a:cubicBezTo>
                <a:cubicBezTo>
                  <a:pt x="1417580" y="1849105"/>
                  <a:pt x="1371600" y="1895588"/>
                  <a:pt x="1371600" y="1895588"/>
                </a:cubicBezTo>
                <a:cubicBezTo>
                  <a:pt x="1367367" y="1908288"/>
                  <a:pt x="1372287" y="1933688"/>
                  <a:pt x="1358900" y="1933688"/>
                </a:cubicBezTo>
                <a:cubicBezTo>
                  <a:pt x="1343636" y="1933688"/>
                  <a:pt x="1339699" y="1909536"/>
                  <a:pt x="1333500" y="1895588"/>
                </a:cubicBezTo>
                <a:cubicBezTo>
                  <a:pt x="1322626" y="1871122"/>
                  <a:pt x="1316567" y="1844788"/>
                  <a:pt x="1308100" y="1819388"/>
                </a:cubicBezTo>
                <a:cubicBezTo>
                  <a:pt x="1303867" y="1806688"/>
                  <a:pt x="1304866" y="1790754"/>
                  <a:pt x="1295400" y="1781288"/>
                </a:cubicBezTo>
                <a:cubicBezTo>
                  <a:pt x="1282700" y="1768588"/>
                  <a:pt x="1268798" y="1756986"/>
                  <a:pt x="1257300" y="1743188"/>
                </a:cubicBezTo>
                <a:cubicBezTo>
                  <a:pt x="1241816" y="1724607"/>
                  <a:pt x="1213401" y="1674991"/>
                  <a:pt x="1206500" y="1654288"/>
                </a:cubicBezTo>
                <a:cubicBezTo>
                  <a:pt x="1195461" y="1621170"/>
                  <a:pt x="1189567" y="1586555"/>
                  <a:pt x="1181100" y="1552688"/>
                </a:cubicBezTo>
                <a:lnTo>
                  <a:pt x="1168400" y="1501888"/>
                </a:lnTo>
                <a:cubicBezTo>
                  <a:pt x="1172633" y="1459555"/>
                  <a:pt x="1174631" y="1416938"/>
                  <a:pt x="1181100" y="1374888"/>
                </a:cubicBezTo>
                <a:cubicBezTo>
                  <a:pt x="1183136" y="1361657"/>
                  <a:pt x="1181826" y="1342775"/>
                  <a:pt x="1193800" y="1336788"/>
                </a:cubicBezTo>
                <a:cubicBezTo>
                  <a:pt x="1220574" y="1323401"/>
                  <a:pt x="1253067" y="1328321"/>
                  <a:pt x="1282700" y="1324088"/>
                </a:cubicBezTo>
                <a:cubicBezTo>
                  <a:pt x="1295400" y="1319855"/>
                  <a:pt x="1308826" y="1317375"/>
                  <a:pt x="1320800" y="1311388"/>
                </a:cubicBezTo>
                <a:cubicBezTo>
                  <a:pt x="1334452" y="1304562"/>
                  <a:pt x="1344952" y="1292187"/>
                  <a:pt x="1358900" y="1285988"/>
                </a:cubicBezTo>
                <a:cubicBezTo>
                  <a:pt x="1383366" y="1275114"/>
                  <a:pt x="1435100" y="1260588"/>
                  <a:pt x="1435100" y="1260588"/>
                </a:cubicBezTo>
                <a:cubicBezTo>
                  <a:pt x="1471316" y="1264612"/>
                  <a:pt x="1544947" y="1264712"/>
                  <a:pt x="1587500" y="1285988"/>
                </a:cubicBezTo>
                <a:cubicBezTo>
                  <a:pt x="1670602" y="1327539"/>
                  <a:pt x="1579438" y="1293313"/>
                  <a:pt x="1663700" y="1349488"/>
                </a:cubicBezTo>
                <a:cubicBezTo>
                  <a:pt x="1674839" y="1356914"/>
                  <a:pt x="1689100" y="1357955"/>
                  <a:pt x="1701800" y="1362188"/>
                </a:cubicBezTo>
                <a:cubicBezTo>
                  <a:pt x="1714500" y="1374888"/>
                  <a:pt x="1726102" y="1388790"/>
                  <a:pt x="1739900" y="1400288"/>
                </a:cubicBezTo>
                <a:cubicBezTo>
                  <a:pt x="1751626" y="1410059"/>
                  <a:pt x="1767949" y="1414201"/>
                  <a:pt x="1778000" y="1425688"/>
                </a:cubicBezTo>
                <a:cubicBezTo>
                  <a:pt x="1897664" y="1562447"/>
                  <a:pt x="1792204" y="1451255"/>
                  <a:pt x="1841500" y="1539988"/>
                </a:cubicBezTo>
                <a:cubicBezTo>
                  <a:pt x="1856325" y="1566673"/>
                  <a:pt x="1866900" y="1599255"/>
                  <a:pt x="1892300" y="1616188"/>
                </a:cubicBezTo>
                <a:lnTo>
                  <a:pt x="1930400" y="1641588"/>
                </a:lnTo>
                <a:cubicBezTo>
                  <a:pt x="1951567" y="1637355"/>
                  <a:pt x="1975939" y="1640862"/>
                  <a:pt x="1993900" y="1628888"/>
                </a:cubicBezTo>
                <a:cubicBezTo>
                  <a:pt x="2005039" y="1621462"/>
                  <a:pt x="2006600" y="1604175"/>
                  <a:pt x="2006600" y="1590788"/>
                </a:cubicBezTo>
                <a:cubicBezTo>
                  <a:pt x="2006600" y="1501787"/>
                  <a:pt x="2000997" y="1412805"/>
                  <a:pt x="1993900" y="1324088"/>
                </a:cubicBezTo>
                <a:cubicBezTo>
                  <a:pt x="1989331" y="1266975"/>
                  <a:pt x="1963712" y="1247057"/>
                  <a:pt x="1930400" y="1197088"/>
                </a:cubicBezTo>
                <a:lnTo>
                  <a:pt x="1905000" y="1158988"/>
                </a:lnTo>
                <a:cubicBezTo>
                  <a:pt x="1896533" y="1146288"/>
                  <a:pt x="1884427" y="1135368"/>
                  <a:pt x="1879600" y="1120888"/>
                </a:cubicBezTo>
                <a:lnTo>
                  <a:pt x="1841500" y="1006588"/>
                </a:lnTo>
                <a:cubicBezTo>
                  <a:pt x="1837267" y="993888"/>
                  <a:pt x="1836226" y="979627"/>
                  <a:pt x="1828800" y="968488"/>
                </a:cubicBezTo>
                <a:cubicBezTo>
                  <a:pt x="1820333" y="955788"/>
                  <a:pt x="1809599" y="944336"/>
                  <a:pt x="1803400" y="930388"/>
                </a:cubicBezTo>
                <a:cubicBezTo>
                  <a:pt x="1775768" y="868217"/>
                  <a:pt x="1782350" y="860222"/>
                  <a:pt x="1765300" y="803388"/>
                </a:cubicBezTo>
                <a:cubicBezTo>
                  <a:pt x="1757607" y="777743"/>
                  <a:pt x="1739900" y="727188"/>
                  <a:pt x="1739900" y="727188"/>
                </a:cubicBezTo>
                <a:cubicBezTo>
                  <a:pt x="1735667" y="667921"/>
                  <a:pt x="1741611" y="607032"/>
                  <a:pt x="1727200" y="549388"/>
                </a:cubicBezTo>
                <a:cubicBezTo>
                  <a:pt x="1719796" y="519772"/>
                  <a:pt x="1693333" y="498588"/>
                  <a:pt x="1676400" y="473188"/>
                </a:cubicBezTo>
                <a:cubicBezTo>
                  <a:pt x="1653822" y="439321"/>
                  <a:pt x="1652411" y="426621"/>
                  <a:pt x="1612900" y="409688"/>
                </a:cubicBezTo>
                <a:cubicBezTo>
                  <a:pt x="1596857" y="402812"/>
                  <a:pt x="1579033" y="401221"/>
                  <a:pt x="1562100" y="396988"/>
                </a:cubicBezTo>
                <a:cubicBezTo>
                  <a:pt x="1557867" y="384288"/>
                  <a:pt x="1555901" y="370590"/>
                  <a:pt x="1549400" y="358888"/>
                </a:cubicBezTo>
                <a:cubicBezTo>
                  <a:pt x="1534575" y="332203"/>
                  <a:pt x="1498600" y="282688"/>
                  <a:pt x="1498600" y="282688"/>
                </a:cubicBezTo>
                <a:cubicBezTo>
                  <a:pt x="1502833" y="240355"/>
                  <a:pt x="1497846" y="196049"/>
                  <a:pt x="1511300" y="155688"/>
                </a:cubicBezTo>
                <a:cubicBezTo>
                  <a:pt x="1518579" y="133850"/>
                  <a:pt x="1571721" y="125478"/>
                  <a:pt x="1587500" y="117588"/>
                </a:cubicBezTo>
                <a:cubicBezTo>
                  <a:pt x="1601152" y="110762"/>
                  <a:pt x="1611948" y="99014"/>
                  <a:pt x="1625600" y="92188"/>
                </a:cubicBezTo>
                <a:cubicBezTo>
                  <a:pt x="1712020" y="48978"/>
                  <a:pt x="1608791" y="120156"/>
                  <a:pt x="1714500" y="54088"/>
                </a:cubicBezTo>
                <a:cubicBezTo>
                  <a:pt x="1732449" y="42870"/>
                  <a:pt x="1746368" y="25454"/>
                  <a:pt x="1765300" y="15988"/>
                </a:cubicBezTo>
                <a:cubicBezTo>
                  <a:pt x="1789247" y="4014"/>
                  <a:pt x="1864783" y="-5179"/>
                  <a:pt x="1879600" y="328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NanumGothic" panose="020D0604000000000000" pitchFamily="34" charset="-127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157754E4-3EFF-4CB0-84F7-E8241AEB0EA9}"/>
              </a:ext>
            </a:extLst>
          </p:cNvPr>
          <p:cNvSpPr txBox="1"/>
          <p:nvPr/>
        </p:nvSpPr>
        <p:spPr>
          <a:xfrm>
            <a:off x="17009695" y="1219707"/>
            <a:ext cx="377904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800" b="1" dirty="0">
                <a:solidFill>
                  <a:schemeClr val="bg2">
                    <a:lumMod val="50000"/>
                  </a:schemeClr>
                </a:solidFill>
                <a:latin typeface="나눔손글씨 펜" panose="03040600000000000000"/>
                <a:ea typeface="나눔손글씨 펜" panose="03040600000000000000"/>
              </a:rPr>
              <a:t>당신은 </a:t>
            </a:r>
            <a:r>
              <a:rPr lang="ko-KR" altLang="en-US" sz="2800" b="1" dirty="0" err="1">
                <a:solidFill>
                  <a:schemeClr val="bg2">
                    <a:lumMod val="50000"/>
                  </a:schemeClr>
                </a:solidFill>
                <a:latin typeface="나눔손글씨 펜" panose="03040600000000000000"/>
                <a:ea typeface="나눔손글씨 펜" panose="03040600000000000000"/>
              </a:rPr>
              <a:t>스케쥴러인가</a:t>
            </a:r>
            <a:r>
              <a:rPr lang="en-US" altLang="ko-KR" sz="2800" b="1" dirty="0">
                <a:solidFill>
                  <a:schemeClr val="bg2">
                    <a:lumMod val="50000"/>
                  </a:schemeClr>
                </a:solidFill>
                <a:latin typeface="나눔손글씨 펜" panose="03040600000000000000"/>
                <a:ea typeface="나눔손글씨 펜" panose="03040600000000000000"/>
              </a:rPr>
              <a:t>, </a:t>
            </a:r>
            <a:r>
              <a:rPr lang="ko-KR" altLang="en-US" sz="2800" b="1" dirty="0" err="1">
                <a:solidFill>
                  <a:schemeClr val="bg2">
                    <a:lumMod val="50000"/>
                  </a:schemeClr>
                </a:solidFill>
                <a:latin typeface="나눔손글씨 펜" panose="03040600000000000000"/>
                <a:ea typeface="나눔손글씨 펜" panose="03040600000000000000"/>
              </a:rPr>
              <a:t>플래너인가</a:t>
            </a:r>
            <a:r>
              <a:rPr lang="en-US" altLang="ko-KR" sz="2800" b="1" dirty="0">
                <a:solidFill>
                  <a:schemeClr val="bg2">
                    <a:lumMod val="50000"/>
                  </a:schemeClr>
                </a:solidFill>
                <a:latin typeface="나눔손글씨 펜" panose="03040600000000000000"/>
                <a:ea typeface="나눔손글씨 펜" panose="03040600000000000000"/>
              </a:rPr>
              <a:t>?</a:t>
            </a:r>
          </a:p>
          <a:p>
            <a:pPr algn="ctr"/>
            <a:r>
              <a:rPr lang="en-US" altLang="ko-KR" i="1" dirty="0">
                <a:solidFill>
                  <a:schemeClr val="bg2">
                    <a:lumMod val="50000"/>
                  </a:schemeClr>
                </a:solidFill>
                <a:latin typeface="나눔손글씨 펜"/>
                <a:ea typeface="나눔고딕" panose="020D0604000000000000" pitchFamily="50" charset="-127"/>
              </a:rPr>
              <a:t>Are you Scheduler or Planner?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E8028B7A-82E7-477E-867A-C1ED8D743416}"/>
              </a:ext>
            </a:extLst>
          </p:cNvPr>
          <p:cNvSpPr txBox="1"/>
          <p:nvPr/>
        </p:nvSpPr>
        <p:spPr>
          <a:xfrm rot="19868477">
            <a:off x="20215254" y="2860090"/>
            <a:ext cx="859210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000" dirty="0">
                <a:latin typeface="나눔고딕" panose="020D0604000000000000" pitchFamily="50" charset="-127"/>
                <a:ea typeface="NanumGothic" panose="020D0604000000000000"/>
              </a:rPr>
              <a:t>Again &amp; Again</a:t>
            </a:r>
            <a:endParaRPr lang="ko-KR" altLang="en-US" sz="1000" dirty="0">
              <a:latin typeface="나눔고딕" panose="020D0604000000000000" pitchFamily="50" charset="-127"/>
              <a:ea typeface="NanumGothic" panose="020D060400000000000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C1A79A7D-D96A-4BAF-A279-F48C5EE4BD6A}"/>
              </a:ext>
            </a:extLst>
          </p:cNvPr>
          <p:cNvSpPr txBox="1"/>
          <p:nvPr/>
        </p:nvSpPr>
        <p:spPr>
          <a:xfrm>
            <a:off x="9112004" y="5352771"/>
            <a:ext cx="4507964" cy="54784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90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년대 초</a:t>
            </a:r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,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 고등학교 시절 시스템 다이어리 속지를 만들고</a:t>
            </a:r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하드보드지와 한지로 다이어리를 만들어 </a:t>
            </a:r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주변 지인들에게 선물하고는 했습니다</a:t>
            </a:r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.</a:t>
            </a:r>
          </a:p>
          <a:p>
            <a:pPr algn="ctr"/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사회에 나와서는 </a:t>
            </a:r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MS 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아웃룩</a:t>
            </a:r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, 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구글</a:t>
            </a:r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 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등 다양한 </a:t>
            </a:r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ko-KR" altLang="en-US" sz="1400" dirty="0" err="1">
                <a:latin typeface="나눔고딕" panose="020D0604000000000000" pitchFamily="50" charset="-127"/>
                <a:ea typeface="NanumGothic" panose="020D0604000000000000"/>
              </a:rPr>
              <a:t>스케쥴러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 프로그램을 사용하고 있습니다</a:t>
            </a:r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.</a:t>
            </a:r>
          </a:p>
          <a:p>
            <a:pPr algn="ctr"/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최근에는 다양한 </a:t>
            </a:r>
            <a:r>
              <a:rPr lang="ko-KR" altLang="en-US" sz="1400" dirty="0" err="1">
                <a:latin typeface="나눔고딕" panose="020D0604000000000000" pitchFamily="50" charset="-127"/>
                <a:ea typeface="NanumGothic" panose="020D0604000000000000"/>
              </a:rPr>
              <a:t>어플들을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 사용해 봤지만</a:t>
            </a:r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어느 것 하나 정착하지 못하고 있습니다</a:t>
            </a:r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.</a:t>
            </a:r>
          </a:p>
          <a:p>
            <a:pPr algn="ctr"/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손으로 정리하는 것에 대한 미련이 남더라구요</a:t>
            </a:r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그래서 </a:t>
            </a:r>
            <a:r>
              <a:rPr lang="ko-KR" altLang="en-US" sz="1400" dirty="0" err="1">
                <a:latin typeface="나눔고딕" panose="020D0604000000000000" pitchFamily="50" charset="-127"/>
                <a:ea typeface="NanumGothic" panose="020D0604000000000000"/>
              </a:rPr>
              <a:t>타블렛용으로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 한번 만들어 보고</a:t>
            </a:r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사용하기 괜찮다 싶어 공유를 하기에 이르렀습니다</a:t>
            </a:r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.</a:t>
            </a:r>
          </a:p>
          <a:p>
            <a:pPr algn="ctr"/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사용해 보시고 의견 부탁드립니다</a:t>
            </a:r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.</a:t>
            </a:r>
          </a:p>
          <a:p>
            <a:pPr algn="ctr"/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  <a:hlinkClick r:id="rId10"/>
              </a:rPr>
              <a:t>lools@tenone.biz</a:t>
            </a:r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2021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년 </a:t>
            </a:r>
            <a:r>
              <a:rPr lang="ko-KR" altLang="en-US" sz="1400" dirty="0" err="1">
                <a:latin typeface="나눔고딕" panose="020D0604000000000000" pitchFamily="50" charset="-127"/>
                <a:ea typeface="NanumGothic" panose="020D0604000000000000"/>
              </a:rPr>
              <a:t>플래너스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 </a:t>
            </a:r>
            <a:r>
              <a:rPr lang="ko-KR" altLang="en-US" sz="1400" dirty="0" err="1">
                <a:latin typeface="나눔고딕" panose="020D0604000000000000" pitchFamily="50" charset="-127"/>
                <a:ea typeface="NanumGothic" panose="020D0604000000000000"/>
              </a:rPr>
              <a:t>플래너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 </a:t>
            </a:r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3-in-1 </a:t>
            </a:r>
          </a:p>
          <a:p>
            <a:pPr algn="ctr"/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아래</a:t>
            </a:r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</a:rPr>
              <a:t> </a:t>
            </a:r>
            <a:r>
              <a:rPr lang="ko-KR" altLang="en-US" sz="1400" dirty="0">
                <a:latin typeface="나눔고딕" panose="020D0604000000000000" pitchFamily="50" charset="-127"/>
                <a:ea typeface="NanumGothic" panose="020D0604000000000000"/>
              </a:rPr>
              <a:t>사이트에서 무료 </a:t>
            </a:r>
            <a:r>
              <a:rPr lang="ko-KR" altLang="en-US" sz="1400" dirty="0" err="1">
                <a:latin typeface="나눔고딕" panose="020D0604000000000000" pitchFamily="50" charset="-127"/>
                <a:ea typeface="NanumGothic" panose="020D0604000000000000"/>
              </a:rPr>
              <a:t>배포중</a:t>
            </a:r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  <a:hlinkClick r:id="rId11"/>
              </a:rPr>
              <a:t>badak.tenone.biz</a:t>
            </a:r>
            <a:endParaRPr lang="en-US" altLang="ko-KR" sz="1400" dirty="0">
              <a:latin typeface="나눔고딕" panose="020D0604000000000000" pitchFamily="50" charset="-127"/>
              <a:ea typeface="NanumGothic" panose="020D0604000000000000"/>
            </a:endParaRPr>
          </a:p>
          <a:p>
            <a:pPr algn="ctr"/>
            <a:r>
              <a:rPr lang="en-US" altLang="ko-KR" sz="1400" dirty="0">
                <a:latin typeface="나눔고딕" panose="020D0604000000000000" pitchFamily="50" charset="-127"/>
                <a:ea typeface="NanumGothic" panose="020D0604000000000000"/>
                <a:hlinkClick r:id="rId12"/>
              </a:rPr>
              <a:t>badak.imweb.me</a:t>
            </a:r>
            <a:endParaRPr lang="ko-KR" altLang="en-US" sz="1400" dirty="0">
              <a:latin typeface="나눔고딕" panose="020D0604000000000000" pitchFamily="50" charset="-127"/>
              <a:ea typeface="NanumGothic" panose="020D0604000000000000"/>
            </a:endParaRPr>
          </a:p>
        </p:txBody>
      </p:sp>
    </p:spTree>
    <p:extLst>
      <p:ext uri="{BB962C8B-B14F-4D97-AF65-F5344CB8AC3E}">
        <p14:creationId xmlns:p14="http://schemas.microsoft.com/office/powerpoint/2010/main" val="3339396840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그림 8">
            <a:extLst>
              <a:ext uri="{FF2B5EF4-FFF2-40B4-BE49-F238E27FC236}">
                <a16:creationId xmlns:a16="http://schemas.microsoft.com/office/drawing/2014/main" id="{68728CA0-60B6-45DA-91AF-DE526893393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11581921" y="6974060"/>
            <a:ext cx="3167927" cy="1555065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24" name="그림 123">
            <a:extLst>
              <a:ext uri="{FF2B5EF4-FFF2-40B4-BE49-F238E27FC236}">
                <a16:creationId xmlns:a16="http://schemas.microsoft.com/office/drawing/2014/main" id="{FDFDDBDC-F8F9-4AE9-B99C-58850BCFCF1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11581921" y="8579634"/>
            <a:ext cx="3167927" cy="1555065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10" name="그림 109">
            <a:extLst>
              <a:ext uri="{FF2B5EF4-FFF2-40B4-BE49-F238E27FC236}">
                <a16:creationId xmlns:a16="http://schemas.microsoft.com/office/drawing/2014/main" id="{D6D3D1A4-B7C3-4E76-BAD3-5D4CA9D2EDA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13554455" y="2455855"/>
            <a:ext cx="1251021" cy="614098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08" name="그림 107">
            <a:extLst>
              <a:ext uri="{FF2B5EF4-FFF2-40B4-BE49-F238E27FC236}">
                <a16:creationId xmlns:a16="http://schemas.microsoft.com/office/drawing/2014/main" id="{0E585409-51D2-493B-A6B1-7F117F9EF6E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13554455" y="3086471"/>
            <a:ext cx="1251021" cy="614098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09" name="그림 108">
            <a:extLst>
              <a:ext uri="{FF2B5EF4-FFF2-40B4-BE49-F238E27FC236}">
                <a16:creationId xmlns:a16="http://schemas.microsoft.com/office/drawing/2014/main" id="{AB62B97C-4804-4F9F-8E26-BB0CBD628AB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13554455" y="3717087"/>
            <a:ext cx="1251021" cy="614098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61" name="직사각형 60">
            <a:extLst>
              <a:ext uri="{FF2B5EF4-FFF2-40B4-BE49-F238E27FC236}">
                <a16:creationId xmlns:a16="http://schemas.microsoft.com/office/drawing/2014/main" id="{84613193-0F7B-4D7A-ACA3-27F062AF88D4}"/>
              </a:ext>
            </a:extLst>
          </p:cNvPr>
          <p:cNvSpPr/>
          <p:nvPr/>
        </p:nvSpPr>
        <p:spPr>
          <a:xfrm>
            <a:off x="12045585" y="6855175"/>
            <a:ext cx="1020251" cy="1125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메뉴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7A752F51-8672-4E61-9FBC-57FD70E750B2}"/>
              </a:ext>
            </a:extLst>
          </p:cNvPr>
          <p:cNvSpPr/>
          <p:nvPr/>
        </p:nvSpPr>
        <p:spPr>
          <a:xfrm>
            <a:off x="7907262" y="6861525"/>
            <a:ext cx="1020251" cy="1125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메뉴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9B8910F1-F85B-42B0-A738-43734D3AC2CE}"/>
              </a:ext>
            </a:extLst>
          </p:cNvPr>
          <p:cNvSpPr/>
          <p:nvPr/>
        </p:nvSpPr>
        <p:spPr>
          <a:xfrm>
            <a:off x="9712629" y="6861525"/>
            <a:ext cx="1020251" cy="1125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메뉴</a:t>
            </a:r>
          </a:p>
        </p:txBody>
      </p: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63A3ED7B-B1F6-4099-BB10-F8327986906A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2ECC3CBD-EC53-4A8A-8408-8FBFF5D38679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그림 6">
            <a:extLst>
              <a:ext uri="{FF2B5EF4-FFF2-40B4-BE49-F238E27FC236}">
                <a16:creationId xmlns:a16="http://schemas.microsoft.com/office/drawing/2014/main" id="{3F4CC9A9-6790-4EC4-A0DF-914DB09A51B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7400" r="7822"/>
          <a:stretch/>
        </p:blipFill>
        <p:spPr>
          <a:xfrm>
            <a:off x="8497644" y="2603707"/>
            <a:ext cx="3093296" cy="1527369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DDE416F2-FD10-47EF-8581-C842227EC974}"/>
              </a:ext>
            </a:extLst>
          </p:cNvPr>
          <p:cNvSpPr/>
          <p:nvPr/>
        </p:nvSpPr>
        <p:spPr>
          <a:xfrm>
            <a:off x="506776" y="1938601"/>
            <a:ext cx="1891040" cy="3361906"/>
          </a:xfrm>
          <a:prstGeom prst="rect">
            <a:avLst/>
          </a:prstGeom>
          <a:solidFill>
            <a:schemeClr val="bg1">
              <a:alpha val="50000"/>
            </a:schemeClr>
          </a:solidFill>
          <a:ln w="31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2FF3343-A041-421D-935B-578E08FC7C97}"/>
              </a:ext>
            </a:extLst>
          </p:cNvPr>
          <p:cNvSpPr/>
          <p:nvPr/>
        </p:nvSpPr>
        <p:spPr>
          <a:xfrm>
            <a:off x="506776" y="2274844"/>
            <a:ext cx="1891040" cy="3025663"/>
          </a:xfrm>
          <a:prstGeom prst="rect">
            <a:avLst/>
          </a:prstGeom>
          <a:solidFill>
            <a:schemeClr val="bg1">
              <a:alpha val="50000"/>
            </a:schemeClr>
          </a:solidFill>
          <a:ln w="31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AB40796-16CB-4CBA-9656-61A1E8755F70}"/>
              </a:ext>
            </a:extLst>
          </p:cNvPr>
          <p:cNvSpPr/>
          <p:nvPr/>
        </p:nvSpPr>
        <p:spPr>
          <a:xfrm>
            <a:off x="506776" y="2626036"/>
            <a:ext cx="1891040" cy="2674470"/>
          </a:xfrm>
          <a:prstGeom prst="rect">
            <a:avLst/>
          </a:prstGeom>
          <a:solidFill>
            <a:schemeClr val="bg1">
              <a:alpha val="50000"/>
            </a:schemeClr>
          </a:solidFill>
          <a:ln w="31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780262C-E08B-48AC-862C-A73BF8023846}"/>
              </a:ext>
            </a:extLst>
          </p:cNvPr>
          <p:cNvSpPr/>
          <p:nvPr/>
        </p:nvSpPr>
        <p:spPr>
          <a:xfrm>
            <a:off x="506776" y="2779121"/>
            <a:ext cx="1891040" cy="2521386"/>
          </a:xfrm>
          <a:prstGeom prst="rect">
            <a:avLst/>
          </a:prstGeom>
          <a:solidFill>
            <a:schemeClr val="bg1">
              <a:alpha val="50000"/>
            </a:schemeClr>
          </a:solidFill>
          <a:ln w="31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F53B134-0292-4CB0-9FA2-2F2EF03B5F77}"/>
              </a:ext>
            </a:extLst>
          </p:cNvPr>
          <p:cNvSpPr txBox="1"/>
          <p:nvPr/>
        </p:nvSpPr>
        <p:spPr>
          <a:xfrm>
            <a:off x="1059401" y="1707016"/>
            <a:ext cx="78579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210 mm</a:t>
            </a: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CDE7C9E-4F9F-40C2-9783-2D064C14F139}"/>
              </a:ext>
            </a:extLst>
          </p:cNvPr>
          <p:cNvSpPr txBox="1"/>
          <p:nvPr/>
        </p:nvSpPr>
        <p:spPr>
          <a:xfrm>
            <a:off x="3366534" y="2176891"/>
            <a:ext cx="1314142" cy="18209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10:16	   Galaxy Tab</a:t>
            </a: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404E9AE-5303-4F57-A13C-0168A947B865}"/>
              </a:ext>
            </a:extLst>
          </p:cNvPr>
          <p:cNvSpPr txBox="1"/>
          <p:nvPr/>
        </p:nvSpPr>
        <p:spPr>
          <a:xfrm>
            <a:off x="3366535" y="2373427"/>
            <a:ext cx="2469986" cy="184667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200" b="1" dirty="0">
                <a:solidFill>
                  <a:srgbClr val="00B0F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2:3	   Planner’s</a:t>
            </a:r>
            <a:r>
              <a:rPr lang="ko-KR" altLang="en-US" sz="1200" b="1" dirty="0">
                <a:solidFill>
                  <a:srgbClr val="00B0F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200" b="1" dirty="0">
                <a:solidFill>
                  <a:srgbClr val="00B0F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</a:t>
            </a:r>
            <a:endParaRPr lang="ko-KR" altLang="en-US" sz="1200" b="1" dirty="0">
              <a:solidFill>
                <a:srgbClr val="00B0F0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C4A4EF2-B52D-4C06-A9DE-119913B18650}"/>
              </a:ext>
            </a:extLst>
          </p:cNvPr>
          <p:cNvSpPr txBox="1"/>
          <p:nvPr/>
        </p:nvSpPr>
        <p:spPr>
          <a:xfrm>
            <a:off x="3366536" y="2552494"/>
            <a:ext cx="1111202" cy="184666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1:1.14   A4 (A5)</a:t>
            </a: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11E6099-906D-45D4-AC54-C5A26D1EB01F}"/>
              </a:ext>
            </a:extLst>
          </p:cNvPr>
          <p:cNvSpPr txBox="1"/>
          <p:nvPr/>
        </p:nvSpPr>
        <p:spPr>
          <a:xfrm>
            <a:off x="3366535" y="2715267"/>
            <a:ext cx="1604927" cy="198955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3:4	   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애플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아이패드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646844F-EB28-4C2F-9B28-D5EE657BD281}"/>
              </a:ext>
            </a:extLst>
          </p:cNvPr>
          <p:cNvSpPr txBox="1"/>
          <p:nvPr/>
        </p:nvSpPr>
        <p:spPr>
          <a:xfrm>
            <a:off x="3366535" y="1849974"/>
            <a:ext cx="2551276" cy="184666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9:16	   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일반 모니터 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(PC, 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노트북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TV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등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) </a:t>
            </a: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5C9990-17DA-4E0C-B3CB-EF5AF0B575AC}"/>
              </a:ext>
            </a:extLst>
          </p:cNvPr>
          <p:cNvCxnSpPr>
            <a:cxnSpLocks/>
          </p:cNvCxnSpPr>
          <p:nvPr/>
        </p:nvCxnSpPr>
        <p:spPr>
          <a:xfrm flipH="1">
            <a:off x="3170100" y="2267936"/>
            <a:ext cx="122651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1CE50D76-E80F-4D61-A220-BE6F8E2E73F4}"/>
              </a:ext>
            </a:extLst>
          </p:cNvPr>
          <p:cNvCxnSpPr>
            <a:cxnSpLocks/>
          </p:cNvCxnSpPr>
          <p:nvPr/>
        </p:nvCxnSpPr>
        <p:spPr>
          <a:xfrm flipH="1">
            <a:off x="3170100" y="2465760"/>
            <a:ext cx="122651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39A41CA4-81F1-45F0-A13A-FB8DEEA16A40}"/>
              </a:ext>
            </a:extLst>
          </p:cNvPr>
          <p:cNvCxnSpPr>
            <a:cxnSpLocks/>
          </p:cNvCxnSpPr>
          <p:nvPr/>
        </p:nvCxnSpPr>
        <p:spPr>
          <a:xfrm flipH="1">
            <a:off x="3170100" y="2644827"/>
            <a:ext cx="122651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42D8DFAE-9D9F-4F20-BDFC-815894F8F44B}"/>
              </a:ext>
            </a:extLst>
          </p:cNvPr>
          <p:cNvCxnSpPr>
            <a:cxnSpLocks/>
          </p:cNvCxnSpPr>
          <p:nvPr/>
        </p:nvCxnSpPr>
        <p:spPr>
          <a:xfrm flipH="1">
            <a:off x="3170100" y="2814744"/>
            <a:ext cx="122651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851AAE7F-EDA0-40E2-B968-2B9FFD803F9C}"/>
              </a:ext>
            </a:extLst>
          </p:cNvPr>
          <p:cNvSpPr txBox="1"/>
          <p:nvPr/>
        </p:nvSpPr>
        <p:spPr>
          <a:xfrm>
            <a:off x="2478784" y="2175603"/>
            <a:ext cx="701645" cy="18466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336 mm</a:t>
            </a: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7BF531D-5B2A-4F94-93B8-229609796484}"/>
              </a:ext>
            </a:extLst>
          </p:cNvPr>
          <p:cNvSpPr txBox="1"/>
          <p:nvPr/>
        </p:nvSpPr>
        <p:spPr>
          <a:xfrm>
            <a:off x="2478784" y="2373427"/>
            <a:ext cx="701645" cy="18466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r>
              <a:rPr lang="en-US" altLang="ko-KR" sz="1200" b="1" dirty="0">
                <a:solidFill>
                  <a:srgbClr val="00B0F0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315 mm</a:t>
            </a:r>
            <a:endParaRPr lang="ko-KR" altLang="en-US" sz="1200" b="1" dirty="0">
              <a:solidFill>
                <a:srgbClr val="00B0F0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3F9D7FB-8D05-47D5-AE0D-C96A8538BD8B}"/>
              </a:ext>
            </a:extLst>
          </p:cNvPr>
          <p:cNvSpPr txBox="1"/>
          <p:nvPr/>
        </p:nvSpPr>
        <p:spPr>
          <a:xfrm>
            <a:off x="2478784" y="2552494"/>
            <a:ext cx="701645" cy="18466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297 mm</a:t>
            </a: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2F88F8A-66AA-44A0-9085-DBED2E181AB4}"/>
              </a:ext>
            </a:extLst>
          </p:cNvPr>
          <p:cNvSpPr txBox="1"/>
          <p:nvPr/>
        </p:nvSpPr>
        <p:spPr>
          <a:xfrm>
            <a:off x="2478784" y="2722411"/>
            <a:ext cx="701645" cy="18466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280 mm</a:t>
            </a: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7E40CBE4-E098-4C7E-94EC-434852C30B98}"/>
              </a:ext>
            </a:extLst>
          </p:cNvPr>
          <p:cNvCxnSpPr>
            <a:cxnSpLocks/>
          </p:cNvCxnSpPr>
          <p:nvPr/>
        </p:nvCxnSpPr>
        <p:spPr>
          <a:xfrm flipH="1">
            <a:off x="3170100" y="1942307"/>
            <a:ext cx="122651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0F4A4DC0-9444-49C5-9BD2-F801B78144F0}"/>
              </a:ext>
            </a:extLst>
          </p:cNvPr>
          <p:cNvSpPr txBox="1"/>
          <p:nvPr/>
        </p:nvSpPr>
        <p:spPr>
          <a:xfrm>
            <a:off x="2478784" y="1849974"/>
            <a:ext cx="701645" cy="18466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373 mm</a:t>
            </a: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5002955-AF42-451A-BCD9-E222BC2E15A2}"/>
              </a:ext>
            </a:extLst>
          </p:cNvPr>
          <p:cNvSpPr/>
          <p:nvPr/>
        </p:nvSpPr>
        <p:spPr>
          <a:xfrm>
            <a:off x="448076" y="6951687"/>
            <a:ext cx="1020215" cy="1530323"/>
          </a:xfrm>
          <a:prstGeom prst="rect">
            <a:avLst/>
          </a:prstGeom>
          <a:solidFill>
            <a:schemeClr val="bg1">
              <a:alpha val="50000"/>
            </a:schemeClr>
          </a:solidFill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A1AB0FD5-E625-4C35-B3DB-C8046D211FD2}"/>
              </a:ext>
            </a:extLst>
          </p:cNvPr>
          <p:cNvSpPr/>
          <p:nvPr/>
        </p:nvSpPr>
        <p:spPr>
          <a:xfrm>
            <a:off x="448058" y="6829193"/>
            <a:ext cx="1020251" cy="1125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메뉴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46B8B2D-931D-4ACB-A75B-746F9746B6CA}"/>
              </a:ext>
            </a:extLst>
          </p:cNvPr>
          <p:cNvSpPr/>
          <p:nvPr/>
        </p:nvSpPr>
        <p:spPr>
          <a:xfrm>
            <a:off x="4159588" y="6978665"/>
            <a:ext cx="1229068" cy="1843603"/>
          </a:xfrm>
          <a:prstGeom prst="rect">
            <a:avLst/>
          </a:prstGeom>
          <a:solidFill>
            <a:schemeClr val="bg1">
              <a:alpha val="50000"/>
            </a:schemeClr>
          </a:solidFill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4D85BFC-661A-4E80-8286-C702B648E44F}"/>
              </a:ext>
            </a:extLst>
          </p:cNvPr>
          <p:cNvSpPr/>
          <p:nvPr/>
        </p:nvSpPr>
        <p:spPr>
          <a:xfrm>
            <a:off x="4137699" y="6861959"/>
            <a:ext cx="1272847" cy="1125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latin typeface="NanumGothic" panose="020D0604000000000000" pitchFamily="34" charset="-127"/>
                <a:ea typeface="NanumGothic" panose="020D0604000000000000" pitchFamily="34" charset="-127"/>
              </a:rPr>
              <a:t>메뉴</a:t>
            </a:r>
          </a:p>
        </p:txBody>
      </p:sp>
      <p:sp>
        <p:nvSpPr>
          <p:cNvPr id="12" name="액자 11">
            <a:extLst>
              <a:ext uri="{FF2B5EF4-FFF2-40B4-BE49-F238E27FC236}">
                <a16:creationId xmlns:a16="http://schemas.microsoft.com/office/drawing/2014/main" id="{3A53E0BC-5FEE-4CD1-8C28-47555149773E}"/>
              </a:ext>
            </a:extLst>
          </p:cNvPr>
          <p:cNvSpPr/>
          <p:nvPr/>
        </p:nvSpPr>
        <p:spPr>
          <a:xfrm>
            <a:off x="407730" y="6781423"/>
            <a:ext cx="1100907" cy="1761452"/>
          </a:xfrm>
          <a:prstGeom prst="frame">
            <a:avLst>
              <a:gd name="adj1" fmla="val 3152"/>
            </a:avLst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F2ED9FC-B092-4964-8C10-2F2FDD61F35D}"/>
              </a:ext>
            </a:extLst>
          </p:cNvPr>
          <p:cNvSpPr txBox="1"/>
          <p:nvPr/>
        </p:nvSpPr>
        <p:spPr>
          <a:xfrm>
            <a:off x="294846" y="6478181"/>
            <a:ext cx="14132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10:16	Galaxy Tab</a:t>
            </a: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9265BF89-8446-4207-88A1-C21DFA49D41B}"/>
              </a:ext>
            </a:extLst>
          </p:cNvPr>
          <p:cNvSpPr txBox="1"/>
          <p:nvPr/>
        </p:nvSpPr>
        <p:spPr>
          <a:xfrm>
            <a:off x="4003094" y="6482989"/>
            <a:ext cx="1555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3:4	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애플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아이패드</a:t>
            </a:r>
          </a:p>
        </p:txBody>
      </p:sp>
      <p:sp>
        <p:nvSpPr>
          <p:cNvPr id="45" name="액자 44">
            <a:extLst>
              <a:ext uri="{FF2B5EF4-FFF2-40B4-BE49-F238E27FC236}">
                <a16:creationId xmlns:a16="http://schemas.microsoft.com/office/drawing/2014/main" id="{53FAEE84-EEB7-4D74-8C34-4EA05ECB4A81}"/>
              </a:ext>
            </a:extLst>
          </p:cNvPr>
          <p:cNvSpPr/>
          <p:nvPr/>
        </p:nvSpPr>
        <p:spPr>
          <a:xfrm>
            <a:off x="4115978" y="6814188"/>
            <a:ext cx="1316289" cy="1755053"/>
          </a:xfrm>
          <a:prstGeom prst="frame">
            <a:avLst>
              <a:gd name="adj1" fmla="val 3152"/>
            </a:avLst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F849152-A9F6-4A9C-9E7B-172870979F36}"/>
              </a:ext>
            </a:extLst>
          </p:cNvPr>
          <p:cNvSpPr/>
          <p:nvPr/>
        </p:nvSpPr>
        <p:spPr>
          <a:xfrm rot="16200000">
            <a:off x="2093007" y="6998324"/>
            <a:ext cx="1113262" cy="1669893"/>
          </a:xfrm>
          <a:prstGeom prst="rect">
            <a:avLst/>
          </a:prstGeom>
          <a:solidFill>
            <a:schemeClr val="bg1">
              <a:alpha val="50000"/>
            </a:schemeClr>
          </a:solidFill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5057674-29CE-49ED-8803-C3A4A8DC7DD7}"/>
              </a:ext>
            </a:extLst>
          </p:cNvPr>
          <p:cNvSpPr/>
          <p:nvPr/>
        </p:nvSpPr>
        <p:spPr>
          <a:xfrm>
            <a:off x="1794572" y="7152042"/>
            <a:ext cx="1690012" cy="1125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메뉴</a:t>
            </a:r>
          </a:p>
        </p:txBody>
      </p:sp>
      <p:sp>
        <p:nvSpPr>
          <p:cNvPr id="53" name="액자 52">
            <a:extLst>
              <a:ext uri="{FF2B5EF4-FFF2-40B4-BE49-F238E27FC236}">
                <a16:creationId xmlns:a16="http://schemas.microsoft.com/office/drawing/2014/main" id="{76616B15-CDBF-4BB2-989B-07B5BCC7E1E2}"/>
              </a:ext>
            </a:extLst>
          </p:cNvPr>
          <p:cNvSpPr/>
          <p:nvPr/>
        </p:nvSpPr>
        <p:spPr>
          <a:xfrm rot="16200000">
            <a:off x="2095218" y="6781423"/>
            <a:ext cx="1100907" cy="1761452"/>
          </a:xfrm>
          <a:prstGeom prst="frame">
            <a:avLst>
              <a:gd name="adj1" fmla="val 3152"/>
            </a:avLst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7927F815-15CA-42A9-A9A4-E8ABAA7E38C7}"/>
              </a:ext>
            </a:extLst>
          </p:cNvPr>
          <p:cNvSpPr/>
          <p:nvPr/>
        </p:nvSpPr>
        <p:spPr>
          <a:xfrm rot="16200000">
            <a:off x="5979051" y="7049795"/>
            <a:ext cx="1096550" cy="1644826"/>
          </a:xfrm>
          <a:prstGeom prst="rect">
            <a:avLst/>
          </a:prstGeom>
          <a:solidFill>
            <a:schemeClr val="bg1">
              <a:alpha val="50000"/>
            </a:schemeClr>
          </a:solidFill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282E292E-E6C5-49DA-AFB5-37E6F94C556E}"/>
              </a:ext>
            </a:extLst>
          </p:cNvPr>
          <p:cNvSpPr/>
          <p:nvPr/>
        </p:nvSpPr>
        <p:spPr>
          <a:xfrm>
            <a:off x="5672603" y="7208457"/>
            <a:ext cx="1677133" cy="1125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메뉴</a:t>
            </a:r>
          </a:p>
        </p:txBody>
      </p:sp>
      <p:sp>
        <p:nvSpPr>
          <p:cNvPr id="54" name="액자 53">
            <a:extLst>
              <a:ext uri="{FF2B5EF4-FFF2-40B4-BE49-F238E27FC236}">
                <a16:creationId xmlns:a16="http://schemas.microsoft.com/office/drawing/2014/main" id="{C71167A3-1637-414C-ADDE-C344BCB27552}"/>
              </a:ext>
            </a:extLst>
          </p:cNvPr>
          <p:cNvSpPr/>
          <p:nvPr/>
        </p:nvSpPr>
        <p:spPr>
          <a:xfrm rot="16200000">
            <a:off x="5864287" y="6945464"/>
            <a:ext cx="1316289" cy="1755053"/>
          </a:xfrm>
          <a:prstGeom prst="frame">
            <a:avLst>
              <a:gd name="adj1" fmla="val 3152"/>
            </a:avLst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D8ED0A18-DEC6-4423-80E0-BF0A5E727C6B}"/>
              </a:ext>
            </a:extLst>
          </p:cNvPr>
          <p:cNvSpPr txBox="1"/>
          <p:nvPr/>
        </p:nvSpPr>
        <p:spPr>
          <a:xfrm>
            <a:off x="2474630" y="4760587"/>
            <a:ext cx="33329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모든 태블릿에 이상적인 비율을 찾으려 했습니다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E9E491C9-587E-44C8-8FD6-576BFDB33D3C}"/>
              </a:ext>
            </a:extLst>
          </p:cNvPr>
          <p:cNvSpPr txBox="1"/>
          <p:nvPr/>
        </p:nvSpPr>
        <p:spPr>
          <a:xfrm>
            <a:off x="97214" y="555079"/>
            <a:ext cx="38010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■ 모든 태블릿에 최적화 된 비율을 찾아서</a:t>
            </a:r>
          </a:p>
        </p:txBody>
      </p:sp>
      <p:sp>
        <p:nvSpPr>
          <p:cNvPr id="60" name="액자 59">
            <a:extLst>
              <a:ext uri="{FF2B5EF4-FFF2-40B4-BE49-F238E27FC236}">
                <a16:creationId xmlns:a16="http://schemas.microsoft.com/office/drawing/2014/main" id="{58115F5E-7D15-4640-93CF-42014B4771A5}"/>
              </a:ext>
            </a:extLst>
          </p:cNvPr>
          <p:cNvSpPr/>
          <p:nvPr/>
        </p:nvSpPr>
        <p:spPr>
          <a:xfrm>
            <a:off x="12000686" y="6807966"/>
            <a:ext cx="1100907" cy="1761452"/>
          </a:xfrm>
          <a:prstGeom prst="frame">
            <a:avLst>
              <a:gd name="adj1" fmla="val 3152"/>
            </a:avLst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43752671-8324-435D-9022-DFDFB74869CB}"/>
              </a:ext>
            </a:extLst>
          </p:cNvPr>
          <p:cNvSpPr txBox="1"/>
          <p:nvPr/>
        </p:nvSpPr>
        <p:spPr>
          <a:xfrm>
            <a:off x="9651403" y="1878524"/>
            <a:ext cx="78579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630 mm</a:t>
            </a: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A984583-4DDF-4C62-81F1-27171CA683A6}"/>
              </a:ext>
            </a:extLst>
          </p:cNvPr>
          <p:cNvSpPr txBox="1"/>
          <p:nvPr/>
        </p:nvSpPr>
        <p:spPr>
          <a:xfrm>
            <a:off x="7616106" y="3227237"/>
            <a:ext cx="78579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315 mm</a:t>
            </a: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8" name="왼쪽 중괄호 57">
            <a:extLst>
              <a:ext uri="{FF2B5EF4-FFF2-40B4-BE49-F238E27FC236}">
                <a16:creationId xmlns:a16="http://schemas.microsoft.com/office/drawing/2014/main" id="{09389B33-DD8F-4240-8F33-BF33C50D530C}"/>
              </a:ext>
            </a:extLst>
          </p:cNvPr>
          <p:cNvSpPr/>
          <p:nvPr/>
        </p:nvSpPr>
        <p:spPr>
          <a:xfrm>
            <a:off x="8334846" y="2607044"/>
            <a:ext cx="115629" cy="1524031"/>
          </a:xfrm>
          <a:prstGeom prst="leftBrac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6" name="왼쪽 중괄호 65">
            <a:extLst>
              <a:ext uri="{FF2B5EF4-FFF2-40B4-BE49-F238E27FC236}">
                <a16:creationId xmlns:a16="http://schemas.microsoft.com/office/drawing/2014/main" id="{5EDB60BD-90C6-4797-AA9F-77B5CAC5C96D}"/>
              </a:ext>
            </a:extLst>
          </p:cNvPr>
          <p:cNvSpPr/>
          <p:nvPr/>
        </p:nvSpPr>
        <p:spPr>
          <a:xfrm rot="5400000">
            <a:off x="8988139" y="1979501"/>
            <a:ext cx="56631" cy="1037622"/>
          </a:xfrm>
          <a:prstGeom prst="leftBrac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29F7DB74-73AE-43F4-8251-0B8F96D93E1A}"/>
              </a:ext>
            </a:extLst>
          </p:cNvPr>
          <p:cNvSpPr txBox="1"/>
          <p:nvPr/>
        </p:nvSpPr>
        <p:spPr>
          <a:xfrm>
            <a:off x="8625855" y="2181774"/>
            <a:ext cx="78579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210 mm</a:t>
            </a: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8" name="왼쪽 중괄호 67">
            <a:extLst>
              <a:ext uri="{FF2B5EF4-FFF2-40B4-BE49-F238E27FC236}">
                <a16:creationId xmlns:a16="http://schemas.microsoft.com/office/drawing/2014/main" id="{95740503-53ED-46D1-A958-DBCA531D9E83}"/>
              </a:ext>
            </a:extLst>
          </p:cNvPr>
          <p:cNvSpPr/>
          <p:nvPr/>
        </p:nvSpPr>
        <p:spPr>
          <a:xfrm rot="5400000">
            <a:off x="10013687" y="1979502"/>
            <a:ext cx="56631" cy="1037622"/>
          </a:xfrm>
          <a:prstGeom prst="leftBrac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685D3AA3-42A3-43C4-B713-12407E2BADBA}"/>
              </a:ext>
            </a:extLst>
          </p:cNvPr>
          <p:cNvSpPr txBox="1"/>
          <p:nvPr/>
        </p:nvSpPr>
        <p:spPr>
          <a:xfrm>
            <a:off x="9651403" y="2181775"/>
            <a:ext cx="78579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210 mm</a:t>
            </a: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0" name="왼쪽 중괄호 69">
            <a:extLst>
              <a:ext uri="{FF2B5EF4-FFF2-40B4-BE49-F238E27FC236}">
                <a16:creationId xmlns:a16="http://schemas.microsoft.com/office/drawing/2014/main" id="{74EB52DC-5E06-417E-938E-DC8E61801E70}"/>
              </a:ext>
            </a:extLst>
          </p:cNvPr>
          <p:cNvSpPr/>
          <p:nvPr/>
        </p:nvSpPr>
        <p:spPr>
          <a:xfrm rot="5400000">
            <a:off x="11043827" y="1979503"/>
            <a:ext cx="56631" cy="1037622"/>
          </a:xfrm>
          <a:prstGeom prst="leftBrac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978DE4CB-983B-4735-8425-91EF8AA9E4EF}"/>
              </a:ext>
            </a:extLst>
          </p:cNvPr>
          <p:cNvSpPr txBox="1"/>
          <p:nvPr/>
        </p:nvSpPr>
        <p:spPr>
          <a:xfrm>
            <a:off x="10681543" y="2181776"/>
            <a:ext cx="78579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210 mm</a:t>
            </a: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2" name="왼쪽 중괄호 71">
            <a:extLst>
              <a:ext uri="{FF2B5EF4-FFF2-40B4-BE49-F238E27FC236}">
                <a16:creationId xmlns:a16="http://schemas.microsoft.com/office/drawing/2014/main" id="{817AB125-AFFF-4497-8A77-2DAB09E2952F}"/>
              </a:ext>
            </a:extLst>
          </p:cNvPr>
          <p:cNvSpPr/>
          <p:nvPr/>
        </p:nvSpPr>
        <p:spPr>
          <a:xfrm rot="5400000">
            <a:off x="10015976" y="608507"/>
            <a:ext cx="56632" cy="3093299"/>
          </a:xfrm>
          <a:prstGeom prst="leftBrac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423F922C-9A94-4D89-B060-C5B467841677}"/>
              </a:ext>
            </a:extLst>
          </p:cNvPr>
          <p:cNvSpPr txBox="1"/>
          <p:nvPr/>
        </p:nvSpPr>
        <p:spPr>
          <a:xfrm>
            <a:off x="7648558" y="555079"/>
            <a:ext cx="38010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■ 사용자 행동 패턴 </a:t>
            </a:r>
            <a:r>
              <a:rPr lang="ko-KR" altLang="en-US" sz="1600" b="1">
                <a:latin typeface="NanumGothic" panose="020D0604000000000000" pitchFamily="34" charset="-127"/>
                <a:ea typeface="NanumGothic" panose="020D0604000000000000" pitchFamily="34" charset="-127"/>
              </a:rPr>
              <a:t>고려한 사용자 편의성</a:t>
            </a:r>
            <a:endParaRPr lang="ko-KR" altLang="en-US" sz="16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ACD8F004-0247-411A-AE5C-08EFBEC9A43A}"/>
              </a:ext>
            </a:extLst>
          </p:cNvPr>
          <p:cNvSpPr txBox="1"/>
          <p:nvPr/>
        </p:nvSpPr>
        <p:spPr>
          <a:xfrm>
            <a:off x="15165435" y="555079"/>
            <a:ext cx="468589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■ 언제 어디서든 필요한 페이지로 갈 수 있는 연결성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C87321A-20D2-4CD9-A549-6EBD5CE0FD2F}"/>
              </a:ext>
            </a:extLst>
          </p:cNvPr>
          <p:cNvGrpSpPr/>
          <p:nvPr/>
        </p:nvGrpSpPr>
        <p:grpSpPr>
          <a:xfrm>
            <a:off x="12432514" y="7931443"/>
            <a:ext cx="923822" cy="923822"/>
            <a:chOff x="17028075" y="5668954"/>
            <a:chExt cx="923822" cy="923822"/>
          </a:xfrm>
        </p:grpSpPr>
        <p:sp>
          <p:nvSpPr>
            <p:cNvPr id="127" name="화살표: 왼쪽/오른쪽 126">
              <a:extLst>
                <a:ext uri="{FF2B5EF4-FFF2-40B4-BE49-F238E27FC236}">
                  <a16:creationId xmlns:a16="http://schemas.microsoft.com/office/drawing/2014/main" id="{2291E102-62F2-4C13-B735-F820A7567247}"/>
                </a:ext>
              </a:extLst>
            </p:cNvPr>
            <p:cNvSpPr/>
            <p:nvPr/>
          </p:nvSpPr>
          <p:spPr>
            <a:xfrm rot="16200000">
              <a:off x="17028075" y="6072469"/>
              <a:ext cx="923822" cy="116791"/>
            </a:xfrm>
            <a:prstGeom prst="leftRightArrow">
              <a:avLst>
                <a:gd name="adj1" fmla="val 44042"/>
                <a:gd name="adj2" fmla="val 90164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73" name="화살표: 왼쪽/오른쪽 72">
              <a:extLst>
                <a:ext uri="{FF2B5EF4-FFF2-40B4-BE49-F238E27FC236}">
                  <a16:creationId xmlns:a16="http://schemas.microsoft.com/office/drawing/2014/main" id="{A969BC22-2FA0-4271-BA91-2E4051214613}"/>
                </a:ext>
              </a:extLst>
            </p:cNvPr>
            <p:cNvSpPr/>
            <p:nvPr/>
          </p:nvSpPr>
          <p:spPr>
            <a:xfrm>
              <a:off x="17028075" y="6072469"/>
              <a:ext cx="923822" cy="116791"/>
            </a:xfrm>
            <a:prstGeom prst="leftRightArrow">
              <a:avLst>
                <a:gd name="adj1" fmla="val 44042"/>
                <a:gd name="adj2" fmla="val 90164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1" name="원형: 비어 있음 80">
              <a:extLst>
                <a:ext uri="{FF2B5EF4-FFF2-40B4-BE49-F238E27FC236}">
                  <a16:creationId xmlns:a16="http://schemas.microsoft.com/office/drawing/2014/main" id="{F6385A64-A005-4BCA-8C8C-7F4D47926CBA}"/>
                </a:ext>
              </a:extLst>
            </p:cNvPr>
            <p:cNvSpPr/>
            <p:nvPr/>
          </p:nvSpPr>
          <p:spPr>
            <a:xfrm>
              <a:off x="17372150" y="6019927"/>
              <a:ext cx="235672" cy="235672"/>
            </a:xfrm>
            <a:prstGeom prst="donut">
              <a:avLst>
                <a:gd name="adj" fmla="val 21600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E11C44C8-30CA-430A-A41B-0270AE3F78C0}"/>
                </a:ext>
              </a:extLst>
            </p:cNvPr>
            <p:cNvSpPr/>
            <p:nvPr/>
          </p:nvSpPr>
          <p:spPr>
            <a:xfrm>
              <a:off x="17475621" y="6137130"/>
              <a:ext cx="424767" cy="400851"/>
            </a:xfrm>
            <a:custGeom>
              <a:avLst/>
              <a:gdLst>
                <a:gd name="connsiteX0" fmla="*/ 180913 w 7240067"/>
                <a:gd name="connsiteY0" fmla="*/ 335360 h 6649367"/>
                <a:gd name="connsiteX1" fmla="*/ 287593 w 7240067"/>
                <a:gd name="connsiteY1" fmla="*/ 129620 h 6649367"/>
                <a:gd name="connsiteX2" fmla="*/ 485713 w 7240067"/>
                <a:gd name="connsiteY2" fmla="*/ 15320 h 6649367"/>
                <a:gd name="connsiteX3" fmla="*/ 630493 w 7240067"/>
                <a:gd name="connsiteY3" fmla="*/ 7700 h 6649367"/>
                <a:gd name="connsiteX4" fmla="*/ 699073 w 7240067"/>
                <a:gd name="connsiteY4" fmla="*/ 76280 h 6649367"/>
                <a:gd name="connsiteX5" fmla="*/ 2802193 w 7240067"/>
                <a:gd name="connsiteY5" fmla="*/ 2126060 h 6649367"/>
                <a:gd name="connsiteX6" fmla="*/ 2886013 w 7240067"/>
                <a:gd name="connsiteY6" fmla="*/ 2027000 h 6649367"/>
                <a:gd name="connsiteX7" fmla="*/ 2703133 w 7240067"/>
                <a:gd name="connsiteY7" fmla="*/ 1828880 h 6649367"/>
                <a:gd name="connsiteX8" fmla="*/ 2916493 w 7240067"/>
                <a:gd name="connsiteY8" fmla="*/ 1447880 h 6649367"/>
                <a:gd name="connsiteX9" fmla="*/ 3297493 w 7240067"/>
                <a:gd name="connsiteY9" fmla="*/ 1234520 h 6649367"/>
                <a:gd name="connsiteX10" fmla="*/ 3701353 w 7240067"/>
                <a:gd name="connsiteY10" fmla="*/ 1485980 h 6649367"/>
                <a:gd name="connsiteX11" fmla="*/ 3655633 w 7240067"/>
                <a:gd name="connsiteY11" fmla="*/ 1295480 h 6649367"/>
                <a:gd name="connsiteX12" fmla="*/ 3907093 w 7240067"/>
                <a:gd name="connsiteY12" fmla="*/ 1089740 h 6649367"/>
                <a:gd name="connsiteX13" fmla="*/ 4097593 w 7240067"/>
                <a:gd name="connsiteY13" fmla="*/ 998300 h 6649367"/>
                <a:gd name="connsiteX14" fmla="*/ 4349053 w 7240067"/>
                <a:gd name="connsiteY14" fmla="*/ 1188800 h 6649367"/>
                <a:gd name="connsiteX15" fmla="*/ 4646233 w 7240067"/>
                <a:gd name="connsiteY15" fmla="*/ 1516460 h 6649367"/>
                <a:gd name="connsiteX16" fmla="*/ 4760533 w 7240067"/>
                <a:gd name="connsiteY16" fmla="*/ 1607900 h 6649367"/>
                <a:gd name="connsiteX17" fmla="*/ 4745293 w 7240067"/>
                <a:gd name="connsiteY17" fmla="*/ 1463120 h 6649367"/>
                <a:gd name="connsiteX18" fmla="*/ 4890073 w 7240067"/>
                <a:gd name="connsiteY18" fmla="*/ 1310720 h 6649367"/>
                <a:gd name="connsiteX19" fmla="*/ 5133913 w 7240067"/>
                <a:gd name="connsiteY19" fmla="*/ 1211660 h 6649367"/>
                <a:gd name="connsiteX20" fmla="*/ 5514913 w 7240067"/>
                <a:gd name="connsiteY20" fmla="*/ 1577420 h 6649367"/>
                <a:gd name="connsiteX21" fmla="*/ 6238813 w 7240067"/>
                <a:gd name="connsiteY21" fmla="*/ 2514680 h 6649367"/>
                <a:gd name="connsiteX22" fmla="*/ 6795073 w 7240067"/>
                <a:gd name="connsiteY22" fmla="*/ 3832940 h 6649367"/>
                <a:gd name="connsiteX23" fmla="*/ 6878893 w 7240067"/>
                <a:gd name="connsiteY23" fmla="*/ 4160600 h 6649367"/>
                <a:gd name="connsiteX24" fmla="*/ 7221793 w 7240067"/>
                <a:gd name="connsiteY24" fmla="*/ 4648280 h 6649367"/>
                <a:gd name="connsiteX25" fmla="*/ 7160833 w 7240067"/>
                <a:gd name="connsiteY25" fmla="*/ 4846400 h 6649367"/>
                <a:gd name="connsiteX26" fmla="*/ 6886513 w 7240067"/>
                <a:gd name="connsiteY26" fmla="*/ 5113100 h 6649367"/>
                <a:gd name="connsiteX27" fmla="*/ 5332033 w 7240067"/>
                <a:gd name="connsiteY27" fmla="*/ 6637100 h 6649367"/>
                <a:gd name="connsiteX28" fmla="*/ 1956373 w 7240067"/>
                <a:gd name="connsiteY28" fmla="*/ 4175840 h 6649367"/>
                <a:gd name="connsiteX29" fmla="*/ 1483933 w 7240067"/>
                <a:gd name="connsiteY29" fmla="*/ 3672920 h 6649367"/>
                <a:gd name="connsiteX30" fmla="*/ 1659193 w 7240067"/>
                <a:gd name="connsiteY30" fmla="*/ 3322400 h 6649367"/>
                <a:gd name="connsiteX31" fmla="*/ 2565973 w 7240067"/>
                <a:gd name="connsiteY31" fmla="*/ 3611960 h 6649367"/>
                <a:gd name="connsiteX32" fmla="*/ 2931733 w 7240067"/>
                <a:gd name="connsiteY32" fmla="*/ 3848180 h 6649367"/>
                <a:gd name="connsiteX33" fmla="*/ 180913 w 7240067"/>
                <a:gd name="connsiteY33" fmla="*/ 335360 h 6649367"/>
                <a:gd name="connsiteX0" fmla="*/ 267847 w 7014581"/>
                <a:gd name="connsiteY0" fmla="*/ 777320 h 6649367"/>
                <a:gd name="connsiteX1" fmla="*/ 62107 w 7014581"/>
                <a:gd name="connsiteY1" fmla="*/ 129620 h 6649367"/>
                <a:gd name="connsiteX2" fmla="*/ 260227 w 7014581"/>
                <a:gd name="connsiteY2" fmla="*/ 15320 h 6649367"/>
                <a:gd name="connsiteX3" fmla="*/ 405007 w 7014581"/>
                <a:gd name="connsiteY3" fmla="*/ 7700 h 6649367"/>
                <a:gd name="connsiteX4" fmla="*/ 473587 w 7014581"/>
                <a:gd name="connsiteY4" fmla="*/ 76280 h 6649367"/>
                <a:gd name="connsiteX5" fmla="*/ 2576707 w 7014581"/>
                <a:gd name="connsiteY5" fmla="*/ 2126060 h 6649367"/>
                <a:gd name="connsiteX6" fmla="*/ 2660527 w 7014581"/>
                <a:gd name="connsiteY6" fmla="*/ 2027000 h 6649367"/>
                <a:gd name="connsiteX7" fmla="*/ 2477647 w 7014581"/>
                <a:gd name="connsiteY7" fmla="*/ 1828880 h 6649367"/>
                <a:gd name="connsiteX8" fmla="*/ 2691007 w 7014581"/>
                <a:gd name="connsiteY8" fmla="*/ 1447880 h 6649367"/>
                <a:gd name="connsiteX9" fmla="*/ 3072007 w 7014581"/>
                <a:gd name="connsiteY9" fmla="*/ 1234520 h 6649367"/>
                <a:gd name="connsiteX10" fmla="*/ 3475867 w 7014581"/>
                <a:gd name="connsiteY10" fmla="*/ 1485980 h 6649367"/>
                <a:gd name="connsiteX11" fmla="*/ 3430147 w 7014581"/>
                <a:gd name="connsiteY11" fmla="*/ 1295480 h 6649367"/>
                <a:gd name="connsiteX12" fmla="*/ 3681607 w 7014581"/>
                <a:gd name="connsiteY12" fmla="*/ 1089740 h 6649367"/>
                <a:gd name="connsiteX13" fmla="*/ 3872107 w 7014581"/>
                <a:gd name="connsiteY13" fmla="*/ 998300 h 6649367"/>
                <a:gd name="connsiteX14" fmla="*/ 4123567 w 7014581"/>
                <a:gd name="connsiteY14" fmla="*/ 1188800 h 6649367"/>
                <a:gd name="connsiteX15" fmla="*/ 4420747 w 7014581"/>
                <a:gd name="connsiteY15" fmla="*/ 1516460 h 6649367"/>
                <a:gd name="connsiteX16" fmla="*/ 4535047 w 7014581"/>
                <a:gd name="connsiteY16" fmla="*/ 1607900 h 6649367"/>
                <a:gd name="connsiteX17" fmla="*/ 4519807 w 7014581"/>
                <a:gd name="connsiteY17" fmla="*/ 1463120 h 6649367"/>
                <a:gd name="connsiteX18" fmla="*/ 4664587 w 7014581"/>
                <a:gd name="connsiteY18" fmla="*/ 1310720 h 6649367"/>
                <a:gd name="connsiteX19" fmla="*/ 4908427 w 7014581"/>
                <a:gd name="connsiteY19" fmla="*/ 1211660 h 6649367"/>
                <a:gd name="connsiteX20" fmla="*/ 5289427 w 7014581"/>
                <a:gd name="connsiteY20" fmla="*/ 1577420 h 6649367"/>
                <a:gd name="connsiteX21" fmla="*/ 6013327 w 7014581"/>
                <a:gd name="connsiteY21" fmla="*/ 2514680 h 6649367"/>
                <a:gd name="connsiteX22" fmla="*/ 6569587 w 7014581"/>
                <a:gd name="connsiteY22" fmla="*/ 3832940 h 6649367"/>
                <a:gd name="connsiteX23" fmla="*/ 6653407 w 7014581"/>
                <a:gd name="connsiteY23" fmla="*/ 4160600 h 6649367"/>
                <a:gd name="connsiteX24" fmla="*/ 6996307 w 7014581"/>
                <a:gd name="connsiteY24" fmla="*/ 4648280 h 6649367"/>
                <a:gd name="connsiteX25" fmla="*/ 6935347 w 7014581"/>
                <a:gd name="connsiteY25" fmla="*/ 4846400 h 6649367"/>
                <a:gd name="connsiteX26" fmla="*/ 6661027 w 7014581"/>
                <a:gd name="connsiteY26" fmla="*/ 5113100 h 6649367"/>
                <a:gd name="connsiteX27" fmla="*/ 5106547 w 7014581"/>
                <a:gd name="connsiteY27" fmla="*/ 6637100 h 6649367"/>
                <a:gd name="connsiteX28" fmla="*/ 1730887 w 7014581"/>
                <a:gd name="connsiteY28" fmla="*/ 4175840 h 6649367"/>
                <a:gd name="connsiteX29" fmla="*/ 1258447 w 7014581"/>
                <a:gd name="connsiteY29" fmla="*/ 3672920 h 6649367"/>
                <a:gd name="connsiteX30" fmla="*/ 1433707 w 7014581"/>
                <a:gd name="connsiteY30" fmla="*/ 3322400 h 6649367"/>
                <a:gd name="connsiteX31" fmla="*/ 2340487 w 7014581"/>
                <a:gd name="connsiteY31" fmla="*/ 3611960 h 6649367"/>
                <a:gd name="connsiteX32" fmla="*/ 2706247 w 7014581"/>
                <a:gd name="connsiteY32" fmla="*/ 3848180 h 6649367"/>
                <a:gd name="connsiteX33" fmla="*/ 267847 w 7014581"/>
                <a:gd name="connsiteY33" fmla="*/ 777320 h 6649367"/>
                <a:gd name="connsiteX0" fmla="*/ 293991 w 7040725"/>
                <a:gd name="connsiteY0" fmla="*/ 779145 h 6651192"/>
                <a:gd name="connsiteX1" fmla="*/ 42531 w 7040725"/>
                <a:gd name="connsiteY1" fmla="*/ 161925 h 6651192"/>
                <a:gd name="connsiteX2" fmla="*/ 286371 w 7040725"/>
                <a:gd name="connsiteY2" fmla="*/ 17145 h 6651192"/>
                <a:gd name="connsiteX3" fmla="*/ 431151 w 7040725"/>
                <a:gd name="connsiteY3" fmla="*/ 9525 h 6651192"/>
                <a:gd name="connsiteX4" fmla="*/ 499731 w 7040725"/>
                <a:gd name="connsiteY4" fmla="*/ 78105 h 6651192"/>
                <a:gd name="connsiteX5" fmla="*/ 2602851 w 7040725"/>
                <a:gd name="connsiteY5" fmla="*/ 2127885 h 6651192"/>
                <a:gd name="connsiteX6" fmla="*/ 2686671 w 7040725"/>
                <a:gd name="connsiteY6" fmla="*/ 2028825 h 6651192"/>
                <a:gd name="connsiteX7" fmla="*/ 2503791 w 7040725"/>
                <a:gd name="connsiteY7" fmla="*/ 1830705 h 6651192"/>
                <a:gd name="connsiteX8" fmla="*/ 2717151 w 7040725"/>
                <a:gd name="connsiteY8" fmla="*/ 1449705 h 6651192"/>
                <a:gd name="connsiteX9" fmla="*/ 3098151 w 7040725"/>
                <a:gd name="connsiteY9" fmla="*/ 1236345 h 6651192"/>
                <a:gd name="connsiteX10" fmla="*/ 3502011 w 7040725"/>
                <a:gd name="connsiteY10" fmla="*/ 1487805 h 6651192"/>
                <a:gd name="connsiteX11" fmla="*/ 3456291 w 7040725"/>
                <a:gd name="connsiteY11" fmla="*/ 1297305 h 6651192"/>
                <a:gd name="connsiteX12" fmla="*/ 3707751 w 7040725"/>
                <a:gd name="connsiteY12" fmla="*/ 1091565 h 6651192"/>
                <a:gd name="connsiteX13" fmla="*/ 3898251 w 7040725"/>
                <a:gd name="connsiteY13" fmla="*/ 1000125 h 6651192"/>
                <a:gd name="connsiteX14" fmla="*/ 4149711 w 7040725"/>
                <a:gd name="connsiteY14" fmla="*/ 1190625 h 6651192"/>
                <a:gd name="connsiteX15" fmla="*/ 4446891 w 7040725"/>
                <a:gd name="connsiteY15" fmla="*/ 1518285 h 6651192"/>
                <a:gd name="connsiteX16" fmla="*/ 4561191 w 7040725"/>
                <a:gd name="connsiteY16" fmla="*/ 1609725 h 6651192"/>
                <a:gd name="connsiteX17" fmla="*/ 4545951 w 7040725"/>
                <a:gd name="connsiteY17" fmla="*/ 1464945 h 6651192"/>
                <a:gd name="connsiteX18" fmla="*/ 4690731 w 7040725"/>
                <a:gd name="connsiteY18" fmla="*/ 1312545 h 6651192"/>
                <a:gd name="connsiteX19" fmla="*/ 4934571 w 7040725"/>
                <a:gd name="connsiteY19" fmla="*/ 1213485 h 6651192"/>
                <a:gd name="connsiteX20" fmla="*/ 5315571 w 7040725"/>
                <a:gd name="connsiteY20" fmla="*/ 1579245 h 6651192"/>
                <a:gd name="connsiteX21" fmla="*/ 6039471 w 7040725"/>
                <a:gd name="connsiteY21" fmla="*/ 2516505 h 6651192"/>
                <a:gd name="connsiteX22" fmla="*/ 6595731 w 7040725"/>
                <a:gd name="connsiteY22" fmla="*/ 3834765 h 6651192"/>
                <a:gd name="connsiteX23" fmla="*/ 6679551 w 7040725"/>
                <a:gd name="connsiteY23" fmla="*/ 4162425 h 6651192"/>
                <a:gd name="connsiteX24" fmla="*/ 7022451 w 7040725"/>
                <a:gd name="connsiteY24" fmla="*/ 4650105 h 6651192"/>
                <a:gd name="connsiteX25" fmla="*/ 6961491 w 7040725"/>
                <a:gd name="connsiteY25" fmla="*/ 4848225 h 6651192"/>
                <a:gd name="connsiteX26" fmla="*/ 6687171 w 7040725"/>
                <a:gd name="connsiteY26" fmla="*/ 5114925 h 6651192"/>
                <a:gd name="connsiteX27" fmla="*/ 5132691 w 7040725"/>
                <a:gd name="connsiteY27" fmla="*/ 6638925 h 6651192"/>
                <a:gd name="connsiteX28" fmla="*/ 1757031 w 7040725"/>
                <a:gd name="connsiteY28" fmla="*/ 4177665 h 6651192"/>
                <a:gd name="connsiteX29" fmla="*/ 1284591 w 7040725"/>
                <a:gd name="connsiteY29" fmla="*/ 3674745 h 6651192"/>
                <a:gd name="connsiteX30" fmla="*/ 1459851 w 7040725"/>
                <a:gd name="connsiteY30" fmla="*/ 3324225 h 6651192"/>
                <a:gd name="connsiteX31" fmla="*/ 2366631 w 7040725"/>
                <a:gd name="connsiteY31" fmla="*/ 3613785 h 6651192"/>
                <a:gd name="connsiteX32" fmla="*/ 2732391 w 7040725"/>
                <a:gd name="connsiteY32" fmla="*/ 3850005 h 6651192"/>
                <a:gd name="connsiteX33" fmla="*/ 293991 w 7040725"/>
                <a:gd name="connsiteY33" fmla="*/ 779145 h 6651192"/>
                <a:gd name="connsiteX0" fmla="*/ 318774 w 7065508"/>
                <a:gd name="connsiteY0" fmla="*/ 779145 h 6651192"/>
                <a:gd name="connsiteX1" fmla="*/ 67314 w 7065508"/>
                <a:gd name="connsiteY1" fmla="*/ 161925 h 6651192"/>
                <a:gd name="connsiteX2" fmla="*/ 311154 w 7065508"/>
                <a:gd name="connsiteY2" fmla="*/ 17145 h 6651192"/>
                <a:gd name="connsiteX3" fmla="*/ 455934 w 7065508"/>
                <a:gd name="connsiteY3" fmla="*/ 9525 h 6651192"/>
                <a:gd name="connsiteX4" fmla="*/ 524514 w 7065508"/>
                <a:gd name="connsiteY4" fmla="*/ 78105 h 6651192"/>
                <a:gd name="connsiteX5" fmla="*/ 2627634 w 7065508"/>
                <a:gd name="connsiteY5" fmla="*/ 2127885 h 6651192"/>
                <a:gd name="connsiteX6" fmla="*/ 2711454 w 7065508"/>
                <a:gd name="connsiteY6" fmla="*/ 2028825 h 6651192"/>
                <a:gd name="connsiteX7" fmla="*/ 2528574 w 7065508"/>
                <a:gd name="connsiteY7" fmla="*/ 1830705 h 6651192"/>
                <a:gd name="connsiteX8" fmla="*/ 2741934 w 7065508"/>
                <a:gd name="connsiteY8" fmla="*/ 1449705 h 6651192"/>
                <a:gd name="connsiteX9" fmla="*/ 3122934 w 7065508"/>
                <a:gd name="connsiteY9" fmla="*/ 1236345 h 6651192"/>
                <a:gd name="connsiteX10" fmla="*/ 3526794 w 7065508"/>
                <a:gd name="connsiteY10" fmla="*/ 1487805 h 6651192"/>
                <a:gd name="connsiteX11" fmla="*/ 3481074 w 7065508"/>
                <a:gd name="connsiteY11" fmla="*/ 1297305 h 6651192"/>
                <a:gd name="connsiteX12" fmla="*/ 3732534 w 7065508"/>
                <a:gd name="connsiteY12" fmla="*/ 1091565 h 6651192"/>
                <a:gd name="connsiteX13" fmla="*/ 3923034 w 7065508"/>
                <a:gd name="connsiteY13" fmla="*/ 1000125 h 6651192"/>
                <a:gd name="connsiteX14" fmla="*/ 4174494 w 7065508"/>
                <a:gd name="connsiteY14" fmla="*/ 1190625 h 6651192"/>
                <a:gd name="connsiteX15" fmla="*/ 4471674 w 7065508"/>
                <a:gd name="connsiteY15" fmla="*/ 1518285 h 6651192"/>
                <a:gd name="connsiteX16" fmla="*/ 4585974 w 7065508"/>
                <a:gd name="connsiteY16" fmla="*/ 1609725 h 6651192"/>
                <a:gd name="connsiteX17" fmla="*/ 4570734 w 7065508"/>
                <a:gd name="connsiteY17" fmla="*/ 1464945 h 6651192"/>
                <a:gd name="connsiteX18" fmla="*/ 4715514 w 7065508"/>
                <a:gd name="connsiteY18" fmla="*/ 1312545 h 6651192"/>
                <a:gd name="connsiteX19" fmla="*/ 4959354 w 7065508"/>
                <a:gd name="connsiteY19" fmla="*/ 1213485 h 6651192"/>
                <a:gd name="connsiteX20" fmla="*/ 5340354 w 7065508"/>
                <a:gd name="connsiteY20" fmla="*/ 1579245 h 6651192"/>
                <a:gd name="connsiteX21" fmla="*/ 6064254 w 7065508"/>
                <a:gd name="connsiteY21" fmla="*/ 2516505 h 6651192"/>
                <a:gd name="connsiteX22" fmla="*/ 6620514 w 7065508"/>
                <a:gd name="connsiteY22" fmla="*/ 3834765 h 6651192"/>
                <a:gd name="connsiteX23" fmla="*/ 6704334 w 7065508"/>
                <a:gd name="connsiteY23" fmla="*/ 4162425 h 6651192"/>
                <a:gd name="connsiteX24" fmla="*/ 7047234 w 7065508"/>
                <a:gd name="connsiteY24" fmla="*/ 4650105 h 6651192"/>
                <a:gd name="connsiteX25" fmla="*/ 6986274 w 7065508"/>
                <a:gd name="connsiteY25" fmla="*/ 4848225 h 6651192"/>
                <a:gd name="connsiteX26" fmla="*/ 6711954 w 7065508"/>
                <a:gd name="connsiteY26" fmla="*/ 5114925 h 6651192"/>
                <a:gd name="connsiteX27" fmla="*/ 5157474 w 7065508"/>
                <a:gd name="connsiteY27" fmla="*/ 6638925 h 6651192"/>
                <a:gd name="connsiteX28" fmla="*/ 1781814 w 7065508"/>
                <a:gd name="connsiteY28" fmla="*/ 4177665 h 6651192"/>
                <a:gd name="connsiteX29" fmla="*/ 1309374 w 7065508"/>
                <a:gd name="connsiteY29" fmla="*/ 3674745 h 6651192"/>
                <a:gd name="connsiteX30" fmla="*/ 1484634 w 7065508"/>
                <a:gd name="connsiteY30" fmla="*/ 3324225 h 6651192"/>
                <a:gd name="connsiteX31" fmla="*/ 2391414 w 7065508"/>
                <a:gd name="connsiteY31" fmla="*/ 3613785 h 6651192"/>
                <a:gd name="connsiteX32" fmla="*/ 2757174 w 7065508"/>
                <a:gd name="connsiteY32" fmla="*/ 3850005 h 6651192"/>
                <a:gd name="connsiteX33" fmla="*/ 318774 w 7065508"/>
                <a:gd name="connsiteY33" fmla="*/ 779145 h 6651192"/>
                <a:gd name="connsiteX0" fmla="*/ 293992 w 7040726"/>
                <a:gd name="connsiteY0" fmla="*/ 779145 h 6651192"/>
                <a:gd name="connsiteX1" fmla="*/ 42532 w 7040726"/>
                <a:gd name="connsiteY1" fmla="*/ 161925 h 6651192"/>
                <a:gd name="connsiteX2" fmla="*/ 286372 w 7040726"/>
                <a:gd name="connsiteY2" fmla="*/ 17145 h 6651192"/>
                <a:gd name="connsiteX3" fmla="*/ 431152 w 7040726"/>
                <a:gd name="connsiteY3" fmla="*/ 9525 h 6651192"/>
                <a:gd name="connsiteX4" fmla="*/ 499732 w 7040726"/>
                <a:gd name="connsiteY4" fmla="*/ 78105 h 6651192"/>
                <a:gd name="connsiteX5" fmla="*/ 2602852 w 7040726"/>
                <a:gd name="connsiteY5" fmla="*/ 2127885 h 6651192"/>
                <a:gd name="connsiteX6" fmla="*/ 2686672 w 7040726"/>
                <a:gd name="connsiteY6" fmla="*/ 2028825 h 6651192"/>
                <a:gd name="connsiteX7" fmla="*/ 2503792 w 7040726"/>
                <a:gd name="connsiteY7" fmla="*/ 1830705 h 6651192"/>
                <a:gd name="connsiteX8" fmla="*/ 2717152 w 7040726"/>
                <a:gd name="connsiteY8" fmla="*/ 1449705 h 6651192"/>
                <a:gd name="connsiteX9" fmla="*/ 3098152 w 7040726"/>
                <a:gd name="connsiteY9" fmla="*/ 1236345 h 6651192"/>
                <a:gd name="connsiteX10" fmla="*/ 3502012 w 7040726"/>
                <a:gd name="connsiteY10" fmla="*/ 1487805 h 6651192"/>
                <a:gd name="connsiteX11" fmla="*/ 3456292 w 7040726"/>
                <a:gd name="connsiteY11" fmla="*/ 1297305 h 6651192"/>
                <a:gd name="connsiteX12" fmla="*/ 3707752 w 7040726"/>
                <a:gd name="connsiteY12" fmla="*/ 1091565 h 6651192"/>
                <a:gd name="connsiteX13" fmla="*/ 3898252 w 7040726"/>
                <a:gd name="connsiteY13" fmla="*/ 1000125 h 6651192"/>
                <a:gd name="connsiteX14" fmla="*/ 4149712 w 7040726"/>
                <a:gd name="connsiteY14" fmla="*/ 1190625 h 6651192"/>
                <a:gd name="connsiteX15" fmla="*/ 4446892 w 7040726"/>
                <a:gd name="connsiteY15" fmla="*/ 1518285 h 6651192"/>
                <a:gd name="connsiteX16" fmla="*/ 4561192 w 7040726"/>
                <a:gd name="connsiteY16" fmla="*/ 1609725 h 6651192"/>
                <a:gd name="connsiteX17" fmla="*/ 4545952 w 7040726"/>
                <a:gd name="connsiteY17" fmla="*/ 1464945 h 6651192"/>
                <a:gd name="connsiteX18" fmla="*/ 4690732 w 7040726"/>
                <a:gd name="connsiteY18" fmla="*/ 1312545 h 6651192"/>
                <a:gd name="connsiteX19" fmla="*/ 4934572 w 7040726"/>
                <a:gd name="connsiteY19" fmla="*/ 1213485 h 6651192"/>
                <a:gd name="connsiteX20" fmla="*/ 5315572 w 7040726"/>
                <a:gd name="connsiteY20" fmla="*/ 1579245 h 6651192"/>
                <a:gd name="connsiteX21" fmla="*/ 6039472 w 7040726"/>
                <a:gd name="connsiteY21" fmla="*/ 2516505 h 6651192"/>
                <a:gd name="connsiteX22" fmla="*/ 6595732 w 7040726"/>
                <a:gd name="connsiteY22" fmla="*/ 3834765 h 6651192"/>
                <a:gd name="connsiteX23" fmla="*/ 6679552 w 7040726"/>
                <a:gd name="connsiteY23" fmla="*/ 4162425 h 6651192"/>
                <a:gd name="connsiteX24" fmla="*/ 7022452 w 7040726"/>
                <a:gd name="connsiteY24" fmla="*/ 4650105 h 6651192"/>
                <a:gd name="connsiteX25" fmla="*/ 6961492 w 7040726"/>
                <a:gd name="connsiteY25" fmla="*/ 4848225 h 6651192"/>
                <a:gd name="connsiteX26" fmla="*/ 6687172 w 7040726"/>
                <a:gd name="connsiteY26" fmla="*/ 5114925 h 6651192"/>
                <a:gd name="connsiteX27" fmla="*/ 5132692 w 7040726"/>
                <a:gd name="connsiteY27" fmla="*/ 6638925 h 6651192"/>
                <a:gd name="connsiteX28" fmla="*/ 1757032 w 7040726"/>
                <a:gd name="connsiteY28" fmla="*/ 4177665 h 6651192"/>
                <a:gd name="connsiteX29" fmla="*/ 1284592 w 7040726"/>
                <a:gd name="connsiteY29" fmla="*/ 3674745 h 6651192"/>
                <a:gd name="connsiteX30" fmla="*/ 1459852 w 7040726"/>
                <a:gd name="connsiteY30" fmla="*/ 3324225 h 6651192"/>
                <a:gd name="connsiteX31" fmla="*/ 2366632 w 7040726"/>
                <a:gd name="connsiteY31" fmla="*/ 3613785 h 6651192"/>
                <a:gd name="connsiteX32" fmla="*/ 2732392 w 7040726"/>
                <a:gd name="connsiteY32" fmla="*/ 3850005 h 6651192"/>
                <a:gd name="connsiteX33" fmla="*/ 293992 w 7040726"/>
                <a:gd name="connsiteY33" fmla="*/ 779145 h 6651192"/>
                <a:gd name="connsiteX0" fmla="*/ 293992 w 7040726"/>
                <a:gd name="connsiteY0" fmla="*/ 772255 h 6644302"/>
                <a:gd name="connsiteX1" fmla="*/ 42532 w 7040726"/>
                <a:gd name="connsiteY1" fmla="*/ 155035 h 6644302"/>
                <a:gd name="connsiteX2" fmla="*/ 286372 w 7040726"/>
                <a:gd name="connsiteY2" fmla="*/ 10255 h 6644302"/>
                <a:gd name="connsiteX3" fmla="*/ 431152 w 7040726"/>
                <a:gd name="connsiteY3" fmla="*/ 2635 h 6644302"/>
                <a:gd name="connsiteX4" fmla="*/ 499732 w 7040726"/>
                <a:gd name="connsiteY4" fmla="*/ 71215 h 6644302"/>
                <a:gd name="connsiteX5" fmla="*/ 2602852 w 7040726"/>
                <a:gd name="connsiteY5" fmla="*/ 2120995 h 6644302"/>
                <a:gd name="connsiteX6" fmla="*/ 2686672 w 7040726"/>
                <a:gd name="connsiteY6" fmla="*/ 2021935 h 6644302"/>
                <a:gd name="connsiteX7" fmla="*/ 2503792 w 7040726"/>
                <a:gd name="connsiteY7" fmla="*/ 1823815 h 6644302"/>
                <a:gd name="connsiteX8" fmla="*/ 2717152 w 7040726"/>
                <a:gd name="connsiteY8" fmla="*/ 1442815 h 6644302"/>
                <a:gd name="connsiteX9" fmla="*/ 3098152 w 7040726"/>
                <a:gd name="connsiteY9" fmla="*/ 1229455 h 6644302"/>
                <a:gd name="connsiteX10" fmla="*/ 3502012 w 7040726"/>
                <a:gd name="connsiteY10" fmla="*/ 1480915 h 6644302"/>
                <a:gd name="connsiteX11" fmla="*/ 3456292 w 7040726"/>
                <a:gd name="connsiteY11" fmla="*/ 1290415 h 6644302"/>
                <a:gd name="connsiteX12" fmla="*/ 3707752 w 7040726"/>
                <a:gd name="connsiteY12" fmla="*/ 1084675 h 6644302"/>
                <a:gd name="connsiteX13" fmla="*/ 3898252 w 7040726"/>
                <a:gd name="connsiteY13" fmla="*/ 993235 h 6644302"/>
                <a:gd name="connsiteX14" fmla="*/ 4149712 w 7040726"/>
                <a:gd name="connsiteY14" fmla="*/ 1183735 h 6644302"/>
                <a:gd name="connsiteX15" fmla="*/ 4446892 w 7040726"/>
                <a:gd name="connsiteY15" fmla="*/ 1511395 h 6644302"/>
                <a:gd name="connsiteX16" fmla="*/ 4561192 w 7040726"/>
                <a:gd name="connsiteY16" fmla="*/ 1602835 h 6644302"/>
                <a:gd name="connsiteX17" fmla="*/ 4545952 w 7040726"/>
                <a:gd name="connsiteY17" fmla="*/ 1458055 h 6644302"/>
                <a:gd name="connsiteX18" fmla="*/ 4690732 w 7040726"/>
                <a:gd name="connsiteY18" fmla="*/ 1305655 h 6644302"/>
                <a:gd name="connsiteX19" fmla="*/ 4934572 w 7040726"/>
                <a:gd name="connsiteY19" fmla="*/ 1206595 h 6644302"/>
                <a:gd name="connsiteX20" fmla="*/ 5315572 w 7040726"/>
                <a:gd name="connsiteY20" fmla="*/ 1572355 h 6644302"/>
                <a:gd name="connsiteX21" fmla="*/ 6039472 w 7040726"/>
                <a:gd name="connsiteY21" fmla="*/ 2509615 h 6644302"/>
                <a:gd name="connsiteX22" fmla="*/ 6595732 w 7040726"/>
                <a:gd name="connsiteY22" fmla="*/ 3827875 h 6644302"/>
                <a:gd name="connsiteX23" fmla="*/ 6679552 w 7040726"/>
                <a:gd name="connsiteY23" fmla="*/ 4155535 h 6644302"/>
                <a:gd name="connsiteX24" fmla="*/ 7022452 w 7040726"/>
                <a:gd name="connsiteY24" fmla="*/ 4643215 h 6644302"/>
                <a:gd name="connsiteX25" fmla="*/ 6961492 w 7040726"/>
                <a:gd name="connsiteY25" fmla="*/ 4841335 h 6644302"/>
                <a:gd name="connsiteX26" fmla="*/ 6687172 w 7040726"/>
                <a:gd name="connsiteY26" fmla="*/ 5108035 h 6644302"/>
                <a:gd name="connsiteX27" fmla="*/ 5132692 w 7040726"/>
                <a:gd name="connsiteY27" fmla="*/ 6632035 h 6644302"/>
                <a:gd name="connsiteX28" fmla="*/ 1757032 w 7040726"/>
                <a:gd name="connsiteY28" fmla="*/ 4170775 h 6644302"/>
                <a:gd name="connsiteX29" fmla="*/ 1284592 w 7040726"/>
                <a:gd name="connsiteY29" fmla="*/ 3667855 h 6644302"/>
                <a:gd name="connsiteX30" fmla="*/ 1459852 w 7040726"/>
                <a:gd name="connsiteY30" fmla="*/ 3317335 h 6644302"/>
                <a:gd name="connsiteX31" fmla="*/ 2366632 w 7040726"/>
                <a:gd name="connsiteY31" fmla="*/ 3606895 h 6644302"/>
                <a:gd name="connsiteX32" fmla="*/ 2732392 w 7040726"/>
                <a:gd name="connsiteY32" fmla="*/ 3843115 h 6644302"/>
                <a:gd name="connsiteX33" fmla="*/ 293992 w 7040726"/>
                <a:gd name="connsiteY33" fmla="*/ 772255 h 6644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7040726" h="6644302">
                  <a:moveTo>
                    <a:pt x="293992" y="772255"/>
                  </a:moveTo>
                  <a:cubicBezTo>
                    <a:pt x="-154318" y="157575"/>
                    <a:pt x="43802" y="282035"/>
                    <a:pt x="42532" y="155035"/>
                  </a:cubicBezTo>
                  <a:cubicBezTo>
                    <a:pt x="41262" y="28035"/>
                    <a:pt x="198742" y="5175"/>
                    <a:pt x="286372" y="10255"/>
                  </a:cubicBezTo>
                  <a:cubicBezTo>
                    <a:pt x="374002" y="15335"/>
                    <a:pt x="395592" y="-7525"/>
                    <a:pt x="431152" y="2635"/>
                  </a:cubicBezTo>
                  <a:cubicBezTo>
                    <a:pt x="466712" y="12795"/>
                    <a:pt x="499732" y="71215"/>
                    <a:pt x="499732" y="71215"/>
                  </a:cubicBezTo>
                  <a:cubicBezTo>
                    <a:pt x="861682" y="424275"/>
                    <a:pt x="2238362" y="1795875"/>
                    <a:pt x="2602852" y="2120995"/>
                  </a:cubicBezTo>
                  <a:cubicBezTo>
                    <a:pt x="2967342" y="2446115"/>
                    <a:pt x="2703182" y="2071465"/>
                    <a:pt x="2686672" y="2021935"/>
                  </a:cubicBezTo>
                  <a:cubicBezTo>
                    <a:pt x="2670162" y="1972405"/>
                    <a:pt x="2498712" y="1920335"/>
                    <a:pt x="2503792" y="1823815"/>
                  </a:cubicBezTo>
                  <a:cubicBezTo>
                    <a:pt x="2508872" y="1727295"/>
                    <a:pt x="2618092" y="1541875"/>
                    <a:pt x="2717152" y="1442815"/>
                  </a:cubicBezTo>
                  <a:cubicBezTo>
                    <a:pt x="2816212" y="1343755"/>
                    <a:pt x="2967342" y="1223105"/>
                    <a:pt x="3098152" y="1229455"/>
                  </a:cubicBezTo>
                  <a:cubicBezTo>
                    <a:pt x="3228962" y="1235805"/>
                    <a:pt x="3442322" y="1470755"/>
                    <a:pt x="3502012" y="1480915"/>
                  </a:cubicBezTo>
                  <a:cubicBezTo>
                    <a:pt x="3561702" y="1491075"/>
                    <a:pt x="3422002" y="1356455"/>
                    <a:pt x="3456292" y="1290415"/>
                  </a:cubicBezTo>
                  <a:cubicBezTo>
                    <a:pt x="3490582" y="1224375"/>
                    <a:pt x="3634092" y="1134205"/>
                    <a:pt x="3707752" y="1084675"/>
                  </a:cubicBezTo>
                  <a:cubicBezTo>
                    <a:pt x="3781412" y="1035145"/>
                    <a:pt x="3824592" y="976725"/>
                    <a:pt x="3898252" y="993235"/>
                  </a:cubicBezTo>
                  <a:cubicBezTo>
                    <a:pt x="3971912" y="1009745"/>
                    <a:pt x="4058272" y="1097375"/>
                    <a:pt x="4149712" y="1183735"/>
                  </a:cubicBezTo>
                  <a:cubicBezTo>
                    <a:pt x="4241152" y="1270095"/>
                    <a:pt x="4378312" y="1441545"/>
                    <a:pt x="4446892" y="1511395"/>
                  </a:cubicBezTo>
                  <a:cubicBezTo>
                    <a:pt x="4515472" y="1581245"/>
                    <a:pt x="4544682" y="1611725"/>
                    <a:pt x="4561192" y="1602835"/>
                  </a:cubicBezTo>
                  <a:cubicBezTo>
                    <a:pt x="4577702" y="1593945"/>
                    <a:pt x="4524362" y="1507585"/>
                    <a:pt x="4545952" y="1458055"/>
                  </a:cubicBezTo>
                  <a:cubicBezTo>
                    <a:pt x="4567542" y="1408525"/>
                    <a:pt x="4625962" y="1347565"/>
                    <a:pt x="4690732" y="1305655"/>
                  </a:cubicBezTo>
                  <a:cubicBezTo>
                    <a:pt x="4755502" y="1263745"/>
                    <a:pt x="4830432" y="1162145"/>
                    <a:pt x="4934572" y="1206595"/>
                  </a:cubicBezTo>
                  <a:cubicBezTo>
                    <a:pt x="5038712" y="1251045"/>
                    <a:pt x="5131422" y="1355185"/>
                    <a:pt x="5315572" y="1572355"/>
                  </a:cubicBezTo>
                  <a:cubicBezTo>
                    <a:pt x="5499722" y="1789525"/>
                    <a:pt x="5826112" y="2133695"/>
                    <a:pt x="6039472" y="2509615"/>
                  </a:cubicBezTo>
                  <a:cubicBezTo>
                    <a:pt x="6252832" y="2885535"/>
                    <a:pt x="6489052" y="3553555"/>
                    <a:pt x="6595732" y="3827875"/>
                  </a:cubicBezTo>
                  <a:cubicBezTo>
                    <a:pt x="6702412" y="4102195"/>
                    <a:pt x="6608432" y="4019645"/>
                    <a:pt x="6679552" y="4155535"/>
                  </a:cubicBezTo>
                  <a:cubicBezTo>
                    <a:pt x="6750672" y="4291425"/>
                    <a:pt x="6975462" y="4528915"/>
                    <a:pt x="7022452" y="4643215"/>
                  </a:cubicBezTo>
                  <a:cubicBezTo>
                    <a:pt x="7069442" y="4757515"/>
                    <a:pt x="7017372" y="4763865"/>
                    <a:pt x="6961492" y="4841335"/>
                  </a:cubicBezTo>
                  <a:cubicBezTo>
                    <a:pt x="6905612" y="4918805"/>
                    <a:pt x="6687172" y="5108035"/>
                    <a:pt x="6687172" y="5108035"/>
                  </a:cubicBezTo>
                  <a:cubicBezTo>
                    <a:pt x="6382372" y="5406485"/>
                    <a:pt x="5954382" y="6788245"/>
                    <a:pt x="5132692" y="6632035"/>
                  </a:cubicBezTo>
                  <a:cubicBezTo>
                    <a:pt x="4311002" y="6475825"/>
                    <a:pt x="2398382" y="4664805"/>
                    <a:pt x="1757032" y="4170775"/>
                  </a:cubicBezTo>
                  <a:cubicBezTo>
                    <a:pt x="1115682" y="3676745"/>
                    <a:pt x="1334122" y="3810095"/>
                    <a:pt x="1284592" y="3667855"/>
                  </a:cubicBezTo>
                  <a:cubicBezTo>
                    <a:pt x="1235062" y="3525615"/>
                    <a:pt x="1279512" y="3327495"/>
                    <a:pt x="1459852" y="3317335"/>
                  </a:cubicBezTo>
                  <a:cubicBezTo>
                    <a:pt x="1640192" y="3307175"/>
                    <a:pt x="2154542" y="3519265"/>
                    <a:pt x="2366632" y="3606895"/>
                  </a:cubicBezTo>
                  <a:cubicBezTo>
                    <a:pt x="2578722" y="3694525"/>
                    <a:pt x="3077832" y="4315555"/>
                    <a:pt x="2732392" y="3843115"/>
                  </a:cubicBezTo>
                  <a:cubicBezTo>
                    <a:pt x="2386952" y="3370675"/>
                    <a:pt x="742302" y="1386935"/>
                    <a:pt x="293992" y="77225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pic>
        <p:nvPicPr>
          <p:cNvPr id="104" name="그림 103">
            <a:extLst>
              <a:ext uri="{FF2B5EF4-FFF2-40B4-BE49-F238E27FC236}">
                <a16:creationId xmlns:a16="http://schemas.microsoft.com/office/drawing/2014/main" id="{2DD1DCE2-6E82-4AFB-975F-9568EC9FCC22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12115379" y="4033091"/>
            <a:ext cx="1040584" cy="510799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05" name="그림 104">
            <a:extLst>
              <a:ext uri="{FF2B5EF4-FFF2-40B4-BE49-F238E27FC236}">
                <a16:creationId xmlns:a16="http://schemas.microsoft.com/office/drawing/2014/main" id="{5A812A09-71E2-4AAC-8260-17FC480D0E63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12115379" y="2461563"/>
            <a:ext cx="1040584" cy="510799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06" name="그림 105">
            <a:extLst>
              <a:ext uri="{FF2B5EF4-FFF2-40B4-BE49-F238E27FC236}">
                <a16:creationId xmlns:a16="http://schemas.microsoft.com/office/drawing/2014/main" id="{4AFD0503-F8FA-41E2-B934-6EBDC6C7467E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12115379" y="2983965"/>
            <a:ext cx="1040584" cy="510799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07" name="그림 106">
            <a:extLst>
              <a:ext uri="{FF2B5EF4-FFF2-40B4-BE49-F238E27FC236}">
                <a16:creationId xmlns:a16="http://schemas.microsoft.com/office/drawing/2014/main" id="{EFE01771-4130-4DD8-9D95-858FAF6F167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12115379" y="3506368"/>
            <a:ext cx="1040584" cy="510799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4AE6CD31-E886-4EAA-8E60-B95E8755BBB6}"/>
              </a:ext>
            </a:extLst>
          </p:cNvPr>
          <p:cNvSpPr/>
          <p:nvPr/>
        </p:nvSpPr>
        <p:spPr>
          <a:xfrm>
            <a:off x="13574788" y="2345232"/>
            <a:ext cx="1230688" cy="1125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메뉴</a:t>
            </a:r>
          </a:p>
        </p:txBody>
      </p:sp>
      <p:sp>
        <p:nvSpPr>
          <p:cNvPr id="112" name="액자 111">
            <a:extLst>
              <a:ext uri="{FF2B5EF4-FFF2-40B4-BE49-F238E27FC236}">
                <a16:creationId xmlns:a16="http://schemas.microsoft.com/office/drawing/2014/main" id="{29F53E07-A562-4A4B-9046-DCE0482CE34D}"/>
              </a:ext>
            </a:extLst>
          </p:cNvPr>
          <p:cNvSpPr/>
          <p:nvPr/>
        </p:nvSpPr>
        <p:spPr>
          <a:xfrm>
            <a:off x="12090812" y="2303731"/>
            <a:ext cx="1100907" cy="1761452"/>
          </a:xfrm>
          <a:prstGeom prst="frame">
            <a:avLst>
              <a:gd name="adj1" fmla="val 3152"/>
            </a:avLst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4C128B40-3D72-4D4D-8121-398E881E1B37}"/>
              </a:ext>
            </a:extLst>
          </p:cNvPr>
          <p:cNvSpPr/>
          <p:nvPr/>
        </p:nvSpPr>
        <p:spPr>
          <a:xfrm>
            <a:off x="12135711" y="2343320"/>
            <a:ext cx="1020251" cy="1125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메뉴</a:t>
            </a:r>
          </a:p>
        </p:txBody>
      </p:sp>
      <p:sp>
        <p:nvSpPr>
          <p:cNvPr id="114" name="액자 113">
            <a:extLst>
              <a:ext uri="{FF2B5EF4-FFF2-40B4-BE49-F238E27FC236}">
                <a16:creationId xmlns:a16="http://schemas.microsoft.com/office/drawing/2014/main" id="{E1D36DB9-0CB0-4F99-8BF2-277705F27272}"/>
              </a:ext>
            </a:extLst>
          </p:cNvPr>
          <p:cNvSpPr/>
          <p:nvPr/>
        </p:nvSpPr>
        <p:spPr>
          <a:xfrm>
            <a:off x="13530719" y="2304422"/>
            <a:ext cx="1316289" cy="1755053"/>
          </a:xfrm>
          <a:prstGeom prst="frame">
            <a:avLst>
              <a:gd name="adj1" fmla="val 3152"/>
            </a:avLst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pic>
        <p:nvPicPr>
          <p:cNvPr id="134" name="그림 133">
            <a:extLst>
              <a:ext uri="{FF2B5EF4-FFF2-40B4-BE49-F238E27FC236}">
                <a16:creationId xmlns:a16="http://schemas.microsoft.com/office/drawing/2014/main" id="{7F34BC66-8B92-420D-848E-C98D037ED73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7889311" y="8551296"/>
            <a:ext cx="1040584" cy="510799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35" name="그림 134">
            <a:extLst>
              <a:ext uri="{FF2B5EF4-FFF2-40B4-BE49-F238E27FC236}">
                <a16:creationId xmlns:a16="http://schemas.microsoft.com/office/drawing/2014/main" id="{1F765A5F-914E-4E4C-90A7-A2D573C04D36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7889311" y="6979768"/>
            <a:ext cx="1040584" cy="510799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36" name="그림 135">
            <a:extLst>
              <a:ext uri="{FF2B5EF4-FFF2-40B4-BE49-F238E27FC236}">
                <a16:creationId xmlns:a16="http://schemas.microsoft.com/office/drawing/2014/main" id="{2843CA56-CAD4-4AD9-B63B-D1BF770657F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7889311" y="7502170"/>
            <a:ext cx="1040584" cy="510799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37" name="그림 136">
            <a:extLst>
              <a:ext uri="{FF2B5EF4-FFF2-40B4-BE49-F238E27FC236}">
                <a16:creationId xmlns:a16="http://schemas.microsoft.com/office/drawing/2014/main" id="{D4C8F84F-9CF6-446B-BB33-EC7A9160C06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7889311" y="8024573"/>
            <a:ext cx="1040584" cy="510799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38" name="액자 137">
            <a:extLst>
              <a:ext uri="{FF2B5EF4-FFF2-40B4-BE49-F238E27FC236}">
                <a16:creationId xmlns:a16="http://schemas.microsoft.com/office/drawing/2014/main" id="{4BAA55A5-F612-4F00-89BA-C951828B9584}"/>
              </a:ext>
            </a:extLst>
          </p:cNvPr>
          <p:cNvSpPr/>
          <p:nvPr/>
        </p:nvSpPr>
        <p:spPr>
          <a:xfrm>
            <a:off x="7864744" y="6821936"/>
            <a:ext cx="1100907" cy="1761452"/>
          </a:xfrm>
          <a:prstGeom prst="frame">
            <a:avLst>
              <a:gd name="adj1" fmla="val 3152"/>
            </a:avLst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D906C292-F689-4B68-B383-453AEE7D7A1B}"/>
              </a:ext>
            </a:extLst>
          </p:cNvPr>
          <p:cNvGrpSpPr/>
          <p:nvPr/>
        </p:nvGrpSpPr>
        <p:grpSpPr>
          <a:xfrm rot="16200000">
            <a:off x="8330228" y="7661532"/>
            <a:ext cx="923822" cy="235672"/>
            <a:chOff x="12462236" y="1614306"/>
            <a:chExt cx="923822" cy="235672"/>
          </a:xfrm>
        </p:grpSpPr>
        <p:sp>
          <p:nvSpPr>
            <p:cNvPr id="116" name="화살표: 왼쪽/오른쪽 115">
              <a:extLst>
                <a:ext uri="{FF2B5EF4-FFF2-40B4-BE49-F238E27FC236}">
                  <a16:creationId xmlns:a16="http://schemas.microsoft.com/office/drawing/2014/main" id="{98FAC7D8-8A68-4E98-A31F-70E5CF612844}"/>
                </a:ext>
              </a:extLst>
            </p:cNvPr>
            <p:cNvSpPr/>
            <p:nvPr/>
          </p:nvSpPr>
          <p:spPr>
            <a:xfrm>
              <a:off x="12462236" y="1673747"/>
              <a:ext cx="923822" cy="116791"/>
            </a:xfrm>
            <a:prstGeom prst="leftRightArrow">
              <a:avLst>
                <a:gd name="adj1" fmla="val 44042"/>
                <a:gd name="adj2" fmla="val 90164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17" name="원형: 비어 있음 116">
              <a:extLst>
                <a:ext uri="{FF2B5EF4-FFF2-40B4-BE49-F238E27FC236}">
                  <a16:creationId xmlns:a16="http://schemas.microsoft.com/office/drawing/2014/main" id="{56E8D2EB-7CFA-4F54-9EAB-D11423DE0756}"/>
                </a:ext>
              </a:extLst>
            </p:cNvPr>
            <p:cNvSpPr/>
            <p:nvPr/>
          </p:nvSpPr>
          <p:spPr>
            <a:xfrm>
              <a:off x="12806311" y="1614306"/>
              <a:ext cx="235672" cy="235672"/>
            </a:xfrm>
            <a:prstGeom prst="donut">
              <a:avLst>
                <a:gd name="adj" fmla="val 21600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118" name="자유형: 도형 117">
            <a:extLst>
              <a:ext uri="{FF2B5EF4-FFF2-40B4-BE49-F238E27FC236}">
                <a16:creationId xmlns:a16="http://schemas.microsoft.com/office/drawing/2014/main" id="{A48DF0D3-CD2A-4E75-87D8-11802CB29458}"/>
              </a:ext>
            </a:extLst>
          </p:cNvPr>
          <p:cNvSpPr/>
          <p:nvPr/>
        </p:nvSpPr>
        <p:spPr>
          <a:xfrm>
            <a:off x="8777774" y="7778735"/>
            <a:ext cx="424767" cy="400851"/>
          </a:xfrm>
          <a:custGeom>
            <a:avLst/>
            <a:gdLst>
              <a:gd name="connsiteX0" fmla="*/ 180913 w 7240067"/>
              <a:gd name="connsiteY0" fmla="*/ 335360 h 6649367"/>
              <a:gd name="connsiteX1" fmla="*/ 287593 w 7240067"/>
              <a:gd name="connsiteY1" fmla="*/ 129620 h 6649367"/>
              <a:gd name="connsiteX2" fmla="*/ 485713 w 7240067"/>
              <a:gd name="connsiteY2" fmla="*/ 15320 h 6649367"/>
              <a:gd name="connsiteX3" fmla="*/ 630493 w 7240067"/>
              <a:gd name="connsiteY3" fmla="*/ 7700 h 6649367"/>
              <a:gd name="connsiteX4" fmla="*/ 699073 w 7240067"/>
              <a:gd name="connsiteY4" fmla="*/ 76280 h 6649367"/>
              <a:gd name="connsiteX5" fmla="*/ 2802193 w 7240067"/>
              <a:gd name="connsiteY5" fmla="*/ 2126060 h 6649367"/>
              <a:gd name="connsiteX6" fmla="*/ 2886013 w 7240067"/>
              <a:gd name="connsiteY6" fmla="*/ 2027000 h 6649367"/>
              <a:gd name="connsiteX7" fmla="*/ 2703133 w 7240067"/>
              <a:gd name="connsiteY7" fmla="*/ 1828880 h 6649367"/>
              <a:gd name="connsiteX8" fmla="*/ 2916493 w 7240067"/>
              <a:gd name="connsiteY8" fmla="*/ 1447880 h 6649367"/>
              <a:gd name="connsiteX9" fmla="*/ 3297493 w 7240067"/>
              <a:gd name="connsiteY9" fmla="*/ 1234520 h 6649367"/>
              <a:gd name="connsiteX10" fmla="*/ 3701353 w 7240067"/>
              <a:gd name="connsiteY10" fmla="*/ 1485980 h 6649367"/>
              <a:gd name="connsiteX11" fmla="*/ 3655633 w 7240067"/>
              <a:gd name="connsiteY11" fmla="*/ 1295480 h 6649367"/>
              <a:gd name="connsiteX12" fmla="*/ 3907093 w 7240067"/>
              <a:gd name="connsiteY12" fmla="*/ 1089740 h 6649367"/>
              <a:gd name="connsiteX13" fmla="*/ 4097593 w 7240067"/>
              <a:gd name="connsiteY13" fmla="*/ 998300 h 6649367"/>
              <a:gd name="connsiteX14" fmla="*/ 4349053 w 7240067"/>
              <a:gd name="connsiteY14" fmla="*/ 1188800 h 6649367"/>
              <a:gd name="connsiteX15" fmla="*/ 4646233 w 7240067"/>
              <a:gd name="connsiteY15" fmla="*/ 1516460 h 6649367"/>
              <a:gd name="connsiteX16" fmla="*/ 4760533 w 7240067"/>
              <a:gd name="connsiteY16" fmla="*/ 1607900 h 6649367"/>
              <a:gd name="connsiteX17" fmla="*/ 4745293 w 7240067"/>
              <a:gd name="connsiteY17" fmla="*/ 1463120 h 6649367"/>
              <a:gd name="connsiteX18" fmla="*/ 4890073 w 7240067"/>
              <a:gd name="connsiteY18" fmla="*/ 1310720 h 6649367"/>
              <a:gd name="connsiteX19" fmla="*/ 5133913 w 7240067"/>
              <a:gd name="connsiteY19" fmla="*/ 1211660 h 6649367"/>
              <a:gd name="connsiteX20" fmla="*/ 5514913 w 7240067"/>
              <a:gd name="connsiteY20" fmla="*/ 1577420 h 6649367"/>
              <a:gd name="connsiteX21" fmla="*/ 6238813 w 7240067"/>
              <a:gd name="connsiteY21" fmla="*/ 2514680 h 6649367"/>
              <a:gd name="connsiteX22" fmla="*/ 6795073 w 7240067"/>
              <a:gd name="connsiteY22" fmla="*/ 3832940 h 6649367"/>
              <a:gd name="connsiteX23" fmla="*/ 6878893 w 7240067"/>
              <a:gd name="connsiteY23" fmla="*/ 4160600 h 6649367"/>
              <a:gd name="connsiteX24" fmla="*/ 7221793 w 7240067"/>
              <a:gd name="connsiteY24" fmla="*/ 4648280 h 6649367"/>
              <a:gd name="connsiteX25" fmla="*/ 7160833 w 7240067"/>
              <a:gd name="connsiteY25" fmla="*/ 4846400 h 6649367"/>
              <a:gd name="connsiteX26" fmla="*/ 6886513 w 7240067"/>
              <a:gd name="connsiteY26" fmla="*/ 5113100 h 6649367"/>
              <a:gd name="connsiteX27" fmla="*/ 5332033 w 7240067"/>
              <a:gd name="connsiteY27" fmla="*/ 6637100 h 6649367"/>
              <a:gd name="connsiteX28" fmla="*/ 1956373 w 7240067"/>
              <a:gd name="connsiteY28" fmla="*/ 4175840 h 6649367"/>
              <a:gd name="connsiteX29" fmla="*/ 1483933 w 7240067"/>
              <a:gd name="connsiteY29" fmla="*/ 3672920 h 6649367"/>
              <a:gd name="connsiteX30" fmla="*/ 1659193 w 7240067"/>
              <a:gd name="connsiteY30" fmla="*/ 3322400 h 6649367"/>
              <a:gd name="connsiteX31" fmla="*/ 2565973 w 7240067"/>
              <a:gd name="connsiteY31" fmla="*/ 3611960 h 6649367"/>
              <a:gd name="connsiteX32" fmla="*/ 2931733 w 7240067"/>
              <a:gd name="connsiteY32" fmla="*/ 3848180 h 6649367"/>
              <a:gd name="connsiteX33" fmla="*/ 180913 w 7240067"/>
              <a:gd name="connsiteY33" fmla="*/ 335360 h 6649367"/>
              <a:gd name="connsiteX0" fmla="*/ 267847 w 7014581"/>
              <a:gd name="connsiteY0" fmla="*/ 777320 h 6649367"/>
              <a:gd name="connsiteX1" fmla="*/ 62107 w 7014581"/>
              <a:gd name="connsiteY1" fmla="*/ 129620 h 6649367"/>
              <a:gd name="connsiteX2" fmla="*/ 260227 w 7014581"/>
              <a:gd name="connsiteY2" fmla="*/ 15320 h 6649367"/>
              <a:gd name="connsiteX3" fmla="*/ 405007 w 7014581"/>
              <a:gd name="connsiteY3" fmla="*/ 7700 h 6649367"/>
              <a:gd name="connsiteX4" fmla="*/ 473587 w 7014581"/>
              <a:gd name="connsiteY4" fmla="*/ 76280 h 6649367"/>
              <a:gd name="connsiteX5" fmla="*/ 2576707 w 7014581"/>
              <a:gd name="connsiteY5" fmla="*/ 2126060 h 6649367"/>
              <a:gd name="connsiteX6" fmla="*/ 2660527 w 7014581"/>
              <a:gd name="connsiteY6" fmla="*/ 2027000 h 6649367"/>
              <a:gd name="connsiteX7" fmla="*/ 2477647 w 7014581"/>
              <a:gd name="connsiteY7" fmla="*/ 1828880 h 6649367"/>
              <a:gd name="connsiteX8" fmla="*/ 2691007 w 7014581"/>
              <a:gd name="connsiteY8" fmla="*/ 1447880 h 6649367"/>
              <a:gd name="connsiteX9" fmla="*/ 3072007 w 7014581"/>
              <a:gd name="connsiteY9" fmla="*/ 1234520 h 6649367"/>
              <a:gd name="connsiteX10" fmla="*/ 3475867 w 7014581"/>
              <a:gd name="connsiteY10" fmla="*/ 1485980 h 6649367"/>
              <a:gd name="connsiteX11" fmla="*/ 3430147 w 7014581"/>
              <a:gd name="connsiteY11" fmla="*/ 1295480 h 6649367"/>
              <a:gd name="connsiteX12" fmla="*/ 3681607 w 7014581"/>
              <a:gd name="connsiteY12" fmla="*/ 1089740 h 6649367"/>
              <a:gd name="connsiteX13" fmla="*/ 3872107 w 7014581"/>
              <a:gd name="connsiteY13" fmla="*/ 998300 h 6649367"/>
              <a:gd name="connsiteX14" fmla="*/ 4123567 w 7014581"/>
              <a:gd name="connsiteY14" fmla="*/ 1188800 h 6649367"/>
              <a:gd name="connsiteX15" fmla="*/ 4420747 w 7014581"/>
              <a:gd name="connsiteY15" fmla="*/ 1516460 h 6649367"/>
              <a:gd name="connsiteX16" fmla="*/ 4535047 w 7014581"/>
              <a:gd name="connsiteY16" fmla="*/ 1607900 h 6649367"/>
              <a:gd name="connsiteX17" fmla="*/ 4519807 w 7014581"/>
              <a:gd name="connsiteY17" fmla="*/ 1463120 h 6649367"/>
              <a:gd name="connsiteX18" fmla="*/ 4664587 w 7014581"/>
              <a:gd name="connsiteY18" fmla="*/ 1310720 h 6649367"/>
              <a:gd name="connsiteX19" fmla="*/ 4908427 w 7014581"/>
              <a:gd name="connsiteY19" fmla="*/ 1211660 h 6649367"/>
              <a:gd name="connsiteX20" fmla="*/ 5289427 w 7014581"/>
              <a:gd name="connsiteY20" fmla="*/ 1577420 h 6649367"/>
              <a:gd name="connsiteX21" fmla="*/ 6013327 w 7014581"/>
              <a:gd name="connsiteY21" fmla="*/ 2514680 h 6649367"/>
              <a:gd name="connsiteX22" fmla="*/ 6569587 w 7014581"/>
              <a:gd name="connsiteY22" fmla="*/ 3832940 h 6649367"/>
              <a:gd name="connsiteX23" fmla="*/ 6653407 w 7014581"/>
              <a:gd name="connsiteY23" fmla="*/ 4160600 h 6649367"/>
              <a:gd name="connsiteX24" fmla="*/ 6996307 w 7014581"/>
              <a:gd name="connsiteY24" fmla="*/ 4648280 h 6649367"/>
              <a:gd name="connsiteX25" fmla="*/ 6935347 w 7014581"/>
              <a:gd name="connsiteY25" fmla="*/ 4846400 h 6649367"/>
              <a:gd name="connsiteX26" fmla="*/ 6661027 w 7014581"/>
              <a:gd name="connsiteY26" fmla="*/ 5113100 h 6649367"/>
              <a:gd name="connsiteX27" fmla="*/ 5106547 w 7014581"/>
              <a:gd name="connsiteY27" fmla="*/ 6637100 h 6649367"/>
              <a:gd name="connsiteX28" fmla="*/ 1730887 w 7014581"/>
              <a:gd name="connsiteY28" fmla="*/ 4175840 h 6649367"/>
              <a:gd name="connsiteX29" fmla="*/ 1258447 w 7014581"/>
              <a:gd name="connsiteY29" fmla="*/ 3672920 h 6649367"/>
              <a:gd name="connsiteX30" fmla="*/ 1433707 w 7014581"/>
              <a:gd name="connsiteY30" fmla="*/ 3322400 h 6649367"/>
              <a:gd name="connsiteX31" fmla="*/ 2340487 w 7014581"/>
              <a:gd name="connsiteY31" fmla="*/ 3611960 h 6649367"/>
              <a:gd name="connsiteX32" fmla="*/ 2706247 w 7014581"/>
              <a:gd name="connsiteY32" fmla="*/ 3848180 h 6649367"/>
              <a:gd name="connsiteX33" fmla="*/ 267847 w 7014581"/>
              <a:gd name="connsiteY33" fmla="*/ 777320 h 6649367"/>
              <a:gd name="connsiteX0" fmla="*/ 293991 w 7040725"/>
              <a:gd name="connsiteY0" fmla="*/ 779145 h 6651192"/>
              <a:gd name="connsiteX1" fmla="*/ 42531 w 7040725"/>
              <a:gd name="connsiteY1" fmla="*/ 161925 h 6651192"/>
              <a:gd name="connsiteX2" fmla="*/ 286371 w 7040725"/>
              <a:gd name="connsiteY2" fmla="*/ 17145 h 6651192"/>
              <a:gd name="connsiteX3" fmla="*/ 431151 w 7040725"/>
              <a:gd name="connsiteY3" fmla="*/ 9525 h 6651192"/>
              <a:gd name="connsiteX4" fmla="*/ 499731 w 7040725"/>
              <a:gd name="connsiteY4" fmla="*/ 78105 h 6651192"/>
              <a:gd name="connsiteX5" fmla="*/ 2602851 w 7040725"/>
              <a:gd name="connsiteY5" fmla="*/ 2127885 h 6651192"/>
              <a:gd name="connsiteX6" fmla="*/ 2686671 w 7040725"/>
              <a:gd name="connsiteY6" fmla="*/ 2028825 h 6651192"/>
              <a:gd name="connsiteX7" fmla="*/ 2503791 w 7040725"/>
              <a:gd name="connsiteY7" fmla="*/ 1830705 h 6651192"/>
              <a:gd name="connsiteX8" fmla="*/ 2717151 w 7040725"/>
              <a:gd name="connsiteY8" fmla="*/ 1449705 h 6651192"/>
              <a:gd name="connsiteX9" fmla="*/ 3098151 w 7040725"/>
              <a:gd name="connsiteY9" fmla="*/ 1236345 h 6651192"/>
              <a:gd name="connsiteX10" fmla="*/ 3502011 w 7040725"/>
              <a:gd name="connsiteY10" fmla="*/ 1487805 h 6651192"/>
              <a:gd name="connsiteX11" fmla="*/ 3456291 w 7040725"/>
              <a:gd name="connsiteY11" fmla="*/ 1297305 h 6651192"/>
              <a:gd name="connsiteX12" fmla="*/ 3707751 w 7040725"/>
              <a:gd name="connsiteY12" fmla="*/ 1091565 h 6651192"/>
              <a:gd name="connsiteX13" fmla="*/ 3898251 w 7040725"/>
              <a:gd name="connsiteY13" fmla="*/ 1000125 h 6651192"/>
              <a:gd name="connsiteX14" fmla="*/ 4149711 w 7040725"/>
              <a:gd name="connsiteY14" fmla="*/ 1190625 h 6651192"/>
              <a:gd name="connsiteX15" fmla="*/ 4446891 w 7040725"/>
              <a:gd name="connsiteY15" fmla="*/ 1518285 h 6651192"/>
              <a:gd name="connsiteX16" fmla="*/ 4561191 w 7040725"/>
              <a:gd name="connsiteY16" fmla="*/ 1609725 h 6651192"/>
              <a:gd name="connsiteX17" fmla="*/ 4545951 w 7040725"/>
              <a:gd name="connsiteY17" fmla="*/ 1464945 h 6651192"/>
              <a:gd name="connsiteX18" fmla="*/ 4690731 w 7040725"/>
              <a:gd name="connsiteY18" fmla="*/ 1312545 h 6651192"/>
              <a:gd name="connsiteX19" fmla="*/ 4934571 w 7040725"/>
              <a:gd name="connsiteY19" fmla="*/ 1213485 h 6651192"/>
              <a:gd name="connsiteX20" fmla="*/ 5315571 w 7040725"/>
              <a:gd name="connsiteY20" fmla="*/ 1579245 h 6651192"/>
              <a:gd name="connsiteX21" fmla="*/ 6039471 w 7040725"/>
              <a:gd name="connsiteY21" fmla="*/ 2516505 h 6651192"/>
              <a:gd name="connsiteX22" fmla="*/ 6595731 w 7040725"/>
              <a:gd name="connsiteY22" fmla="*/ 3834765 h 6651192"/>
              <a:gd name="connsiteX23" fmla="*/ 6679551 w 7040725"/>
              <a:gd name="connsiteY23" fmla="*/ 4162425 h 6651192"/>
              <a:gd name="connsiteX24" fmla="*/ 7022451 w 7040725"/>
              <a:gd name="connsiteY24" fmla="*/ 4650105 h 6651192"/>
              <a:gd name="connsiteX25" fmla="*/ 6961491 w 7040725"/>
              <a:gd name="connsiteY25" fmla="*/ 4848225 h 6651192"/>
              <a:gd name="connsiteX26" fmla="*/ 6687171 w 7040725"/>
              <a:gd name="connsiteY26" fmla="*/ 5114925 h 6651192"/>
              <a:gd name="connsiteX27" fmla="*/ 5132691 w 7040725"/>
              <a:gd name="connsiteY27" fmla="*/ 6638925 h 6651192"/>
              <a:gd name="connsiteX28" fmla="*/ 1757031 w 7040725"/>
              <a:gd name="connsiteY28" fmla="*/ 4177665 h 6651192"/>
              <a:gd name="connsiteX29" fmla="*/ 1284591 w 7040725"/>
              <a:gd name="connsiteY29" fmla="*/ 3674745 h 6651192"/>
              <a:gd name="connsiteX30" fmla="*/ 1459851 w 7040725"/>
              <a:gd name="connsiteY30" fmla="*/ 3324225 h 6651192"/>
              <a:gd name="connsiteX31" fmla="*/ 2366631 w 7040725"/>
              <a:gd name="connsiteY31" fmla="*/ 3613785 h 6651192"/>
              <a:gd name="connsiteX32" fmla="*/ 2732391 w 7040725"/>
              <a:gd name="connsiteY32" fmla="*/ 3850005 h 6651192"/>
              <a:gd name="connsiteX33" fmla="*/ 293991 w 7040725"/>
              <a:gd name="connsiteY33" fmla="*/ 779145 h 6651192"/>
              <a:gd name="connsiteX0" fmla="*/ 318774 w 7065508"/>
              <a:gd name="connsiteY0" fmla="*/ 779145 h 6651192"/>
              <a:gd name="connsiteX1" fmla="*/ 67314 w 7065508"/>
              <a:gd name="connsiteY1" fmla="*/ 161925 h 6651192"/>
              <a:gd name="connsiteX2" fmla="*/ 311154 w 7065508"/>
              <a:gd name="connsiteY2" fmla="*/ 17145 h 6651192"/>
              <a:gd name="connsiteX3" fmla="*/ 455934 w 7065508"/>
              <a:gd name="connsiteY3" fmla="*/ 9525 h 6651192"/>
              <a:gd name="connsiteX4" fmla="*/ 524514 w 7065508"/>
              <a:gd name="connsiteY4" fmla="*/ 78105 h 6651192"/>
              <a:gd name="connsiteX5" fmla="*/ 2627634 w 7065508"/>
              <a:gd name="connsiteY5" fmla="*/ 2127885 h 6651192"/>
              <a:gd name="connsiteX6" fmla="*/ 2711454 w 7065508"/>
              <a:gd name="connsiteY6" fmla="*/ 2028825 h 6651192"/>
              <a:gd name="connsiteX7" fmla="*/ 2528574 w 7065508"/>
              <a:gd name="connsiteY7" fmla="*/ 1830705 h 6651192"/>
              <a:gd name="connsiteX8" fmla="*/ 2741934 w 7065508"/>
              <a:gd name="connsiteY8" fmla="*/ 1449705 h 6651192"/>
              <a:gd name="connsiteX9" fmla="*/ 3122934 w 7065508"/>
              <a:gd name="connsiteY9" fmla="*/ 1236345 h 6651192"/>
              <a:gd name="connsiteX10" fmla="*/ 3526794 w 7065508"/>
              <a:gd name="connsiteY10" fmla="*/ 1487805 h 6651192"/>
              <a:gd name="connsiteX11" fmla="*/ 3481074 w 7065508"/>
              <a:gd name="connsiteY11" fmla="*/ 1297305 h 6651192"/>
              <a:gd name="connsiteX12" fmla="*/ 3732534 w 7065508"/>
              <a:gd name="connsiteY12" fmla="*/ 1091565 h 6651192"/>
              <a:gd name="connsiteX13" fmla="*/ 3923034 w 7065508"/>
              <a:gd name="connsiteY13" fmla="*/ 1000125 h 6651192"/>
              <a:gd name="connsiteX14" fmla="*/ 4174494 w 7065508"/>
              <a:gd name="connsiteY14" fmla="*/ 1190625 h 6651192"/>
              <a:gd name="connsiteX15" fmla="*/ 4471674 w 7065508"/>
              <a:gd name="connsiteY15" fmla="*/ 1518285 h 6651192"/>
              <a:gd name="connsiteX16" fmla="*/ 4585974 w 7065508"/>
              <a:gd name="connsiteY16" fmla="*/ 1609725 h 6651192"/>
              <a:gd name="connsiteX17" fmla="*/ 4570734 w 7065508"/>
              <a:gd name="connsiteY17" fmla="*/ 1464945 h 6651192"/>
              <a:gd name="connsiteX18" fmla="*/ 4715514 w 7065508"/>
              <a:gd name="connsiteY18" fmla="*/ 1312545 h 6651192"/>
              <a:gd name="connsiteX19" fmla="*/ 4959354 w 7065508"/>
              <a:gd name="connsiteY19" fmla="*/ 1213485 h 6651192"/>
              <a:gd name="connsiteX20" fmla="*/ 5340354 w 7065508"/>
              <a:gd name="connsiteY20" fmla="*/ 1579245 h 6651192"/>
              <a:gd name="connsiteX21" fmla="*/ 6064254 w 7065508"/>
              <a:gd name="connsiteY21" fmla="*/ 2516505 h 6651192"/>
              <a:gd name="connsiteX22" fmla="*/ 6620514 w 7065508"/>
              <a:gd name="connsiteY22" fmla="*/ 3834765 h 6651192"/>
              <a:gd name="connsiteX23" fmla="*/ 6704334 w 7065508"/>
              <a:gd name="connsiteY23" fmla="*/ 4162425 h 6651192"/>
              <a:gd name="connsiteX24" fmla="*/ 7047234 w 7065508"/>
              <a:gd name="connsiteY24" fmla="*/ 4650105 h 6651192"/>
              <a:gd name="connsiteX25" fmla="*/ 6986274 w 7065508"/>
              <a:gd name="connsiteY25" fmla="*/ 4848225 h 6651192"/>
              <a:gd name="connsiteX26" fmla="*/ 6711954 w 7065508"/>
              <a:gd name="connsiteY26" fmla="*/ 5114925 h 6651192"/>
              <a:gd name="connsiteX27" fmla="*/ 5157474 w 7065508"/>
              <a:gd name="connsiteY27" fmla="*/ 6638925 h 6651192"/>
              <a:gd name="connsiteX28" fmla="*/ 1781814 w 7065508"/>
              <a:gd name="connsiteY28" fmla="*/ 4177665 h 6651192"/>
              <a:gd name="connsiteX29" fmla="*/ 1309374 w 7065508"/>
              <a:gd name="connsiteY29" fmla="*/ 3674745 h 6651192"/>
              <a:gd name="connsiteX30" fmla="*/ 1484634 w 7065508"/>
              <a:gd name="connsiteY30" fmla="*/ 3324225 h 6651192"/>
              <a:gd name="connsiteX31" fmla="*/ 2391414 w 7065508"/>
              <a:gd name="connsiteY31" fmla="*/ 3613785 h 6651192"/>
              <a:gd name="connsiteX32" fmla="*/ 2757174 w 7065508"/>
              <a:gd name="connsiteY32" fmla="*/ 3850005 h 6651192"/>
              <a:gd name="connsiteX33" fmla="*/ 318774 w 7065508"/>
              <a:gd name="connsiteY33" fmla="*/ 779145 h 6651192"/>
              <a:gd name="connsiteX0" fmla="*/ 293992 w 7040726"/>
              <a:gd name="connsiteY0" fmla="*/ 779145 h 6651192"/>
              <a:gd name="connsiteX1" fmla="*/ 42532 w 7040726"/>
              <a:gd name="connsiteY1" fmla="*/ 161925 h 6651192"/>
              <a:gd name="connsiteX2" fmla="*/ 286372 w 7040726"/>
              <a:gd name="connsiteY2" fmla="*/ 17145 h 6651192"/>
              <a:gd name="connsiteX3" fmla="*/ 431152 w 7040726"/>
              <a:gd name="connsiteY3" fmla="*/ 9525 h 6651192"/>
              <a:gd name="connsiteX4" fmla="*/ 499732 w 7040726"/>
              <a:gd name="connsiteY4" fmla="*/ 78105 h 6651192"/>
              <a:gd name="connsiteX5" fmla="*/ 2602852 w 7040726"/>
              <a:gd name="connsiteY5" fmla="*/ 2127885 h 6651192"/>
              <a:gd name="connsiteX6" fmla="*/ 2686672 w 7040726"/>
              <a:gd name="connsiteY6" fmla="*/ 2028825 h 6651192"/>
              <a:gd name="connsiteX7" fmla="*/ 2503792 w 7040726"/>
              <a:gd name="connsiteY7" fmla="*/ 1830705 h 6651192"/>
              <a:gd name="connsiteX8" fmla="*/ 2717152 w 7040726"/>
              <a:gd name="connsiteY8" fmla="*/ 1449705 h 6651192"/>
              <a:gd name="connsiteX9" fmla="*/ 3098152 w 7040726"/>
              <a:gd name="connsiteY9" fmla="*/ 1236345 h 6651192"/>
              <a:gd name="connsiteX10" fmla="*/ 3502012 w 7040726"/>
              <a:gd name="connsiteY10" fmla="*/ 1487805 h 6651192"/>
              <a:gd name="connsiteX11" fmla="*/ 3456292 w 7040726"/>
              <a:gd name="connsiteY11" fmla="*/ 1297305 h 6651192"/>
              <a:gd name="connsiteX12" fmla="*/ 3707752 w 7040726"/>
              <a:gd name="connsiteY12" fmla="*/ 1091565 h 6651192"/>
              <a:gd name="connsiteX13" fmla="*/ 3898252 w 7040726"/>
              <a:gd name="connsiteY13" fmla="*/ 1000125 h 6651192"/>
              <a:gd name="connsiteX14" fmla="*/ 4149712 w 7040726"/>
              <a:gd name="connsiteY14" fmla="*/ 1190625 h 6651192"/>
              <a:gd name="connsiteX15" fmla="*/ 4446892 w 7040726"/>
              <a:gd name="connsiteY15" fmla="*/ 1518285 h 6651192"/>
              <a:gd name="connsiteX16" fmla="*/ 4561192 w 7040726"/>
              <a:gd name="connsiteY16" fmla="*/ 1609725 h 6651192"/>
              <a:gd name="connsiteX17" fmla="*/ 4545952 w 7040726"/>
              <a:gd name="connsiteY17" fmla="*/ 1464945 h 6651192"/>
              <a:gd name="connsiteX18" fmla="*/ 4690732 w 7040726"/>
              <a:gd name="connsiteY18" fmla="*/ 1312545 h 6651192"/>
              <a:gd name="connsiteX19" fmla="*/ 4934572 w 7040726"/>
              <a:gd name="connsiteY19" fmla="*/ 1213485 h 6651192"/>
              <a:gd name="connsiteX20" fmla="*/ 5315572 w 7040726"/>
              <a:gd name="connsiteY20" fmla="*/ 1579245 h 6651192"/>
              <a:gd name="connsiteX21" fmla="*/ 6039472 w 7040726"/>
              <a:gd name="connsiteY21" fmla="*/ 2516505 h 6651192"/>
              <a:gd name="connsiteX22" fmla="*/ 6595732 w 7040726"/>
              <a:gd name="connsiteY22" fmla="*/ 3834765 h 6651192"/>
              <a:gd name="connsiteX23" fmla="*/ 6679552 w 7040726"/>
              <a:gd name="connsiteY23" fmla="*/ 4162425 h 6651192"/>
              <a:gd name="connsiteX24" fmla="*/ 7022452 w 7040726"/>
              <a:gd name="connsiteY24" fmla="*/ 4650105 h 6651192"/>
              <a:gd name="connsiteX25" fmla="*/ 6961492 w 7040726"/>
              <a:gd name="connsiteY25" fmla="*/ 4848225 h 6651192"/>
              <a:gd name="connsiteX26" fmla="*/ 6687172 w 7040726"/>
              <a:gd name="connsiteY26" fmla="*/ 5114925 h 6651192"/>
              <a:gd name="connsiteX27" fmla="*/ 5132692 w 7040726"/>
              <a:gd name="connsiteY27" fmla="*/ 6638925 h 6651192"/>
              <a:gd name="connsiteX28" fmla="*/ 1757032 w 7040726"/>
              <a:gd name="connsiteY28" fmla="*/ 4177665 h 6651192"/>
              <a:gd name="connsiteX29" fmla="*/ 1284592 w 7040726"/>
              <a:gd name="connsiteY29" fmla="*/ 3674745 h 6651192"/>
              <a:gd name="connsiteX30" fmla="*/ 1459852 w 7040726"/>
              <a:gd name="connsiteY30" fmla="*/ 3324225 h 6651192"/>
              <a:gd name="connsiteX31" fmla="*/ 2366632 w 7040726"/>
              <a:gd name="connsiteY31" fmla="*/ 3613785 h 6651192"/>
              <a:gd name="connsiteX32" fmla="*/ 2732392 w 7040726"/>
              <a:gd name="connsiteY32" fmla="*/ 3850005 h 6651192"/>
              <a:gd name="connsiteX33" fmla="*/ 293992 w 7040726"/>
              <a:gd name="connsiteY33" fmla="*/ 779145 h 6651192"/>
              <a:gd name="connsiteX0" fmla="*/ 293992 w 7040726"/>
              <a:gd name="connsiteY0" fmla="*/ 772255 h 6644302"/>
              <a:gd name="connsiteX1" fmla="*/ 42532 w 7040726"/>
              <a:gd name="connsiteY1" fmla="*/ 155035 h 6644302"/>
              <a:gd name="connsiteX2" fmla="*/ 286372 w 7040726"/>
              <a:gd name="connsiteY2" fmla="*/ 10255 h 6644302"/>
              <a:gd name="connsiteX3" fmla="*/ 431152 w 7040726"/>
              <a:gd name="connsiteY3" fmla="*/ 2635 h 6644302"/>
              <a:gd name="connsiteX4" fmla="*/ 499732 w 7040726"/>
              <a:gd name="connsiteY4" fmla="*/ 71215 h 6644302"/>
              <a:gd name="connsiteX5" fmla="*/ 2602852 w 7040726"/>
              <a:gd name="connsiteY5" fmla="*/ 2120995 h 6644302"/>
              <a:gd name="connsiteX6" fmla="*/ 2686672 w 7040726"/>
              <a:gd name="connsiteY6" fmla="*/ 2021935 h 6644302"/>
              <a:gd name="connsiteX7" fmla="*/ 2503792 w 7040726"/>
              <a:gd name="connsiteY7" fmla="*/ 1823815 h 6644302"/>
              <a:gd name="connsiteX8" fmla="*/ 2717152 w 7040726"/>
              <a:gd name="connsiteY8" fmla="*/ 1442815 h 6644302"/>
              <a:gd name="connsiteX9" fmla="*/ 3098152 w 7040726"/>
              <a:gd name="connsiteY9" fmla="*/ 1229455 h 6644302"/>
              <a:gd name="connsiteX10" fmla="*/ 3502012 w 7040726"/>
              <a:gd name="connsiteY10" fmla="*/ 1480915 h 6644302"/>
              <a:gd name="connsiteX11" fmla="*/ 3456292 w 7040726"/>
              <a:gd name="connsiteY11" fmla="*/ 1290415 h 6644302"/>
              <a:gd name="connsiteX12" fmla="*/ 3707752 w 7040726"/>
              <a:gd name="connsiteY12" fmla="*/ 1084675 h 6644302"/>
              <a:gd name="connsiteX13" fmla="*/ 3898252 w 7040726"/>
              <a:gd name="connsiteY13" fmla="*/ 993235 h 6644302"/>
              <a:gd name="connsiteX14" fmla="*/ 4149712 w 7040726"/>
              <a:gd name="connsiteY14" fmla="*/ 1183735 h 6644302"/>
              <a:gd name="connsiteX15" fmla="*/ 4446892 w 7040726"/>
              <a:gd name="connsiteY15" fmla="*/ 1511395 h 6644302"/>
              <a:gd name="connsiteX16" fmla="*/ 4561192 w 7040726"/>
              <a:gd name="connsiteY16" fmla="*/ 1602835 h 6644302"/>
              <a:gd name="connsiteX17" fmla="*/ 4545952 w 7040726"/>
              <a:gd name="connsiteY17" fmla="*/ 1458055 h 6644302"/>
              <a:gd name="connsiteX18" fmla="*/ 4690732 w 7040726"/>
              <a:gd name="connsiteY18" fmla="*/ 1305655 h 6644302"/>
              <a:gd name="connsiteX19" fmla="*/ 4934572 w 7040726"/>
              <a:gd name="connsiteY19" fmla="*/ 1206595 h 6644302"/>
              <a:gd name="connsiteX20" fmla="*/ 5315572 w 7040726"/>
              <a:gd name="connsiteY20" fmla="*/ 1572355 h 6644302"/>
              <a:gd name="connsiteX21" fmla="*/ 6039472 w 7040726"/>
              <a:gd name="connsiteY21" fmla="*/ 2509615 h 6644302"/>
              <a:gd name="connsiteX22" fmla="*/ 6595732 w 7040726"/>
              <a:gd name="connsiteY22" fmla="*/ 3827875 h 6644302"/>
              <a:gd name="connsiteX23" fmla="*/ 6679552 w 7040726"/>
              <a:gd name="connsiteY23" fmla="*/ 4155535 h 6644302"/>
              <a:gd name="connsiteX24" fmla="*/ 7022452 w 7040726"/>
              <a:gd name="connsiteY24" fmla="*/ 4643215 h 6644302"/>
              <a:gd name="connsiteX25" fmla="*/ 6961492 w 7040726"/>
              <a:gd name="connsiteY25" fmla="*/ 4841335 h 6644302"/>
              <a:gd name="connsiteX26" fmla="*/ 6687172 w 7040726"/>
              <a:gd name="connsiteY26" fmla="*/ 5108035 h 6644302"/>
              <a:gd name="connsiteX27" fmla="*/ 5132692 w 7040726"/>
              <a:gd name="connsiteY27" fmla="*/ 6632035 h 6644302"/>
              <a:gd name="connsiteX28" fmla="*/ 1757032 w 7040726"/>
              <a:gd name="connsiteY28" fmla="*/ 4170775 h 6644302"/>
              <a:gd name="connsiteX29" fmla="*/ 1284592 w 7040726"/>
              <a:gd name="connsiteY29" fmla="*/ 3667855 h 6644302"/>
              <a:gd name="connsiteX30" fmla="*/ 1459852 w 7040726"/>
              <a:gd name="connsiteY30" fmla="*/ 3317335 h 6644302"/>
              <a:gd name="connsiteX31" fmla="*/ 2366632 w 7040726"/>
              <a:gd name="connsiteY31" fmla="*/ 3606895 h 6644302"/>
              <a:gd name="connsiteX32" fmla="*/ 2732392 w 7040726"/>
              <a:gd name="connsiteY32" fmla="*/ 3843115 h 6644302"/>
              <a:gd name="connsiteX33" fmla="*/ 293992 w 7040726"/>
              <a:gd name="connsiteY33" fmla="*/ 772255 h 6644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040726" h="6644302">
                <a:moveTo>
                  <a:pt x="293992" y="772255"/>
                </a:moveTo>
                <a:cubicBezTo>
                  <a:pt x="-154318" y="157575"/>
                  <a:pt x="43802" y="282035"/>
                  <a:pt x="42532" y="155035"/>
                </a:cubicBezTo>
                <a:cubicBezTo>
                  <a:pt x="41262" y="28035"/>
                  <a:pt x="198742" y="5175"/>
                  <a:pt x="286372" y="10255"/>
                </a:cubicBezTo>
                <a:cubicBezTo>
                  <a:pt x="374002" y="15335"/>
                  <a:pt x="395592" y="-7525"/>
                  <a:pt x="431152" y="2635"/>
                </a:cubicBezTo>
                <a:cubicBezTo>
                  <a:pt x="466712" y="12795"/>
                  <a:pt x="499732" y="71215"/>
                  <a:pt x="499732" y="71215"/>
                </a:cubicBezTo>
                <a:cubicBezTo>
                  <a:pt x="861682" y="424275"/>
                  <a:pt x="2238362" y="1795875"/>
                  <a:pt x="2602852" y="2120995"/>
                </a:cubicBezTo>
                <a:cubicBezTo>
                  <a:pt x="2967342" y="2446115"/>
                  <a:pt x="2703182" y="2071465"/>
                  <a:pt x="2686672" y="2021935"/>
                </a:cubicBezTo>
                <a:cubicBezTo>
                  <a:pt x="2670162" y="1972405"/>
                  <a:pt x="2498712" y="1920335"/>
                  <a:pt x="2503792" y="1823815"/>
                </a:cubicBezTo>
                <a:cubicBezTo>
                  <a:pt x="2508872" y="1727295"/>
                  <a:pt x="2618092" y="1541875"/>
                  <a:pt x="2717152" y="1442815"/>
                </a:cubicBezTo>
                <a:cubicBezTo>
                  <a:pt x="2816212" y="1343755"/>
                  <a:pt x="2967342" y="1223105"/>
                  <a:pt x="3098152" y="1229455"/>
                </a:cubicBezTo>
                <a:cubicBezTo>
                  <a:pt x="3228962" y="1235805"/>
                  <a:pt x="3442322" y="1470755"/>
                  <a:pt x="3502012" y="1480915"/>
                </a:cubicBezTo>
                <a:cubicBezTo>
                  <a:pt x="3561702" y="1491075"/>
                  <a:pt x="3422002" y="1356455"/>
                  <a:pt x="3456292" y="1290415"/>
                </a:cubicBezTo>
                <a:cubicBezTo>
                  <a:pt x="3490582" y="1224375"/>
                  <a:pt x="3634092" y="1134205"/>
                  <a:pt x="3707752" y="1084675"/>
                </a:cubicBezTo>
                <a:cubicBezTo>
                  <a:pt x="3781412" y="1035145"/>
                  <a:pt x="3824592" y="976725"/>
                  <a:pt x="3898252" y="993235"/>
                </a:cubicBezTo>
                <a:cubicBezTo>
                  <a:pt x="3971912" y="1009745"/>
                  <a:pt x="4058272" y="1097375"/>
                  <a:pt x="4149712" y="1183735"/>
                </a:cubicBezTo>
                <a:cubicBezTo>
                  <a:pt x="4241152" y="1270095"/>
                  <a:pt x="4378312" y="1441545"/>
                  <a:pt x="4446892" y="1511395"/>
                </a:cubicBezTo>
                <a:cubicBezTo>
                  <a:pt x="4515472" y="1581245"/>
                  <a:pt x="4544682" y="1611725"/>
                  <a:pt x="4561192" y="1602835"/>
                </a:cubicBezTo>
                <a:cubicBezTo>
                  <a:pt x="4577702" y="1593945"/>
                  <a:pt x="4524362" y="1507585"/>
                  <a:pt x="4545952" y="1458055"/>
                </a:cubicBezTo>
                <a:cubicBezTo>
                  <a:pt x="4567542" y="1408525"/>
                  <a:pt x="4625962" y="1347565"/>
                  <a:pt x="4690732" y="1305655"/>
                </a:cubicBezTo>
                <a:cubicBezTo>
                  <a:pt x="4755502" y="1263745"/>
                  <a:pt x="4830432" y="1162145"/>
                  <a:pt x="4934572" y="1206595"/>
                </a:cubicBezTo>
                <a:cubicBezTo>
                  <a:pt x="5038712" y="1251045"/>
                  <a:pt x="5131422" y="1355185"/>
                  <a:pt x="5315572" y="1572355"/>
                </a:cubicBezTo>
                <a:cubicBezTo>
                  <a:pt x="5499722" y="1789525"/>
                  <a:pt x="5826112" y="2133695"/>
                  <a:pt x="6039472" y="2509615"/>
                </a:cubicBezTo>
                <a:cubicBezTo>
                  <a:pt x="6252832" y="2885535"/>
                  <a:pt x="6489052" y="3553555"/>
                  <a:pt x="6595732" y="3827875"/>
                </a:cubicBezTo>
                <a:cubicBezTo>
                  <a:pt x="6702412" y="4102195"/>
                  <a:pt x="6608432" y="4019645"/>
                  <a:pt x="6679552" y="4155535"/>
                </a:cubicBezTo>
                <a:cubicBezTo>
                  <a:pt x="6750672" y="4291425"/>
                  <a:pt x="6975462" y="4528915"/>
                  <a:pt x="7022452" y="4643215"/>
                </a:cubicBezTo>
                <a:cubicBezTo>
                  <a:pt x="7069442" y="4757515"/>
                  <a:pt x="7017372" y="4763865"/>
                  <a:pt x="6961492" y="4841335"/>
                </a:cubicBezTo>
                <a:cubicBezTo>
                  <a:pt x="6905612" y="4918805"/>
                  <a:pt x="6687172" y="5108035"/>
                  <a:pt x="6687172" y="5108035"/>
                </a:cubicBezTo>
                <a:cubicBezTo>
                  <a:pt x="6382372" y="5406485"/>
                  <a:pt x="5954382" y="6788245"/>
                  <a:pt x="5132692" y="6632035"/>
                </a:cubicBezTo>
                <a:cubicBezTo>
                  <a:pt x="4311002" y="6475825"/>
                  <a:pt x="2398382" y="4664805"/>
                  <a:pt x="1757032" y="4170775"/>
                </a:cubicBezTo>
                <a:cubicBezTo>
                  <a:pt x="1115682" y="3676745"/>
                  <a:pt x="1334122" y="3810095"/>
                  <a:pt x="1284592" y="3667855"/>
                </a:cubicBezTo>
                <a:cubicBezTo>
                  <a:pt x="1235062" y="3525615"/>
                  <a:pt x="1279512" y="3327495"/>
                  <a:pt x="1459852" y="3317335"/>
                </a:cubicBezTo>
                <a:cubicBezTo>
                  <a:pt x="1640192" y="3307175"/>
                  <a:pt x="2154542" y="3519265"/>
                  <a:pt x="2366632" y="3606895"/>
                </a:cubicBezTo>
                <a:cubicBezTo>
                  <a:pt x="2578722" y="3694525"/>
                  <a:pt x="3077832" y="4315555"/>
                  <a:pt x="2732392" y="3843115"/>
                </a:cubicBezTo>
                <a:cubicBezTo>
                  <a:pt x="2386952" y="3370675"/>
                  <a:pt x="742302" y="1386935"/>
                  <a:pt x="293992" y="77225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E081EFD0-AAC3-4D17-ADBE-CF57D725BE8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9692297" y="8551296"/>
            <a:ext cx="1040584" cy="510799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41" name="그림 140">
            <a:extLst>
              <a:ext uri="{FF2B5EF4-FFF2-40B4-BE49-F238E27FC236}">
                <a16:creationId xmlns:a16="http://schemas.microsoft.com/office/drawing/2014/main" id="{48568E1F-D2BB-4837-88B2-5C53564D0E5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9692297" y="6979768"/>
            <a:ext cx="1040584" cy="510799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42" name="그림 141">
            <a:extLst>
              <a:ext uri="{FF2B5EF4-FFF2-40B4-BE49-F238E27FC236}">
                <a16:creationId xmlns:a16="http://schemas.microsoft.com/office/drawing/2014/main" id="{4C5571FA-D393-4F64-BC86-E278E8183B5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9692297" y="7502170"/>
            <a:ext cx="1040584" cy="510799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43" name="그림 142">
            <a:extLst>
              <a:ext uri="{FF2B5EF4-FFF2-40B4-BE49-F238E27FC236}">
                <a16:creationId xmlns:a16="http://schemas.microsoft.com/office/drawing/2014/main" id="{8BCD21BC-74B2-4E76-A8CF-A6661A096F9E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208" r="7516"/>
          <a:stretch/>
        </p:blipFill>
        <p:spPr>
          <a:xfrm>
            <a:off x="9692297" y="8024573"/>
            <a:ext cx="1040584" cy="510799"/>
          </a:xfrm>
          <a:prstGeom prst="rect">
            <a:avLst/>
          </a:prstGeom>
          <a:ln w="3175">
            <a:solidFill>
              <a:srgbClr val="00B0F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44" name="액자 143">
            <a:extLst>
              <a:ext uri="{FF2B5EF4-FFF2-40B4-BE49-F238E27FC236}">
                <a16:creationId xmlns:a16="http://schemas.microsoft.com/office/drawing/2014/main" id="{2A71626C-9C7E-4385-9699-BAC6591089A3}"/>
              </a:ext>
            </a:extLst>
          </p:cNvPr>
          <p:cNvSpPr/>
          <p:nvPr/>
        </p:nvSpPr>
        <p:spPr>
          <a:xfrm>
            <a:off x="9667730" y="6821936"/>
            <a:ext cx="1100907" cy="1761452"/>
          </a:xfrm>
          <a:prstGeom prst="frame">
            <a:avLst>
              <a:gd name="adj1" fmla="val 3152"/>
            </a:avLst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4A83FD21-D6FE-4D2B-89E2-8B411542DC16}"/>
              </a:ext>
            </a:extLst>
          </p:cNvPr>
          <p:cNvGrpSpPr/>
          <p:nvPr/>
        </p:nvGrpSpPr>
        <p:grpSpPr>
          <a:xfrm rot="18900000">
            <a:off x="9876803" y="7396515"/>
            <a:ext cx="671572" cy="671572"/>
            <a:chOff x="14434246" y="4597341"/>
            <a:chExt cx="444490" cy="444490"/>
          </a:xfrm>
        </p:grpSpPr>
        <p:grpSp>
          <p:nvGrpSpPr>
            <p:cNvPr id="119" name="그룹 118">
              <a:extLst>
                <a:ext uri="{FF2B5EF4-FFF2-40B4-BE49-F238E27FC236}">
                  <a16:creationId xmlns:a16="http://schemas.microsoft.com/office/drawing/2014/main" id="{29F49077-238E-4040-95A3-A06B69A7CE53}"/>
                </a:ext>
              </a:extLst>
            </p:cNvPr>
            <p:cNvGrpSpPr/>
            <p:nvPr/>
          </p:nvGrpSpPr>
          <p:grpSpPr>
            <a:xfrm>
              <a:off x="14474293" y="4637388"/>
              <a:ext cx="364397" cy="364397"/>
              <a:chOff x="16817214" y="4312827"/>
              <a:chExt cx="923822" cy="923822"/>
            </a:xfrm>
          </p:grpSpPr>
          <p:sp>
            <p:nvSpPr>
              <p:cNvPr id="128" name="화살표: 왼쪽/오른쪽 127">
                <a:extLst>
                  <a:ext uri="{FF2B5EF4-FFF2-40B4-BE49-F238E27FC236}">
                    <a16:creationId xmlns:a16="http://schemas.microsoft.com/office/drawing/2014/main" id="{2EC8C974-981B-4D36-8D87-1890A42EFDB2}"/>
                  </a:ext>
                </a:extLst>
              </p:cNvPr>
              <p:cNvSpPr/>
              <p:nvPr/>
            </p:nvSpPr>
            <p:spPr>
              <a:xfrm>
                <a:off x="16817214" y="4716342"/>
                <a:ext cx="923822" cy="116791"/>
              </a:xfrm>
              <a:prstGeom prst="leftRightArrow">
                <a:avLst>
                  <a:gd name="adj1" fmla="val 44042"/>
                  <a:gd name="adj2" fmla="val 9016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latin typeface="NanumGothic" panose="020D0604000000000000" pitchFamily="34" charset="-127"/>
                  <a:ea typeface="NanumGothic" panose="020D0604000000000000" pitchFamily="34" charset="-127"/>
                </a:endParaRPr>
              </a:p>
            </p:txBody>
          </p:sp>
          <p:sp>
            <p:nvSpPr>
              <p:cNvPr id="130" name="화살표: 왼쪽/오른쪽 129">
                <a:extLst>
                  <a:ext uri="{FF2B5EF4-FFF2-40B4-BE49-F238E27FC236}">
                    <a16:creationId xmlns:a16="http://schemas.microsoft.com/office/drawing/2014/main" id="{EC028E85-D493-45F7-8621-A7BA2B6B3C3D}"/>
                  </a:ext>
                </a:extLst>
              </p:cNvPr>
              <p:cNvSpPr/>
              <p:nvPr/>
            </p:nvSpPr>
            <p:spPr>
              <a:xfrm rot="5400000">
                <a:off x="16817214" y="4716342"/>
                <a:ext cx="923822" cy="116791"/>
              </a:xfrm>
              <a:prstGeom prst="leftRightArrow">
                <a:avLst>
                  <a:gd name="adj1" fmla="val 44042"/>
                  <a:gd name="adj2" fmla="val 9016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latin typeface="NanumGothic" panose="020D0604000000000000" pitchFamily="34" charset="-127"/>
                  <a:ea typeface="NanumGothic" panose="020D0604000000000000" pitchFamily="34" charset="-127"/>
                </a:endParaRPr>
              </a:p>
            </p:txBody>
          </p:sp>
        </p:grpSp>
        <p:grpSp>
          <p:nvGrpSpPr>
            <p:cNvPr id="120" name="그룹 119">
              <a:extLst>
                <a:ext uri="{FF2B5EF4-FFF2-40B4-BE49-F238E27FC236}">
                  <a16:creationId xmlns:a16="http://schemas.microsoft.com/office/drawing/2014/main" id="{AA8CC9B9-9B94-4892-88EF-39E2EBF8AF6F}"/>
                </a:ext>
              </a:extLst>
            </p:cNvPr>
            <p:cNvGrpSpPr/>
            <p:nvPr/>
          </p:nvGrpSpPr>
          <p:grpSpPr>
            <a:xfrm>
              <a:off x="14434246" y="4597341"/>
              <a:ext cx="444490" cy="444490"/>
              <a:chOff x="13886109" y="4695633"/>
              <a:chExt cx="444490" cy="444490"/>
            </a:xfrm>
          </p:grpSpPr>
          <p:sp>
            <p:nvSpPr>
              <p:cNvPr id="125" name="원형: 비어 있음 124">
                <a:extLst>
                  <a:ext uri="{FF2B5EF4-FFF2-40B4-BE49-F238E27FC236}">
                    <a16:creationId xmlns:a16="http://schemas.microsoft.com/office/drawing/2014/main" id="{756AF7B6-AA02-4D67-B575-D50E74BE15C8}"/>
                  </a:ext>
                </a:extLst>
              </p:cNvPr>
              <p:cNvSpPr/>
              <p:nvPr/>
            </p:nvSpPr>
            <p:spPr>
              <a:xfrm>
                <a:off x="14010126" y="4819650"/>
                <a:ext cx="196456" cy="196456"/>
              </a:xfrm>
              <a:prstGeom prst="donut">
                <a:avLst>
                  <a:gd name="adj" fmla="val 2160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endParaRPr>
              </a:p>
            </p:txBody>
          </p:sp>
          <p:sp>
            <p:nvSpPr>
              <p:cNvPr id="126" name="원형: 비어 있음 125">
                <a:extLst>
                  <a:ext uri="{FF2B5EF4-FFF2-40B4-BE49-F238E27FC236}">
                    <a16:creationId xmlns:a16="http://schemas.microsoft.com/office/drawing/2014/main" id="{77382D63-3C22-4AF3-88D7-D0E7956937C3}"/>
                  </a:ext>
                </a:extLst>
              </p:cNvPr>
              <p:cNvSpPr/>
              <p:nvPr/>
            </p:nvSpPr>
            <p:spPr>
              <a:xfrm>
                <a:off x="13886109" y="4695633"/>
                <a:ext cx="444490" cy="444490"/>
              </a:xfrm>
              <a:prstGeom prst="donut">
                <a:avLst>
                  <a:gd name="adj" fmla="val 9152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endParaRPr>
              </a:p>
            </p:txBody>
          </p:sp>
        </p:grpSp>
      </p:grpSp>
      <p:sp>
        <p:nvSpPr>
          <p:cNvPr id="122" name="자유형: 도형 121">
            <a:extLst>
              <a:ext uri="{FF2B5EF4-FFF2-40B4-BE49-F238E27FC236}">
                <a16:creationId xmlns:a16="http://schemas.microsoft.com/office/drawing/2014/main" id="{25451B52-0C33-41AE-B15B-C4798E7E6D6A}"/>
              </a:ext>
            </a:extLst>
          </p:cNvPr>
          <p:cNvSpPr/>
          <p:nvPr/>
        </p:nvSpPr>
        <p:spPr>
          <a:xfrm rot="17832997">
            <a:off x="10216233" y="7353494"/>
            <a:ext cx="463993" cy="567952"/>
          </a:xfrm>
          <a:custGeom>
            <a:avLst/>
            <a:gdLst>
              <a:gd name="connsiteX0" fmla="*/ 555627 w 4287652"/>
              <a:gd name="connsiteY0" fmla="*/ 109 h 5248314"/>
              <a:gd name="connsiteX1" fmla="*/ 774702 w 4287652"/>
              <a:gd name="connsiteY1" fmla="*/ 11539 h 5248314"/>
              <a:gd name="connsiteX2" fmla="*/ 1125222 w 4287652"/>
              <a:gd name="connsiteY2" fmla="*/ 110599 h 5248314"/>
              <a:gd name="connsiteX3" fmla="*/ 1536702 w 4287652"/>
              <a:gd name="connsiteY3" fmla="*/ 186799 h 5248314"/>
              <a:gd name="connsiteX4" fmla="*/ 1734822 w 4287652"/>
              <a:gd name="connsiteY4" fmla="*/ 323959 h 5248314"/>
              <a:gd name="connsiteX5" fmla="*/ 1917702 w 4287652"/>
              <a:gd name="connsiteY5" fmla="*/ 522079 h 5248314"/>
              <a:gd name="connsiteX6" fmla="*/ 2138682 w 4287652"/>
              <a:gd name="connsiteY6" fmla="*/ 468739 h 5248314"/>
              <a:gd name="connsiteX7" fmla="*/ 2283462 w 4287652"/>
              <a:gd name="connsiteY7" fmla="*/ 651619 h 5248314"/>
              <a:gd name="connsiteX8" fmla="*/ 2405382 w 4287652"/>
              <a:gd name="connsiteY8" fmla="*/ 628759 h 5248314"/>
              <a:gd name="connsiteX9" fmla="*/ 2580642 w 4287652"/>
              <a:gd name="connsiteY9" fmla="*/ 666859 h 5248314"/>
              <a:gd name="connsiteX10" fmla="*/ 2984502 w 4287652"/>
              <a:gd name="connsiteY10" fmla="*/ 1063099 h 5248314"/>
              <a:gd name="connsiteX11" fmla="*/ 3235962 w 4287652"/>
              <a:gd name="connsiteY11" fmla="*/ 1428859 h 5248314"/>
              <a:gd name="connsiteX12" fmla="*/ 3441702 w 4287652"/>
              <a:gd name="connsiteY12" fmla="*/ 1908919 h 5248314"/>
              <a:gd name="connsiteX13" fmla="*/ 3609342 w 4287652"/>
              <a:gd name="connsiteY13" fmla="*/ 2983339 h 5248314"/>
              <a:gd name="connsiteX14" fmla="*/ 3723642 w 4287652"/>
              <a:gd name="connsiteY14" fmla="*/ 3669139 h 5248314"/>
              <a:gd name="connsiteX15" fmla="*/ 3807462 w 4287652"/>
              <a:gd name="connsiteY15" fmla="*/ 3935839 h 5248314"/>
              <a:gd name="connsiteX16" fmla="*/ 4272282 w 4287652"/>
              <a:gd name="connsiteY16" fmla="*/ 4370179 h 5248314"/>
              <a:gd name="connsiteX17" fmla="*/ 4135122 w 4287652"/>
              <a:gd name="connsiteY17" fmla="*/ 4751179 h 5248314"/>
              <a:gd name="connsiteX18" fmla="*/ 3731262 w 4287652"/>
              <a:gd name="connsiteY18" fmla="*/ 5086459 h 5248314"/>
              <a:gd name="connsiteX19" fmla="*/ 3220722 w 4287652"/>
              <a:gd name="connsiteY19" fmla="*/ 5231239 h 5248314"/>
              <a:gd name="connsiteX20" fmla="*/ 2877822 w 4287652"/>
              <a:gd name="connsiteY20" fmla="*/ 4705459 h 5248314"/>
              <a:gd name="connsiteX21" fmla="*/ 2321562 w 4287652"/>
              <a:gd name="connsiteY21" fmla="*/ 4545439 h 5248314"/>
              <a:gd name="connsiteX22" fmla="*/ 1894842 w 4287652"/>
              <a:gd name="connsiteY22" fmla="*/ 4271119 h 5248314"/>
              <a:gd name="connsiteX23" fmla="*/ 1574802 w 4287652"/>
              <a:gd name="connsiteY23" fmla="*/ 3707239 h 5248314"/>
              <a:gd name="connsiteX24" fmla="*/ 1308102 w 4287652"/>
              <a:gd name="connsiteY24" fmla="*/ 3211939 h 5248314"/>
              <a:gd name="connsiteX25" fmla="*/ 942342 w 4287652"/>
              <a:gd name="connsiteY25" fmla="*/ 2747119 h 5248314"/>
              <a:gd name="connsiteX26" fmla="*/ 294642 w 4287652"/>
              <a:gd name="connsiteY26" fmla="*/ 2228959 h 5248314"/>
              <a:gd name="connsiteX27" fmla="*/ 20322 w 4287652"/>
              <a:gd name="connsiteY27" fmla="*/ 1992739 h 5248314"/>
              <a:gd name="connsiteX28" fmla="*/ 43182 w 4287652"/>
              <a:gd name="connsiteY28" fmla="*/ 1832719 h 5248314"/>
              <a:gd name="connsiteX29" fmla="*/ 195582 w 4287652"/>
              <a:gd name="connsiteY29" fmla="*/ 1703179 h 5248314"/>
              <a:gd name="connsiteX30" fmla="*/ 515622 w 4287652"/>
              <a:gd name="connsiteY30" fmla="*/ 1748899 h 5248314"/>
              <a:gd name="connsiteX31" fmla="*/ 828042 w 4287652"/>
              <a:gd name="connsiteY31" fmla="*/ 1908919 h 5248314"/>
              <a:gd name="connsiteX32" fmla="*/ 1155702 w 4287652"/>
              <a:gd name="connsiteY32" fmla="*/ 2122279 h 5248314"/>
              <a:gd name="connsiteX33" fmla="*/ 1437642 w 4287652"/>
              <a:gd name="connsiteY33" fmla="*/ 2343259 h 5248314"/>
              <a:gd name="connsiteX34" fmla="*/ 1628142 w 4287652"/>
              <a:gd name="connsiteY34" fmla="*/ 2434699 h 5248314"/>
              <a:gd name="connsiteX35" fmla="*/ 1711962 w 4287652"/>
              <a:gd name="connsiteY35" fmla="*/ 2465179 h 5248314"/>
              <a:gd name="connsiteX36" fmla="*/ 1910082 w 4287652"/>
              <a:gd name="connsiteY36" fmla="*/ 2320399 h 5248314"/>
              <a:gd name="connsiteX37" fmla="*/ 1971042 w 4287652"/>
              <a:gd name="connsiteY37" fmla="*/ 2053699 h 5248314"/>
              <a:gd name="connsiteX38" fmla="*/ 1940562 w 4287652"/>
              <a:gd name="connsiteY38" fmla="*/ 1626979 h 5248314"/>
              <a:gd name="connsiteX39" fmla="*/ 1855373 w 4287652"/>
              <a:gd name="connsiteY39" fmla="*/ 1453922 h 5248314"/>
              <a:gd name="connsiteX40" fmla="*/ 1799921 w 4287652"/>
              <a:gd name="connsiteY40" fmla="*/ 1356780 h 5248314"/>
              <a:gd name="connsiteX41" fmla="*/ 1803402 w 4287652"/>
              <a:gd name="connsiteY41" fmla="*/ 1375519 h 5248314"/>
              <a:gd name="connsiteX42" fmla="*/ 1917702 w 4287652"/>
              <a:gd name="connsiteY42" fmla="*/ 1870819 h 5248314"/>
              <a:gd name="connsiteX43" fmla="*/ 1734822 w 4287652"/>
              <a:gd name="connsiteY43" fmla="*/ 2015599 h 5248314"/>
              <a:gd name="connsiteX44" fmla="*/ 1483362 w 4287652"/>
              <a:gd name="connsiteY44" fmla="*/ 1634599 h 5248314"/>
              <a:gd name="connsiteX45" fmla="*/ 1270002 w 4287652"/>
              <a:gd name="connsiteY45" fmla="*/ 1101199 h 5248314"/>
              <a:gd name="connsiteX46" fmla="*/ 1422402 w 4287652"/>
              <a:gd name="connsiteY46" fmla="*/ 788779 h 5248314"/>
              <a:gd name="connsiteX47" fmla="*/ 1458192 w 4287652"/>
              <a:gd name="connsiteY47" fmla="*/ 818875 h 5248314"/>
              <a:gd name="connsiteX48" fmla="*/ 1447405 w 4287652"/>
              <a:gd name="connsiteY48" fmla="*/ 800507 h 5248314"/>
              <a:gd name="connsiteX49" fmla="*/ 1285242 w 4287652"/>
              <a:gd name="connsiteY49" fmla="*/ 659239 h 5248314"/>
              <a:gd name="connsiteX50" fmla="*/ 576582 w 4287652"/>
              <a:gd name="connsiteY50" fmla="*/ 468739 h 5248314"/>
              <a:gd name="connsiteX51" fmla="*/ 363222 w 4287652"/>
              <a:gd name="connsiteY51" fmla="*/ 232519 h 5248314"/>
              <a:gd name="connsiteX52" fmla="*/ 378462 w 4287652"/>
              <a:gd name="connsiteY52" fmla="*/ 26779 h 5248314"/>
              <a:gd name="connsiteX53" fmla="*/ 555627 w 4287652"/>
              <a:gd name="connsiteY53" fmla="*/ 109 h 5248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4287652" h="5248314">
                <a:moveTo>
                  <a:pt x="555627" y="109"/>
                </a:moveTo>
                <a:cubicBezTo>
                  <a:pt x="630557" y="-844"/>
                  <a:pt x="712472" y="4554"/>
                  <a:pt x="774702" y="11539"/>
                </a:cubicBezTo>
                <a:cubicBezTo>
                  <a:pt x="899162" y="25509"/>
                  <a:pt x="998222" y="81389"/>
                  <a:pt x="1125222" y="110599"/>
                </a:cubicBezTo>
                <a:cubicBezTo>
                  <a:pt x="1252222" y="139809"/>
                  <a:pt x="1435102" y="151239"/>
                  <a:pt x="1536702" y="186799"/>
                </a:cubicBezTo>
                <a:cubicBezTo>
                  <a:pt x="1638302" y="222359"/>
                  <a:pt x="1671322" y="268079"/>
                  <a:pt x="1734822" y="323959"/>
                </a:cubicBezTo>
                <a:cubicBezTo>
                  <a:pt x="1798322" y="379839"/>
                  <a:pt x="1850392" y="497949"/>
                  <a:pt x="1917702" y="522079"/>
                </a:cubicBezTo>
                <a:cubicBezTo>
                  <a:pt x="1985012" y="546209"/>
                  <a:pt x="2077722" y="447149"/>
                  <a:pt x="2138682" y="468739"/>
                </a:cubicBezTo>
                <a:cubicBezTo>
                  <a:pt x="2199642" y="490329"/>
                  <a:pt x="2239012" y="624949"/>
                  <a:pt x="2283462" y="651619"/>
                </a:cubicBezTo>
                <a:cubicBezTo>
                  <a:pt x="2327912" y="678289"/>
                  <a:pt x="2355852" y="626219"/>
                  <a:pt x="2405382" y="628759"/>
                </a:cubicBezTo>
                <a:cubicBezTo>
                  <a:pt x="2454912" y="631299"/>
                  <a:pt x="2484122" y="594469"/>
                  <a:pt x="2580642" y="666859"/>
                </a:cubicBezTo>
                <a:cubicBezTo>
                  <a:pt x="2677162" y="739249"/>
                  <a:pt x="2875282" y="936099"/>
                  <a:pt x="2984502" y="1063099"/>
                </a:cubicBezTo>
                <a:cubicBezTo>
                  <a:pt x="3093722" y="1190099"/>
                  <a:pt x="3159762" y="1287889"/>
                  <a:pt x="3235962" y="1428859"/>
                </a:cubicBezTo>
                <a:cubicBezTo>
                  <a:pt x="3312162" y="1569829"/>
                  <a:pt x="3379472" y="1649839"/>
                  <a:pt x="3441702" y="1908919"/>
                </a:cubicBezTo>
                <a:cubicBezTo>
                  <a:pt x="3503932" y="2167999"/>
                  <a:pt x="3562352" y="2689969"/>
                  <a:pt x="3609342" y="2983339"/>
                </a:cubicBezTo>
                <a:cubicBezTo>
                  <a:pt x="3656332" y="3276709"/>
                  <a:pt x="3690622" y="3510389"/>
                  <a:pt x="3723642" y="3669139"/>
                </a:cubicBezTo>
                <a:cubicBezTo>
                  <a:pt x="3756662" y="3827889"/>
                  <a:pt x="3716022" y="3818999"/>
                  <a:pt x="3807462" y="3935839"/>
                </a:cubicBezTo>
                <a:cubicBezTo>
                  <a:pt x="3898902" y="4052679"/>
                  <a:pt x="4217672" y="4234289"/>
                  <a:pt x="4272282" y="4370179"/>
                </a:cubicBezTo>
                <a:cubicBezTo>
                  <a:pt x="4326892" y="4506069"/>
                  <a:pt x="4225292" y="4631799"/>
                  <a:pt x="4135122" y="4751179"/>
                </a:cubicBezTo>
                <a:cubicBezTo>
                  <a:pt x="4044952" y="4870559"/>
                  <a:pt x="3883662" y="5006449"/>
                  <a:pt x="3731262" y="5086459"/>
                </a:cubicBezTo>
                <a:cubicBezTo>
                  <a:pt x="3578862" y="5166469"/>
                  <a:pt x="3362962" y="5294739"/>
                  <a:pt x="3220722" y="5231239"/>
                </a:cubicBezTo>
                <a:cubicBezTo>
                  <a:pt x="3078482" y="5167739"/>
                  <a:pt x="3027682" y="4819759"/>
                  <a:pt x="2877822" y="4705459"/>
                </a:cubicBezTo>
                <a:cubicBezTo>
                  <a:pt x="2727962" y="4591159"/>
                  <a:pt x="2485392" y="4617829"/>
                  <a:pt x="2321562" y="4545439"/>
                </a:cubicBezTo>
                <a:cubicBezTo>
                  <a:pt x="2157732" y="4473049"/>
                  <a:pt x="2019302" y="4410819"/>
                  <a:pt x="1894842" y="4271119"/>
                </a:cubicBezTo>
                <a:cubicBezTo>
                  <a:pt x="1770382" y="4131419"/>
                  <a:pt x="1672592" y="3883769"/>
                  <a:pt x="1574802" y="3707239"/>
                </a:cubicBezTo>
                <a:cubicBezTo>
                  <a:pt x="1477012" y="3530709"/>
                  <a:pt x="1413512" y="3371959"/>
                  <a:pt x="1308102" y="3211939"/>
                </a:cubicBezTo>
                <a:cubicBezTo>
                  <a:pt x="1202692" y="3051919"/>
                  <a:pt x="1111252" y="2910949"/>
                  <a:pt x="942342" y="2747119"/>
                </a:cubicBezTo>
                <a:cubicBezTo>
                  <a:pt x="773432" y="2583289"/>
                  <a:pt x="448312" y="2354689"/>
                  <a:pt x="294642" y="2228959"/>
                </a:cubicBezTo>
                <a:cubicBezTo>
                  <a:pt x="140972" y="2103229"/>
                  <a:pt x="64772" y="2056239"/>
                  <a:pt x="20322" y="1992739"/>
                </a:cubicBezTo>
                <a:cubicBezTo>
                  <a:pt x="-24128" y="1929239"/>
                  <a:pt x="13972" y="1880979"/>
                  <a:pt x="43182" y="1832719"/>
                </a:cubicBezTo>
                <a:cubicBezTo>
                  <a:pt x="72392" y="1784459"/>
                  <a:pt x="116842" y="1717149"/>
                  <a:pt x="195582" y="1703179"/>
                </a:cubicBezTo>
                <a:cubicBezTo>
                  <a:pt x="274322" y="1689209"/>
                  <a:pt x="410212" y="1714609"/>
                  <a:pt x="515622" y="1748899"/>
                </a:cubicBezTo>
                <a:cubicBezTo>
                  <a:pt x="621032" y="1783189"/>
                  <a:pt x="721362" y="1846689"/>
                  <a:pt x="828042" y="1908919"/>
                </a:cubicBezTo>
                <a:cubicBezTo>
                  <a:pt x="934722" y="1971149"/>
                  <a:pt x="1054102" y="2049889"/>
                  <a:pt x="1155702" y="2122279"/>
                </a:cubicBezTo>
                <a:cubicBezTo>
                  <a:pt x="1257302" y="2194669"/>
                  <a:pt x="1358902" y="2291189"/>
                  <a:pt x="1437642" y="2343259"/>
                </a:cubicBezTo>
                <a:cubicBezTo>
                  <a:pt x="1516382" y="2395329"/>
                  <a:pt x="1582422" y="2414379"/>
                  <a:pt x="1628142" y="2434699"/>
                </a:cubicBezTo>
                <a:cubicBezTo>
                  <a:pt x="1673862" y="2455019"/>
                  <a:pt x="1664972" y="2484229"/>
                  <a:pt x="1711962" y="2465179"/>
                </a:cubicBezTo>
                <a:cubicBezTo>
                  <a:pt x="1758952" y="2446129"/>
                  <a:pt x="1866902" y="2388979"/>
                  <a:pt x="1910082" y="2320399"/>
                </a:cubicBezTo>
                <a:cubicBezTo>
                  <a:pt x="1953262" y="2251819"/>
                  <a:pt x="1965962" y="2169269"/>
                  <a:pt x="1971042" y="2053699"/>
                </a:cubicBezTo>
                <a:cubicBezTo>
                  <a:pt x="1976122" y="1938129"/>
                  <a:pt x="2018032" y="1820019"/>
                  <a:pt x="1940562" y="1626979"/>
                </a:cubicBezTo>
                <a:cubicBezTo>
                  <a:pt x="1921195" y="1578719"/>
                  <a:pt x="1891191" y="1518950"/>
                  <a:pt x="1855373" y="1453922"/>
                </a:cubicBezTo>
                <a:lnTo>
                  <a:pt x="1799921" y="1356780"/>
                </a:lnTo>
                <a:lnTo>
                  <a:pt x="1803402" y="1375519"/>
                </a:lnTo>
                <a:cubicBezTo>
                  <a:pt x="1830072" y="1508869"/>
                  <a:pt x="1929132" y="1764139"/>
                  <a:pt x="1917702" y="1870819"/>
                </a:cubicBezTo>
                <a:cubicBezTo>
                  <a:pt x="1906272" y="1977499"/>
                  <a:pt x="1807212" y="2054969"/>
                  <a:pt x="1734822" y="2015599"/>
                </a:cubicBezTo>
                <a:cubicBezTo>
                  <a:pt x="1662432" y="1976229"/>
                  <a:pt x="1560832" y="1786999"/>
                  <a:pt x="1483362" y="1634599"/>
                </a:cubicBezTo>
                <a:cubicBezTo>
                  <a:pt x="1405892" y="1482199"/>
                  <a:pt x="1280162" y="1242169"/>
                  <a:pt x="1270002" y="1101199"/>
                </a:cubicBezTo>
                <a:cubicBezTo>
                  <a:pt x="1259842" y="960229"/>
                  <a:pt x="1341122" y="874504"/>
                  <a:pt x="1422402" y="788779"/>
                </a:cubicBezTo>
                <a:lnTo>
                  <a:pt x="1458192" y="818875"/>
                </a:lnTo>
                <a:lnTo>
                  <a:pt x="1447405" y="800507"/>
                </a:lnTo>
                <a:cubicBezTo>
                  <a:pt x="1406210" y="728057"/>
                  <a:pt x="1401447" y="712579"/>
                  <a:pt x="1285242" y="659239"/>
                </a:cubicBezTo>
                <a:cubicBezTo>
                  <a:pt x="1130302" y="588119"/>
                  <a:pt x="730252" y="539859"/>
                  <a:pt x="576582" y="468739"/>
                </a:cubicBezTo>
                <a:cubicBezTo>
                  <a:pt x="422912" y="397619"/>
                  <a:pt x="396242" y="306179"/>
                  <a:pt x="363222" y="232519"/>
                </a:cubicBezTo>
                <a:cubicBezTo>
                  <a:pt x="330202" y="158859"/>
                  <a:pt x="309882" y="63609"/>
                  <a:pt x="378462" y="26779"/>
                </a:cubicBezTo>
                <a:cubicBezTo>
                  <a:pt x="412752" y="8364"/>
                  <a:pt x="480697" y="1061"/>
                  <a:pt x="555627" y="109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6745528-FFB3-430A-BBF1-5CE84B2193E7}"/>
              </a:ext>
            </a:extLst>
          </p:cNvPr>
          <p:cNvSpPr/>
          <p:nvPr/>
        </p:nvSpPr>
        <p:spPr>
          <a:xfrm>
            <a:off x="506776" y="2463947"/>
            <a:ext cx="1891040" cy="2836560"/>
          </a:xfrm>
          <a:prstGeom prst="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35030EE4-4B5C-4009-9AF1-8A6969C2257A}"/>
              </a:ext>
            </a:extLst>
          </p:cNvPr>
          <p:cNvSpPr txBox="1"/>
          <p:nvPr/>
        </p:nvSpPr>
        <p:spPr>
          <a:xfrm>
            <a:off x="8555946" y="1034978"/>
            <a:ext cx="3183885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3200" dirty="0">
                <a:latin typeface="NanumGothic" panose="020D0604000000000000" pitchFamily="34" charset="-127"/>
                <a:ea typeface="NanumGothic" panose="020D0604000000000000" pitchFamily="34" charset="-127"/>
              </a:rPr>
              <a:t>3 in 1 page, 2:1</a:t>
            </a:r>
            <a:endParaRPr lang="ko-KR" altLang="en-US" sz="3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16F2A000-8D71-43B3-8A72-2B9005AD96EA}"/>
              </a:ext>
            </a:extLst>
          </p:cNvPr>
          <p:cNvSpPr txBox="1"/>
          <p:nvPr/>
        </p:nvSpPr>
        <p:spPr>
          <a:xfrm>
            <a:off x="15771517" y="6568239"/>
            <a:ext cx="5046831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① 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Navigation 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큰 목차 중심 이동 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/ 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모든 페이지 적용</a:t>
            </a:r>
            <a:endParaRPr lang="en-US" altLang="ko-KR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endParaRPr lang="en-US" altLang="ko-KR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② 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Page link 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해당 페이지 이동 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/ 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인덱스 페이지 적용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중간 간지 페이지 적용</a:t>
            </a:r>
            <a:endParaRPr lang="en-US" altLang="ko-KR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③ 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Weekly link 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직관적 위클리 페이지 이동 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/ 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인덱스 페이지 적용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100371CC-01CC-4AD8-BDB9-63EA8A672ABC}"/>
              </a:ext>
            </a:extLst>
          </p:cNvPr>
          <p:cNvGrpSpPr/>
          <p:nvPr/>
        </p:nvGrpSpPr>
        <p:grpSpPr>
          <a:xfrm>
            <a:off x="15714476" y="1401298"/>
            <a:ext cx="6163387" cy="4896103"/>
            <a:chOff x="15714477" y="1401299"/>
            <a:chExt cx="4112026" cy="3266532"/>
          </a:xfrm>
        </p:grpSpPr>
        <p:pic>
          <p:nvPicPr>
            <p:cNvPr id="150" name="그림 149">
              <a:extLst>
                <a:ext uri="{FF2B5EF4-FFF2-40B4-BE49-F238E27FC236}">
                  <a16:creationId xmlns:a16="http://schemas.microsoft.com/office/drawing/2014/main" id="{9AD577DD-3E68-4572-B105-AD15BEB5E55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/>
            <a:srcRect l="35762" r="7822"/>
            <a:stretch/>
          </p:blipFill>
          <p:spPr>
            <a:xfrm>
              <a:off x="15714477" y="1616743"/>
              <a:ext cx="4112026" cy="3051088"/>
            </a:xfrm>
            <a:prstGeom prst="rect">
              <a:avLst/>
            </a:prstGeom>
            <a:ln w="3175">
              <a:solidFill>
                <a:srgbClr val="00B0F0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1024" name="사각형: 둥근 모서리 1023">
              <a:extLst>
                <a:ext uri="{FF2B5EF4-FFF2-40B4-BE49-F238E27FC236}">
                  <a16:creationId xmlns:a16="http://schemas.microsoft.com/office/drawing/2014/main" id="{D41984F1-FA5C-4A5C-A1EB-076D266981B0}"/>
                </a:ext>
              </a:extLst>
            </p:cNvPr>
            <p:cNvSpPr/>
            <p:nvPr/>
          </p:nvSpPr>
          <p:spPr>
            <a:xfrm>
              <a:off x="16876265" y="1564799"/>
              <a:ext cx="911674" cy="206850"/>
            </a:xfrm>
            <a:prstGeom prst="roundRect">
              <a:avLst/>
            </a:prstGeom>
            <a:noFill/>
            <a:ln w="3175"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2" name="사각형: 둥근 모서리 151">
              <a:extLst>
                <a:ext uri="{FF2B5EF4-FFF2-40B4-BE49-F238E27FC236}">
                  <a16:creationId xmlns:a16="http://schemas.microsoft.com/office/drawing/2014/main" id="{7452DA03-C4BC-4406-AA69-50F7E76971AC}"/>
                </a:ext>
              </a:extLst>
            </p:cNvPr>
            <p:cNvSpPr/>
            <p:nvPr/>
          </p:nvSpPr>
          <p:spPr>
            <a:xfrm>
              <a:off x="16283517" y="1809304"/>
              <a:ext cx="1439337" cy="2720296"/>
            </a:xfrm>
            <a:prstGeom prst="roundRect">
              <a:avLst>
                <a:gd name="adj" fmla="val 5417"/>
              </a:avLst>
            </a:prstGeom>
            <a:noFill/>
            <a:ln w="3175"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3" name="사각형: 둥근 모서리 152">
              <a:extLst>
                <a:ext uri="{FF2B5EF4-FFF2-40B4-BE49-F238E27FC236}">
                  <a16:creationId xmlns:a16="http://schemas.microsoft.com/office/drawing/2014/main" id="{6B49259E-138F-473A-8806-33BEBBE15948}"/>
                </a:ext>
              </a:extLst>
            </p:cNvPr>
            <p:cNvSpPr/>
            <p:nvPr/>
          </p:nvSpPr>
          <p:spPr>
            <a:xfrm>
              <a:off x="18325127" y="2050611"/>
              <a:ext cx="139087" cy="476017"/>
            </a:xfrm>
            <a:prstGeom prst="roundRect">
              <a:avLst>
                <a:gd name="adj" fmla="val 5417"/>
              </a:avLst>
            </a:prstGeom>
            <a:noFill/>
            <a:ln w="3175"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4" name="사각형: 둥근 모서리 153">
              <a:extLst>
                <a:ext uri="{FF2B5EF4-FFF2-40B4-BE49-F238E27FC236}">
                  <a16:creationId xmlns:a16="http://schemas.microsoft.com/office/drawing/2014/main" id="{61487C89-B10D-430A-93E3-6A53E6474364}"/>
                </a:ext>
              </a:extLst>
            </p:cNvPr>
            <p:cNvSpPr/>
            <p:nvPr/>
          </p:nvSpPr>
          <p:spPr>
            <a:xfrm>
              <a:off x="16447529" y="2259406"/>
              <a:ext cx="694338" cy="1055294"/>
            </a:xfrm>
            <a:prstGeom prst="roundRect">
              <a:avLst>
                <a:gd name="adj" fmla="val 5417"/>
              </a:avLst>
            </a:prstGeom>
            <a:noFill/>
            <a:ln w="3175"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025" name="TextBox 1024">
              <a:extLst>
                <a:ext uri="{FF2B5EF4-FFF2-40B4-BE49-F238E27FC236}">
                  <a16:creationId xmlns:a16="http://schemas.microsoft.com/office/drawing/2014/main" id="{4B3DD137-1FD6-4F53-BDD7-922F9251C663}"/>
                </a:ext>
              </a:extLst>
            </p:cNvPr>
            <p:cNvSpPr txBox="1"/>
            <p:nvPr/>
          </p:nvSpPr>
          <p:spPr>
            <a:xfrm>
              <a:off x="16732636" y="1401299"/>
              <a:ext cx="32893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b="1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①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5A87106D-47B4-46A8-93EC-2FB95F1FA392}"/>
                </a:ext>
              </a:extLst>
            </p:cNvPr>
            <p:cNvSpPr txBox="1"/>
            <p:nvPr/>
          </p:nvSpPr>
          <p:spPr>
            <a:xfrm>
              <a:off x="16130363" y="1663080"/>
              <a:ext cx="32893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b="1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②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46FB029-595D-4D0C-8A25-E4A5B98120D2}"/>
                </a:ext>
              </a:extLst>
            </p:cNvPr>
            <p:cNvSpPr txBox="1"/>
            <p:nvPr/>
          </p:nvSpPr>
          <p:spPr>
            <a:xfrm>
              <a:off x="18133409" y="1898339"/>
              <a:ext cx="32893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b="1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③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AB3EADA3-E802-4080-8B53-55511490A867}"/>
                </a:ext>
              </a:extLst>
            </p:cNvPr>
            <p:cNvSpPr txBox="1"/>
            <p:nvPr/>
          </p:nvSpPr>
          <p:spPr>
            <a:xfrm>
              <a:off x="16403982" y="2078711"/>
              <a:ext cx="32893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b="1" dirty="0">
                  <a:solidFill>
                    <a:srgbClr val="FF0000"/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③</a:t>
              </a:r>
            </a:p>
          </p:txBody>
        </p:sp>
        <p:cxnSp>
          <p:nvCxnSpPr>
            <p:cNvPr id="1029" name="직선 연결선 1028">
              <a:extLst>
                <a:ext uri="{FF2B5EF4-FFF2-40B4-BE49-F238E27FC236}">
                  <a16:creationId xmlns:a16="http://schemas.microsoft.com/office/drawing/2014/main" id="{3BEDDBEE-5852-49E4-A7D4-9C7AA827575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6627110" y="2011210"/>
              <a:ext cx="1584000" cy="180372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pic>
        <p:nvPicPr>
          <p:cNvPr id="201" name="그림 200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842EAC2F-03DB-4F70-8752-9E4972BC578B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11307" r="66489" b="18828"/>
          <a:stretch/>
        </p:blipFill>
        <p:spPr>
          <a:xfrm>
            <a:off x="12108407" y="0"/>
            <a:ext cx="372931" cy="432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02" name="직사각형 20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86351E1-9FB5-44A2-AE7A-7D6E32D66C87}"/>
              </a:ext>
            </a:extLst>
          </p:cNvPr>
          <p:cNvSpPr/>
          <p:nvPr/>
        </p:nvSpPr>
        <p:spPr>
          <a:xfrm>
            <a:off x="1258653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O</a:t>
            </a:r>
            <a:endParaRPr lang="en-US" altLang="ko-KR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3" name="직사각형 202">
            <a:hlinkClick r:id="rId7" action="ppaction://hlinksldjump"/>
            <a:extLst>
              <a:ext uri="{FF2B5EF4-FFF2-40B4-BE49-F238E27FC236}">
                <a16:creationId xmlns:a16="http://schemas.microsoft.com/office/drawing/2014/main" id="{6534DA98-BAB7-4D0F-9C17-2C5E2D5D8C6C}"/>
              </a:ext>
            </a:extLst>
          </p:cNvPr>
          <p:cNvSpPr/>
          <p:nvPr/>
        </p:nvSpPr>
        <p:spPr>
          <a:xfrm>
            <a:off x="14499056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C</a:t>
            </a:r>
            <a:endParaRPr lang="en-US" altLang="ko-KR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4" name="직사각형 203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955DF590-63E4-4A38-B04C-4AA6B0136AEF}"/>
              </a:ext>
            </a:extLst>
          </p:cNvPr>
          <p:cNvSpPr/>
          <p:nvPr/>
        </p:nvSpPr>
        <p:spPr>
          <a:xfrm>
            <a:off x="1306466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N1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5" name="직사각형 204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8A7BEC7E-99BD-4ECA-B559-853DB463C720}"/>
              </a:ext>
            </a:extLst>
          </p:cNvPr>
          <p:cNvSpPr/>
          <p:nvPr/>
        </p:nvSpPr>
        <p:spPr>
          <a:xfrm>
            <a:off x="1354279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N2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6" name="직사각형 205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00086789-89AD-4C7D-8BAD-9C5C220F19FB}"/>
              </a:ext>
            </a:extLst>
          </p:cNvPr>
          <p:cNvSpPr/>
          <p:nvPr/>
        </p:nvSpPr>
        <p:spPr>
          <a:xfrm>
            <a:off x="14020927" y="0"/>
            <a:ext cx="360000" cy="432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Id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D5ECF003-382F-4C9E-9C2A-ECDAD27039F1}"/>
              </a:ext>
            </a:extLst>
          </p:cNvPr>
          <p:cNvSpPr txBox="1"/>
          <p:nvPr/>
        </p:nvSpPr>
        <p:spPr>
          <a:xfrm>
            <a:off x="1220434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 pitchFamily="34" charset="-127"/>
              </a:rPr>
              <a:t>목차</a:t>
            </a: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FAC0E508-285F-4CD9-BBDA-E7B5ED4632E8}"/>
              </a:ext>
            </a:extLst>
          </p:cNvPr>
          <p:cNvSpPr txBox="1"/>
          <p:nvPr/>
        </p:nvSpPr>
        <p:spPr>
          <a:xfrm>
            <a:off x="12682475" y="316057"/>
            <a:ext cx="16991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 pitchFamily="34" charset="-127"/>
              </a:rPr>
              <a:t>목표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C8A1A7DA-8963-4F02-9D62-CD3B44C4A41F}"/>
              </a:ext>
            </a:extLst>
          </p:cNvPr>
          <p:cNvSpPr txBox="1"/>
          <p:nvPr/>
        </p:nvSpPr>
        <p:spPr>
          <a:xfrm>
            <a:off x="13611484" y="318123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 pitchFamily="34" charset="-127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79F0A1FD-B8C5-4662-8E32-98EFEF979C72}"/>
              </a:ext>
            </a:extLst>
          </p:cNvPr>
          <p:cNvSpPr txBox="1"/>
          <p:nvPr/>
        </p:nvSpPr>
        <p:spPr>
          <a:xfrm>
            <a:off x="13133355" y="316057"/>
            <a:ext cx="22442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 pitchFamily="34" charset="-127"/>
              </a:rPr>
              <a:t>노트</a:t>
            </a:r>
            <a:r>
              <a:rPr lang="en-US" altLang="ko-KR" sz="700" dirty="0"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lang="ko-KR" altLang="en-US" sz="7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8219B220-BC25-4BD7-8049-BA02BAE73433}"/>
              </a:ext>
            </a:extLst>
          </p:cNvPr>
          <p:cNvSpPr txBox="1"/>
          <p:nvPr/>
        </p:nvSpPr>
        <p:spPr>
          <a:xfrm>
            <a:off x="14031905" y="318123"/>
            <a:ext cx="33983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 pitchFamily="34" charset="-127"/>
              </a:rPr>
              <a:t>아이디어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3E72AD7C-D031-48CD-8EBF-A4A5C07C9431}"/>
              </a:ext>
            </a:extLst>
          </p:cNvPr>
          <p:cNvSpPr txBox="1"/>
          <p:nvPr/>
        </p:nvSpPr>
        <p:spPr>
          <a:xfrm>
            <a:off x="14552513" y="318123"/>
            <a:ext cx="254877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NanumGothic" panose="020D0604000000000000" pitchFamily="34" charset="-127"/>
                <a:ea typeface="NanumGothic" panose="020D0604000000000000" pitchFamily="34" charset="-127"/>
              </a:rPr>
              <a:t>캔버스</a:t>
            </a:r>
          </a:p>
        </p:txBody>
      </p: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21FA547B-0655-438F-BAD3-CAF7C9F44F66}"/>
              </a:ext>
            </a:extLst>
          </p:cNvPr>
          <p:cNvCxnSpPr>
            <a:cxnSpLocks/>
          </p:cNvCxnSpPr>
          <p:nvPr/>
        </p:nvCxnSpPr>
        <p:spPr>
          <a:xfrm>
            <a:off x="13574788" y="565578"/>
            <a:ext cx="3142100" cy="772062"/>
          </a:xfrm>
          <a:prstGeom prst="line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3" name="TextBox 122">
            <a:extLst>
              <a:ext uri="{FF2B5EF4-FFF2-40B4-BE49-F238E27FC236}">
                <a16:creationId xmlns:a16="http://schemas.microsoft.com/office/drawing/2014/main" id="{45286B13-E850-4142-96F9-FDDE521FCB7A}"/>
              </a:ext>
            </a:extLst>
          </p:cNvPr>
          <p:cNvSpPr txBox="1"/>
          <p:nvPr/>
        </p:nvSpPr>
        <p:spPr>
          <a:xfrm>
            <a:off x="18240110" y="10842648"/>
            <a:ext cx="136736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1CDED4DD-CD0C-4527-B249-19871319B5F7}"/>
              </a:ext>
            </a:extLst>
          </p:cNvPr>
          <p:cNvSpPr txBox="1"/>
          <p:nvPr/>
        </p:nvSpPr>
        <p:spPr>
          <a:xfrm>
            <a:off x="7603264" y="5562706"/>
            <a:ext cx="385874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■ 사용자 행동 패턴 고려한 공간 확장 반영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F7EE3DB4-8478-46A5-8D24-ED701238D5EA}"/>
              </a:ext>
            </a:extLst>
          </p:cNvPr>
          <p:cNvSpPr txBox="1"/>
          <p:nvPr/>
        </p:nvSpPr>
        <p:spPr>
          <a:xfrm>
            <a:off x="7874015" y="9290141"/>
            <a:ext cx="14686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근래 작성한 글을</a:t>
            </a:r>
            <a:endParaRPr lang="en-US" altLang="ko-KR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아래 위로 바로 확인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C34F3FA-A2CA-42EA-BF98-5B72DB2C66D8}"/>
              </a:ext>
            </a:extLst>
          </p:cNvPr>
          <p:cNvSpPr txBox="1"/>
          <p:nvPr/>
        </p:nvSpPr>
        <p:spPr>
          <a:xfrm>
            <a:off x="9681901" y="9290141"/>
            <a:ext cx="16321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새로 작성할 때</a:t>
            </a:r>
            <a:endParaRPr lang="en-US" altLang="ko-KR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해당 페이지 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Full View</a:t>
            </a: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99479BD8-DC9F-42B4-905F-C8E47568FF03}"/>
              </a:ext>
            </a:extLst>
          </p:cNvPr>
          <p:cNvSpPr txBox="1"/>
          <p:nvPr/>
        </p:nvSpPr>
        <p:spPr>
          <a:xfrm>
            <a:off x="11590940" y="10207996"/>
            <a:ext cx="293541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화면 고정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이동으로 바로 작성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수정</a:t>
            </a:r>
            <a:r>
              <a:rPr lang="en-US" altLang="ko-KR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200" dirty="0">
                <a:latin typeface="NanumGothic" panose="020D0604000000000000" pitchFamily="34" charset="-127"/>
                <a:ea typeface="NanumGothic" panose="020D0604000000000000" pitchFamily="34" charset="-127"/>
              </a:rPr>
              <a:t>확인</a:t>
            </a:r>
          </a:p>
        </p:txBody>
      </p:sp>
    </p:spTree>
    <p:extLst>
      <p:ext uri="{BB962C8B-B14F-4D97-AF65-F5344CB8AC3E}">
        <p14:creationId xmlns:p14="http://schemas.microsoft.com/office/powerpoint/2010/main" val="4280714498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>
            <a:extLst>
              <a:ext uri="{FF2B5EF4-FFF2-40B4-BE49-F238E27FC236}">
                <a16:creationId xmlns:a16="http://schemas.microsoft.com/office/drawing/2014/main" id="{A08A91B4-BD36-4C88-B619-F3FCFA6B0A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120938" y="504673"/>
            <a:ext cx="7402385" cy="104705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6" name="직사각형 35">
            <a:extLst>
              <a:ext uri="{FF2B5EF4-FFF2-40B4-BE49-F238E27FC236}">
                <a16:creationId xmlns:a16="http://schemas.microsoft.com/office/drawing/2014/main" id="{381C1CC1-8B6F-4EB1-9183-8E75EB1E838F}"/>
              </a:ext>
            </a:extLst>
          </p:cNvPr>
          <p:cNvSpPr/>
          <p:nvPr/>
        </p:nvSpPr>
        <p:spPr>
          <a:xfrm>
            <a:off x="8534400" y="3793854"/>
            <a:ext cx="5711689" cy="35756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7F7B493-5492-4F3C-96FD-1EA7398E5D80}"/>
              </a:ext>
            </a:extLst>
          </p:cNvPr>
          <p:cNvSpPr/>
          <p:nvPr/>
        </p:nvSpPr>
        <p:spPr>
          <a:xfrm>
            <a:off x="8534400" y="6023494"/>
            <a:ext cx="5711689" cy="35756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82E0E0B-57FB-42AF-99F5-D8F229574D51}"/>
              </a:ext>
            </a:extLst>
          </p:cNvPr>
          <p:cNvSpPr/>
          <p:nvPr/>
        </p:nvSpPr>
        <p:spPr>
          <a:xfrm>
            <a:off x="8534400" y="1636331"/>
            <a:ext cx="5711689" cy="35756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39A85F9-5E3D-467F-B16E-6869F3C2C08D}"/>
              </a:ext>
            </a:extLst>
          </p:cNvPr>
          <p:cNvCxnSpPr/>
          <p:nvPr/>
        </p:nvCxnSpPr>
        <p:spPr>
          <a:xfrm>
            <a:off x="15121729" y="-1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1E46CC42-97AA-4A10-97CB-A835D9A019E1}"/>
              </a:ext>
            </a:extLst>
          </p:cNvPr>
          <p:cNvCxnSpPr/>
          <p:nvPr/>
        </p:nvCxnSpPr>
        <p:spPr>
          <a:xfrm>
            <a:off x="7559675" y="0"/>
            <a:ext cx="0" cy="1116012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그림 9">
            <a:extLst>
              <a:ext uri="{FF2B5EF4-FFF2-40B4-BE49-F238E27FC236}">
                <a16:creationId xmlns:a16="http://schemas.microsoft.com/office/drawing/2014/main" id="{C43E7E52-549D-4BAA-9682-E215F9351A0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6753" r="7823"/>
          <a:stretch/>
        </p:blipFill>
        <p:spPr>
          <a:xfrm>
            <a:off x="685157" y="1661285"/>
            <a:ext cx="1469256" cy="720000"/>
          </a:xfrm>
          <a:prstGeom prst="rect">
            <a:avLst/>
          </a:prstGeom>
          <a:ln w="3175">
            <a:solidFill>
              <a:schemeClr val="bg1">
                <a:lumMod val="50000"/>
              </a:schemeClr>
            </a:solidFill>
          </a:ln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A0F37E19-ADB2-4B18-8117-9869EC4C722C}"/>
              </a:ext>
            </a:extLst>
          </p:cNvPr>
          <p:cNvSpPr txBox="1"/>
          <p:nvPr/>
        </p:nvSpPr>
        <p:spPr>
          <a:xfrm>
            <a:off x="2558067" y="1636331"/>
            <a:ext cx="2762295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목차 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(Index)</a:t>
            </a: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전체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페이지 구성 확인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직접 연결</a:t>
            </a:r>
            <a:endParaRPr lang="en-US" altLang="ko-KR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14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주차별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확인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직접 연결</a:t>
            </a:r>
            <a:endParaRPr lang="en-US" altLang="ko-KR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5725" indent="-85725">
              <a:buFont typeface="Arial" panose="020B0604020202020204" pitchFamily="34" charset="0"/>
              <a:buChar char="•"/>
            </a:pP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0D63F83F-99A5-4C60-8554-95295ED4E4CE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8097" r="7516"/>
          <a:stretch/>
        </p:blipFill>
        <p:spPr>
          <a:xfrm>
            <a:off x="702954" y="5103878"/>
            <a:ext cx="1451459" cy="720000"/>
          </a:xfrm>
          <a:prstGeom prst="rect">
            <a:avLst/>
          </a:prstGeom>
          <a:ln w="3175">
            <a:solidFill>
              <a:schemeClr val="bg1">
                <a:lumMod val="50000"/>
              </a:schemeClr>
            </a:solidFill>
          </a:ln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39B48E0D-0024-4971-AD51-BA8A397A86A5}"/>
              </a:ext>
            </a:extLst>
          </p:cNvPr>
          <p:cNvSpPr txBox="1"/>
          <p:nvPr/>
        </p:nvSpPr>
        <p:spPr>
          <a:xfrm>
            <a:off x="2558067" y="5103878"/>
            <a:ext cx="300614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주간 스케쥴 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(Weekly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Schedule)</a:t>
            </a: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연간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총 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52+1 = 53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주로 구성</a:t>
            </a:r>
            <a:endParaRPr lang="en-US" altLang="ko-KR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Daily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스케쥴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일정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간단한 메모</a:t>
            </a:r>
            <a:endParaRPr lang="en-US" altLang="ko-KR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5725" indent="-85725">
              <a:buFont typeface="Arial" panose="020B0604020202020204" pitchFamily="34" charset="0"/>
              <a:buChar char="•"/>
            </a:pP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6D6042D5-1614-4660-8F76-CBC19DFB4B1C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7961" r="7681"/>
          <a:stretch/>
        </p:blipFill>
        <p:spPr>
          <a:xfrm>
            <a:off x="703466" y="6259727"/>
            <a:ext cx="1450947" cy="720000"/>
          </a:xfrm>
          <a:prstGeom prst="rect">
            <a:avLst/>
          </a:prstGeom>
          <a:ln w="3175">
            <a:solidFill>
              <a:schemeClr val="bg1">
                <a:lumMod val="50000"/>
              </a:schemeClr>
            </a:solidFill>
          </a:ln>
        </p:spPr>
      </p:pic>
      <p:grpSp>
        <p:nvGrpSpPr>
          <p:cNvPr id="15" name="그룹 14">
            <a:extLst>
              <a:ext uri="{FF2B5EF4-FFF2-40B4-BE49-F238E27FC236}">
                <a16:creationId xmlns:a16="http://schemas.microsoft.com/office/drawing/2014/main" id="{1687679A-63C5-41F5-AB87-E2AB05E2A199}"/>
              </a:ext>
            </a:extLst>
          </p:cNvPr>
          <p:cNvGrpSpPr/>
          <p:nvPr/>
        </p:nvGrpSpPr>
        <p:grpSpPr>
          <a:xfrm>
            <a:off x="713155" y="7415576"/>
            <a:ext cx="1445970" cy="720000"/>
            <a:chOff x="15599570" y="9482447"/>
            <a:chExt cx="2200461" cy="1062022"/>
          </a:xfrm>
        </p:grpSpPr>
        <p:pic>
          <p:nvPicPr>
            <p:cNvPr id="16" name="그림 15">
              <a:extLst>
                <a:ext uri="{FF2B5EF4-FFF2-40B4-BE49-F238E27FC236}">
                  <a16:creationId xmlns:a16="http://schemas.microsoft.com/office/drawing/2014/main" id="{392C9319-48B9-4FF1-A672-3AB0A1DDAD0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/>
            <a:srcRect l="7961" r="7681"/>
            <a:stretch/>
          </p:blipFill>
          <p:spPr>
            <a:xfrm>
              <a:off x="15599570" y="9482447"/>
              <a:ext cx="1712118" cy="849600"/>
            </a:xfrm>
            <a:prstGeom prst="rect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</p:pic>
        <p:pic>
          <p:nvPicPr>
            <p:cNvPr id="17" name="그림 16">
              <a:extLst>
                <a:ext uri="{FF2B5EF4-FFF2-40B4-BE49-F238E27FC236}">
                  <a16:creationId xmlns:a16="http://schemas.microsoft.com/office/drawing/2014/main" id="{2FB94615-1091-4D7B-BD81-716B36DF484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8035" r="7607"/>
            <a:stretch/>
          </p:blipFill>
          <p:spPr>
            <a:xfrm>
              <a:off x="15843741" y="9595326"/>
              <a:ext cx="1712118" cy="849600"/>
            </a:xfrm>
            <a:prstGeom prst="rect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</p:pic>
        <p:pic>
          <p:nvPicPr>
            <p:cNvPr id="18" name="그림 17">
              <a:extLst>
                <a:ext uri="{FF2B5EF4-FFF2-40B4-BE49-F238E27FC236}">
                  <a16:creationId xmlns:a16="http://schemas.microsoft.com/office/drawing/2014/main" id="{0B275BD8-ECCB-41B1-993E-5A7D2CFF7BB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/>
            <a:srcRect l="7901" r="7742"/>
            <a:stretch/>
          </p:blipFill>
          <p:spPr>
            <a:xfrm>
              <a:off x="16087913" y="9694869"/>
              <a:ext cx="1712118" cy="849600"/>
            </a:xfrm>
            <a:prstGeom prst="rect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</p:pic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F754E040-F1CA-4590-AB64-CC05452A8D0A}"/>
              </a:ext>
            </a:extLst>
          </p:cNvPr>
          <p:cNvSpPr txBox="1"/>
          <p:nvPr/>
        </p:nvSpPr>
        <p:spPr>
          <a:xfrm>
            <a:off x="2558067" y="6259727"/>
            <a:ext cx="2364750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노트 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(Note 3 in 1 page)</a:t>
            </a: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20pages X 2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권으로 구성</a:t>
            </a:r>
            <a:endParaRPr lang="en-US" altLang="ko-KR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권 노트 목적 별 노트 사용</a:t>
            </a:r>
            <a:endParaRPr lang="en-US" altLang="ko-KR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5725" indent="-85725">
              <a:buFont typeface="Arial" panose="020B0604020202020204" pitchFamily="34" charset="0"/>
              <a:buChar char="•"/>
            </a:pP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8068C11-D040-4D55-80B3-02BD5F3A0B0C}"/>
              </a:ext>
            </a:extLst>
          </p:cNvPr>
          <p:cNvSpPr txBox="1"/>
          <p:nvPr/>
        </p:nvSpPr>
        <p:spPr>
          <a:xfrm>
            <a:off x="2558067" y="7415576"/>
            <a:ext cx="2677336" cy="98488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Ideation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노트 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(3 in 1 page)</a:t>
            </a: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모눈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 (Grid) 5 pages</a:t>
            </a: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만다린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 (Mandarin) 5 pages</a:t>
            </a: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스토리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 (story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board) 6 pages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pic>
        <p:nvPicPr>
          <p:cNvPr id="21" name="그림 20">
            <a:extLst>
              <a:ext uri="{FF2B5EF4-FFF2-40B4-BE49-F238E27FC236}">
                <a16:creationId xmlns:a16="http://schemas.microsoft.com/office/drawing/2014/main" id="{B5D792E0-E862-4468-B17F-ECACFE938C56}"/>
              </a:ext>
            </a:extLst>
          </p:cNvPr>
          <p:cNvPicPr>
            <a:picLocks noChangeAspect="1"/>
          </p:cNvPicPr>
          <p:nvPr/>
        </p:nvPicPr>
        <p:blipFill rotWithShape="1">
          <a:blip r:embed="rId9"/>
          <a:srcRect l="7908" r="7736"/>
          <a:stretch/>
        </p:blipFill>
        <p:spPr>
          <a:xfrm>
            <a:off x="703469" y="3948029"/>
            <a:ext cx="1450944" cy="720000"/>
          </a:xfrm>
          <a:prstGeom prst="rect">
            <a:avLst/>
          </a:prstGeom>
          <a:ln w="3175">
            <a:solidFill>
              <a:schemeClr val="bg1">
                <a:lumMod val="50000"/>
              </a:schemeClr>
            </a:solidFill>
          </a:ln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6DA0F817-ADDB-47B0-AD22-F2CE3999819A}"/>
              </a:ext>
            </a:extLst>
          </p:cNvPr>
          <p:cNvSpPr txBox="1"/>
          <p:nvPr/>
        </p:nvSpPr>
        <p:spPr>
          <a:xfrm>
            <a:off x="2558066" y="3948029"/>
            <a:ext cx="478321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연간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마케팅 캘린더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마케팅 활용 캘린더</a:t>
            </a:r>
            <a:endParaRPr lang="en-US" altLang="ko-KR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연간 계획</a:t>
            </a:r>
            <a:endParaRPr lang="en-US" altLang="ko-KR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5725" indent="-85725">
              <a:buFont typeface="Arial" panose="020B0604020202020204" pitchFamily="34" charset="0"/>
              <a:buChar char="•"/>
            </a:pP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A64B517B-9F25-4678-8834-EADAEA3E1C90}"/>
              </a:ext>
            </a:extLst>
          </p:cNvPr>
          <p:cNvGrpSpPr/>
          <p:nvPr/>
        </p:nvGrpSpPr>
        <p:grpSpPr>
          <a:xfrm>
            <a:off x="708446" y="8571422"/>
            <a:ext cx="1445967" cy="730606"/>
            <a:chOff x="15557164" y="10405632"/>
            <a:chExt cx="1861946" cy="940785"/>
          </a:xfrm>
        </p:grpSpPr>
        <p:pic>
          <p:nvPicPr>
            <p:cNvPr id="24" name="그림 23">
              <a:extLst>
                <a:ext uri="{FF2B5EF4-FFF2-40B4-BE49-F238E27FC236}">
                  <a16:creationId xmlns:a16="http://schemas.microsoft.com/office/drawing/2014/main" id="{988DA24F-B9B6-4AD6-98A4-D40EB225CCD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/>
            <a:srcRect l="7472" r="7522"/>
            <a:stretch/>
          </p:blipFill>
          <p:spPr>
            <a:xfrm>
              <a:off x="15557164" y="10405632"/>
              <a:ext cx="1462087" cy="720000"/>
            </a:xfrm>
            <a:prstGeom prst="rect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</p:pic>
        <p:pic>
          <p:nvPicPr>
            <p:cNvPr id="25" name="그림 24">
              <a:extLst>
                <a:ext uri="{FF2B5EF4-FFF2-40B4-BE49-F238E27FC236}">
                  <a16:creationId xmlns:a16="http://schemas.microsoft.com/office/drawing/2014/main" id="{EF0304AB-8198-4B2B-8DBC-AAA1987C2B7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1"/>
            <a:srcRect l="8491" r="7749"/>
            <a:stretch/>
          </p:blipFill>
          <p:spPr>
            <a:xfrm>
              <a:off x="15760022" y="10525344"/>
              <a:ext cx="1462087" cy="720001"/>
            </a:xfrm>
            <a:prstGeom prst="rect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</p:pic>
        <p:pic>
          <p:nvPicPr>
            <p:cNvPr id="26" name="그림 25">
              <a:extLst>
                <a:ext uri="{FF2B5EF4-FFF2-40B4-BE49-F238E27FC236}">
                  <a16:creationId xmlns:a16="http://schemas.microsoft.com/office/drawing/2014/main" id="{B443EAFB-80E6-4DD6-9971-518F8C7F1D3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2"/>
            <a:srcRect l="8026" r="8076"/>
            <a:stretch/>
          </p:blipFill>
          <p:spPr>
            <a:xfrm>
              <a:off x="15957023" y="10626410"/>
              <a:ext cx="1462087" cy="720007"/>
            </a:xfrm>
            <a:prstGeom prst="rect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</p:pic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CFB56DE4-93DA-4773-A24C-112354C6A53B}"/>
              </a:ext>
            </a:extLst>
          </p:cNvPr>
          <p:cNvSpPr txBox="1"/>
          <p:nvPr/>
        </p:nvSpPr>
        <p:spPr>
          <a:xfrm>
            <a:off x="2558067" y="8571422"/>
            <a:ext cx="3754810" cy="98488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6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Frame+Work+Book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노트 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(3 in 1 page)</a:t>
            </a: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비즈니스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 (Biz) 5 pages</a:t>
            </a: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마케팅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 (MKT) 5 pages</a:t>
            </a: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커뮤니케이션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 (Comm.) 5 pages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0205801D-227F-47CF-89D7-74F97D4456E8}"/>
              </a:ext>
            </a:extLst>
          </p:cNvPr>
          <p:cNvGrpSpPr/>
          <p:nvPr/>
        </p:nvGrpSpPr>
        <p:grpSpPr>
          <a:xfrm>
            <a:off x="690090" y="2792180"/>
            <a:ext cx="1464323" cy="770382"/>
            <a:chOff x="20467148" y="6086356"/>
            <a:chExt cx="1688306" cy="888220"/>
          </a:xfrm>
        </p:grpSpPr>
        <p:pic>
          <p:nvPicPr>
            <p:cNvPr id="29" name="그림 28">
              <a:extLst>
                <a:ext uri="{FF2B5EF4-FFF2-40B4-BE49-F238E27FC236}">
                  <a16:creationId xmlns:a16="http://schemas.microsoft.com/office/drawing/2014/main" id="{12223659-8E10-48DD-8AED-54363376B67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3"/>
            <a:srcRect l="7445" r="7966"/>
            <a:stretch/>
          </p:blipFill>
          <p:spPr>
            <a:xfrm>
              <a:off x="20467148" y="6086356"/>
              <a:ext cx="1454943" cy="720000"/>
            </a:xfrm>
            <a:prstGeom prst="rect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</p:pic>
        <p:pic>
          <p:nvPicPr>
            <p:cNvPr id="30" name="그림 29">
              <a:extLst>
                <a:ext uri="{FF2B5EF4-FFF2-40B4-BE49-F238E27FC236}">
                  <a16:creationId xmlns:a16="http://schemas.microsoft.com/office/drawing/2014/main" id="{FD631FF3-3A6E-4F08-94D6-1D9E32AB9A9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4"/>
            <a:srcRect l="7445" r="7966"/>
            <a:stretch/>
          </p:blipFill>
          <p:spPr>
            <a:xfrm>
              <a:off x="20700510" y="6254576"/>
              <a:ext cx="1454944" cy="720000"/>
            </a:xfrm>
            <a:prstGeom prst="rect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</p:pic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70D1946F-A151-47E4-A3B3-E5E6A197E1E2}"/>
              </a:ext>
            </a:extLst>
          </p:cNvPr>
          <p:cNvSpPr txBox="1"/>
          <p:nvPr/>
        </p:nvSpPr>
        <p:spPr>
          <a:xfrm>
            <a:off x="2558067" y="2792180"/>
            <a:ext cx="2876108" cy="98488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목표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관리 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(Objective)</a:t>
            </a: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14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플래너로서의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비전과 미션 설정</a:t>
            </a:r>
            <a:endParaRPr lang="en-US" altLang="ko-KR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목표 설정과 핵심 지표 설정과 계획</a:t>
            </a:r>
            <a:endParaRPr lang="en-US" altLang="ko-KR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목표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핵심지표 평가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BA1911A5-3695-418D-8BE3-FAA3ED6B3FE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0C608C9-DCA7-4504-96D3-60E8CD69CD3A}"/>
              </a:ext>
            </a:extLst>
          </p:cNvPr>
          <p:cNvSpPr txBox="1"/>
          <p:nvPr/>
        </p:nvSpPr>
        <p:spPr>
          <a:xfrm>
            <a:off x="8708241" y="1636331"/>
            <a:ext cx="5537829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Step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1. Objective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작성</a:t>
            </a:r>
            <a:endParaRPr lang="en-US" altLang="ko-KR" sz="16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endParaRPr lang="en-US" altLang="ko-KR" sz="14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나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자신에 대한 고찰과 평가를 통해 비전과 미션을 수립한다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비전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: 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나의 지향점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되고 싶은 것 </a:t>
            </a:r>
            <a:endParaRPr lang="en-US" altLang="ko-KR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미션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: 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비전을 실현하기 위해 해야 하는 것</a:t>
            </a:r>
            <a:endParaRPr lang="en-US" altLang="ko-KR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목표는 나의 지향점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비전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을 실현하기 위해 해야 할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(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미션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)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에 대한 구체적인 방향과 위치를 설명하는 것이다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  <a:p>
            <a:pPr marL="85725" indent="-85725">
              <a:buFont typeface="Arial" panose="020B0604020202020204" pitchFamily="34" charset="0"/>
              <a:buChar char="•"/>
            </a:pPr>
            <a:endParaRPr lang="ko-KR" altLang="en-US" sz="12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74D432A-7335-453C-88A0-AFD371B551F1}"/>
              </a:ext>
            </a:extLst>
          </p:cNvPr>
          <p:cNvSpPr txBox="1"/>
          <p:nvPr/>
        </p:nvSpPr>
        <p:spPr>
          <a:xfrm>
            <a:off x="8708241" y="3793854"/>
            <a:ext cx="5537839" cy="14157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Step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2. Key Result &amp; 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실행 계획 수립</a:t>
            </a:r>
            <a:endParaRPr lang="en-US" altLang="ko-KR" sz="16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endParaRPr lang="en-US" altLang="ko-KR" sz="14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목표를 달성하기 위해 실행 해야 하는 구체적인 실행항목인 핵심 결과 지표 작성</a:t>
            </a:r>
            <a:endParaRPr lang="en-US" altLang="ko-KR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학업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업무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건강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가족 등 다양한 형태일 수 있으며 지속적으로 관리할 수 있고 구체적인 성과를 낼 수 있는 것이어야 한다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  <a:endParaRPr lang="ko-KR" altLang="en-US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4AE6977-BB6C-4B6F-AC27-879C6B29E119}"/>
              </a:ext>
            </a:extLst>
          </p:cNvPr>
          <p:cNvSpPr txBox="1"/>
          <p:nvPr/>
        </p:nvSpPr>
        <p:spPr>
          <a:xfrm>
            <a:off x="8708242" y="6057985"/>
            <a:ext cx="5537843" cy="14157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Step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3. 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실행에 목표와 핵심 결과 지표를 항상 중심에 놓자 </a:t>
            </a:r>
            <a:endParaRPr lang="en-US" altLang="ko-KR" sz="16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endParaRPr lang="en-US" altLang="ko-KR" sz="14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학업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업무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역량 개발을 위한 모든 활동에서 목표와 핵심 결과 지표 달성을 중심에 놓자</a:t>
            </a:r>
            <a:endParaRPr lang="en-US" altLang="ko-KR" sz="14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이 일을 하는 것이 맞는 것인지 또는 효율적인지에 대한 의사 결정에서 판단의 기준이 되도록 한다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281A151E-A1E6-4F8D-BBE8-CB38B757EDAC}"/>
              </a:ext>
            </a:extLst>
          </p:cNvPr>
          <p:cNvSpPr txBox="1"/>
          <p:nvPr/>
        </p:nvSpPr>
        <p:spPr>
          <a:xfrm>
            <a:off x="97214" y="555079"/>
            <a:ext cx="234391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■ </a:t>
            </a:r>
            <a:r>
              <a:rPr lang="ko-KR" altLang="en-US" sz="16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플래너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’</a:t>
            </a:r>
            <a:r>
              <a:rPr lang="ko-KR" altLang="en-US" sz="16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스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16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플래너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구성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B9DA7394-20C7-4D89-9CA5-D172FE74FAE9}"/>
              </a:ext>
            </a:extLst>
          </p:cNvPr>
          <p:cNvSpPr txBox="1"/>
          <p:nvPr/>
        </p:nvSpPr>
        <p:spPr>
          <a:xfrm>
            <a:off x="7656652" y="555079"/>
            <a:ext cx="27622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■ </a:t>
            </a:r>
            <a:r>
              <a:rPr lang="ko-KR" altLang="en-US" sz="16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플래너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’</a:t>
            </a:r>
            <a:r>
              <a:rPr lang="ko-KR" altLang="en-US" sz="16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스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16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플래너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사용 방법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9F89EE28-63E5-49D6-AC2A-6EBF21D46AFE}"/>
              </a:ext>
            </a:extLst>
          </p:cNvPr>
          <p:cNvSpPr/>
          <p:nvPr/>
        </p:nvSpPr>
        <p:spPr>
          <a:xfrm>
            <a:off x="8534400" y="7991564"/>
            <a:ext cx="5711689" cy="35756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EF4FFD2-0095-4869-A3B2-09F2D4C81D90}"/>
              </a:ext>
            </a:extLst>
          </p:cNvPr>
          <p:cNvSpPr txBox="1"/>
          <p:nvPr/>
        </p:nvSpPr>
        <p:spPr>
          <a:xfrm>
            <a:off x="8708242" y="8026055"/>
            <a:ext cx="553784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Step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4. </a:t>
            </a:r>
            <a:r>
              <a:rPr lang="ko-KR" altLang="en-US" sz="16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실행에 목표와 핵심 결과 지표를 항상 중심에 놓자 </a:t>
            </a:r>
            <a:endParaRPr lang="en-US" altLang="ko-KR" sz="16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endParaRPr lang="en-US" altLang="ko-KR" sz="14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한번 결정한 목표와 핵심 결과 지표는 언제든지 수정 보완 할 수 있다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일정 계획이나 메모</a:t>
            </a:r>
            <a:r>
              <a:rPr lang="en-US" altLang="ko-KR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, </a:t>
            </a:r>
            <a:r>
              <a:rPr lang="ko-KR" altLang="en-US" sz="14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아이데이션을</a:t>
            </a:r>
            <a:r>
              <a:rPr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할 때에도 항상 자신의 생각을 정리하고 키워드를 도출하는 습관을 기르자</a:t>
            </a:r>
          </a:p>
        </p:txBody>
      </p:sp>
      <p:cxnSp>
        <p:nvCxnSpPr>
          <p:cNvPr id="6" name="연결선: 꺾임 5">
            <a:extLst>
              <a:ext uri="{FF2B5EF4-FFF2-40B4-BE49-F238E27FC236}">
                <a16:creationId xmlns:a16="http://schemas.microsoft.com/office/drawing/2014/main" id="{026A710D-CCE9-4CCB-8115-A98C7FB3AB36}"/>
              </a:ext>
            </a:extLst>
          </p:cNvPr>
          <p:cNvCxnSpPr>
            <a:cxnSpLocks/>
            <a:stCxn id="40" idx="1"/>
            <a:endCxn id="2" idx="1"/>
          </p:cNvCxnSpPr>
          <p:nvPr/>
        </p:nvCxnSpPr>
        <p:spPr>
          <a:xfrm rot="10800000">
            <a:off x="8534400" y="1815117"/>
            <a:ext cx="12700" cy="6355233"/>
          </a:xfrm>
          <a:prstGeom prst="bentConnector3">
            <a:avLst>
              <a:gd name="adj1" fmla="val 1800000"/>
            </a:avLst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0871862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2850</TotalTime>
  <Words>9808</Words>
  <Application>Microsoft Office PowerPoint</Application>
  <PresentationFormat>사용자 지정</PresentationFormat>
  <Paragraphs>4640</Paragraphs>
  <Slides>132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132</vt:i4>
      </vt:variant>
    </vt:vector>
  </HeadingPairs>
  <TitlesOfParts>
    <vt:vector size="140" baseType="lpstr">
      <vt:lpstr>NanumGothic</vt:lpstr>
      <vt:lpstr>NanumGothic</vt:lpstr>
      <vt:lpstr>나눔고딕 ExtraBold</vt:lpstr>
      <vt:lpstr>나눔바른펜</vt:lpstr>
      <vt:lpstr>나눔손글씨 펜</vt:lpstr>
      <vt:lpstr>Arial</vt:lpstr>
      <vt:lpstr>Calibri Light</vt:lpstr>
      <vt:lpstr>Office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JeonCheonil</dc:creator>
  <cp:lastModifiedBy>JeonCheonil</cp:lastModifiedBy>
  <cp:revision>196</cp:revision>
  <dcterms:created xsi:type="dcterms:W3CDTF">2021-01-27T09:25:50Z</dcterms:created>
  <dcterms:modified xsi:type="dcterms:W3CDTF">2021-02-09T17:57:44Z</dcterms:modified>
</cp:coreProperties>
</file>
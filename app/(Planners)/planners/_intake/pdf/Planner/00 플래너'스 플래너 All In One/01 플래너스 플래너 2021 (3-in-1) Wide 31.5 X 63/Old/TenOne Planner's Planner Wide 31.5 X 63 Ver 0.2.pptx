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64" r:id="rId2"/>
    <p:sldId id="267" r:id="rId3"/>
    <p:sldId id="265" r:id="rId4"/>
    <p:sldId id="266" r:id="rId5"/>
    <p:sldId id="256" r:id="rId6"/>
    <p:sldId id="268" r:id="rId7"/>
    <p:sldId id="269" r:id="rId8"/>
    <p:sldId id="270" r:id="rId9"/>
    <p:sldId id="271" r:id="rId10"/>
    <p:sldId id="272" r:id="rId11"/>
    <p:sldId id="273" r:id="rId12"/>
    <p:sldId id="274" r:id="rId13"/>
    <p:sldId id="275" r:id="rId14"/>
    <p:sldId id="276" r:id="rId15"/>
    <p:sldId id="277" r:id="rId16"/>
    <p:sldId id="278" r:id="rId17"/>
    <p:sldId id="279" r:id="rId18"/>
    <p:sldId id="280" r:id="rId19"/>
    <p:sldId id="281" r:id="rId20"/>
    <p:sldId id="282" r:id="rId21"/>
    <p:sldId id="283" r:id="rId22"/>
    <p:sldId id="284" r:id="rId23"/>
    <p:sldId id="285" r:id="rId24"/>
    <p:sldId id="286" r:id="rId25"/>
    <p:sldId id="287" r:id="rId26"/>
    <p:sldId id="288" r:id="rId27"/>
    <p:sldId id="289" r:id="rId28"/>
    <p:sldId id="290" r:id="rId29"/>
    <p:sldId id="291" r:id="rId30"/>
    <p:sldId id="292" r:id="rId31"/>
    <p:sldId id="293" r:id="rId32"/>
    <p:sldId id="294" r:id="rId33"/>
    <p:sldId id="295" r:id="rId34"/>
    <p:sldId id="296" r:id="rId35"/>
    <p:sldId id="297" r:id="rId36"/>
    <p:sldId id="298" r:id="rId37"/>
    <p:sldId id="299" r:id="rId38"/>
    <p:sldId id="300" r:id="rId39"/>
    <p:sldId id="301" r:id="rId40"/>
    <p:sldId id="302" r:id="rId41"/>
    <p:sldId id="303" r:id="rId42"/>
    <p:sldId id="304" r:id="rId43"/>
    <p:sldId id="305" r:id="rId44"/>
    <p:sldId id="306" r:id="rId45"/>
    <p:sldId id="307" r:id="rId46"/>
    <p:sldId id="308" r:id="rId47"/>
    <p:sldId id="309" r:id="rId48"/>
    <p:sldId id="310" r:id="rId49"/>
    <p:sldId id="311" r:id="rId50"/>
    <p:sldId id="312" r:id="rId51"/>
    <p:sldId id="313" r:id="rId52"/>
    <p:sldId id="314" r:id="rId53"/>
    <p:sldId id="315" r:id="rId54"/>
    <p:sldId id="316" r:id="rId55"/>
    <p:sldId id="317" r:id="rId56"/>
    <p:sldId id="318" r:id="rId57"/>
    <p:sldId id="319" r:id="rId58"/>
    <p:sldId id="321" r:id="rId59"/>
    <p:sldId id="379" r:id="rId60"/>
    <p:sldId id="382" r:id="rId61"/>
    <p:sldId id="383" r:id="rId62"/>
    <p:sldId id="384" r:id="rId63"/>
    <p:sldId id="385" r:id="rId64"/>
    <p:sldId id="386" r:id="rId65"/>
    <p:sldId id="387" r:id="rId66"/>
    <p:sldId id="388" r:id="rId67"/>
    <p:sldId id="389" r:id="rId68"/>
    <p:sldId id="390" r:id="rId69"/>
    <p:sldId id="391" r:id="rId70"/>
    <p:sldId id="392" r:id="rId71"/>
    <p:sldId id="393" r:id="rId72"/>
    <p:sldId id="394" r:id="rId73"/>
    <p:sldId id="395" r:id="rId74"/>
    <p:sldId id="396" r:id="rId75"/>
    <p:sldId id="397" r:id="rId76"/>
    <p:sldId id="398" r:id="rId77"/>
    <p:sldId id="399" r:id="rId78"/>
    <p:sldId id="381" r:id="rId79"/>
    <p:sldId id="400" r:id="rId80"/>
    <p:sldId id="401" r:id="rId81"/>
    <p:sldId id="402" r:id="rId82"/>
    <p:sldId id="403" r:id="rId83"/>
    <p:sldId id="404" r:id="rId84"/>
    <p:sldId id="405" r:id="rId85"/>
    <p:sldId id="406" r:id="rId86"/>
    <p:sldId id="407" r:id="rId87"/>
    <p:sldId id="408" r:id="rId88"/>
    <p:sldId id="409" r:id="rId89"/>
    <p:sldId id="410" r:id="rId90"/>
    <p:sldId id="411" r:id="rId91"/>
    <p:sldId id="412" r:id="rId92"/>
    <p:sldId id="413" r:id="rId93"/>
    <p:sldId id="414" r:id="rId94"/>
    <p:sldId id="415" r:id="rId95"/>
    <p:sldId id="416" r:id="rId96"/>
    <p:sldId id="417" r:id="rId97"/>
    <p:sldId id="418" r:id="rId98"/>
    <p:sldId id="419" r:id="rId99"/>
    <p:sldId id="420" r:id="rId100"/>
    <p:sldId id="421" r:id="rId101"/>
    <p:sldId id="422" r:id="rId102"/>
    <p:sldId id="428" r:id="rId103"/>
    <p:sldId id="258" r:id="rId104"/>
    <p:sldId id="423" r:id="rId105"/>
    <p:sldId id="424" r:id="rId106"/>
    <p:sldId id="425" r:id="rId107"/>
    <p:sldId id="426" r:id="rId108"/>
    <p:sldId id="260" r:id="rId109"/>
    <p:sldId id="444" r:id="rId110"/>
    <p:sldId id="445" r:id="rId111"/>
    <p:sldId id="446" r:id="rId112"/>
    <p:sldId id="447" r:id="rId113"/>
    <p:sldId id="429" r:id="rId114"/>
    <p:sldId id="259" r:id="rId115"/>
    <p:sldId id="430" r:id="rId116"/>
    <p:sldId id="431" r:id="rId117"/>
    <p:sldId id="432" r:id="rId118"/>
    <p:sldId id="433" r:id="rId119"/>
    <p:sldId id="262" r:id="rId120"/>
    <p:sldId id="434" r:id="rId121"/>
    <p:sldId id="435" r:id="rId122"/>
    <p:sldId id="436" r:id="rId123"/>
    <p:sldId id="437" r:id="rId124"/>
    <p:sldId id="263" r:id="rId125"/>
    <p:sldId id="439" r:id="rId126"/>
    <p:sldId id="440" r:id="rId127"/>
    <p:sldId id="441" r:id="rId128"/>
    <p:sldId id="442" r:id="rId129"/>
    <p:sldId id="448" r:id="rId130"/>
  </p:sldIdLst>
  <p:sldSz cx="22680613" cy="11160125"/>
  <p:notesSz cx="9144000" cy="6858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515" userDrawn="1">
          <p15:clr>
            <a:srgbClr val="A4A3A4"/>
          </p15:clr>
        </p15:guide>
        <p15:guide id="2" pos="7144" userDrawn="1">
          <p15:clr>
            <a:srgbClr val="A4A3A4"/>
          </p15:clr>
        </p15:guide>
        <p15:guide id="3" pos="4762" userDrawn="1">
          <p15:clr>
            <a:srgbClr val="A4A3A4"/>
          </p15:clr>
        </p15:guide>
        <p15:guide id="4" pos="9525" userDrawn="1">
          <p15:clr>
            <a:srgbClr val="A4A3A4"/>
          </p15:clr>
        </p15:guide>
        <p15:guide id="6" orient="horz" pos="340" userDrawn="1">
          <p15:clr>
            <a:srgbClr val="A4A3A4"/>
          </p15:clr>
        </p15:guide>
        <p15:guide id="7" orient="horz" pos="6713" userDrawn="1">
          <p15:clr>
            <a:srgbClr val="A4A3A4"/>
          </p15:clr>
        </p15:guide>
        <p15:guide id="8" pos="4739" userDrawn="1">
          <p15:clr>
            <a:srgbClr val="A4A3A4"/>
          </p15:clr>
        </p15:guide>
        <p15:guide id="9" pos="4785" userDrawn="1">
          <p15:clr>
            <a:srgbClr val="A4A3A4"/>
          </p15:clr>
        </p15:guide>
        <p15:guide id="10" pos="7121" userDrawn="1">
          <p15:clr>
            <a:srgbClr val="A4A3A4"/>
          </p15:clr>
        </p15:guide>
        <p15:guide id="11" pos="7166" userDrawn="1">
          <p15:clr>
            <a:srgbClr val="A4A3A4"/>
          </p15:clr>
        </p15:guide>
        <p15:guide id="12" pos="9502" userDrawn="1">
          <p15:clr>
            <a:srgbClr val="A4A3A4"/>
          </p15:clr>
        </p15:guide>
        <p15:guide id="13" pos="9548" userDrawn="1">
          <p15:clr>
            <a:srgbClr val="A4A3A4"/>
          </p15:clr>
        </p15:guide>
        <p15:guide id="14" pos="45" userDrawn="1">
          <p15:clr>
            <a:srgbClr val="A4A3A4"/>
          </p15:clr>
        </p15:guide>
        <p15:guide id="15" pos="14242" userDrawn="1">
          <p15:clr>
            <a:srgbClr val="A4A3A4"/>
          </p15:clr>
        </p15:guide>
        <p15:guide id="16" pos="2381" userDrawn="1">
          <p15:clr>
            <a:srgbClr val="A4A3A4"/>
          </p15:clr>
        </p15:guide>
        <p15:guide id="17" pos="1190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8B8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6115" autoAdjust="0"/>
    <p:restoredTop sz="94660"/>
  </p:normalViewPr>
  <p:slideViewPr>
    <p:cSldViewPr snapToGrid="0" showGuides="1">
      <p:cViewPr>
        <p:scale>
          <a:sx n="125" d="100"/>
          <a:sy n="125" d="100"/>
        </p:scale>
        <p:origin x="-3846" y="-300"/>
      </p:cViewPr>
      <p:guideLst>
        <p:guide orient="horz" pos="3515"/>
        <p:guide pos="7144"/>
        <p:guide pos="4762"/>
        <p:guide pos="9525"/>
        <p:guide orient="horz" pos="340"/>
        <p:guide orient="horz" pos="6713"/>
        <p:guide pos="4739"/>
        <p:guide pos="4785"/>
        <p:guide pos="7121"/>
        <p:guide pos="7166"/>
        <p:guide pos="9502"/>
        <p:guide pos="9548"/>
        <p:guide pos="45"/>
        <p:guide pos="14242"/>
        <p:guide pos="2381"/>
        <p:guide pos="1190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20" d="100"/>
        <a:sy n="20" d="100"/>
      </p:scale>
      <p:origin x="0" y="-372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35077" y="1826438"/>
            <a:ext cx="17010460" cy="3885377"/>
          </a:xfrm>
        </p:spPr>
        <p:txBody>
          <a:bodyPr anchor="b"/>
          <a:lstStyle>
            <a:lvl1pPr algn="ctr">
              <a:defRPr sz="9764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835077" y="5861650"/>
            <a:ext cx="17010460" cy="2694446"/>
          </a:xfrm>
        </p:spPr>
        <p:txBody>
          <a:bodyPr/>
          <a:lstStyle>
            <a:lvl1pPr marL="0" indent="0" algn="ctr">
              <a:buNone/>
              <a:defRPr sz="3906"/>
            </a:lvl1pPr>
            <a:lvl2pPr marL="744002" indent="0" algn="ctr">
              <a:buNone/>
              <a:defRPr sz="3255"/>
            </a:lvl2pPr>
            <a:lvl3pPr marL="1488003" indent="0" algn="ctr">
              <a:buNone/>
              <a:defRPr sz="2929"/>
            </a:lvl3pPr>
            <a:lvl4pPr marL="2232005" indent="0" algn="ctr">
              <a:buNone/>
              <a:defRPr sz="2604"/>
            </a:lvl4pPr>
            <a:lvl5pPr marL="2976006" indent="0" algn="ctr">
              <a:buNone/>
              <a:defRPr sz="2604"/>
            </a:lvl5pPr>
            <a:lvl6pPr marL="3720008" indent="0" algn="ctr">
              <a:buNone/>
              <a:defRPr sz="2604"/>
            </a:lvl6pPr>
            <a:lvl7pPr marL="4464009" indent="0" algn="ctr">
              <a:buNone/>
              <a:defRPr sz="2604"/>
            </a:lvl7pPr>
            <a:lvl8pPr marL="5208011" indent="0" algn="ctr">
              <a:buNone/>
              <a:defRPr sz="2604"/>
            </a:lvl8pPr>
            <a:lvl9pPr marL="5952012" indent="0" algn="ctr">
              <a:buNone/>
              <a:defRPr sz="2604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37863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23246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47479" y="2782283"/>
            <a:ext cx="19562029" cy="4642301"/>
          </a:xfrm>
        </p:spPr>
        <p:txBody>
          <a:bodyPr anchor="b"/>
          <a:lstStyle>
            <a:lvl1pPr>
              <a:defRPr sz="9764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47479" y="7468502"/>
            <a:ext cx="19562029" cy="2441277"/>
          </a:xfrm>
        </p:spPr>
        <p:txBody>
          <a:bodyPr/>
          <a:lstStyle>
            <a:lvl1pPr marL="0" indent="0">
              <a:buNone/>
              <a:defRPr sz="3906">
                <a:solidFill>
                  <a:schemeClr val="tx1">
                    <a:tint val="75000"/>
                  </a:schemeClr>
                </a:solidFill>
              </a:defRPr>
            </a:lvl1pPr>
            <a:lvl2pPr marL="744002" indent="0">
              <a:buNone/>
              <a:defRPr sz="3255">
                <a:solidFill>
                  <a:schemeClr val="tx1">
                    <a:tint val="75000"/>
                  </a:schemeClr>
                </a:solidFill>
              </a:defRPr>
            </a:lvl2pPr>
            <a:lvl3pPr marL="1488003" indent="0">
              <a:buNone/>
              <a:defRPr sz="2929">
                <a:solidFill>
                  <a:schemeClr val="tx1">
                    <a:tint val="75000"/>
                  </a:schemeClr>
                </a:solidFill>
              </a:defRPr>
            </a:lvl3pPr>
            <a:lvl4pPr marL="2232005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4pPr>
            <a:lvl5pPr marL="2976006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5pPr>
            <a:lvl6pPr marL="3720008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6pPr>
            <a:lvl7pPr marL="4464009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7pPr>
            <a:lvl8pPr marL="5208011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8pPr>
            <a:lvl9pPr marL="5952012" indent="0">
              <a:buNone/>
              <a:defRPr sz="2604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80308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559292" y="2970867"/>
            <a:ext cx="9639261" cy="7080997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482060" y="2970867"/>
            <a:ext cx="9639261" cy="7080997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8027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6" y="594174"/>
            <a:ext cx="19562029" cy="2157108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62247" y="2735782"/>
            <a:ext cx="9594962" cy="1340764"/>
          </a:xfrm>
        </p:spPr>
        <p:txBody>
          <a:bodyPr anchor="b"/>
          <a:lstStyle>
            <a:lvl1pPr marL="0" indent="0">
              <a:buNone/>
              <a:defRPr sz="3906" b="1"/>
            </a:lvl1pPr>
            <a:lvl2pPr marL="744002" indent="0">
              <a:buNone/>
              <a:defRPr sz="3255" b="1"/>
            </a:lvl2pPr>
            <a:lvl3pPr marL="1488003" indent="0">
              <a:buNone/>
              <a:defRPr sz="2929" b="1"/>
            </a:lvl3pPr>
            <a:lvl4pPr marL="2232005" indent="0">
              <a:buNone/>
              <a:defRPr sz="2604" b="1"/>
            </a:lvl4pPr>
            <a:lvl5pPr marL="2976006" indent="0">
              <a:buNone/>
              <a:defRPr sz="2604" b="1"/>
            </a:lvl5pPr>
            <a:lvl6pPr marL="3720008" indent="0">
              <a:buNone/>
              <a:defRPr sz="2604" b="1"/>
            </a:lvl6pPr>
            <a:lvl7pPr marL="4464009" indent="0">
              <a:buNone/>
              <a:defRPr sz="2604" b="1"/>
            </a:lvl7pPr>
            <a:lvl8pPr marL="5208011" indent="0">
              <a:buNone/>
              <a:defRPr sz="2604" b="1"/>
            </a:lvl8pPr>
            <a:lvl9pPr marL="5952012" indent="0">
              <a:buNone/>
              <a:defRPr sz="2604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562247" y="4076545"/>
            <a:ext cx="9594962" cy="5995985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1482060" y="2735782"/>
            <a:ext cx="9642215" cy="1340764"/>
          </a:xfrm>
        </p:spPr>
        <p:txBody>
          <a:bodyPr anchor="b"/>
          <a:lstStyle>
            <a:lvl1pPr marL="0" indent="0">
              <a:buNone/>
              <a:defRPr sz="3906" b="1"/>
            </a:lvl1pPr>
            <a:lvl2pPr marL="744002" indent="0">
              <a:buNone/>
              <a:defRPr sz="3255" b="1"/>
            </a:lvl2pPr>
            <a:lvl3pPr marL="1488003" indent="0">
              <a:buNone/>
              <a:defRPr sz="2929" b="1"/>
            </a:lvl3pPr>
            <a:lvl4pPr marL="2232005" indent="0">
              <a:buNone/>
              <a:defRPr sz="2604" b="1"/>
            </a:lvl4pPr>
            <a:lvl5pPr marL="2976006" indent="0">
              <a:buNone/>
              <a:defRPr sz="2604" b="1"/>
            </a:lvl5pPr>
            <a:lvl6pPr marL="3720008" indent="0">
              <a:buNone/>
              <a:defRPr sz="2604" b="1"/>
            </a:lvl6pPr>
            <a:lvl7pPr marL="4464009" indent="0">
              <a:buNone/>
              <a:defRPr sz="2604" b="1"/>
            </a:lvl7pPr>
            <a:lvl8pPr marL="5208011" indent="0">
              <a:buNone/>
              <a:defRPr sz="2604" b="1"/>
            </a:lvl8pPr>
            <a:lvl9pPr marL="5952012" indent="0">
              <a:buNone/>
              <a:defRPr sz="2604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1482060" y="4076545"/>
            <a:ext cx="9642215" cy="5995985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543797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86544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64771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7" y="744008"/>
            <a:ext cx="7315087" cy="2604029"/>
          </a:xfrm>
        </p:spPr>
        <p:txBody>
          <a:bodyPr anchor="b"/>
          <a:lstStyle>
            <a:lvl1pPr>
              <a:defRPr sz="520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642215" y="1606852"/>
            <a:ext cx="11482060" cy="7930922"/>
          </a:xfrm>
        </p:spPr>
        <p:txBody>
          <a:bodyPr/>
          <a:lstStyle>
            <a:lvl1pPr>
              <a:defRPr sz="5207"/>
            </a:lvl1pPr>
            <a:lvl2pPr>
              <a:defRPr sz="4556"/>
            </a:lvl2pPr>
            <a:lvl3pPr>
              <a:defRPr sz="3906"/>
            </a:lvl3pPr>
            <a:lvl4pPr>
              <a:defRPr sz="3255"/>
            </a:lvl4pPr>
            <a:lvl5pPr>
              <a:defRPr sz="3255"/>
            </a:lvl5pPr>
            <a:lvl6pPr>
              <a:defRPr sz="3255"/>
            </a:lvl6pPr>
            <a:lvl7pPr>
              <a:defRPr sz="3255"/>
            </a:lvl7pPr>
            <a:lvl8pPr>
              <a:defRPr sz="3255"/>
            </a:lvl8pPr>
            <a:lvl9pPr>
              <a:defRPr sz="3255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562247" y="3348037"/>
            <a:ext cx="7315087" cy="6202654"/>
          </a:xfrm>
        </p:spPr>
        <p:txBody>
          <a:bodyPr/>
          <a:lstStyle>
            <a:lvl1pPr marL="0" indent="0">
              <a:buNone/>
              <a:defRPr sz="2604"/>
            </a:lvl1pPr>
            <a:lvl2pPr marL="744002" indent="0">
              <a:buNone/>
              <a:defRPr sz="2278"/>
            </a:lvl2pPr>
            <a:lvl3pPr marL="1488003" indent="0">
              <a:buNone/>
              <a:defRPr sz="1953"/>
            </a:lvl3pPr>
            <a:lvl4pPr marL="2232005" indent="0">
              <a:buNone/>
              <a:defRPr sz="1627"/>
            </a:lvl4pPr>
            <a:lvl5pPr marL="2976006" indent="0">
              <a:buNone/>
              <a:defRPr sz="1627"/>
            </a:lvl5pPr>
            <a:lvl6pPr marL="3720008" indent="0">
              <a:buNone/>
              <a:defRPr sz="1627"/>
            </a:lvl6pPr>
            <a:lvl7pPr marL="4464009" indent="0">
              <a:buNone/>
              <a:defRPr sz="1627"/>
            </a:lvl7pPr>
            <a:lvl8pPr marL="5208011" indent="0">
              <a:buNone/>
              <a:defRPr sz="1627"/>
            </a:lvl8pPr>
            <a:lvl9pPr marL="5952012" indent="0">
              <a:buNone/>
              <a:defRPr sz="1627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0934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2247" y="744008"/>
            <a:ext cx="7315087" cy="2604029"/>
          </a:xfrm>
        </p:spPr>
        <p:txBody>
          <a:bodyPr anchor="b"/>
          <a:lstStyle>
            <a:lvl1pPr>
              <a:defRPr sz="5207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9642215" y="1606852"/>
            <a:ext cx="11482060" cy="7930922"/>
          </a:xfrm>
        </p:spPr>
        <p:txBody>
          <a:bodyPr anchor="t"/>
          <a:lstStyle>
            <a:lvl1pPr marL="0" indent="0">
              <a:buNone/>
              <a:defRPr sz="5207"/>
            </a:lvl1pPr>
            <a:lvl2pPr marL="744002" indent="0">
              <a:buNone/>
              <a:defRPr sz="4556"/>
            </a:lvl2pPr>
            <a:lvl3pPr marL="1488003" indent="0">
              <a:buNone/>
              <a:defRPr sz="3906"/>
            </a:lvl3pPr>
            <a:lvl4pPr marL="2232005" indent="0">
              <a:buNone/>
              <a:defRPr sz="3255"/>
            </a:lvl4pPr>
            <a:lvl5pPr marL="2976006" indent="0">
              <a:buNone/>
              <a:defRPr sz="3255"/>
            </a:lvl5pPr>
            <a:lvl6pPr marL="3720008" indent="0">
              <a:buNone/>
              <a:defRPr sz="3255"/>
            </a:lvl6pPr>
            <a:lvl7pPr marL="4464009" indent="0">
              <a:buNone/>
              <a:defRPr sz="3255"/>
            </a:lvl7pPr>
            <a:lvl8pPr marL="5208011" indent="0">
              <a:buNone/>
              <a:defRPr sz="3255"/>
            </a:lvl8pPr>
            <a:lvl9pPr marL="5952012" indent="0">
              <a:buNone/>
              <a:defRPr sz="3255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562247" y="3348037"/>
            <a:ext cx="7315087" cy="6202654"/>
          </a:xfrm>
        </p:spPr>
        <p:txBody>
          <a:bodyPr/>
          <a:lstStyle>
            <a:lvl1pPr marL="0" indent="0">
              <a:buNone/>
              <a:defRPr sz="2604"/>
            </a:lvl1pPr>
            <a:lvl2pPr marL="744002" indent="0">
              <a:buNone/>
              <a:defRPr sz="2278"/>
            </a:lvl2pPr>
            <a:lvl3pPr marL="1488003" indent="0">
              <a:buNone/>
              <a:defRPr sz="1953"/>
            </a:lvl3pPr>
            <a:lvl4pPr marL="2232005" indent="0">
              <a:buNone/>
              <a:defRPr sz="1627"/>
            </a:lvl4pPr>
            <a:lvl5pPr marL="2976006" indent="0">
              <a:buNone/>
              <a:defRPr sz="1627"/>
            </a:lvl5pPr>
            <a:lvl6pPr marL="3720008" indent="0">
              <a:buNone/>
              <a:defRPr sz="1627"/>
            </a:lvl6pPr>
            <a:lvl7pPr marL="4464009" indent="0">
              <a:buNone/>
              <a:defRPr sz="1627"/>
            </a:lvl7pPr>
            <a:lvl8pPr marL="5208011" indent="0">
              <a:buNone/>
              <a:defRPr sz="1627"/>
            </a:lvl8pPr>
            <a:lvl9pPr marL="5952012" indent="0">
              <a:buNone/>
              <a:defRPr sz="1627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36895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979424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6230814" y="594173"/>
            <a:ext cx="4890507" cy="9457690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559292" y="594173"/>
            <a:ext cx="14388014" cy="9457690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70542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559292" y="594174"/>
            <a:ext cx="19562029" cy="21571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59292" y="2970867"/>
            <a:ext cx="19562029" cy="70809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559292" y="10343783"/>
            <a:ext cx="5103138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95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898B68-0D13-47A5-A5C2-84F4C59D22A4}" type="datetimeFigureOut">
              <a:rPr lang="ko-KR" altLang="en-US" smtClean="0"/>
              <a:t>2021-01-30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512953" y="10343783"/>
            <a:ext cx="7654707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95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6018183" y="10343783"/>
            <a:ext cx="5103138" cy="5941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95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B09A439-6D8C-4960-96C0-ECB487E802B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368109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1488003" rtl="0" eaLnBrk="1" latinLnBrk="1" hangingPunct="1">
        <a:lnSpc>
          <a:spcPct val="90000"/>
        </a:lnSpc>
        <a:spcBef>
          <a:spcPct val="0"/>
        </a:spcBef>
        <a:buNone/>
        <a:defRPr sz="716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72001" indent="-372001" algn="l" defTabSz="1488003" rtl="0" eaLnBrk="1" latinLnBrk="1" hangingPunct="1">
        <a:lnSpc>
          <a:spcPct val="90000"/>
        </a:lnSpc>
        <a:spcBef>
          <a:spcPts val="1627"/>
        </a:spcBef>
        <a:buFont typeface="Arial" panose="020B0604020202020204" pitchFamily="34" charset="0"/>
        <a:buChar char="•"/>
        <a:defRPr sz="4556" kern="1200">
          <a:solidFill>
            <a:schemeClr val="tx1"/>
          </a:solidFill>
          <a:latin typeface="+mn-lt"/>
          <a:ea typeface="+mn-ea"/>
          <a:cs typeface="+mn-cs"/>
        </a:defRPr>
      </a:lvl1pPr>
      <a:lvl2pPr marL="1116002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3906" kern="1200">
          <a:solidFill>
            <a:schemeClr val="tx1"/>
          </a:solidFill>
          <a:latin typeface="+mn-lt"/>
          <a:ea typeface="+mn-ea"/>
          <a:cs typeface="+mn-cs"/>
        </a:defRPr>
      </a:lvl2pPr>
      <a:lvl3pPr marL="1860004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3255" kern="1200">
          <a:solidFill>
            <a:schemeClr val="tx1"/>
          </a:solidFill>
          <a:latin typeface="+mn-lt"/>
          <a:ea typeface="+mn-ea"/>
          <a:cs typeface="+mn-cs"/>
        </a:defRPr>
      </a:lvl3pPr>
      <a:lvl4pPr marL="2604005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4pPr>
      <a:lvl5pPr marL="3348007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5pPr>
      <a:lvl6pPr marL="4092009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6pPr>
      <a:lvl7pPr marL="4836010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7pPr>
      <a:lvl8pPr marL="5580012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8pPr>
      <a:lvl9pPr marL="6324013" indent="-372001" algn="l" defTabSz="1488003" rtl="0" eaLnBrk="1" latinLnBrk="1" hangingPunct="1">
        <a:lnSpc>
          <a:spcPct val="90000"/>
        </a:lnSpc>
        <a:spcBef>
          <a:spcPts val="814"/>
        </a:spcBef>
        <a:buFont typeface="Arial" panose="020B0604020202020204" pitchFamily="34" charset="0"/>
        <a:buChar char="•"/>
        <a:defRPr sz="292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1pPr>
      <a:lvl2pPr marL="744002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2pPr>
      <a:lvl3pPr marL="1488003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3pPr>
      <a:lvl4pPr marL="2232005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4pPr>
      <a:lvl5pPr marL="2976006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5pPr>
      <a:lvl6pPr marL="3720008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6pPr>
      <a:lvl7pPr marL="4464009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7pPr>
      <a:lvl8pPr marL="5208011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8pPr>
      <a:lvl9pPr marL="5952012" algn="l" defTabSz="1488003" rtl="0" eaLnBrk="1" latinLnBrk="1" hangingPunct="1">
        <a:defRPr sz="292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slide" Target="slide16.xml"/><Relationship Id="rId18" Type="http://schemas.openxmlformats.org/officeDocument/2006/relationships/slide" Target="slide21.xml"/><Relationship Id="rId26" Type="http://schemas.openxmlformats.org/officeDocument/2006/relationships/slide" Target="slide29.xml"/><Relationship Id="rId39" Type="http://schemas.openxmlformats.org/officeDocument/2006/relationships/slide" Target="slide42.xml"/><Relationship Id="rId21" Type="http://schemas.openxmlformats.org/officeDocument/2006/relationships/slide" Target="slide24.xml"/><Relationship Id="rId34" Type="http://schemas.openxmlformats.org/officeDocument/2006/relationships/slide" Target="slide37.xml"/><Relationship Id="rId42" Type="http://schemas.openxmlformats.org/officeDocument/2006/relationships/slide" Target="slide45.xml"/><Relationship Id="rId47" Type="http://schemas.openxmlformats.org/officeDocument/2006/relationships/slide" Target="slide50.xml"/><Relationship Id="rId50" Type="http://schemas.openxmlformats.org/officeDocument/2006/relationships/slide" Target="slide53.xml"/><Relationship Id="rId55" Type="http://schemas.openxmlformats.org/officeDocument/2006/relationships/slide" Target="slide1.xml"/><Relationship Id="rId7" Type="http://schemas.openxmlformats.org/officeDocument/2006/relationships/slide" Target="slide10.xml"/><Relationship Id="rId2" Type="http://schemas.openxmlformats.org/officeDocument/2006/relationships/slide" Target="slide5.xml"/><Relationship Id="rId16" Type="http://schemas.openxmlformats.org/officeDocument/2006/relationships/slide" Target="slide19.xml"/><Relationship Id="rId29" Type="http://schemas.openxmlformats.org/officeDocument/2006/relationships/slide" Target="slide32.xml"/><Relationship Id="rId11" Type="http://schemas.openxmlformats.org/officeDocument/2006/relationships/slide" Target="slide14.xml"/><Relationship Id="rId24" Type="http://schemas.openxmlformats.org/officeDocument/2006/relationships/slide" Target="slide27.xml"/><Relationship Id="rId32" Type="http://schemas.openxmlformats.org/officeDocument/2006/relationships/slide" Target="slide35.xml"/><Relationship Id="rId37" Type="http://schemas.openxmlformats.org/officeDocument/2006/relationships/slide" Target="slide40.xml"/><Relationship Id="rId40" Type="http://schemas.openxmlformats.org/officeDocument/2006/relationships/slide" Target="slide43.xml"/><Relationship Id="rId45" Type="http://schemas.openxmlformats.org/officeDocument/2006/relationships/slide" Target="slide48.xml"/><Relationship Id="rId53" Type="http://schemas.openxmlformats.org/officeDocument/2006/relationships/slide" Target="slide56.xml"/><Relationship Id="rId58" Type="http://schemas.openxmlformats.org/officeDocument/2006/relationships/image" Target="../media/image2.png"/><Relationship Id="rId5" Type="http://schemas.openxmlformats.org/officeDocument/2006/relationships/slide" Target="slide8.xml"/><Relationship Id="rId61" Type="http://schemas.openxmlformats.org/officeDocument/2006/relationships/slide" Target="slide58.xml"/><Relationship Id="rId19" Type="http://schemas.openxmlformats.org/officeDocument/2006/relationships/slide" Target="slide22.xml"/><Relationship Id="rId14" Type="http://schemas.openxmlformats.org/officeDocument/2006/relationships/slide" Target="slide17.xml"/><Relationship Id="rId22" Type="http://schemas.openxmlformats.org/officeDocument/2006/relationships/slide" Target="slide25.xml"/><Relationship Id="rId27" Type="http://schemas.openxmlformats.org/officeDocument/2006/relationships/slide" Target="slide30.xml"/><Relationship Id="rId30" Type="http://schemas.openxmlformats.org/officeDocument/2006/relationships/slide" Target="slide33.xml"/><Relationship Id="rId35" Type="http://schemas.openxmlformats.org/officeDocument/2006/relationships/slide" Target="slide38.xml"/><Relationship Id="rId43" Type="http://schemas.openxmlformats.org/officeDocument/2006/relationships/slide" Target="slide46.xml"/><Relationship Id="rId48" Type="http://schemas.openxmlformats.org/officeDocument/2006/relationships/slide" Target="slide51.xml"/><Relationship Id="rId56" Type="http://schemas.openxmlformats.org/officeDocument/2006/relationships/image" Target="../media/image1.png"/><Relationship Id="rId8" Type="http://schemas.openxmlformats.org/officeDocument/2006/relationships/slide" Target="slide11.xml"/><Relationship Id="rId51" Type="http://schemas.openxmlformats.org/officeDocument/2006/relationships/slide" Target="slide54.xml"/><Relationship Id="rId3" Type="http://schemas.openxmlformats.org/officeDocument/2006/relationships/slide" Target="slide6.xml"/><Relationship Id="rId12" Type="http://schemas.openxmlformats.org/officeDocument/2006/relationships/slide" Target="slide15.xml"/><Relationship Id="rId17" Type="http://schemas.openxmlformats.org/officeDocument/2006/relationships/slide" Target="slide20.xml"/><Relationship Id="rId25" Type="http://schemas.openxmlformats.org/officeDocument/2006/relationships/slide" Target="slide28.xml"/><Relationship Id="rId33" Type="http://schemas.openxmlformats.org/officeDocument/2006/relationships/slide" Target="slide36.xml"/><Relationship Id="rId38" Type="http://schemas.openxmlformats.org/officeDocument/2006/relationships/slide" Target="slide41.xml"/><Relationship Id="rId46" Type="http://schemas.openxmlformats.org/officeDocument/2006/relationships/slide" Target="slide49.xml"/><Relationship Id="rId59" Type="http://schemas.openxmlformats.org/officeDocument/2006/relationships/slide" Target="slide3.xml"/><Relationship Id="rId20" Type="http://schemas.openxmlformats.org/officeDocument/2006/relationships/slide" Target="slide23.xml"/><Relationship Id="rId41" Type="http://schemas.openxmlformats.org/officeDocument/2006/relationships/slide" Target="slide44.xml"/><Relationship Id="rId54" Type="http://schemas.openxmlformats.org/officeDocument/2006/relationships/slide" Target="slide5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9.xml"/><Relationship Id="rId15" Type="http://schemas.openxmlformats.org/officeDocument/2006/relationships/slide" Target="slide18.xml"/><Relationship Id="rId23" Type="http://schemas.openxmlformats.org/officeDocument/2006/relationships/slide" Target="slide26.xml"/><Relationship Id="rId28" Type="http://schemas.openxmlformats.org/officeDocument/2006/relationships/slide" Target="slide31.xml"/><Relationship Id="rId36" Type="http://schemas.openxmlformats.org/officeDocument/2006/relationships/slide" Target="slide39.xml"/><Relationship Id="rId49" Type="http://schemas.openxmlformats.org/officeDocument/2006/relationships/slide" Target="slide52.xml"/><Relationship Id="rId57" Type="http://schemas.openxmlformats.org/officeDocument/2006/relationships/slide" Target="slide2.xml"/><Relationship Id="rId10" Type="http://schemas.openxmlformats.org/officeDocument/2006/relationships/slide" Target="slide13.xml"/><Relationship Id="rId31" Type="http://schemas.openxmlformats.org/officeDocument/2006/relationships/slide" Target="slide34.xml"/><Relationship Id="rId44" Type="http://schemas.openxmlformats.org/officeDocument/2006/relationships/slide" Target="slide47.xml"/><Relationship Id="rId52" Type="http://schemas.openxmlformats.org/officeDocument/2006/relationships/slide" Target="slide55.xml"/><Relationship Id="rId60" Type="http://schemas.openxmlformats.org/officeDocument/2006/relationships/slide" Target="slide113.xml"/><Relationship Id="rId4" Type="http://schemas.openxmlformats.org/officeDocument/2006/relationships/slide" Target="slide7.xml"/><Relationship Id="rId9" Type="http://schemas.openxmlformats.org/officeDocument/2006/relationships/slide" Target="slide1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113.xml"/><Relationship Id="rId3" Type="http://schemas.openxmlformats.org/officeDocument/2006/relationships/slide" Target="slide1.xml"/><Relationship Id="rId7" Type="http://schemas.openxmlformats.org/officeDocument/2006/relationships/slide" Target="slide3.xml"/><Relationship Id="rId2" Type="http://schemas.openxmlformats.org/officeDocument/2006/relationships/slide" Target="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image" Target="../media/image1.png"/><Relationship Id="rId9" Type="http://schemas.openxmlformats.org/officeDocument/2006/relationships/slide" Target="slide5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113.xml"/><Relationship Id="rId3" Type="http://schemas.openxmlformats.org/officeDocument/2006/relationships/slide" Target="slide1.xml"/><Relationship Id="rId7" Type="http://schemas.openxmlformats.org/officeDocument/2006/relationships/slide" Target="slide3.xml"/><Relationship Id="rId2" Type="http://schemas.openxmlformats.org/officeDocument/2006/relationships/slide" Target="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image" Target="../media/image1.png"/><Relationship Id="rId9" Type="http://schemas.openxmlformats.org/officeDocument/2006/relationships/slide" Target="slide58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64.xml"/><Relationship Id="rId13" Type="http://schemas.openxmlformats.org/officeDocument/2006/relationships/slide" Target="slide69.xml"/><Relationship Id="rId18" Type="http://schemas.openxmlformats.org/officeDocument/2006/relationships/slide" Target="slide74.xml"/><Relationship Id="rId26" Type="http://schemas.openxmlformats.org/officeDocument/2006/relationships/slide" Target="slide2.xml"/><Relationship Id="rId3" Type="http://schemas.openxmlformats.org/officeDocument/2006/relationships/slide" Target="slide59.xml"/><Relationship Id="rId21" Type="http://schemas.openxmlformats.org/officeDocument/2006/relationships/slide" Target="slide77.xml"/><Relationship Id="rId7" Type="http://schemas.openxmlformats.org/officeDocument/2006/relationships/slide" Target="slide63.xml"/><Relationship Id="rId12" Type="http://schemas.openxmlformats.org/officeDocument/2006/relationships/slide" Target="slide68.xml"/><Relationship Id="rId17" Type="http://schemas.openxmlformats.org/officeDocument/2006/relationships/slide" Target="slide73.xml"/><Relationship Id="rId25" Type="http://schemas.openxmlformats.org/officeDocument/2006/relationships/image" Target="../media/image1.png"/><Relationship Id="rId2" Type="http://schemas.openxmlformats.org/officeDocument/2006/relationships/slide" Target="slide58.xml"/><Relationship Id="rId16" Type="http://schemas.openxmlformats.org/officeDocument/2006/relationships/slide" Target="slide72.xml"/><Relationship Id="rId20" Type="http://schemas.openxmlformats.org/officeDocument/2006/relationships/slide" Target="slide76.xml"/><Relationship Id="rId29" Type="http://schemas.openxmlformats.org/officeDocument/2006/relationships/slide" Target="slide11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62.xml"/><Relationship Id="rId11" Type="http://schemas.openxmlformats.org/officeDocument/2006/relationships/slide" Target="slide67.xml"/><Relationship Id="rId24" Type="http://schemas.openxmlformats.org/officeDocument/2006/relationships/slide" Target="slide1.xml"/><Relationship Id="rId5" Type="http://schemas.openxmlformats.org/officeDocument/2006/relationships/slide" Target="slide61.xml"/><Relationship Id="rId15" Type="http://schemas.openxmlformats.org/officeDocument/2006/relationships/slide" Target="slide71.xml"/><Relationship Id="rId23" Type="http://schemas.openxmlformats.org/officeDocument/2006/relationships/slide" Target="slide98.xml"/><Relationship Id="rId28" Type="http://schemas.openxmlformats.org/officeDocument/2006/relationships/slide" Target="slide3.xml"/><Relationship Id="rId10" Type="http://schemas.openxmlformats.org/officeDocument/2006/relationships/slide" Target="slide66.xml"/><Relationship Id="rId19" Type="http://schemas.openxmlformats.org/officeDocument/2006/relationships/slide" Target="slide75.xml"/><Relationship Id="rId4" Type="http://schemas.openxmlformats.org/officeDocument/2006/relationships/slide" Target="slide60.xml"/><Relationship Id="rId9" Type="http://schemas.openxmlformats.org/officeDocument/2006/relationships/slide" Target="slide65.xml"/><Relationship Id="rId14" Type="http://schemas.openxmlformats.org/officeDocument/2006/relationships/slide" Target="slide70.xml"/><Relationship Id="rId22" Type="http://schemas.openxmlformats.org/officeDocument/2006/relationships/slide" Target="slide78.xml"/><Relationship Id="rId27" Type="http://schemas.openxmlformats.org/officeDocument/2006/relationships/image" Target="../media/image2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84.xml"/><Relationship Id="rId13" Type="http://schemas.openxmlformats.org/officeDocument/2006/relationships/slide" Target="slide89.xml"/><Relationship Id="rId18" Type="http://schemas.openxmlformats.org/officeDocument/2006/relationships/slide" Target="slide94.xml"/><Relationship Id="rId26" Type="http://schemas.openxmlformats.org/officeDocument/2006/relationships/slide" Target="slide2.xml"/><Relationship Id="rId3" Type="http://schemas.openxmlformats.org/officeDocument/2006/relationships/slide" Target="slide79.xml"/><Relationship Id="rId21" Type="http://schemas.openxmlformats.org/officeDocument/2006/relationships/slide" Target="slide97.xml"/><Relationship Id="rId7" Type="http://schemas.openxmlformats.org/officeDocument/2006/relationships/slide" Target="slide83.xml"/><Relationship Id="rId12" Type="http://schemas.openxmlformats.org/officeDocument/2006/relationships/slide" Target="slide88.xml"/><Relationship Id="rId17" Type="http://schemas.openxmlformats.org/officeDocument/2006/relationships/slide" Target="slide93.xml"/><Relationship Id="rId25" Type="http://schemas.openxmlformats.org/officeDocument/2006/relationships/image" Target="../media/image1.png"/><Relationship Id="rId2" Type="http://schemas.openxmlformats.org/officeDocument/2006/relationships/slide" Target="slide78.xml"/><Relationship Id="rId16" Type="http://schemas.openxmlformats.org/officeDocument/2006/relationships/slide" Target="slide92.xml"/><Relationship Id="rId20" Type="http://schemas.openxmlformats.org/officeDocument/2006/relationships/slide" Target="slide96.xml"/><Relationship Id="rId29" Type="http://schemas.openxmlformats.org/officeDocument/2006/relationships/slide" Target="slide11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82.xml"/><Relationship Id="rId11" Type="http://schemas.openxmlformats.org/officeDocument/2006/relationships/slide" Target="slide87.xml"/><Relationship Id="rId24" Type="http://schemas.openxmlformats.org/officeDocument/2006/relationships/slide" Target="slide1.xml"/><Relationship Id="rId5" Type="http://schemas.openxmlformats.org/officeDocument/2006/relationships/slide" Target="slide81.xml"/><Relationship Id="rId15" Type="http://schemas.openxmlformats.org/officeDocument/2006/relationships/slide" Target="slide91.xml"/><Relationship Id="rId23" Type="http://schemas.openxmlformats.org/officeDocument/2006/relationships/slide" Target="slide98.xml"/><Relationship Id="rId28" Type="http://schemas.openxmlformats.org/officeDocument/2006/relationships/slide" Target="slide3.xml"/><Relationship Id="rId10" Type="http://schemas.openxmlformats.org/officeDocument/2006/relationships/slide" Target="slide86.xml"/><Relationship Id="rId19" Type="http://schemas.openxmlformats.org/officeDocument/2006/relationships/slide" Target="slide95.xml"/><Relationship Id="rId4" Type="http://schemas.openxmlformats.org/officeDocument/2006/relationships/slide" Target="slide80.xml"/><Relationship Id="rId9" Type="http://schemas.openxmlformats.org/officeDocument/2006/relationships/slide" Target="slide85.xml"/><Relationship Id="rId14" Type="http://schemas.openxmlformats.org/officeDocument/2006/relationships/slide" Target="slide90.xml"/><Relationship Id="rId22" Type="http://schemas.openxmlformats.org/officeDocument/2006/relationships/slide" Target="slide58.xml"/><Relationship Id="rId27" Type="http://schemas.openxmlformats.org/officeDocument/2006/relationships/image" Target="../media/image2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104.xml"/><Relationship Id="rId13" Type="http://schemas.openxmlformats.org/officeDocument/2006/relationships/slide" Target="slide78.xml"/><Relationship Id="rId18" Type="http://schemas.openxmlformats.org/officeDocument/2006/relationships/slide" Target="slide112.xml"/><Relationship Id="rId3" Type="http://schemas.openxmlformats.org/officeDocument/2006/relationships/slide" Target="slide99.xml"/><Relationship Id="rId21" Type="http://schemas.openxmlformats.org/officeDocument/2006/relationships/slide" Target="slide2.xml"/><Relationship Id="rId7" Type="http://schemas.openxmlformats.org/officeDocument/2006/relationships/slide" Target="slide103.xml"/><Relationship Id="rId12" Type="http://schemas.openxmlformats.org/officeDocument/2006/relationships/slide" Target="slide58.xml"/><Relationship Id="rId17" Type="http://schemas.openxmlformats.org/officeDocument/2006/relationships/slide" Target="slide111.xml"/><Relationship Id="rId2" Type="http://schemas.openxmlformats.org/officeDocument/2006/relationships/slide" Target="slide98.xml"/><Relationship Id="rId16" Type="http://schemas.openxmlformats.org/officeDocument/2006/relationships/slide" Target="slide110.xml"/><Relationship Id="rId20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02.xml"/><Relationship Id="rId11" Type="http://schemas.openxmlformats.org/officeDocument/2006/relationships/slide" Target="slide107.xml"/><Relationship Id="rId24" Type="http://schemas.openxmlformats.org/officeDocument/2006/relationships/slide" Target="slide113.xml"/><Relationship Id="rId5" Type="http://schemas.openxmlformats.org/officeDocument/2006/relationships/slide" Target="slide101.xml"/><Relationship Id="rId15" Type="http://schemas.openxmlformats.org/officeDocument/2006/relationships/slide" Target="slide109.xml"/><Relationship Id="rId23" Type="http://schemas.openxmlformats.org/officeDocument/2006/relationships/slide" Target="slide3.xml"/><Relationship Id="rId10" Type="http://schemas.openxmlformats.org/officeDocument/2006/relationships/slide" Target="slide106.xml"/><Relationship Id="rId19" Type="http://schemas.openxmlformats.org/officeDocument/2006/relationships/slide" Target="slide1.xml"/><Relationship Id="rId4" Type="http://schemas.openxmlformats.org/officeDocument/2006/relationships/slide" Target="slide100.xml"/><Relationship Id="rId9" Type="http://schemas.openxmlformats.org/officeDocument/2006/relationships/slide" Target="slide105.xml"/><Relationship Id="rId14" Type="http://schemas.openxmlformats.org/officeDocument/2006/relationships/slide" Target="slide108.xml"/><Relationship Id="rId22" Type="http://schemas.openxmlformats.org/officeDocument/2006/relationships/image" Target="../media/image2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120.xml"/><Relationship Id="rId13" Type="http://schemas.openxmlformats.org/officeDocument/2006/relationships/slide" Target="slide125.xml"/><Relationship Id="rId18" Type="http://schemas.openxmlformats.org/officeDocument/2006/relationships/image" Target="../media/image1.png"/><Relationship Id="rId3" Type="http://schemas.openxmlformats.org/officeDocument/2006/relationships/slide" Target="slide115.xml"/><Relationship Id="rId21" Type="http://schemas.openxmlformats.org/officeDocument/2006/relationships/slide" Target="slide3.xml"/><Relationship Id="rId7" Type="http://schemas.openxmlformats.org/officeDocument/2006/relationships/slide" Target="slide119.xml"/><Relationship Id="rId12" Type="http://schemas.openxmlformats.org/officeDocument/2006/relationships/slide" Target="slide124.xml"/><Relationship Id="rId17" Type="http://schemas.openxmlformats.org/officeDocument/2006/relationships/slide" Target="slide1.xml"/><Relationship Id="rId2" Type="http://schemas.openxmlformats.org/officeDocument/2006/relationships/slide" Target="slide114.xml"/><Relationship Id="rId16" Type="http://schemas.openxmlformats.org/officeDocument/2006/relationships/slide" Target="slide128.xml"/><Relationship Id="rId20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.xml"/><Relationship Id="rId11" Type="http://schemas.openxmlformats.org/officeDocument/2006/relationships/slide" Target="slide123.xml"/><Relationship Id="rId5" Type="http://schemas.openxmlformats.org/officeDocument/2006/relationships/slide" Target="slide117.xml"/><Relationship Id="rId15" Type="http://schemas.openxmlformats.org/officeDocument/2006/relationships/slide" Target="slide127.xml"/><Relationship Id="rId23" Type="http://schemas.openxmlformats.org/officeDocument/2006/relationships/slide" Target="slide58.xml"/><Relationship Id="rId10" Type="http://schemas.openxmlformats.org/officeDocument/2006/relationships/slide" Target="slide122.xml"/><Relationship Id="rId19" Type="http://schemas.openxmlformats.org/officeDocument/2006/relationships/slide" Target="slide2.xml"/><Relationship Id="rId4" Type="http://schemas.openxmlformats.org/officeDocument/2006/relationships/slide" Target="slide116.xml"/><Relationship Id="rId9" Type="http://schemas.openxmlformats.org/officeDocument/2006/relationships/slide" Target="slide121.xml"/><Relationship Id="rId14" Type="http://schemas.openxmlformats.org/officeDocument/2006/relationships/slide" Target="slide126.xml"/><Relationship Id="rId22" Type="http://schemas.openxmlformats.org/officeDocument/2006/relationships/slide" Target="slide113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1.png"/><Relationship Id="rId7" Type="http://schemas.openxmlformats.org/officeDocument/2006/relationships/slide" Target="slide113.xml"/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3.jpeg"/><Relationship Id="rId7" Type="http://schemas.openxmlformats.org/officeDocument/2006/relationships/image" Target="../media/image1.png"/><Relationship Id="rId12" Type="http://schemas.openxmlformats.org/officeDocument/2006/relationships/slide" Target="slide58.xml"/><Relationship Id="rId2" Type="http://schemas.openxmlformats.org/officeDocument/2006/relationships/hyperlink" Target="mailto:lools@tenone.biz" TargetMode="External"/><Relationship Id="rId1" Type="http://schemas.openxmlformats.org/officeDocument/2006/relationships/slideLayout" Target="../slideLayouts/slideLayout2.xml"/><Relationship Id="rId6" Type="http://schemas.openxmlformats.org/officeDocument/2006/relationships/slide" Target="slide1.xml"/><Relationship Id="rId11" Type="http://schemas.openxmlformats.org/officeDocument/2006/relationships/slide" Target="slide113.xml"/><Relationship Id="rId5" Type="http://schemas.openxmlformats.org/officeDocument/2006/relationships/image" Target="../media/image4.jpeg"/><Relationship Id="rId10" Type="http://schemas.openxmlformats.org/officeDocument/2006/relationships/slide" Target="slide3.xml"/><Relationship Id="rId4" Type="http://schemas.openxmlformats.org/officeDocument/2006/relationships/hyperlink" Target="https://open.kakao.com/o/sQiLejlc" TargetMode="External"/><Relationship Id="rId9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8" name="직선 연결선 1267">
            <a:extLst>
              <a:ext uri="{FF2B5EF4-FFF2-40B4-BE49-F238E27FC236}">
                <a16:creationId xmlns:a16="http://schemas.microsoft.com/office/drawing/2014/main" id="{2BABCEF6-8171-4B6A-8DD1-4147F674DBE2}"/>
              </a:ext>
            </a:extLst>
          </p:cNvPr>
          <p:cNvCxnSpPr>
            <a:cxnSpLocks/>
          </p:cNvCxnSpPr>
          <p:nvPr/>
        </p:nvCxnSpPr>
        <p:spPr>
          <a:xfrm>
            <a:off x="7640942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0" name="직사각형 599">
            <a:extLst>
              <a:ext uri="{FF2B5EF4-FFF2-40B4-BE49-F238E27FC236}">
                <a16:creationId xmlns:a16="http://schemas.microsoft.com/office/drawing/2014/main" id="{B954C537-A50B-4479-8B99-75BF640BC217}"/>
              </a:ext>
            </a:extLst>
          </p:cNvPr>
          <p:cNvSpPr/>
          <p:nvPr/>
        </p:nvSpPr>
        <p:spPr>
          <a:xfrm>
            <a:off x="0" y="1"/>
            <a:ext cx="7559679" cy="1116012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 dirty="0"/>
          </a:p>
        </p:txBody>
      </p:sp>
      <p:grpSp>
        <p:nvGrpSpPr>
          <p:cNvPr id="601" name="그룹 600">
            <a:extLst>
              <a:ext uri="{FF2B5EF4-FFF2-40B4-BE49-F238E27FC236}">
                <a16:creationId xmlns:a16="http://schemas.microsoft.com/office/drawing/2014/main" id="{640BD04F-7834-402E-80FA-B513C3EB0A5D}"/>
              </a:ext>
            </a:extLst>
          </p:cNvPr>
          <p:cNvGrpSpPr/>
          <p:nvPr/>
        </p:nvGrpSpPr>
        <p:grpSpPr>
          <a:xfrm>
            <a:off x="618066" y="1011640"/>
            <a:ext cx="904309" cy="697763"/>
            <a:chOff x="262239" y="415926"/>
            <a:chExt cx="990601" cy="615782"/>
          </a:xfrm>
        </p:grpSpPr>
        <p:sp>
          <p:nvSpPr>
            <p:cNvPr id="602" name="오른쪽 대괄호 601">
              <a:extLst>
                <a:ext uri="{FF2B5EF4-FFF2-40B4-BE49-F238E27FC236}">
                  <a16:creationId xmlns:a16="http://schemas.microsoft.com/office/drawing/2014/main" id="{064F6BF0-A90D-43A5-A992-A7A902BAD93D}"/>
                </a:ext>
              </a:extLst>
            </p:cNvPr>
            <p:cNvSpPr/>
            <p:nvPr/>
          </p:nvSpPr>
          <p:spPr>
            <a:xfrm rot="5400000">
              <a:off x="714677" y="493546"/>
              <a:ext cx="85725" cy="990600"/>
            </a:xfrm>
            <a:prstGeom prst="rightBracket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sp>
          <p:nvSpPr>
            <p:cNvPr id="603" name="오른쪽 대괄호 602">
              <a:extLst>
                <a:ext uri="{FF2B5EF4-FFF2-40B4-BE49-F238E27FC236}">
                  <a16:creationId xmlns:a16="http://schemas.microsoft.com/office/drawing/2014/main" id="{D526D81D-B10E-4A15-B8A8-4727862E7829}"/>
                </a:ext>
              </a:extLst>
            </p:cNvPr>
            <p:cNvSpPr/>
            <p:nvPr/>
          </p:nvSpPr>
          <p:spPr>
            <a:xfrm rot="16200000">
              <a:off x="714339" y="-36174"/>
              <a:ext cx="86400" cy="990600"/>
            </a:xfrm>
            <a:prstGeom prst="rightBracket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</p:grpSp>
      <p:sp>
        <p:nvSpPr>
          <p:cNvPr id="604" name="TextBox 603">
            <a:extLst>
              <a:ext uri="{FF2B5EF4-FFF2-40B4-BE49-F238E27FC236}">
                <a16:creationId xmlns:a16="http://schemas.microsoft.com/office/drawing/2014/main" id="{D9BC6C36-3BB5-4CF7-88BF-670E6736860F}"/>
              </a:ext>
            </a:extLst>
          </p:cNvPr>
          <p:cNvSpPr txBox="1"/>
          <p:nvPr/>
        </p:nvSpPr>
        <p:spPr>
          <a:xfrm>
            <a:off x="561107" y="1098911"/>
            <a:ext cx="10182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>
                    <a:lumMod val="40000"/>
                    <a:lumOff val="60000"/>
                  </a:schemeClr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2021</a:t>
            </a:r>
            <a:endParaRPr lang="ko-KR" altLang="en-US" sz="2800" b="1" dirty="0">
              <a:solidFill>
                <a:schemeClr val="accent3">
                  <a:lumMod val="40000"/>
                  <a:lumOff val="60000"/>
                </a:schemeClr>
              </a:solidFill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  <p:cxnSp>
        <p:nvCxnSpPr>
          <p:cNvPr id="605" name="직선 연결선 604">
            <a:extLst>
              <a:ext uri="{FF2B5EF4-FFF2-40B4-BE49-F238E27FC236}">
                <a16:creationId xmlns:a16="http://schemas.microsoft.com/office/drawing/2014/main" id="{671A0CB9-B749-4C35-A56C-72959B1D1CBA}"/>
              </a:ext>
            </a:extLst>
          </p:cNvPr>
          <p:cNvCxnSpPr>
            <a:cxnSpLocks/>
          </p:cNvCxnSpPr>
          <p:nvPr/>
        </p:nvCxnSpPr>
        <p:spPr>
          <a:xfrm>
            <a:off x="3824254" y="4122100"/>
            <a:ext cx="328432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6" name="그룹 605">
            <a:extLst>
              <a:ext uri="{FF2B5EF4-FFF2-40B4-BE49-F238E27FC236}">
                <a16:creationId xmlns:a16="http://schemas.microsoft.com/office/drawing/2014/main" id="{6658887A-03EF-4E76-85C6-9E665955FA0F}"/>
              </a:ext>
            </a:extLst>
          </p:cNvPr>
          <p:cNvGrpSpPr/>
          <p:nvPr/>
        </p:nvGrpSpPr>
        <p:grpSpPr>
          <a:xfrm>
            <a:off x="3526402" y="10318542"/>
            <a:ext cx="495715" cy="495715"/>
            <a:chOff x="1449421" y="1721795"/>
            <a:chExt cx="720000" cy="720000"/>
          </a:xfrm>
        </p:grpSpPr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F985BF50-716C-421A-8137-020381470E3B}"/>
                </a:ext>
              </a:extLst>
            </p:cNvPr>
            <p:cNvSpPr/>
            <p:nvPr/>
          </p:nvSpPr>
          <p:spPr>
            <a:xfrm>
              <a:off x="1449421" y="1721795"/>
              <a:ext cx="720000" cy="3600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1687" b="1" dirty="0">
                  <a:latin typeface="나눔고딕 ExtraBold" panose="020D0904000000000000" pitchFamily="50" charset="-127"/>
                  <a:ea typeface="나눔고딕 ExtraBold" panose="020D0904000000000000" pitchFamily="50" charset="-127"/>
                </a:rPr>
                <a:t>TEN</a:t>
              </a:r>
              <a:endParaRPr lang="ko-KR" altLang="en-US" sz="1687" b="1" dirty="0">
                <a:latin typeface="나눔고딕 ExtraBold" panose="020D0904000000000000" pitchFamily="50" charset="-127"/>
                <a:ea typeface="나눔고딕 ExtraBold" panose="020D0904000000000000" pitchFamily="50" charset="-127"/>
              </a:endParaRPr>
            </a:p>
          </p:txBody>
        </p:sp>
        <p:sp>
          <p:nvSpPr>
            <p:cNvPr id="608" name="직사각형 607">
              <a:extLst>
                <a:ext uri="{FF2B5EF4-FFF2-40B4-BE49-F238E27FC236}">
                  <a16:creationId xmlns:a16="http://schemas.microsoft.com/office/drawing/2014/main" id="{702A4DA0-0616-438D-890D-A95196FEC14A}"/>
                </a:ext>
              </a:extLst>
            </p:cNvPr>
            <p:cNvSpPr/>
            <p:nvPr/>
          </p:nvSpPr>
          <p:spPr>
            <a:xfrm>
              <a:off x="1449421" y="2081795"/>
              <a:ext cx="720000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1687" b="1" dirty="0">
                  <a:solidFill>
                    <a:schemeClr val="tx1"/>
                  </a:solidFill>
                  <a:latin typeface="나눔고딕 ExtraBold" panose="020D0904000000000000" pitchFamily="50" charset="-127"/>
                  <a:ea typeface="나눔고딕 ExtraBold" panose="020D0904000000000000" pitchFamily="50" charset="-127"/>
                </a:rPr>
                <a:t>ONE</a:t>
              </a:r>
              <a:endParaRPr lang="ko-KR" altLang="en-US" sz="1687" b="1" dirty="0">
                <a:solidFill>
                  <a:schemeClr val="tx1"/>
                </a:solidFill>
                <a:latin typeface="나눔고딕 ExtraBold" panose="020D0904000000000000" pitchFamily="50" charset="-127"/>
                <a:ea typeface="나눔고딕 ExtraBold" panose="020D0904000000000000" pitchFamily="50" charset="-127"/>
              </a:endParaRPr>
            </a:p>
          </p:txBody>
        </p:sp>
      </p:grpSp>
      <p:sp>
        <p:nvSpPr>
          <p:cNvPr id="609" name="TextBox 608">
            <a:extLst>
              <a:ext uri="{FF2B5EF4-FFF2-40B4-BE49-F238E27FC236}">
                <a16:creationId xmlns:a16="http://schemas.microsoft.com/office/drawing/2014/main" id="{C786B69B-CA81-415A-8415-B7B822568C4C}"/>
              </a:ext>
            </a:extLst>
          </p:cNvPr>
          <p:cNvSpPr txBox="1"/>
          <p:nvPr/>
        </p:nvSpPr>
        <p:spPr>
          <a:xfrm>
            <a:off x="3788808" y="4150499"/>
            <a:ext cx="33788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  <a:latin typeface="NanumGothic"/>
                <a:ea typeface="나눔고딕 ExtraBold" panose="020D0904000000000000"/>
              </a:rPr>
              <a:t>Planner’s Planner</a:t>
            </a:r>
            <a:endParaRPr lang="ko-KR" altLang="en-US" sz="3200" dirty="0">
              <a:solidFill>
                <a:schemeClr val="bg1"/>
              </a:solidFill>
              <a:latin typeface="NanumGothic"/>
              <a:ea typeface="나눔고딕 ExtraBold" panose="020D0904000000000000"/>
            </a:endParaRPr>
          </a:p>
        </p:txBody>
      </p:sp>
      <p:sp>
        <p:nvSpPr>
          <p:cNvPr id="1202" name="액자 1201">
            <a:extLst>
              <a:ext uri="{FF2B5EF4-FFF2-40B4-BE49-F238E27FC236}">
                <a16:creationId xmlns:a16="http://schemas.microsoft.com/office/drawing/2014/main" id="{A9A378A2-7B7D-4AAF-BB29-BE962F36163E}"/>
              </a:ext>
            </a:extLst>
          </p:cNvPr>
          <p:cNvSpPr/>
          <p:nvPr/>
        </p:nvSpPr>
        <p:spPr>
          <a:xfrm>
            <a:off x="15120934" y="-1"/>
            <a:ext cx="7559679" cy="11160125"/>
          </a:xfrm>
          <a:prstGeom prst="frame">
            <a:avLst>
              <a:gd name="adj1" fmla="val 3176"/>
            </a:avLst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1203" name="TextBox 1202">
            <a:extLst>
              <a:ext uri="{FF2B5EF4-FFF2-40B4-BE49-F238E27FC236}">
                <a16:creationId xmlns:a16="http://schemas.microsoft.com/office/drawing/2014/main" id="{2811E072-AFAA-4012-8126-8F0A12A8BCA8}"/>
              </a:ext>
            </a:extLst>
          </p:cNvPr>
          <p:cNvSpPr txBox="1"/>
          <p:nvPr/>
        </p:nvSpPr>
        <p:spPr>
          <a:xfrm>
            <a:off x="16687731" y="1368482"/>
            <a:ext cx="442608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4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Planner’s Planner</a:t>
            </a:r>
            <a:endParaRPr lang="ko-KR" altLang="en-US" sz="4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DF022A19-7D06-47EA-A3F2-07EED2487015}"/>
              </a:ext>
            </a:extLst>
          </p:cNvPr>
          <p:cNvSpPr txBox="1"/>
          <p:nvPr/>
        </p:nvSpPr>
        <p:spPr>
          <a:xfrm>
            <a:off x="17028306" y="5084985"/>
            <a:ext cx="374493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당신은 </a:t>
            </a:r>
            <a:r>
              <a:rPr lang="ko-KR" altLang="en-US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스케쥴러인가</a:t>
            </a:r>
            <a:r>
              <a:rPr lang="en-US" altLang="ko-KR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, </a:t>
            </a:r>
            <a:r>
              <a:rPr lang="ko-KR" altLang="en-US" b="1" dirty="0" err="1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플래너인가</a:t>
            </a:r>
            <a:r>
              <a:rPr lang="en-US" altLang="ko-KR" b="1" dirty="0">
                <a:solidFill>
                  <a:schemeClr val="bg2">
                    <a:lumMod val="50000"/>
                  </a:schemeClr>
                </a:solidFill>
                <a:latin typeface="나눔손글씨 펜" panose="03040600000000000000"/>
                <a:ea typeface="나눔손글씨 펜" panose="03040600000000000000"/>
              </a:rPr>
              <a:t>?</a:t>
            </a:r>
          </a:p>
          <a:p>
            <a:pPr algn="ctr"/>
            <a:endParaRPr lang="en-US" altLang="ko-KR" sz="1200" i="1" dirty="0">
              <a:solidFill>
                <a:schemeClr val="bg2">
                  <a:lumMod val="50000"/>
                </a:schemeClr>
              </a:solidFill>
              <a:latin typeface="나눔손글씨 펜"/>
              <a:ea typeface="나눔고딕" panose="020D0604000000000000" pitchFamily="50" charset="-127"/>
            </a:endParaRPr>
          </a:p>
          <a:p>
            <a:pPr algn="ctr"/>
            <a:r>
              <a:rPr lang="en-US" altLang="ko-KR" sz="1200" i="1" dirty="0">
                <a:solidFill>
                  <a:schemeClr val="bg2">
                    <a:lumMod val="50000"/>
                  </a:schemeClr>
                </a:solidFill>
                <a:latin typeface="나눔손글씨 펜"/>
                <a:ea typeface="나눔고딕" panose="020D0604000000000000" pitchFamily="50" charset="-127"/>
              </a:rPr>
              <a:t>Are you Scheduler or Planner?</a:t>
            </a:r>
          </a:p>
        </p:txBody>
      </p:sp>
      <p:sp>
        <p:nvSpPr>
          <p:cNvPr id="1205" name="TextBox 1204">
            <a:extLst>
              <a:ext uri="{FF2B5EF4-FFF2-40B4-BE49-F238E27FC236}">
                <a16:creationId xmlns:a16="http://schemas.microsoft.com/office/drawing/2014/main" id="{A6014438-7A13-43C3-967D-6C69B05ED456}"/>
              </a:ext>
            </a:extLst>
          </p:cNvPr>
          <p:cNvSpPr txBox="1"/>
          <p:nvPr/>
        </p:nvSpPr>
        <p:spPr>
          <a:xfrm>
            <a:off x="17783521" y="6301273"/>
            <a:ext cx="2234504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dist"/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기획자는 일이 되게 하는 사람이다</a:t>
            </a:r>
            <a:endParaRPr lang="ko-KR" altLang="en-US" sz="1000" dirty="0">
              <a:solidFill>
                <a:schemeClr val="bg2">
                  <a:lumMod val="50000"/>
                </a:schemeClr>
              </a:solidFill>
              <a:ea typeface="나눔고딕" panose="020D0604000000000000" pitchFamily="50" charset="-127"/>
            </a:endParaRPr>
          </a:p>
          <a:p>
            <a:pPr algn="dist"/>
            <a:endParaRPr lang="en-US" altLang="ko-KR" sz="1000" b="1" dirty="0">
              <a:solidFill>
                <a:schemeClr val="bg2">
                  <a:lumMod val="50000"/>
                </a:schemeClr>
              </a:solidFill>
              <a:ea typeface="나눔고딕" panose="020D0604000000000000" pitchFamily="50" charset="-127"/>
            </a:endParaRPr>
          </a:p>
          <a:p>
            <a:pPr algn="dist"/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목표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를 정하고 </a:t>
            </a:r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계획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하고 </a:t>
            </a:r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운영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하라</a:t>
            </a:r>
            <a:endParaRPr lang="en-US" altLang="ko-KR" sz="1000" dirty="0">
              <a:solidFill>
                <a:schemeClr val="bg2">
                  <a:lumMod val="50000"/>
                </a:schemeClr>
              </a:solidFill>
              <a:ea typeface="나눔고딕" panose="020D0604000000000000" pitchFamily="50" charset="-127"/>
            </a:endParaRPr>
          </a:p>
          <a:p>
            <a:pPr algn="dist"/>
            <a:endParaRPr lang="en-US" altLang="ko-KR" sz="1000" dirty="0">
              <a:solidFill>
                <a:schemeClr val="bg2">
                  <a:lumMod val="50000"/>
                </a:schemeClr>
              </a:solidFill>
              <a:ea typeface="나눔고딕" panose="020D0604000000000000" pitchFamily="50" charset="-127"/>
            </a:endParaRPr>
          </a:p>
          <a:p>
            <a:pPr algn="dist"/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지속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적인 보완으로 </a:t>
            </a:r>
            <a:r>
              <a:rPr lang="ko-KR" altLang="en-US" sz="10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완성도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를 높여라</a:t>
            </a:r>
            <a:endParaRPr lang="en-US" altLang="ko-KR" sz="1000" dirty="0">
              <a:solidFill>
                <a:schemeClr val="bg2">
                  <a:lumMod val="50000"/>
                </a:schemeClr>
              </a:solidFill>
              <a:ea typeface="나눔고딕" panose="020D0604000000000000" pitchFamily="50" charset="-127"/>
            </a:endParaRPr>
          </a:p>
        </p:txBody>
      </p:sp>
      <p:sp>
        <p:nvSpPr>
          <p:cNvPr id="1206" name="TextBox 1205">
            <a:extLst>
              <a:ext uri="{FF2B5EF4-FFF2-40B4-BE49-F238E27FC236}">
                <a16:creationId xmlns:a16="http://schemas.microsoft.com/office/drawing/2014/main" id="{08A27921-C48E-4001-9034-1ED4BDDD4F12}"/>
              </a:ext>
            </a:extLst>
          </p:cNvPr>
          <p:cNvSpPr txBox="1"/>
          <p:nvPr/>
        </p:nvSpPr>
        <p:spPr>
          <a:xfrm>
            <a:off x="16312025" y="1011639"/>
            <a:ext cx="129736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9647DF0C-AB34-4589-B608-EE3F24760D62}"/>
              </a:ext>
            </a:extLst>
          </p:cNvPr>
          <p:cNvSpPr txBox="1"/>
          <p:nvPr/>
        </p:nvSpPr>
        <p:spPr>
          <a:xfrm>
            <a:off x="17011251" y="7749891"/>
            <a:ext cx="377904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2">
                    <a:lumMod val="50000"/>
                  </a:schemeClr>
                </a:solidFill>
                <a:ea typeface="나눔고딕" panose="020D0604000000000000" pitchFamily="50" charset="-127"/>
              </a:rPr>
              <a:t>다음 목표는 더 높은 곳에 놓일 것이다</a:t>
            </a:r>
          </a:p>
        </p:txBody>
      </p:sp>
      <p:sp>
        <p:nvSpPr>
          <p:cNvPr id="1226" name="TextBox 1225">
            <a:extLst>
              <a:ext uri="{FF2B5EF4-FFF2-40B4-BE49-F238E27FC236}">
                <a16:creationId xmlns:a16="http://schemas.microsoft.com/office/drawing/2014/main" id="{9250A90B-AA8A-4B75-8E96-8AB084D9E02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pic>
        <p:nvPicPr>
          <p:cNvPr id="1239" name="그림 1238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767F005-3953-44E2-B4E6-41EFF62A76F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7761714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247" name="TextBox 1246">
            <a:extLst>
              <a:ext uri="{FF2B5EF4-FFF2-40B4-BE49-F238E27FC236}">
                <a16:creationId xmlns:a16="http://schemas.microsoft.com/office/drawing/2014/main" id="{C6C6D70D-29DC-4FE4-ADCA-3B1B63D936F7}"/>
              </a:ext>
            </a:extLst>
          </p:cNvPr>
          <p:cNvSpPr txBox="1"/>
          <p:nvPr/>
        </p:nvSpPr>
        <p:spPr>
          <a:xfrm>
            <a:off x="7830447" y="364061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238" name="그림 123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4066CA2-47A7-46A7-8055-D664E6631F4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8283614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248" name="TextBox 1247">
            <a:extLst>
              <a:ext uri="{FF2B5EF4-FFF2-40B4-BE49-F238E27FC236}">
                <a16:creationId xmlns:a16="http://schemas.microsoft.com/office/drawing/2014/main" id="{E8B10343-ED38-49D9-97CA-9468B543AF62}"/>
              </a:ext>
            </a:extLst>
          </p:cNvPr>
          <p:cNvSpPr txBox="1"/>
          <p:nvPr/>
        </p:nvSpPr>
        <p:spPr>
          <a:xfrm>
            <a:off x="8349094" y="364061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40" name="직사각형 123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3FC70EB-5222-4A30-B94F-507C9A4182C8}"/>
              </a:ext>
            </a:extLst>
          </p:cNvPr>
          <p:cNvSpPr/>
          <p:nvPr/>
        </p:nvSpPr>
        <p:spPr>
          <a:xfrm>
            <a:off x="8805514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49" name="TextBox 1248">
            <a:extLst>
              <a:ext uri="{FF2B5EF4-FFF2-40B4-BE49-F238E27FC236}">
                <a16:creationId xmlns:a16="http://schemas.microsoft.com/office/drawing/2014/main" id="{63DC48BE-44E0-414C-A3FA-857469A5652A}"/>
              </a:ext>
            </a:extLst>
          </p:cNvPr>
          <p:cNvSpPr txBox="1"/>
          <p:nvPr/>
        </p:nvSpPr>
        <p:spPr>
          <a:xfrm>
            <a:off x="8870993" y="364061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37" name="직사각형 1236">
            <a:hlinkClick r:id="rId7" action="ppaction://hlinksldjump"/>
            <a:extLst>
              <a:ext uri="{FF2B5EF4-FFF2-40B4-BE49-F238E27FC236}">
                <a16:creationId xmlns:a16="http://schemas.microsoft.com/office/drawing/2014/main" id="{DF19F161-CC6A-4E64-861E-E928CC477F06}"/>
              </a:ext>
            </a:extLst>
          </p:cNvPr>
          <p:cNvSpPr/>
          <p:nvPr/>
        </p:nvSpPr>
        <p:spPr>
          <a:xfrm>
            <a:off x="9849312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0" name="TextBox 1249">
            <a:extLst>
              <a:ext uri="{FF2B5EF4-FFF2-40B4-BE49-F238E27FC236}">
                <a16:creationId xmlns:a16="http://schemas.microsoft.com/office/drawing/2014/main" id="{B6FAF400-E8CE-4F31-894C-4F8F1E0F6401}"/>
              </a:ext>
            </a:extLst>
          </p:cNvPr>
          <p:cNvSpPr txBox="1"/>
          <p:nvPr/>
        </p:nvSpPr>
        <p:spPr>
          <a:xfrm>
            <a:off x="9857084" y="364061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51" name="직사각형 12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38EAC29-C2D3-4637-A428-145BC76ED141}"/>
              </a:ext>
            </a:extLst>
          </p:cNvPr>
          <p:cNvSpPr/>
          <p:nvPr/>
        </p:nvSpPr>
        <p:spPr>
          <a:xfrm>
            <a:off x="9327414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2" name="TextBox 1251">
            <a:extLst>
              <a:ext uri="{FF2B5EF4-FFF2-40B4-BE49-F238E27FC236}">
                <a16:creationId xmlns:a16="http://schemas.microsoft.com/office/drawing/2014/main" id="{78C64F44-806D-480E-8C1B-7C6138E048AF}"/>
              </a:ext>
            </a:extLst>
          </p:cNvPr>
          <p:cNvSpPr txBox="1"/>
          <p:nvPr/>
        </p:nvSpPr>
        <p:spPr>
          <a:xfrm>
            <a:off x="9392892" y="364061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FF2EFA3-6811-47D2-84EB-07C7D34C6BCA}"/>
              </a:ext>
            </a:extLst>
          </p:cNvPr>
          <p:cNvSpPr/>
          <p:nvPr/>
        </p:nvSpPr>
        <p:spPr>
          <a:xfrm>
            <a:off x="9508955" y="531595"/>
            <a:ext cx="360506" cy="117781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4BBA754-71D6-4FB5-A6E9-B1C742593211}"/>
              </a:ext>
            </a:extLst>
          </p:cNvPr>
          <p:cNvSpPr txBox="1"/>
          <p:nvPr/>
        </p:nvSpPr>
        <p:spPr>
          <a:xfrm>
            <a:off x="8413626" y="2338268"/>
            <a:ext cx="8735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Weekly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C1B427-A340-4682-85C8-739ABB7EF5E3}"/>
              </a:ext>
            </a:extLst>
          </p:cNvPr>
          <p:cNvSpPr/>
          <p:nvPr/>
        </p:nvSpPr>
        <p:spPr>
          <a:xfrm>
            <a:off x="12852994" y="9479078"/>
            <a:ext cx="360506" cy="117781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456E86D-9041-4A3B-80D0-96B9C0F5555E}"/>
              </a:ext>
            </a:extLst>
          </p:cNvPr>
          <p:cNvSpPr txBox="1"/>
          <p:nvPr/>
        </p:nvSpPr>
        <p:spPr>
          <a:xfrm>
            <a:off x="11376025" y="2434017"/>
            <a:ext cx="9087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January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692E6BB-08AA-4B46-8D5F-3DF5D047CC4D}"/>
              </a:ext>
            </a:extLst>
          </p:cNvPr>
          <p:cNvSpPr txBox="1"/>
          <p:nvPr/>
        </p:nvSpPr>
        <p:spPr>
          <a:xfrm>
            <a:off x="9462431" y="2338268"/>
            <a:ext cx="301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F68FFC7-BC3F-49D7-8A34-5201E5383C23}"/>
              </a:ext>
            </a:extLst>
          </p:cNvPr>
          <p:cNvSpPr txBox="1"/>
          <p:nvPr/>
        </p:nvSpPr>
        <p:spPr>
          <a:xfrm>
            <a:off x="8213443" y="1858438"/>
            <a:ext cx="10736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Objective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C2DB300-9F65-4415-B02F-71FCFE8CBB1B}"/>
              </a:ext>
            </a:extLst>
          </p:cNvPr>
          <p:cNvSpPr txBox="1"/>
          <p:nvPr/>
        </p:nvSpPr>
        <p:spPr>
          <a:xfrm>
            <a:off x="11376025" y="1954187"/>
            <a:ext cx="9087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January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FDFBF7D-A533-4CF4-BD93-4FF0EF2BEEAA}"/>
              </a:ext>
            </a:extLst>
          </p:cNvPr>
          <p:cNvSpPr txBox="1"/>
          <p:nvPr/>
        </p:nvSpPr>
        <p:spPr>
          <a:xfrm>
            <a:off x="9462431" y="1858438"/>
            <a:ext cx="301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3D31919-70B9-4B18-8391-6690EA16CADA}"/>
              </a:ext>
            </a:extLst>
          </p:cNvPr>
          <p:cNvSpPr txBox="1"/>
          <p:nvPr/>
        </p:nvSpPr>
        <p:spPr>
          <a:xfrm>
            <a:off x="8641702" y="4830008"/>
            <a:ext cx="6454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Note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A538F7B-A7EF-49CE-B175-77154E181800}"/>
              </a:ext>
            </a:extLst>
          </p:cNvPr>
          <p:cNvSpPr txBox="1"/>
          <p:nvPr/>
        </p:nvSpPr>
        <p:spPr>
          <a:xfrm>
            <a:off x="8449277" y="6422588"/>
            <a:ext cx="8378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Canvas</a:t>
            </a:r>
            <a:endParaRPr lang="ko-KR" altLang="en-US" dirty="0">
              <a:ea typeface="NanumGothic" panose="020D0604000000000000"/>
            </a:endParaRPr>
          </a:p>
        </p:txBody>
      </p:sp>
    </p:spTree>
    <p:extLst>
      <p:ext uri="{BB962C8B-B14F-4D97-AF65-F5344CB8AC3E}">
        <p14:creationId xmlns:p14="http://schemas.microsoft.com/office/powerpoint/2010/main" val="4914400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ECF1B73-C8BA-49AD-9C91-A88E2576B33D}"/>
              </a:ext>
            </a:extLst>
          </p:cNvPr>
          <p:cNvSpPr txBox="1"/>
          <p:nvPr/>
        </p:nvSpPr>
        <p:spPr>
          <a:xfrm>
            <a:off x="3133250" y="543821"/>
            <a:ext cx="1329887" cy="6583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36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2021</a:t>
            </a:r>
            <a:endParaRPr lang="ko-KR" altLang="en-US" sz="36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2E69BE-174D-45FA-9C3E-297A38BD7458}"/>
              </a:ext>
            </a:extLst>
          </p:cNvPr>
          <p:cNvSpPr txBox="1"/>
          <p:nvPr/>
        </p:nvSpPr>
        <p:spPr>
          <a:xfrm>
            <a:off x="248828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E9F7B04-2336-4935-A43E-EFA8B731B204}"/>
              </a:ext>
            </a:extLst>
          </p:cNvPr>
          <p:cNvSpPr txBox="1"/>
          <p:nvPr/>
        </p:nvSpPr>
        <p:spPr>
          <a:xfrm>
            <a:off x="498088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5C24DB9-AC03-4CFE-A5AA-18FFB94F2C13}"/>
              </a:ext>
            </a:extLst>
          </p:cNvPr>
          <p:cNvSpPr txBox="1"/>
          <p:nvPr/>
        </p:nvSpPr>
        <p:spPr>
          <a:xfrm>
            <a:off x="747350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A23B83-5D98-47F9-A2E4-EEA25266641F}"/>
              </a:ext>
            </a:extLst>
          </p:cNvPr>
          <p:cNvSpPr txBox="1"/>
          <p:nvPr/>
        </p:nvSpPr>
        <p:spPr>
          <a:xfrm>
            <a:off x="996610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02CD254-3F93-47F9-BA1F-397751C073C8}"/>
              </a:ext>
            </a:extLst>
          </p:cNvPr>
          <p:cNvSpPr txBox="1"/>
          <p:nvPr/>
        </p:nvSpPr>
        <p:spPr>
          <a:xfrm>
            <a:off x="1245873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135A335-9C23-4FA6-AAEC-353D862C0F1A}"/>
              </a:ext>
            </a:extLst>
          </p:cNvPr>
          <p:cNvSpPr txBox="1"/>
          <p:nvPr/>
        </p:nvSpPr>
        <p:spPr>
          <a:xfrm>
            <a:off x="1495132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F645136-6B6F-4A38-B07B-302194DBCA71}"/>
              </a:ext>
            </a:extLst>
          </p:cNvPr>
          <p:cNvSpPr txBox="1"/>
          <p:nvPr/>
        </p:nvSpPr>
        <p:spPr>
          <a:xfrm>
            <a:off x="1744392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58C432F-857D-4D94-9BDE-57749CACC55A}"/>
              </a:ext>
            </a:extLst>
          </p:cNvPr>
          <p:cNvSpPr txBox="1"/>
          <p:nvPr/>
        </p:nvSpPr>
        <p:spPr>
          <a:xfrm>
            <a:off x="248828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DAD730A-DF74-42BF-A7D3-A61063B55A48}"/>
              </a:ext>
            </a:extLst>
          </p:cNvPr>
          <p:cNvSpPr txBox="1"/>
          <p:nvPr/>
        </p:nvSpPr>
        <p:spPr>
          <a:xfrm>
            <a:off x="498088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23E23E7-7900-4908-9974-3356D8BC9E15}"/>
              </a:ext>
            </a:extLst>
          </p:cNvPr>
          <p:cNvSpPr txBox="1"/>
          <p:nvPr/>
        </p:nvSpPr>
        <p:spPr>
          <a:xfrm>
            <a:off x="747350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8E67A7B-4B36-466C-82F3-77F42B8AF39E}"/>
              </a:ext>
            </a:extLst>
          </p:cNvPr>
          <p:cNvSpPr txBox="1"/>
          <p:nvPr/>
        </p:nvSpPr>
        <p:spPr>
          <a:xfrm>
            <a:off x="996610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1E4B42D-7ABC-470A-9E1E-20F513B46A53}"/>
              </a:ext>
            </a:extLst>
          </p:cNvPr>
          <p:cNvSpPr txBox="1"/>
          <p:nvPr/>
        </p:nvSpPr>
        <p:spPr>
          <a:xfrm>
            <a:off x="1245873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FD290C-373A-4879-BF99-02C746AC4EAA}"/>
              </a:ext>
            </a:extLst>
          </p:cNvPr>
          <p:cNvSpPr txBox="1"/>
          <p:nvPr/>
        </p:nvSpPr>
        <p:spPr>
          <a:xfrm>
            <a:off x="1495132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31A20CE-34AC-438D-9378-957DC99ECA2D}"/>
              </a:ext>
            </a:extLst>
          </p:cNvPr>
          <p:cNvSpPr txBox="1"/>
          <p:nvPr/>
        </p:nvSpPr>
        <p:spPr>
          <a:xfrm>
            <a:off x="1744392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3D00C07-92DD-4892-828A-64F656D2445C}"/>
              </a:ext>
            </a:extLst>
          </p:cNvPr>
          <p:cNvSpPr txBox="1"/>
          <p:nvPr/>
        </p:nvSpPr>
        <p:spPr>
          <a:xfrm>
            <a:off x="248828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7AC86EA-2831-41A1-9CC2-1A37E705F9A8}"/>
              </a:ext>
            </a:extLst>
          </p:cNvPr>
          <p:cNvSpPr txBox="1"/>
          <p:nvPr/>
        </p:nvSpPr>
        <p:spPr>
          <a:xfrm>
            <a:off x="498088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5E00589-B413-4670-B795-BCBD63F67913}"/>
              </a:ext>
            </a:extLst>
          </p:cNvPr>
          <p:cNvSpPr txBox="1"/>
          <p:nvPr/>
        </p:nvSpPr>
        <p:spPr>
          <a:xfrm>
            <a:off x="747350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0ACCEFB-A3D8-48B6-8E1E-469A08AE5FDA}"/>
              </a:ext>
            </a:extLst>
          </p:cNvPr>
          <p:cNvSpPr txBox="1"/>
          <p:nvPr/>
        </p:nvSpPr>
        <p:spPr>
          <a:xfrm>
            <a:off x="996610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6448088-F888-415F-8DBC-97DCB37BA662}"/>
              </a:ext>
            </a:extLst>
          </p:cNvPr>
          <p:cNvSpPr txBox="1"/>
          <p:nvPr/>
        </p:nvSpPr>
        <p:spPr>
          <a:xfrm>
            <a:off x="1245873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F82AE2D-5D06-408A-9628-D3127AD400E0}"/>
              </a:ext>
            </a:extLst>
          </p:cNvPr>
          <p:cNvSpPr txBox="1"/>
          <p:nvPr/>
        </p:nvSpPr>
        <p:spPr>
          <a:xfrm>
            <a:off x="1495132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42ED702-0E96-4F7C-9F07-FAD463E78DCA}"/>
              </a:ext>
            </a:extLst>
          </p:cNvPr>
          <p:cNvSpPr txBox="1"/>
          <p:nvPr/>
        </p:nvSpPr>
        <p:spPr>
          <a:xfrm>
            <a:off x="1744392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F677665-537D-4240-A30E-8A788F303044}"/>
              </a:ext>
            </a:extLst>
          </p:cNvPr>
          <p:cNvSpPr txBox="1"/>
          <p:nvPr/>
        </p:nvSpPr>
        <p:spPr>
          <a:xfrm>
            <a:off x="248828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A75CF82-F551-4EE9-AC59-60CBBD0DE73A}"/>
              </a:ext>
            </a:extLst>
          </p:cNvPr>
          <p:cNvSpPr txBox="1"/>
          <p:nvPr/>
        </p:nvSpPr>
        <p:spPr>
          <a:xfrm>
            <a:off x="498088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997873A-2516-4D20-ADF5-FEF13BB55A7A}"/>
              </a:ext>
            </a:extLst>
          </p:cNvPr>
          <p:cNvSpPr txBox="1"/>
          <p:nvPr/>
        </p:nvSpPr>
        <p:spPr>
          <a:xfrm>
            <a:off x="747350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2936BC2-8321-48BA-943B-8EF655BF9630}"/>
              </a:ext>
            </a:extLst>
          </p:cNvPr>
          <p:cNvSpPr txBox="1"/>
          <p:nvPr/>
        </p:nvSpPr>
        <p:spPr>
          <a:xfrm>
            <a:off x="996610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8C3864C-FAA1-4E9F-99AE-EE2F78082563}"/>
              </a:ext>
            </a:extLst>
          </p:cNvPr>
          <p:cNvSpPr txBox="1"/>
          <p:nvPr/>
        </p:nvSpPr>
        <p:spPr>
          <a:xfrm>
            <a:off x="1245873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EB7B335-DAC1-4587-A2AB-A39734FE7F83}"/>
              </a:ext>
            </a:extLst>
          </p:cNvPr>
          <p:cNvSpPr txBox="1"/>
          <p:nvPr/>
        </p:nvSpPr>
        <p:spPr>
          <a:xfrm>
            <a:off x="1495132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7669F38-5C7F-498A-AD75-D9DF18AB838E}"/>
              </a:ext>
            </a:extLst>
          </p:cNvPr>
          <p:cNvSpPr txBox="1"/>
          <p:nvPr/>
        </p:nvSpPr>
        <p:spPr>
          <a:xfrm>
            <a:off x="1744392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FCB9715-CB1D-489A-8BAD-9706A77CC32C}"/>
              </a:ext>
            </a:extLst>
          </p:cNvPr>
          <p:cNvSpPr txBox="1"/>
          <p:nvPr/>
        </p:nvSpPr>
        <p:spPr>
          <a:xfrm>
            <a:off x="248828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12FBE43-1017-49E5-8915-EE6E77B719CE}"/>
              </a:ext>
            </a:extLst>
          </p:cNvPr>
          <p:cNvSpPr txBox="1"/>
          <p:nvPr/>
        </p:nvSpPr>
        <p:spPr>
          <a:xfrm>
            <a:off x="498088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1DA3DD5-B10F-42D9-8CD6-94F91C305BA9}"/>
              </a:ext>
            </a:extLst>
          </p:cNvPr>
          <p:cNvSpPr txBox="1"/>
          <p:nvPr/>
        </p:nvSpPr>
        <p:spPr>
          <a:xfrm>
            <a:off x="747350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BF51A87-4BDC-4784-9AF9-F0C81B9847D6}"/>
              </a:ext>
            </a:extLst>
          </p:cNvPr>
          <p:cNvSpPr txBox="1"/>
          <p:nvPr/>
        </p:nvSpPr>
        <p:spPr>
          <a:xfrm>
            <a:off x="996610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758C1B8-BD7F-4BCB-9812-5FF0B08B0C54}"/>
              </a:ext>
            </a:extLst>
          </p:cNvPr>
          <p:cNvSpPr txBox="1"/>
          <p:nvPr/>
        </p:nvSpPr>
        <p:spPr>
          <a:xfrm>
            <a:off x="1245873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09BE63D-CF97-4201-B09C-CD6C36F250C2}"/>
              </a:ext>
            </a:extLst>
          </p:cNvPr>
          <p:cNvSpPr txBox="1"/>
          <p:nvPr/>
        </p:nvSpPr>
        <p:spPr>
          <a:xfrm>
            <a:off x="1495132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F22168C-A922-4632-8769-EE2F23142B9B}"/>
              </a:ext>
            </a:extLst>
          </p:cNvPr>
          <p:cNvSpPr txBox="1"/>
          <p:nvPr/>
        </p:nvSpPr>
        <p:spPr>
          <a:xfrm>
            <a:off x="1744392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112D062-CE1D-4BBF-B954-037DF4E55847}"/>
              </a:ext>
            </a:extLst>
          </p:cNvPr>
          <p:cNvSpPr txBox="1"/>
          <p:nvPr/>
        </p:nvSpPr>
        <p:spPr>
          <a:xfrm>
            <a:off x="248828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0DD2176-51EC-455F-851E-7925E3ADA401}"/>
              </a:ext>
            </a:extLst>
          </p:cNvPr>
          <p:cNvSpPr txBox="1"/>
          <p:nvPr/>
        </p:nvSpPr>
        <p:spPr>
          <a:xfrm>
            <a:off x="498088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254802E-4344-44BD-88D2-0358910988CB}"/>
              </a:ext>
            </a:extLst>
          </p:cNvPr>
          <p:cNvSpPr txBox="1"/>
          <p:nvPr/>
        </p:nvSpPr>
        <p:spPr>
          <a:xfrm>
            <a:off x="747350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5EBFD52-27A3-4E13-B947-C48FF064AE92}"/>
              </a:ext>
            </a:extLst>
          </p:cNvPr>
          <p:cNvSpPr txBox="1"/>
          <p:nvPr/>
        </p:nvSpPr>
        <p:spPr>
          <a:xfrm>
            <a:off x="996610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0ED0549-46C1-4D3D-AC77-2C0C6DDDA902}"/>
              </a:ext>
            </a:extLst>
          </p:cNvPr>
          <p:cNvSpPr txBox="1"/>
          <p:nvPr/>
        </p:nvSpPr>
        <p:spPr>
          <a:xfrm>
            <a:off x="1245873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4B1F42E-0E63-41F5-BF06-5C10B42085F8}"/>
              </a:ext>
            </a:extLst>
          </p:cNvPr>
          <p:cNvSpPr txBox="1"/>
          <p:nvPr/>
        </p:nvSpPr>
        <p:spPr>
          <a:xfrm>
            <a:off x="1495132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356802E-B653-496C-9B42-0499EB614C61}"/>
              </a:ext>
            </a:extLst>
          </p:cNvPr>
          <p:cNvSpPr txBox="1"/>
          <p:nvPr/>
        </p:nvSpPr>
        <p:spPr>
          <a:xfrm>
            <a:off x="1744392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8A6E359-C368-41F0-A133-DF3CAF49BDF6}"/>
              </a:ext>
            </a:extLst>
          </p:cNvPr>
          <p:cNvSpPr txBox="1"/>
          <p:nvPr/>
        </p:nvSpPr>
        <p:spPr>
          <a:xfrm>
            <a:off x="538504" y="1344345"/>
            <a:ext cx="1130675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January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1875554-007D-409C-B52D-AE73CDB3C3A7}"/>
              </a:ext>
            </a:extLst>
          </p:cNvPr>
          <p:cNvSpPr txBox="1"/>
          <p:nvPr/>
        </p:nvSpPr>
        <p:spPr>
          <a:xfrm>
            <a:off x="2732133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4F37F99-4A20-46A4-AF1B-49CE6291CCDE}"/>
              </a:ext>
            </a:extLst>
          </p:cNvPr>
          <p:cNvSpPr txBox="1"/>
          <p:nvPr/>
        </p:nvSpPr>
        <p:spPr>
          <a:xfrm>
            <a:off x="2981393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7921945-5AF9-4760-8A9B-FA482D95FB19}"/>
              </a:ext>
            </a:extLst>
          </p:cNvPr>
          <p:cNvSpPr txBox="1"/>
          <p:nvPr/>
        </p:nvSpPr>
        <p:spPr>
          <a:xfrm>
            <a:off x="3230655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DDF6EF9-B9E2-4774-A63C-875291B43F3C}"/>
              </a:ext>
            </a:extLst>
          </p:cNvPr>
          <p:cNvSpPr txBox="1"/>
          <p:nvPr/>
        </p:nvSpPr>
        <p:spPr>
          <a:xfrm>
            <a:off x="3479915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F700AA9-57E4-466A-8617-C36BC0AB1668}"/>
              </a:ext>
            </a:extLst>
          </p:cNvPr>
          <p:cNvSpPr txBox="1"/>
          <p:nvPr/>
        </p:nvSpPr>
        <p:spPr>
          <a:xfrm>
            <a:off x="3729175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8A3F6DC0-8A3C-47DB-AAB3-C9020B4350B9}"/>
              </a:ext>
            </a:extLst>
          </p:cNvPr>
          <p:cNvSpPr txBox="1"/>
          <p:nvPr/>
        </p:nvSpPr>
        <p:spPr>
          <a:xfrm>
            <a:off x="3978438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6163135-C3F7-4784-85A0-E0B5E74680D1}"/>
              </a:ext>
            </a:extLst>
          </p:cNvPr>
          <p:cNvSpPr txBox="1"/>
          <p:nvPr/>
        </p:nvSpPr>
        <p:spPr>
          <a:xfrm>
            <a:off x="4227697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01559AD-8EFD-47C9-8953-0CE67D879AE7}"/>
              </a:ext>
            </a:extLst>
          </p:cNvPr>
          <p:cNvSpPr txBox="1"/>
          <p:nvPr/>
        </p:nvSpPr>
        <p:spPr>
          <a:xfrm>
            <a:off x="2732133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698E577-31F9-455C-B279-62F4B9D8DD68}"/>
              </a:ext>
            </a:extLst>
          </p:cNvPr>
          <p:cNvSpPr txBox="1"/>
          <p:nvPr/>
        </p:nvSpPr>
        <p:spPr>
          <a:xfrm>
            <a:off x="2981393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A1532C3-60E8-435C-87C5-4EC97F1D7A27}"/>
              </a:ext>
            </a:extLst>
          </p:cNvPr>
          <p:cNvSpPr txBox="1"/>
          <p:nvPr/>
        </p:nvSpPr>
        <p:spPr>
          <a:xfrm>
            <a:off x="3230655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3665B1E-2D4D-4913-879F-A9A3C16E3302}"/>
              </a:ext>
            </a:extLst>
          </p:cNvPr>
          <p:cNvSpPr txBox="1"/>
          <p:nvPr/>
        </p:nvSpPr>
        <p:spPr>
          <a:xfrm>
            <a:off x="3479915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A6C817F-6141-4AA5-9C5C-271145A60218}"/>
              </a:ext>
            </a:extLst>
          </p:cNvPr>
          <p:cNvSpPr txBox="1"/>
          <p:nvPr/>
        </p:nvSpPr>
        <p:spPr>
          <a:xfrm>
            <a:off x="3729175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A6CE4B0-2C51-44F0-A282-FC8C597F48F9}"/>
              </a:ext>
            </a:extLst>
          </p:cNvPr>
          <p:cNvSpPr txBox="1"/>
          <p:nvPr/>
        </p:nvSpPr>
        <p:spPr>
          <a:xfrm>
            <a:off x="3978438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375B14A-5E92-4466-8E84-988268CF893D}"/>
              </a:ext>
            </a:extLst>
          </p:cNvPr>
          <p:cNvSpPr txBox="1"/>
          <p:nvPr/>
        </p:nvSpPr>
        <p:spPr>
          <a:xfrm>
            <a:off x="4227697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F5DD05E-3CB7-4A33-91B6-89D9DD42DC39}"/>
              </a:ext>
            </a:extLst>
          </p:cNvPr>
          <p:cNvSpPr txBox="1"/>
          <p:nvPr/>
        </p:nvSpPr>
        <p:spPr>
          <a:xfrm>
            <a:off x="2732133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F36E6F3-1A8F-4445-8C12-7D1873699765}"/>
              </a:ext>
            </a:extLst>
          </p:cNvPr>
          <p:cNvSpPr txBox="1"/>
          <p:nvPr/>
        </p:nvSpPr>
        <p:spPr>
          <a:xfrm>
            <a:off x="2981393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7B7BF11-9D63-4982-9342-1C650DB54426}"/>
              </a:ext>
            </a:extLst>
          </p:cNvPr>
          <p:cNvSpPr txBox="1"/>
          <p:nvPr/>
        </p:nvSpPr>
        <p:spPr>
          <a:xfrm>
            <a:off x="3230655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2CF0EB8-D845-40B3-8FDD-6C321269C591}"/>
              </a:ext>
            </a:extLst>
          </p:cNvPr>
          <p:cNvSpPr txBox="1"/>
          <p:nvPr/>
        </p:nvSpPr>
        <p:spPr>
          <a:xfrm>
            <a:off x="3479915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3D78D3F9-ACBB-4911-87B6-6FB00943F7D5}"/>
              </a:ext>
            </a:extLst>
          </p:cNvPr>
          <p:cNvSpPr txBox="1"/>
          <p:nvPr/>
        </p:nvSpPr>
        <p:spPr>
          <a:xfrm>
            <a:off x="3729175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467DA21-0678-41BE-8338-CB642E24EB79}"/>
              </a:ext>
            </a:extLst>
          </p:cNvPr>
          <p:cNvSpPr txBox="1"/>
          <p:nvPr/>
        </p:nvSpPr>
        <p:spPr>
          <a:xfrm>
            <a:off x="3978438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7CB8490-B61A-49A6-8515-801FFEF3087D}"/>
              </a:ext>
            </a:extLst>
          </p:cNvPr>
          <p:cNvSpPr txBox="1"/>
          <p:nvPr/>
        </p:nvSpPr>
        <p:spPr>
          <a:xfrm>
            <a:off x="4227697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4D28704-31DA-4BEB-A9FD-5DD3A2F95772}"/>
              </a:ext>
            </a:extLst>
          </p:cNvPr>
          <p:cNvSpPr txBox="1"/>
          <p:nvPr/>
        </p:nvSpPr>
        <p:spPr>
          <a:xfrm>
            <a:off x="2732133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2E77DEB-889C-4F1A-B54A-78C973268BB5}"/>
              </a:ext>
            </a:extLst>
          </p:cNvPr>
          <p:cNvSpPr txBox="1"/>
          <p:nvPr/>
        </p:nvSpPr>
        <p:spPr>
          <a:xfrm>
            <a:off x="2981393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FBBE448-3443-402D-A1A5-99A170AE00EA}"/>
              </a:ext>
            </a:extLst>
          </p:cNvPr>
          <p:cNvSpPr txBox="1"/>
          <p:nvPr/>
        </p:nvSpPr>
        <p:spPr>
          <a:xfrm>
            <a:off x="3230655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BB79DC92-1BA9-4C73-83FC-BA7BB9102987}"/>
              </a:ext>
            </a:extLst>
          </p:cNvPr>
          <p:cNvSpPr txBox="1"/>
          <p:nvPr/>
        </p:nvSpPr>
        <p:spPr>
          <a:xfrm>
            <a:off x="3479915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17BD591-D843-4183-8588-4E14F1296446}"/>
              </a:ext>
            </a:extLst>
          </p:cNvPr>
          <p:cNvSpPr txBox="1"/>
          <p:nvPr/>
        </p:nvSpPr>
        <p:spPr>
          <a:xfrm>
            <a:off x="3729175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E74B3A2-4961-4AC8-8285-56690E620770}"/>
              </a:ext>
            </a:extLst>
          </p:cNvPr>
          <p:cNvSpPr txBox="1"/>
          <p:nvPr/>
        </p:nvSpPr>
        <p:spPr>
          <a:xfrm>
            <a:off x="3978438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B318B09-9E92-45A5-9263-4710BA1B2358}"/>
              </a:ext>
            </a:extLst>
          </p:cNvPr>
          <p:cNvSpPr txBox="1"/>
          <p:nvPr/>
        </p:nvSpPr>
        <p:spPr>
          <a:xfrm>
            <a:off x="4227697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C96BF194-904C-48CF-AB77-2466F9521D6D}"/>
              </a:ext>
            </a:extLst>
          </p:cNvPr>
          <p:cNvSpPr txBox="1"/>
          <p:nvPr/>
        </p:nvSpPr>
        <p:spPr>
          <a:xfrm>
            <a:off x="2732133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6B0EC5C-9ECA-479C-B325-BB5E219CDF5D}"/>
              </a:ext>
            </a:extLst>
          </p:cNvPr>
          <p:cNvSpPr txBox="1"/>
          <p:nvPr/>
        </p:nvSpPr>
        <p:spPr>
          <a:xfrm>
            <a:off x="2981393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E8F0243-BF67-4E0F-86AC-0D25A3603F67}"/>
              </a:ext>
            </a:extLst>
          </p:cNvPr>
          <p:cNvSpPr txBox="1"/>
          <p:nvPr/>
        </p:nvSpPr>
        <p:spPr>
          <a:xfrm>
            <a:off x="3230655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9B0E418B-F226-4320-BEA3-97BD540643FB}"/>
              </a:ext>
            </a:extLst>
          </p:cNvPr>
          <p:cNvSpPr txBox="1"/>
          <p:nvPr/>
        </p:nvSpPr>
        <p:spPr>
          <a:xfrm>
            <a:off x="3479915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B1CEA0ED-F1BE-496E-BDB2-60E7D06F7661}"/>
              </a:ext>
            </a:extLst>
          </p:cNvPr>
          <p:cNvSpPr txBox="1"/>
          <p:nvPr/>
        </p:nvSpPr>
        <p:spPr>
          <a:xfrm>
            <a:off x="3729175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73C6811A-3C57-4082-AAD4-F4D43EB3299F}"/>
              </a:ext>
            </a:extLst>
          </p:cNvPr>
          <p:cNvSpPr txBox="1"/>
          <p:nvPr/>
        </p:nvSpPr>
        <p:spPr>
          <a:xfrm>
            <a:off x="3978438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50BF415-2F16-4AA4-B75F-A9ABBBEB5AF2}"/>
              </a:ext>
            </a:extLst>
          </p:cNvPr>
          <p:cNvSpPr txBox="1"/>
          <p:nvPr/>
        </p:nvSpPr>
        <p:spPr>
          <a:xfrm>
            <a:off x="4227697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85D6EF1-A634-42D6-B869-6768A5FBE827}"/>
              </a:ext>
            </a:extLst>
          </p:cNvPr>
          <p:cNvSpPr txBox="1"/>
          <p:nvPr/>
        </p:nvSpPr>
        <p:spPr>
          <a:xfrm>
            <a:off x="2732133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D8AE95E-3CF1-40C1-B68B-0E72E4313DF8}"/>
              </a:ext>
            </a:extLst>
          </p:cNvPr>
          <p:cNvSpPr txBox="1"/>
          <p:nvPr/>
        </p:nvSpPr>
        <p:spPr>
          <a:xfrm>
            <a:off x="2981393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13E04A2-6EA4-428B-9C97-E291C8A252CF}"/>
              </a:ext>
            </a:extLst>
          </p:cNvPr>
          <p:cNvSpPr txBox="1"/>
          <p:nvPr/>
        </p:nvSpPr>
        <p:spPr>
          <a:xfrm>
            <a:off x="3230655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74097FD-A0ED-4842-9DBB-10C99FE2A17C}"/>
              </a:ext>
            </a:extLst>
          </p:cNvPr>
          <p:cNvSpPr txBox="1"/>
          <p:nvPr/>
        </p:nvSpPr>
        <p:spPr>
          <a:xfrm>
            <a:off x="3479915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C126E27E-460C-466B-BB5E-E76E5912724D}"/>
              </a:ext>
            </a:extLst>
          </p:cNvPr>
          <p:cNvSpPr txBox="1"/>
          <p:nvPr/>
        </p:nvSpPr>
        <p:spPr>
          <a:xfrm>
            <a:off x="3729175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34CC18B-FBD8-4E17-BD82-5D175DEC8844}"/>
              </a:ext>
            </a:extLst>
          </p:cNvPr>
          <p:cNvSpPr txBox="1"/>
          <p:nvPr/>
        </p:nvSpPr>
        <p:spPr>
          <a:xfrm>
            <a:off x="3978438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33AE2AA-2B54-410E-99BB-4104976D2D84}"/>
              </a:ext>
            </a:extLst>
          </p:cNvPr>
          <p:cNvSpPr txBox="1"/>
          <p:nvPr/>
        </p:nvSpPr>
        <p:spPr>
          <a:xfrm>
            <a:off x="4227697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0A22B0B-6A72-4178-8DB9-F9A9FE74EB2E}"/>
              </a:ext>
            </a:extLst>
          </p:cNvPr>
          <p:cNvSpPr txBox="1"/>
          <p:nvPr/>
        </p:nvSpPr>
        <p:spPr>
          <a:xfrm>
            <a:off x="2947708" y="1344345"/>
            <a:ext cx="1278878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February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3C0B2A4-CA3F-4551-841A-5EDE5D969E63}"/>
              </a:ext>
            </a:extLst>
          </p:cNvPr>
          <p:cNvSpPr txBox="1"/>
          <p:nvPr/>
        </p:nvSpPr>
        <p:spPr>
          <a:xfrm>
            <a:off x="5215437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923D6671-4C42-48D0-87F8-1B5FE96A8C13}"/>
              </a:ext>
            </a:extLst>
          </p:cNvPr>
          <p:cNvSpPr txBox="1"/>
          <p:nvPr/>
        </p:nvSpPr>
        <p:spPr>
          <a:xfrm>
            <a:off x="5464699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D71FE76-FA55-45B3-AEDB-D3CFEB94847D}"/>
              </a:ext>
            </a:extLst>
          </p:cNvPr>
          <p:cNvSpPr txBox="1"/>
          <p:nvPr/>
        </p:nvSpPr>
        <p:spPr>
          <a:xfrm>
            <a:off x="5713959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7E9BD9E2-69A4-466E-9933-96AAAC03DD01}"/>
              </a:ext>
            </a:extLst>
          </p:cNvPr>
          <p:cNvSpPr txBox="1"/>
          <p:nvPr/>
        </p:nvSpPr>
        <p:spPr>
          <a:xfrm>
            <a:off x="5963222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513A66CC-1B88-4A73-B942-F5E399F2B418}"/>
              </a:ext>
            </a:extLst>
          </p:cNvPr>
          <p:cNvSpPr txBox="1"/>
          <p:nvPr/>
        </p:nvSpPr>
        <p:spPr>
          <a:xfrm>
            <a:off x="6212481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012F87F2-3828-423D-8110-78BC2C2165B0}"/>
              </a:ext>
            </a:extLst>
          </p:cNvPr>
          <p:cNvSpPr txBox="1"/>
          <p:nvPr/>
        </p:nvSpPr>
        <p:spPr>
          <a:xfrm>
            <a:off x="6461742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3FC25D8-9F3E-423D-A3D7-2F62F6743093}"/>
              </a:ext>
            </a:extLst>
          </p:cNvPr>
          <p:cNvSpPr txBox="1"/>
          <p:nvPr/>
        </p:nvSpPr>
        <p:spPr>
          <a:xfrm>
            <a:off x="6711001" y="179558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16F95BE-1BED-4115-826D-0F1BC17CB365}"/>
              </a:ext>
            </a:extLst>
          </p:cNvPr>
          <p:cNvSpPr txBox="1"/>
          <p:nvPr/>
        </p:nvSpPr>
        <p:spPr>
          <a:xfrm>
            <a:off x="5215437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66258BF-B382-44E3-B51D-42E6732C62BB}"/>
              </a:ext>
            </a:extLst>
          </p:cNvPr>
          <p:cNvSpPr txBox="1"/>
          <p:nvPr/>
        </p:nvSpPr>
        <p:spPr>
          <a:xfrm>
            <a:off x="5464699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5C34BB81-9EA8-493E-B50A-632C15E40C62}"/>
              </a:ext>
            </a:extLst>
          </p:cNvPr>
          <p:cNvSpPr txBox="1"/>
          <p:nvPr/>
        </p:nvSpPr>
        <p:spPr>
          <a:xfrm>
            <a:off x="5713959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DD8BE14A-396A-4F1D-817D-7BA0A87B0495}"/>
              </a:ext>
            </a:extLst>
          </p:cNvPr>
          <p:cNvSpPr txBox="1"/>
          <p:nvPr/>
        </p:nvSpPr>
        <p:spPr>
          <a:xfrm>
            <a:off x="5963222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46C65E6-3C49-4BB4-8B7E-A86DD63D0991}"/>
              </a:ext>
            </a:extLst>
          </p:cNvPr>
          <p:cNvSpPr txBox="1"/>
          <p:nvPr/>
        </p:nvSpPr>
        <p:spPr>
          <a:xfrm>
            <a:off x="6212481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4BE9F655-B21D-47ED-BC33-67A566CE2C14}"/>
              </a:ext>
            </a:extLst>
          </p:cNvPr>
          <p:cNvSpPr txBox="1"/>
          <p:nvPr/>
        </p:nvSpPr>
        <p:spPr>
          <a:xfrm>
            <a:off x="6461742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A322403F-6C7A-46D3-925D-E8D947BD0BFE}"/>
              </a:ext>
            </a:extLst>
          </p:cNvPr>
          <p:cNvSpPr txBox="1"/>
          <p:nvPr/>
        </p:nvSpPr>
        <p:spPr>
          <a:xfrm>
            <a:off x="6711001" y="207658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EA2839A-D9F1-4ED4-83AA-3AB1A994EF07}"/>
              </a:ext>
            </a:extLst>
          </p:cNvPr>
          <p:cNvSpPr txBox="1"/>
          <p:nvPr/>
        </p:nvSpPr>
        <p:spPr>
          <a:xfrm>
            <a:off x="5215437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EF328A92-F483-4826-B251-1C2DEBEBA75D}"/>
              </a:ext>
            </a:extLst>
          </p:cNvPr>
          <p:cNvSpPr txBox="1"/>
          <p:nvPr/>
        </p:nvSpPr>
        <p:spPr>
          <a:xfrm>
            <a:off x="5464699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DF74025-8101-4F70-9270-B76F30C8E518}"/>
              </a:ext>
            </a:extLst>
          </p:cNvPr>
          <p:cNvSpPr txBox="1"/>
          <p:nvPr/>
        </p:nvSpPr>
        <p:spPr>
          <a:xfrm>
            <a:off x="5713959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7D1ED631-B37D-4878-B854-B95C2873C8B3}"/>
              </a:ext>
            </a:extLst>
          </p:cNvPr>
          <p:cNvSpPr txBox="1"/>
          <p:nvPr/>
        </p:nvSpPr>
        <p:spPr>
          <a:xfrm>
            <a:off x="5963222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070516CD-3AB2-4A99-B6C3-B02DFC2A3AFD}"/>
              </a:ext>
            </a:extLst>
          </p:cNvPr>
          <p:cNvSpPr txBox="1"/>
          <p:nvPr/>
        </p:nvSpPr>
        <p:spPr>
          <a:xfrm>
            <a:off x="6212481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3725C79B-CB94-4257-8D1D-2BE55F218EA8}"/>
              </a:ext>
            </a:extLst>
          </p:cNvPr>
          <p:cNvSpPr txBox="1"/>
          <p:nvPr/>
        </p:nvSpPr>
        <p:spPr>
          <a:xfrm>
            <a:off x="6461742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0C535D3B-D9EA-4827-B264-100EB4B242CE}"/>
              </a:ext>
            </a:extLst>
          </p:cNvPr>
          <p:cNvSpPr txBox="1"/>
          <p:nvPr/>
        </p:nvSpPr>
        <p:spPr>
          <a:xfrm>
            <a:off x="6711001" y="235758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EC0A5B26-3B7D-42BC-92E9-5F40EA490ECA}"/>
              </a:ext>
            </a:extLst>
          </p:cNvPr>
          <p:cNvSpPr txBox="1"/>
          <p:nvPr/>
        </p:nvSpPr>
        <p:spPr>
          <a:xfrm>
            <a:off x="5215437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2472F00-781E-4EBD-8975-2C13019541BB}"/>
              </a:ext>
            </a:extLst>
          </p:cNvPr>
          <p:cNvSpPr txBox="1"/>
          <p:nvPr/>
        </p:nvSpPr>
        <p:spPr>
          <a:xfrm>
            <a:off x="5464699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D255EDDB-BF2F-4CD0-A561-5A6EFD522BA3}"/>
              </a:ext>
            </a:extLst>
          </p:cNvPr>
          <p:cNvSpPr txBox="1"/>
          <p:nvPr/>
        </p:nvSpPr>
        <p:spPr>
          <a:xfrm>
            <a:off x="5713959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2006C5A-B862-4516-BB65-F597B2069EFB}"/>
              </a:ext>
            </a:extLst>
          </p:cNvPr>
          <p:cNvSpPr txBox="1"/>
          <p:nvPr/>
        </p:nvSpPr>
        <p:spPr>
          <a:xfrm>
            <a:off x="5963222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609ACB54-BA68-4DB5-92AA-1997D18FC09D}"/>
              </a:ext>
            </a:extLst>
          </p:cNvPr>
          <p:cNvSpPr txBox="1"/>
          <p:nvPr/>
        </p:nvSpPr>
        <p:spPr>
          <a:xfrm>
            <a:off x="6212481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6CED72-2FA9-443D-8088-9B87A1C31C9C}"/>
              </a:ext>
            </a:extLst>
          </p:cNvPr>
          <p:cNvSpPr txBox="1"/>
          <p:nvPr/>
        </p:nvSpPr>
        <p:spPr>
          <a:xfrm>
            <a:off x="6461742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100F1B9-8D78-4991-9139-3639D1D03D53}"/>
              </a:ext>
            </a:extLst>
          </p:cNvPr>
          <p:cNvSpPr txBox="1"/>
          <p:nvPr/>
        </p:nvSpPr>
        <p:spPr>
          <a:xfrm>
            <a:off x="6711001" y="263858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03168E8-4FA9-4228-9EDC-417469E84B51}"/>
              </a:ext>
            </a:extLst>
          </p:cNvPr>
          <p:cNvSpPr txBox="1"/>
          <p:nvPr/>
        </p:nvSpPr>
        <p:spPr>
          <a:xfrm>
            <a:off x="5215437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4B93763A-F99A-483D-A49E-0C28F78B89D6}"/>
              </a:ext>
            </a:extLst>
          </p:cNvPr>
          <p:cNvSpPr txBox="1"/>
          <p:nvPr/>
        </p:nvSpPr>
        <p:spPr>
          <a:xfrm>
            <a:off x="5464699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AAE46E3D-91F2-4866-A4CD-E49F2B106433}"/>
              </a:ext>
            </a:extLst>
          </p:cNvPr>
          <p:cNvSpPr txBox="1"/>
          <p:nvPr/>
        </p:nvSpPr>
        <p:spPr>
          <a:xfrm>
            <a:off x="5713959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2D855FA8-CEB6-424A-8E2B-B64C6618F3CB}"/>
              </a:ext>
            </a:extLst>
          </p:cNvPr>
          <p:cNvSpPr txBox="1"/>
          <p:nvPr/>
        </p:nvSpPr>
        <p:spPr>
          <a:xfrm>
            <a:off x="5963222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9C100DC7-465F-4FC1-8272-95591F4A268D}"/>
              </a:ext>
            </a:extLst>
          </p:cNvPr>
          <p:cNvSpPr txBox="1"/>
          <p:nvPr/>
        </p:nvSpPr>
        <p:spPr>
          <a:xfrm>
            <a:off x="6212481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A516471-949C-4DA8-9E01-1C0316DD257B}"/>
              </a:ext>
            </a:extLst>
          </p:cNvPr>
          <p:cNvSpPr txBox="1"/>
          <p:nvPr/>
        </p:nvSpPr>
        <p:spPr>
          <a:xfrm>
            <a:off x="6461742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B6569E54-115F-40F7-B593-583A16B925F7}"/>
              </a:ext>
            </a:extLst>
          </p:cNvPr>
          <p:cNvSpPr txBox="1"/>
          <p:nvPr/>
        </p:nvSpPr>
        <p:spPr>
          <a:xfrm>
            <a:off x="6711001" y="291957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3B54E710-B58D-49C5-B9B1-A52A32F500F2}"/>
              </a:ext>
            </a:extLst>
          </p:cNvPr>
          <p:cNvSpPr txBox="1"/>
          <p:nvPr/>
        </p:nvSpPr>
        <p:spPr>
          <a:xfrm>
            <a:off x="5215437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651324E-914F-4C66-9D8D-EF3B1ECB9268}"/>
              </a:ext>
            </a:extLst>
          </p:cNvPr>
          <p:cNvSpPr txBox="1"/>
          <p:nvPr/>
        </p:nvSpPr>
        <p:spPr>
          <a:xfrm>
            <a:off x="5464699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90AB41FE-50C6-47D6-91B3-F848A1A4B855}"/>
              </a:ext>
            </a:extLst>
          </p:cNvPr>
          <p:cNvSpPr txBox="1"/>
          <p:nvPr/>
        </p:nvSpPr>
        <p:spPr>
          <a:xfrm>
            <a:off x="5713959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ED4F5B8-6BE2-4168-9E1F-FC6DF5714745}"/>
              </a:ext>
            </a:extLst>
          </p:cNvPr>
          <p:cNvSpPr txBox="1"/>
          <p:nvPr/>
        </p:nvSpPr>
        <p:spPr>
          <a:xfrm>
            <a:off x="5963222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47C02FD6-8B92-4B73-BDDE-E12AD61B8708}"/>
              </a:ext>
            </a:extLst>
          </p:cNvPr>
          <p:cNvSpPr txBox="1"/>
          <p:nvPr/>
        </p:nvSpPr>
        <p:spPr>
          <a:xfrm>
            <a:off x="6212481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CC27043-F20A-4019-8B64-E04052C706DD}"/>
              </a:ext>
            </a:extLst>
          </p:cNvPr>
          <p:cNvSpPr txBox="1"/>
          <p:nvPr/>
        </p:nvSpPr>
        <p:spPr>
          <a:xfrm>
            <a:off x="6461742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2E28DDC7-F0BD-46ED-AC58-97691B653AB9}"/>
              </a:ext>
            </a:extLst>
          </p:cNvPr>
          <p:cNvSpPr txBox="1"/>
          <p:nvPr/>
        </p:nvSpPr>
        <p:spPr>
          <a:xfrm>
            <a:off x="6711001" y="320057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929102EE-6633-4BCD-950C-EB23F5ED4801}"/>
              </a:ext>
            </a:extLst>
          </p:cNvPr>
          <p:cNvSpPr txBox="1"/>
          <p:nvPr/>
        </p:nvSpPr>
        <p:spPr>
          <a:xfrm>
            <a:off x="5587435" y="1344345"/>
            <a:ext cx="966036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March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02A6D91B-2019-47C5-B976-E0D074BE8A71}"/>
              </a:ext>
            </a:extLst>
          </p:cNvPr>
          <p:cNvSpPr txBox="1"/>
          <p:nvPr/>
        </p:nvSpPr>
        <p:spPr>
          <a:xfrm>
            <a:off x="248828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D0DCFC7E-A0DC-4D6F-B62F-2D04E9320368}"/>
              </a:ext>
            </a:extLst>
          </p:cNvPr>
          <p:cNvSpPr txBox="1"/>
          <p:nvPr/>
        </p:nvSpPr>
        <p:spPr>
          <a:xfrm>
            <a:off x="498088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674FDA2F-B0DE-4797-B497-19CD982F47C7}"/>
              </a:ext>
            </a:extLst>
          </p:cNvPr>
          <p:cNvSpPr txBox="1"/>
          <p:nvPr/>
        </p:nvSpPr>
        <p:spPr>
          <a:xfrm>
            <a:off x="747350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31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57D1C624-3DA9-4C2E-AAA2-63AFB9038C49}"/>
              </a:ext>
            </a:extLst>
          </p:cNvPr>
          <p:cNvSpPr txBox="1"/>
          <p:nvPr/>
        </p:nvSpPr>
        <p:spPr>
          <a:xfrm>
            <a:off x="996610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27F96E6C-B960-407B-ABD2-FF5E16C6180D}"/>
              </a:ext>
            </a:extLst>
          </p:cNvPr>
          <p:cNvSpPr txBox="1"/>
          <p:nvPr/>
        </p:nvSpPr>
        <p:spPr>
          <a:xfrm>
            <a:off x="1245873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24BA1F4E-9C71-48CC-A16C-A6D7B422A243}"/>
              </a:ext>
            </a:extLst>
          </p:cNvPr>
          <p:cNvSpPr txBox="1"/>
          <p:nvPr/>
        </p:nvSpPr>
        <p:spPr>
          <a:xfrm>
            <a:off x="1495132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5615C79F-A629-445D-BAD3-B76BE8162A14}"/>
              </a:ext>
            </a:extLst>
          </p:cNvPr>
          <p:cNvSpPr txBox="1"/>
          <p:nvPr/>
        </p:nvSpPr>
        <p:spPr>
          <a:xfrm>
            <a:off x="1744392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ADF9A1D-44EA-4FBE-8477-008073161B49}"/>
              </a:ext>
            </a:extLst>
          </p:cNvPr>
          <p:cNvSpPr txBox="1"/>
          <p:nvPr/>
        </p:nvSpPr>
        <p:spPr>
          <a:xfrm>
            <a:off x="248828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50B86071-27A5-4D21-B059-971CAEE180E0}"/>
              </a:ext>
            </a:extLst>
          </p:cNvPr>
          <p:cNvSpPr txBox="1"/>
          <p:nvPr/>
        </p:nvSpPr>
        <p:spPr>
          <a:xfrm>
            <a:off x="498088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FB747EF6-BA4F-4480-8543-B855A4812A9A}"/>
              </a:ext>
            </a:extLst>
          </p:cNvPr>
          <p:cNvSpPr txBox="1"/>
          <p:nvPr/>
        </p:nvSpPr>
        <p:spPr>
          <a:xfrm>
            <a:off x="747350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612C9816-9944-4D1E-A892-414D7B538D4E}"/>
              </a:ext>
            </a:extLst>
          </p:cNvPr>
          <p:cNvSpPr txBox="1"/>
          <p:nvPr/>
        </p:nvSpPr>
        <p:spPr>
          <a:xfrm>
            <a:off x="996610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28375467-47CE-494B-B979-747189106F28}"/>
              </a:ext>
            </a:extLst>
          </p:cNvPr>
          <p:cNvSpPr txBox="1"/>
          <p:nvPr/>
        </p:nvSpPr>
        <p:spPr>
          <a:xfrm>
            <a:off x="1245873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0DF2FC4-E408-4783-A036-D2652623CC25}"/>
              </a:ext>
            </a:extLst>
          </p:cNvPr>
          <p:cNvSpPr txBox="1"/>
          <p:nvPr/>
        </p:nvSpPr>
        <p:spPr>
          <a:xfrm>
            <a:off x="1495132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54F2360D-687D-4766-9B53-FF8E8201776A}"/>
              </a:ext>
            </a:extLst>
          </p:cNvPr>
          <p:cNvSpPr txBox="1"/>
          <p:nvPr/>
        </p:nvSpPr>
        <p:spPr>
          <a:xfrm>
            <a:off x="1744392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4F8E3B3-E5A1-4622-852D-CF2447515C62}"/>
              </a:ext>
            </a:extLst>
          </p:cNvPr>
          <p:cNvSpPr txBox="1"/>
          <p:nvPr/>
        </p:nvSpPr>
        <p:spPr>
          <a:xfrm>
            <a:off x="248828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4E87F231-081A-47DC-93F6-0C727A719C54}"/>
              </a:ext>
            </a:extLst>
          </p:cNvPr>
          <p:cNvSpPr txBox="1"/>
          <p:nvPr/>
        </p:nvSpPr>
        <p:spPr>
          <a:xfrm>
            <a:off x="498088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C84006D-729D-4919-8FDD-EC6DD841CDBB}"/>
              </a:ext>
            </a:extLst>
          </p:cNvPr>
          <p:cNvSpPr txBox="1"/>
          <p:nvPr/>
        </p:nvSpPr>
        <p:spPr>
          <a:xfrm>
            <a:off x="747350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929CD0BC-4131-4041-8166-477C7209F36D}"/>
              </a:ext>
            </a:extLst>
          </p:cNvPr>
          <p:cNvSpPr txBox="1"/>
          <p:nvPr/>
        </p:nvSpPr>
        <p:spPr>
          <a:xfrm>
            <a:off x="996610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99F6703C-CB91-4495-8DA8-94EDD4FD40CF}"/>
              </a:ext>
            </a:extLst>
          </p:cNvPr>
          <p:cNvSpPr txBox="1"/>
          <p:nvPr/>
        </p:nvSpPr>
        <p:spPr>
          <a:xfrm>
            <a:off x="1245873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AB40BB95-314E-4986-A279-AE6EA8BE57A1}"/>
              </a:ext>
            </a:extLst>
          </p:cNvPr>
          <p:cNvSpPr txBox="1"/>
          <p:nvPr/>
        </p:nvSpPr>
        <p:spPr>
          <a:xfrm>
            <a:off x="1495132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24E753C0-2AE1-4DB7-BF98-6B36F0C7AA38}"/>
              </a:ext>
            </a:extLst>
          </p:cNvPr>
          <p:cNvSpPr txBox="1"/>
          <p:nvPr/>
        </p:nvSpPr>
        <p:spPr>
          <a:xfrm>
            <a:off x="1744392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194DC1B-11D2-45E7-B5C1-DB75A286F3CF}"/>
              </a:ext>
            </a:extLst>
          </p:cNvPr>
          <p:cNvSpPr txBox="1"/>
          <p:nvPr/>
        </p:nvSpPr>
        <p:spPr>
          <a:xfrm>
            <a:off x="248828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C7C26F64-7C02-4E2E-AFE3-911419EB7FEC}"/>
              </a:ext>
            </a:extLst>
          </p:cNvPr>
          <p:cNvSpPr txBox="1"/>
          <p:nvPr/>
        </p:nvSpPr>
        <p:spPr>
          <a:xfrm>
            <a:off x="498088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B726A59-0DBF-4F51-AFAF-F2E0CBF378E1}"/>
              </a:ext>
            </a:extLst>
          </p:cNvPr>
          <p:cNvSpPr txBox="1"/>
          <p:nvPr/>
        </p:nvSpPr>
        <p:spPr>
          <a:xfrm>
            <a:off x="747350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A9027DE1-CBDA-4606-A1A2-7CA103293C32}"/>
              </a:ext>
            </a:extLst>
          </p:cNvPr>
          <p:cNvSpPr txBox="1"/>
          <p:nvPr/>
        </p:nvSpPr>
        <p:spPr>
          <a:xfrm>
            <a:off x="996610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EF560952-B0DC-476F-A65B-22B44F01F21F}"/>
              </a:ext>
            </a:extLst>
          </p:cNvPr>
          <p:cNvSpPr txBox="1"/>
          <p:nvPr/>
        </p:nvSpPr>
        <p:spPr>
          <a:xfrm>
            <a:off x="1245873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A8476E1-3D26-48A8-BFF6-CAC84906C30C}"/>
              </a:ext>
            </a:extLst>
          </p:cNvPr>
          <p:cNvSpPr txBox="1"/>
          <p:nvPr/>
        </p:nvSpPr>
        <p:spPr>
          <a:xfrm>
            <a:off x="1495132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0921B89-0DFF-447D-B50F-2A79E9C34B01}"/>
              </a:ext>
            </a:extLst>
          </p:cNvPr>
          <p:cNvSpPr txBox="1"/>
          <p:nvPr/>
        </p:nvSpPr>
        <p:spPr>
          <a:xfrm>
            <a:off x="1744392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7FF5B511-A580-4EC0-BAB5-0AE759EF2FA0}"/>
              </a:ext>
            </a:extLst>
          </p:cNvPr>
          <p:cNvSpPr txBox="1"/>
          <p:nvPr/>
        </p:nvSpPr>
        <p:spPr>
          <a:xfrm>
            <a:off x="248828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BEEC224F-9E49-4811-A07F-51D037062609}"/>
              </a:ext>
            </a:extLst>
          </p:cNvPr>
          <p:cNvSpPr txBox="1"/>
          <p:nvPr/>
        </p:nvSpPr>
        <p:spPr>
          <a:xfrm>
            <a:off x="498088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08BDBB66-ECF6-4EAC-B1C2-B3F46E9CAD0D}"/>
              </a:ext>
            </a:extLst>
          </p:cNvPr>
          <p:cNvSpPr txBox="1"/>
          <p:nvPr/>
        </p:nvSpPr>
        <p:spPr>
          <a:xfrm>
            <a:off x="747350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EA73A2FD-C944-4785-8BE7-330C1A0752CB}"/>
              </a:ext>
            </a:extLst>
          </p:cNvPr>
          <p:cNvSpPr txBox="1"/>
          <p:nvPr/>
        </p:nvSpPr>
        <p:spPr>
          <a:xfrm>
            <a:off x="996610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4C70B267-98F8-493D-8E81-9B82EC1E7F23}"/>
              </a:ext>
            </a:extLst>
          </p:cNvPr>
          <p:cNvSpPr txBox="1"/>
          <p:nvPr/>
        </p:nvSpPr>
        <p:spPr>
          <a:xfrm>
            <a:off x="1245873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D50796D9-9700-40DA-8D4C-91F581845594}"/>
              </a:ext>
            </a:extLst>
          </p:cNvPr>
          <p:cNvSpPr txBox="1"/>
          <p:nvPr/>
        </p:nvSpPr>
        <p:spPr>
          <a:xfrm>
            <a:off x="1495132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DF68416-89D4-4BEF-AD26-EB9229DC7CCB}"/>
              </a:ext>
            </a:extLst>
          </p:cNvPr>
          <p:cNvSpPr txBox="1"/>
          <p:nvPr/>
        </p:nvSpPr>
        <p:spPr>
          <a:xfrm>
            <a:off x="1744392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CDDD418-16B3-4197-852B-B5C3B43EDB08}"/>
              </a:ext>
            </a:extLst>
          </p:cNvPr>
          <p:cNvSpPr txBox="1"/>
          <p:nvPr/>
        </p:nvSpPr>
        <p:spPr>
          <a:xfrm>
            <a:off x="248828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BD926268-22E9-4296-9B29-DCB38931A858}"/>
              </a:ext>
            </a:extLst>
          </p:cNvPr>
          <p:cNvSpPr txBox="1"/>
          <p:nvPr/>
        </p:nvSpPr>
        <p:spPr>
          <a:xfrm>
            <a:off x="498088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4ADBA8BE-63EA-41C3-A37B-1FFD9BFBD623}"/>
              </a:ext>
            </a:extLst>
          </p:cNvPr>
          <p:cNvSpPr txBox="1"/>
          <p:nvPr/>
        </p:nvSpPr>
        <p:spPr>
          <a:xfrm>
            <a:off x="747350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3E04BAF0-3CE5-4154-B98D-D6CDB0CC2863}"/>
              </a:ext>
            </a:extLst>
          </p:cNvPr>
          <p:cNvSpPr txBox="1"/>
          <p:nvPr/>
        </p:nvSpPr>
        <p:spPr>
          <a:xfrm>
            <a:off x="996610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0D65C853-32A8-443C-90E5-C35F21C29B32}"/>
              </a:ext>
            </a:extLst>
          </p:cNvPr>
          <p:cNvSpPr txBox="1"/>
          <p:nvPr/>
        </p:nvSpPr>
        <p:spPr>
          <a:xfrm>
            <a:off x="1245873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8C2AA4C3-C23B-46E0-BB06-80010ED60A46}"/>
              </a:ext>
            </a:extLst>
          </p:cNvPr>
          <p:cNvSpPr txBox="1"/>
          <p:nvPr/>
        </p:nvSpPr>
        <p:spPr>
          <a:xfrm>
            <a:off x="1495132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8461C13-2102-485A-932D-B429B5CEEC88}"/>
              </a:ext>
            </a:extLst>
          </p:cNvPr>
          <p:cNvSpPr txBox="1"/>
          <p:nvPr/>
        </p:nvSpPr>
        <p:spPr>
          <a:xfrm>
            <a:off x="1744392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DCA09828-4ACA-4E22-B71B-7ED88D0EA9A8}"/>
              </a:ext>
            </a:extLst>
          </p:cNvPr>
          <p:cNvSpPr txBox="1"/>
          <p:nvPr/>
        </p:nvSpPr>
        <p:spPr>
          <a:xfrm>
            <a:off x="720768" y="3759802"/>
            <a:ext cx="766146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April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74BF4E15-38D2-4051-BCA0-6B9FB9509CD3}"/>
              </a:ext>
            </a:extLst>
          </p:cNvPr>
          <p:cNvSpPr txBox="1"/>
          <p:nvPr/>
        </p:nvSpPr>
        <p:spPr>
          <a:xfrm>
            <a:off x="2732133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009FCF1-4C4D-4D42-B4E4-33329EFA0C40}"/>
              </a:ext>
            </a:extLst>
          </p:cNvPr>
          <p:cNvSpPr txBox="1"/>
          <p:nvPr/>
        </p:nvSpPr>
        <p:spPr>
          <a:xfrm>
            <a:off x="2981393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C6723A6C-5D3B-4048-B7FF-BC970466EDCD}"/>
              </a:ext>
            </a:extLst>
          </p:cNvPr>
          <p:cNvSpPr txBox="1"/>
          <p:nvPr/>
        </p:nvSpPr>
        <p:spPr>
          <a:xfrm>
            <a:off x="3230655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C7F7500-6130-43F7-8379-AF54CE6829F9}"/>
              </a:ext>
            </a:extLst>
          </p:cNvPr>
          <p:cNvSpPr txBox="1"/>
          <p:nvPr/>
        </p:nvSpPr>
        <p:spPr>
          <a:xfrm>
            <a:off x="3479915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C2BA852-9717-4630-BFBE-E6E23984B8E5}"/>
              </a:ext>
            </a:extLst>
          </p:cNvPr>
          <p:cNvSpPr txBox="1"/>
          <p:nvPr/>
        </p:nvSpPr>
        <p:spPr>
          <a:xfrm>
            <a:off x="3729175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85F0C61-9167-483E-A5A4-52435E14A51B}"/>
              </a:ext>
            </a:extLst>
          </p:cNvPr>
          <p:cNvSpPr txBox="1"/>
          <p:nvPr/>
        </p:nvSpPr>
        <p:spPr>
          <a:xfrm>
            <a:off x="3978438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0C01B125-81B8-4949-9338-890B8B2DDFD5}"/>
              </a:ext>
            </a:extLst>
          </p:cNvPr>
          <p:cNvSpPr txBox="1"/>
          <p:nvPr/>
        </p:nvSpPr>
        <p:spPr>
          <a:xfrm>
            <a:off x="4227697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E38A5B88-4AE9-4F30-88CD-E6D66E71F537}"/>
              </a:ext>
            </a:extLst>
          </p:cNvPr>
          <p:cNvSpPr txBox="1"/>
          <p:nvPr/>
        </p:nvSpPr>
        <p:spPr>
          <a:xfrm>
            <a:off x="2732133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10429B5-C9B8-4DA2-B064-6E4399B8D3B5}"/>
              </a:ext>
            </a:extLst>
          </p:cNvPr>
          <p:cNvSpPr txBox="1"/>
          <p:nvPr/>
        </p:nvSpPr>
        <p:spPr>
          <a:xfrm>
            <a:off x="2981393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63B3DC63-3781-432D-B9D9-46543231583B}"/>
              </a:ext>
            </a:extLst>
          </p:cNvPr>
          <p:cNvSpPr txBox="1"/>
          <p:nvPr/>
        </p:nvSpPr>
        <p:spPr>
          <a:xfrm>
            <a:off x="3230655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A276004B-9770-4EEE-B485-CBF2E437C47A}"/>
              </a:ext>
            </a:extLst>
          </p:cNvPr>
          <p:cNvSpPr txBox="1"/>
          <p:nvPr/>
        </p:nvSpPr>
        <p:spPr>
          <a:xfrm>
            <a:off x="3479915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3385E7F-E6C3-49E0-86AB-28564EAB9F7B}"/>
              </a:ext>
            </a:extLst>
          </p:cNvPr>
          <p:cNvSpPr txBox="1"/>
          <p:nvPr/>
        </p:nvSpPr>
        <p:spPr>
          <a:xfrm>
            <a:off x="3729175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3ACA5BA4-7B7A-431B-98CE-B03004705402}"/>
              </a:ext>
            </a:extLst>
          </p:cNvPr>
          <p:cNvSpPr txBox="1"/>
          <p:nvPr/>
        </p:nvSpPr>
        <p:spPr>
          <a:xfrm>
            <a:off x="3978438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E30B03B3-3FB1-487A-8503-70B423DE9537}"/>
              </a:ext>
            </a:extLst>
          </p:cNvPr>
          <p:cNvSpPr txBox="1"/>
          <p:nvPr/>
        </p:nvSpPr>
        <p:spPr>
          <a:xfrm>
            <a:off x="4227697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AB2A6FB1-2BED-426E-81DE-9ECEB40EBA14}"/>
              </a:ext>
            </a:extLst>
          </p:cNvPr>
          <p:cNvSpPr txBox="1"/>
          <p:nvPr/>
        </p:nvSpPr>
        <p:spPr>
          <a:xfrm>
            <a:off x="2732133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17E8F9B5-76F9-4DC8-B495-35B0932B33B5}"/>
              </a:ext>
            </a:extLst>
          </p:cNvPr>
          <p:cNvSpPr txBox="1"/>
          <p:nvPr/>
        </p:nvSpPr>
        <p:spPr>
          <a:xfrm>
            <a:off x="2981393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57C42D2A-B589-4644-98A5-C0F4831B9829}"/>
              </a:ext>
            </a:extLst>
          </p:cNvPr>
          <p:cNvSpPr txBox="1"/>
          <p:nvPr/>
        </p:nvSpPr>
        <p:spPr>
          <a:xfrm>
            <a:off x="3230655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E3A9BE94-BBDC-4DF2-A221-18E05CF00C4E}"/>
              </a:ext>
            </a:extLst>
          </p:cNvPr>
          <p:cNvSpPr txBox="1"/>
          <p:nvPr/>
        </p:nvSpPr>
        <p:spPr>
          <a:xfrm>
            <a:off x="3479915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74D59C9F-11BD-4A43-8D39-D69388755119}"/>
              </a:ext>
            </a:extLst>
          </p:cNvPr>
          <p:cNvSpPr txBox="1"/>
          <p:nvPr/>
        </p:nvSpPr>
        <p:spPr>
          <a:xfrm>
            <a:off x="3729175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C47E7A0C-E5E1-47DF-998F-FD5FD80B79C6}"/>
              </a:ext>
            </a:extLst>
          </p:cNvPr>
          <p:cNvSpPr txBox="1"/>
          <p:nvPr/>
        </p:nvSpPr>
        <p:spPr>
          <a:xfrm>
            <a:off x="3978438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300021A8-5E3D-433C-B2BC-FDE9D53874DB}"/>
              </a:ext>
            </a:extLst>
          </p:cNvPr>
          <p:cNvSpPr txBox="1"/>
          <p:nvPr/>
        </p:nvSpPr>
        <p:spPr>
          <a:xfrm>
            <a:off x="4227697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8D9A51A0-6515-47DD-81E7-A18153AED9E1}"/>
              </a:ext>
            </a:extLst>
          </p:cNvPr>
          <p:cNvSpPr txBox="1"/>
          <p:nvPr/>
        </p:nvSpPr>
        <p:spPr>
          <a:xfrm>
            <a:off x="2732133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D872C1E-2574-41EC-8D4F-1E2332A5C70D}"/>
              </a:ext>
            </a:extLst>
          </p:cNvPr>
          <p:cNvSpPr txBox="1"/>
          <p:nvPr/>
        </p:nvSpPr>
        <p:spPr>
          <a:xfrm>
            <a:off x="2981393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169598E4-DCBB-45F2-AC99-FA6DB7F820A3}"/>
              </a:ext>
            </a:extLst>
          </p:cNvPr>
          <p:cNvSpPr txBox="1"/>
          <p:nvPr/>
        </p:nvSpPr>
        <p:spPr>
          <a:xfrm>
            <a:off x="3230655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45793B4-9211-45F7-92FC-0B1314A22AB5}"/>
              </a:ext>
            </a:extLst>
          </p:cNvPr>
          <p:cNvSpPr txBox="1"/>
          <p:nvPr/>
        </p:nvSpPr>
        <p:spPr>
          <a:xfrm>
            <a:off x="3479915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22CAA0E7-B153-4948-8880-78CD372DA75C}"/>
              </a:ext>
            </a:extLst>
          </p:cNvPr>
          <p:cNvSpPr txBox="1"/>
          <p:nvPr/>
        </p:nvSpPr>
        <p:spPr>
          <a:xfrm>
            <a:off x="3729175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450B0F6C-1197-417A-8361-4B8550D9E456}"/>
              </a:ext>
            </a:extLst>
          </p:cNvPr>
          <p:cNvSpPr txBox="1"/>
          <p:nvPr/>
        </p:nvSpPr>
        <p:spPr>
          <a:xfrm>
            <a:off x="3978438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AEE239A5-1908-45EC-ADD7-38121841037E}"/>
              </a:ext>
            </a:extLst>
          </p:cNvPr>
          <p:cNvSpPr txBox="1"/>
          <p:nvPr/>
        </p:nvSpPr>
        <p:spPr>
          <a:xfrm>
            <a:off x="4227697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CCDCEC3D-69BF-4453-8841-AD4301FF8D45}"/>
              </a:ext>
            </a:extLst>
          </p:cNvPr>
          <p:cNvSpPr txBox="1"/>
          <p:nvPr/>
        </p:nvSpPr>
        <p:spPr>
          <a:xfrm>
            <a:off x="2732133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3EAF90A9-7091-4FFF-9508-B7B3C8605CC1}"/>
              </a:ext>
            </a:extLst>
          </p:cNvPr>
          <p:cNvSpPr txBox="1"/>
          <p:nvPr/>
        </p:nvSpPr>
        <p:spPr>
          <a:xfrm>
            <a:off x="2981393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40C09FED-46EB-4C8A-B124-BF3E3B1CFB2F}"/>
              </a:ext>
            </a:extLst>
          </p:cNvPr>
          <p:cNvSpPr txBox="1"/>
          <p:nvPr/>
        </p:nvSpPr>
        <p:spPr>
          <a:xfrm>
            <a:off x="3230655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C5F1DDB1-6CE7-4937-BBB6-81256936B282}"/>
              </a:ext>
            </a:extLst>
          </p:cNvPr>
          <p:cNvSpPr txBox="1"/>
          <p:nvPr/>
        </p:nvSpPr>
        <p:spPr>
          <a:xfrm>
            <a:off x="3479915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1802AC24-710E-477C-B709-ECF75BA2B28F}"/>
              </a:ext>
            </a:extLst>
          </p:cNvPr>
          <p:cNvSpPr txBox="1"/>
          <p:nvPr/>
        </p:nvSpPr>
        <p:spPr>
          <a:xfrm>
            <a:off x="3729175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694AC54F-FE02-4E1A-833A-04D382F45579}"/>
              </a:ext>
            </a:extLst>
          </p:cNvPr>
          <p:cNvSpPr txBox="1"/>
          <p:nvPr/>
        </p:nvSpPr>
        <p:spPr>
          <a:xfrm>
            <a:off x="3978438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5E2EA82B-B0D0-4D89-9568-6B472FD782E6}"/>
              </a:ext>
            </a:extLst>
          </p:cNvPr>
          <p:cNvSpPr txBox="1"/>
          <p:nvPr/>
        </p:nvSpPr>
        <p:spPr>
          <a:xfrm>
            <a:off x="4227697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BE6F6DA-7D47-43E4-B0AB-C0D7F3F86937}"/>
              </a:ext>
            </a:extLst>
          </p:cNvPr>
          <p:cNvSpPr txBox="1"/>
          <p:nvPr/>
        </p:nvSpPr>
        <p:spPr>
          <a:xfrm>
            <a:off x="2732133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12A9E7E6-7B5F-4FC0-BC87-3F582DB15A4D}"/>
              </a:ext>
            </a:extLst>
          </p:cNvPr>
          <p:cNvSpPr txBox="1"/>
          <p:nvPr/>
        </p:nvSpPr>
        <p:spPr>
          <a:xfrm>
            <a:off x="2981393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E956D8E-F4F2-4C75-8C68-D12D3839D25C}"/>
              </a:ext>
            </a:extLst>
          </p:cNvPr>
          <p:cNvSpPr txBox="1"/>
          <p:nvPr/>
        </p:nvSpPr>
        <p:spPr>
          <a:xfrm>
            <a:off x="3230655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D399AE47-0DEC-490F-B8FA-919D0AA3074A}"/>
              </a:ext>
            </a:extLst>
          </p:cNvPr>
          <p:cNvSpPr txBox="1"/>
          <p:nvPr/>
        </p:nvSpPr>
        <p:spPr>
          <a:xfrm>
            <a:off x="3479915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DE55F3E1-07CA-45CA-82D3-39FE138E5BF5}"/>
              </a:ext>
            </a:extLst>
          </p:cNvPr>
          <p:cNvSpPr txBox="1"/>
          <p:nvPr/>
        </p:nvSpPr>
        <p:spPr>
          <a:xfrm>
            <a:off x="3729175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92E13327-D950-4801-B53F-056BE0B98B29}"/>
              </a:ext>
            </a:extLst>
          </p:cNvPr>
          <p:cNvSpPr txBox="1"/>
          <p:nvPr/>
        </p:nvSpPr>
        <p:spPr>
          <a:xfrm>
            <a:off x="3978438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3D3EC7DC-9D0B-486F-AD0E-0C26B0F26E59}"/>
              </a:ext>
            </a:extLst>
          </p:cNvPr>
          <p:cNvSpPr txBox="1"/>
          <p:nvPr/>
        </p:nvSpPr>
        <p:spPr>
          <a:xfrm>
            <a:off x="4227697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79F673F6-9085-40DF-9192-CC75A62E1E95}"/>
              </a:ext>
            </a:extLst>
          </p:cNvPr>
          <p:cNvSpPr txBox="1"/>
          <p:nvPr/>
        </p:nvSpPr>
        <p:spPr>
          <a:xfrm>
            <a:off x="3226999" y="3759802"/>
            <a:ext cx="720299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May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586A93E1-97BB-4025-BFA5-34B2A8F04C43}"/>
              </a:ext>
            </a:extLst>
          </p:cNvPr>
          <p:cNvSpPr txBox="1"/>
          <p:nvPr/>
        </p:nvSpPr>
        <p:spPr>
          <a:xfrm>
            <a:off x="5215437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1A425DCD-8767-491E-9731-070992A9A5E4}"/>
              </a:ext>
            </a:extLst>
          </p:cNvPr>
          <p:cNvSpPr txBox="1"/>
          <p:nvPr/>
        </p:nvSpPr>
        <p:spPr>
          <a:xfrm>
            <a:off x="5464699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98F2D4FF-E6B1-4409-A136-64906789D3A9}"/>
              </a:ext>
            </a:extLst>
          </p:cNvPr>
          <p:cNvSpPr txBox="1"/>
          <p:nvPr/>
        </p:nvSpPr>
        <p:spPr>
          <a:xfrm>
            <a:off x="5713959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48B014E3-2082-4DA9-974B-58D74E7681FD}"/>
              </a:ext>
            </a:extLst>
          </p:cNvPr>
          <p:cNvSpPr txBox="1"/>
          <p:nvPr/>
        </p:nvSpPr>
        <p:spPr>
          <a:xfrm>
            <a:off x="5963222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3203EA61-8047-48D8-A43B-359515DC3ED5}"/>
              </a:ext>
            </a:extLst>
          </p:cNvPr>
          <p:cNvSpPr txBox="1"/>
          <p:nvPr/>
        </p:nvSpPr>
        <p:spPr>
          <a:xfrm>
            <a:off x="6212481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133E3CD8-C82E-42E9-998F-1A1D032A40D5}"/>
              </a:ext>
            </a:extLst>
          </p:cNvPr>
          <p:cNvSpPr txBox="1"/>
          <p:nvPr/>
        </p:nvSpPr>
        <p:spPr>
          <a:xfrm>
            <a:off x="6461742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E2D0EE0B-3E24-4093-8B5F-06D8D213FABB}"/>
              </a:ext>
            </a:extLst>
          </p:cNvPr>
          <p:cNvSpPr txBox="1"/>
          <p:nvPr/>
        </p:nvSpPr>
        <p:spPr>
          <a:xfrm>
            <a:off x="6711001" y="421104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C71C0E74-B6C4-4C32-83B6-6554945C9CB0}"/>
              </a:ext>
            </a:extLst>
          </p:cNvPr>
          <p:cNvSpPr txBox="1"/>
          <p:nvPr/>
        </p:nvSpPr>
        <p:spPr>
          <a:xfrm>
            <a:off x="5215437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450A6435-4FBD-4351-831C-F171D3CEDECC}"/>
              </a:ext>
            </a:extLst>
          </p:cNvPr>
          <p:cNvSpPr txBox="1"/>
          <p:nvPr/>
        </p:nvSpPr>
        <p:spPr>
          <a:xfrm>
            <a:off x="5464699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B72ECBF3-8D6F-4D34-B4DA-74D268D98505}"/>
              </a:ext>
            </a:extLst>
          </p:cNvPr>
          <p:cNvSpPr txBox="1"/>
          <p:nvPr/>
        </p:nvSpPr>
        <p:spPr>
          <a:xfrm>
            <a:off x="5713959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B19ABD6A-D72C-4287-851D-D2B0D8B740BB}"/>
              </a:ext>
            </a:extLst>
          </p:cNvPr>
          <p:cNvSpPr txBox="1"/>
          <p:nvPr/>
        </p:nvSpPr>
        <p:spPr>
          <a:xfrm>
            <a:off x="5963222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3655B2F-CCB4-46BC-88C5-666536C79116}"/>
              </a:ext>
            </a:extLst>
          </p:cNvPr>
          <p:cNvSpPr txBox="1"/>
          <p:nvPr/>
        </p:nvSpPr>
        <p:spPr>
          <a:xfrm>
            <a:off x="6212481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25CA8992-842A-4FFF-A47D-08B3A0798982}"/>
              </a:ext>
            </a:extLst>
          </p:cNvPr>
          <p:cNvSpPr txBox="1"/>
          <p:nvPr/>
        </p:nvSpPr>
        <p:spPr>
          <a:xfrm>
            <a:off x="6461742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162ABDA-B26C-42BB-985D-D4075FEA5039}"/>
              </a:ext>
            </a:extLst>
          </p:cNvPr>
          <p:cNvSpPr txBox="1"/>
          <p:nvPr/>
        </p:nvSpPr>
        <p:spPr>
          <a:xfrm>
            <a:off x="6711001" y="449204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53472495-AFEF-48E2-9A06-32B44A2520EA}"/>
              </a:ext>
            </a:extLst>
          </p:cNvPr>
          <p:cNvSpPr txBox="1"/>
          <p:nvPr/>
        </p:nvSpPr>
        <p:spPr>
          <a:xfrm>
            <a:off x="5215437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06A80293-33BF-45AF-AE6C-1F07CCB2AC8B}"/>
              </a:ext>
            </a:extLst>
          </p:cNvPr>
          <p:cNvSpPr txBox="1"/>
          <p:nvPr/>
        </p:nvSpPr>
        <p:spPr>
          <a:xfrm>
            <a:off x="5464699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896393DE-31BC-474E-95DC-42A28CB4F797}"/>
              </a:ext>
            </a:extLst>
          </p:cNvPr>
          <p:cNvSpPr txBox="1"/>
          <p:nvPr/>
        </p:nvSpPr>
        <p:spPr>
          <a:xfrm>
            <a:off x="5713959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37D8E966-E33D-41D2-8211-823692A424F9}"/>
              </a:ext>
            </a:extLst>
          </p:cNvPr>
          <p:cNvSpPr txBox="1"/>
          <p:nvPr/>
        </p:nvSpPr>
        <p:spPr>
          <a:xfrm>
            <a:off x="5963222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0C69D47-3E2A-471C-B2C9-38255CA74F6E}"/>
              </a:ext>
            </a:extLst>
          </p:cNvPr>
          <p:cNvSpPr txBox="1"/>
          <p:nvPr/>
        </p:nvSpPr>
        <p:spPr>
          <a:xfrm>
            <a:off x="6212481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A14E0384-3A3D-47EE-AE8A-35BCD6AB05FB}"/>
              </a:ext>
            </a:extLst>
          </p:cNvPr>
          <p:cNvSpPr txBox="1"/>
          <p:nvPr/>
        </p:nvSpPr>
        <p:spPr>
          <a:xfrm>
            <a:off x="6461742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97F0A7C1-25B6-472F-9F6D-8BA162B05FF3}"/>
              </a:ext>
            </a:extLst>
          </p:cNvPr>
          <p:cNvSpPr txBox="1"/>
          <p:nvPr/>
        </p:nvSpPr>
        <p:spPr>
          <a:xfrm>
            <a:off x="6711001" y="477303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19276A72-AE58-4CB1-81CE-969B2426F5AC}"/>
              </a:ext>
            </a:extLst>
          </p:cNvPr>
          <p:cNvSpPr txBox="1"/>
          <p:nvPr/>
        </p:nvSpPr>
        <p:spPr>
          <a:xfrm>
            <a:off x="5215437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5E807F0B-B0EB-420C-95C9-ADF086BBB55A}"/>
              </a:ext>
            </a:extLst>
          </p:cNvPr>
          <p:cNvSpPr txBox="1"/>
          <p:nvPr/>
        </p:nvSpPr>
        <p:spPr>
          <a:xfrm>
            <a:off x="5464699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415F7DF6-6A86-4C4A-B17B-F306C33B123F}"/>
              </a:ext>
            </a:extLst>
          </p:cNvPr>
          <p:cNvSpPr txBox="1"/>
          <p:nvPr/>
        </p:nvSpPr>
        <p:spPr>
          <a:xfrm>
            <a:off x="5713959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3EB6F3F7-0497-441C-B71B-835520DDE774}"/>
              </a:ext>
            </a:extLst>
          </p:cNvPr>
          <p:cNvSpPr txBox="1"/>
          <p:nvPr/>
        </p:nvSpPr>
        <p:spPr>
          <a:xfrm>
            <a:off x="5963222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7EA922E1-5F2A-47FB-8907-83AFB4462DFB}"/>
              </a:ext>
            </a:extLst>
          </p:cNvPr>
          <p:cNvSpPr txBox="1"/>
          <p:nvPr/>
        </p:nvSpPr>
        <p:spPr>
          <a:xfrm>
            <a:off x="6212481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1B1C2B88-A83E-468C-9CB7-5FF7112C6E74}"/>
              </a:ext>
            </a:extLst>
          </p:cNvPr>
          <p:cNvSpPr txBox="1"/>
          <p:nvPr/>
        </p:nvSpPr>
        <p:spPr>
          <a:xfrm>
            <a:off x="6461742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DDC5FE0A-EB88-4B2A-8E05-A8B20AABF041}"/>
              </a:ext>
            </a:extLst>
          </p:cNvPr>
          <p:cNvSpPr txBox="1"/>
          <p:nvPr/>
        </p:nvSpPr>
        <p:spPr>
          <a:xfrm>
            <a:off x="6711001" y="505403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340C5E3A-B538-4EB4-AE31-9AC0C1AD7DB9}"/>
              </a:ext>
            </a:extLst>
          </p:cNvPr>
          <p:cNvSpPr txBox="1"/>
          <p:nvPr/>
        </p:nvSpPr>
        <p:spPr>
          <a:xfrm>
            <a:off x="5215437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FF309C4A-2E8F-4600-89EA-80663AAADDFA}"/>
              </a:ext>
            </a:extLst>
          </p:cNvPr>
          <p:cNvSpPr txBox="1"/>
          <p:nvPr/>
        </p:nvSpPr>
        <p:spPr>
          <a:xfrm>
            <a:off x="5464699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325B271F-60A1-4D20-88DB-E8E322F592AD}"/>
              </a:ext>
            </a:extLst>
          </p:cNvPr>
          <p:cNvSpPr txBox="1"/>
          <p:nvPr/>
        </p:nvSpPr>
        <p:spPr>
          <a:xfrm>
            <a:off x="5713959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71CCEDC0-B660-4CC7-AF77-297EE40F32F6}"/>
              </a:ext>
            </a:extLst>
          </p:cNvPr>
          <p:cNvSpPr txBox="1"/>
          <p:nvPr/>
        </p:nvSpPr>
        <p:spPr>
          <a:xfrm>
            <a:off x="5963222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33F6F362-C9B6-4ABE-B8D1-7D5194159877}"/>
              </a:ext>
            </a:extLst>
          </p:cNvPr>
          <p:cNvSpPr txBox="1"/>
          <p:nvPr/>
        </p:nvSpPr>
        <p:spPr>
          <a:xfrm>
            <a:off x="6212481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D5B9E70E-9FA8-473A-B2EB-F94A91AE8171}"/>
              </a:ext>
            </a:extLst>
          </p:cNvPr>
          <p:cNvSpPr txBox="1"/>
          <p:nvPr/>
        </p:nvSpPr>
        <p:spPr>
          <a:xfrm>
            <a:off x="6461742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3674E153-FD2F-49CC-AA77-E866B49F0A61}"/>
              </a:ext>
            </a:extLst>
          </p:cNvPr>
          <p:cNvSpPr txBox="1"/>
          <p:nvPr/>
        </p:nvSpPr>
        <p:spPr>
          <a:xfrm>
            <a:off x="6711001" y="533503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9713A975-F37B-4237-9611-968BEBF20CC6}"/>
              </a:ext>
            </a:extLst>
          </p:cNvPr>
          <p:cNvSpPr txBox="1"/>
          <p:nvPr/>
        </p:nvSpPr>
        <p:spPr>
          <a:xfrm>
            <a:off x="5215437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913FB7C7-A49C-4C60-BF60-99C8DAF61E1D}"/>
              </a:ext>
            </a:extLst>
          </p:cNvPr>
          <p:cNvSpPr txBox="1"/>
          <p:nvPr/>
        </p:nvSpPr>
        <p:spPr>
          <a:xfrm>
            <a:off x="5464699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BB6AF013-2856-477A-B13F-5D5B368AC45F}"/>
              </a:ext>
            </a:extLst>
          </p:cNvPr>
          <p:cNvSpPr txBox="1"/>
          <p:nvPr/>
        </p:nvSpPr>
        <p:spPr>
          <a:xfrm>
            <a:off x="5713959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11672219-CAD6-4413-9C7B-FA42BFEBEA50}"/>
              </a:ext>
            </a:extLst>
          </p:cNvPr>
          <p:cNvSpPr txBox="1"/>
          <p:nvPr/>
        </p:nvSpPr>
        <p:spPr>
          <a:xfrm>
            <a:off x="5963222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49E8367A-6E31-4EF9-B045-BCAFE2E045EB}"/>
              </a:ext>
            </a:extLst>
          </p:cNvPr>
          <p:cNvSpPr txBox="1"/>
          <p:nvPr/>
        </p:nvSpPr>
        <p:spPr>
          <a:xfrm>
            <a:off x="6212481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24580D2-C4F8-482B-8E74-9C06E9BD3766}"/>
              </a:ext>
            </a:extLst>
          </p:cNvPr>
          <p:cNvSpPr txBox="1"/>
          <p:nvPr/>
        </p:nvSpPr>
        <p:spPr>
          <a:xfrm>
            <a:off x="6461742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85D596B4-C8AA-4AE8-8F4F-DE48E64F8523}"/>
              </a:ext>
            </a:extLst>
          </p:cNvPr>
          <p:cNvSpPr txBox="1"/>
          <p:nvPr/>
        </p:nvSpPr>
        <p:spPr>
          <a:xfrm>
            <a:off x="6711001" y="561603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7115E2CE-B83A-408C-9404-165E443CC44A}"/>
              </a:ext>
            </a:extLst>
          </p:cNvPr>
          <p:cNvSpPr txBox="1"/>
          <p:nvPr/>
        </p:nvSpPr>
        <p:spPr>
          <a:xfrm>
            <a:off x="5692471" y="3759802"/>
            <a:ext cx="755958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June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3AFD0CD5-8FF2-4C94-8BA4-56A616379E66}"/>
              </a:ext>
            </a:extLst>
          </p:cNvPr>
          <p:cNvSpPr txBox="1"/>
          <p:nvPr/>
        </p:nvSpPr>
        <p:spPr>
          <a:xfrm>
            <a:off x="248828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504848CA-8367-4878-AB09-E2047CDA028E}"/>
              </a:ext>
            </a:extLst>
          </p:cNvPr>
          <p:cNvSpPr txBox="1"/>
          <p:nvPr/>
        </p:nvSpPr>
        <p:spPr>
          <a:xfrm>
            <a:off x="498088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6278E57-74D5-479C-8267-8C8585A7B7D5}"/>
              </a:ext>
            </a:extLst>
          </p:cNvPr>
          <p:cNvSpPr txBox="1"/>
          <p:nvPr/>
        </p:nvSpPr>
        <p:spPr>
          <a:xfrm>
            <a:off x="747350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45FB0DD-5C5D-4EEB-9ECF-318C29D55045}"/>
              </a:ext>
            </a:extLst>
          </p:cNvPr>
          <p:cNvSpPr txBox="1"/>
          <p:nvPr/>
        </p:nvSpPr>
        <p:spPr>
          <a:xfrm>
            <a:off x="996610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7EA7B5A-897E-42AA-BC94-E25BA70AC1D1}"/>
              </a:ext>
            </a:extLst>
          </p:cNvPr>
          <p:cNvSpPr txBox="1"/>
          <p:nvPr/>
        </p:nvSpPr>
        <p:spPr>
          <a:xfrm>
            <a:off x="1245873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6CDED7A-CD81-4C41-BBB4-C5745E619CCB}"/>
              </a:ext>
            </a:extLst>
          </p:cNvPr>
          <p:cNvSpPr txBox="1"/>
          <p:nvPr/>
        </p:nvSpPr>
        <p:spPr>
          <a:xfrm>
            <a:off x="1495132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C404630-B22C-48A9-A6A6-2DF84C9DBC75}"/>
              </a:ext>
            </a:extLst>
          </p:cNvPr>
          <p:cNvSpPr txBox="1"/>
          <p:nvPr/>
        </p:nvSpPr>
        <p:spPr>
          <a:xfrm>
            <a:off x="1744392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0F6F737B-B997-4DD7-A372-A3B6D4D88343}"/>
              </a:ext>
            </a:extLst>
          </p:cNvPr>
          <p:cNvSpPr txBox="1"/>
          <p:nvPr/>
        </p:nvSpPr>
        <p:spPr>
          <a:xfrm>
            <a:off x="248828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AD6F0C61-2C95-4ADF-80C8-3EC333178370}"/>
              </a:ext>
            </a:extLst>
          </p:cNvPr>
          <p:cNvSpPr txBox="1"/>
          <p:nvPr/>
        </p:nvSpPr>
        <p:spPr>
          <a:xfrm>
            <a:off x="498088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9CBB002-0D93-4241-9F84-B910AB6866CD}"/>
              </a:ext>
            </a:extLst>
          </p:cNvPr>
          <p:cNvSpPr txBox="1"/>
          <p:nvPr/>
        </p:nvSpPr>
        <p:spPr>
          <a:xfrm>
            <a:off x="747350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FFE91DEA-05CF-4BB9-B99B-280779E07FF5}"/>
              </a:ext>
            </a:extLst>
          </p:cNvPr>
          <p:cNvSpPr txBox="1"/>
          <p:nvPr/>
        </p:nvSpPr>
        <p:spPr>
          <a:xfrm>
            <a:off x="996610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76FF674E-D5ED-4E01-8ADF-97BBED069F01}"/>
              </a:ext>
            </a:extLst>
          </p:cNvPr>
          <p:cNvSpPr txBox="1"/>
          <p:nvPr/>
        </p:nvSpPr>
        <p:spPr>
          <a:xfrm>
            <a:off x="1245873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B8F9292-D13A-417E-AD5E-91E43B5CDB23}"/>
              </a:ext>
            </a:extLst>
          </p:cNvPr>
          <p:cNvSpPr txBox="1"/>
          <p:nvPr/>
        </p:nvSpPr>
        <p:spPr>
          <a:xfrm>
            <a:off x="1495132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5191BCF-3CBA-4758-BA25-41CFCC2FFCB7}"/>
              </a:ext>
            </a:extLst>
          </p:cNvPr>
          <p:cNvSpPr txBox="1"/>
          <p:nvPr/>
        </p:nvSpPr>
        <p:spPr>
          <a:xfrm>
            <a:off x="1744392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D8F6AC09-C3FB-4A13-A55A-DAE75B48BF0F}"/>
              </a:ext>
            </a:extLst>
          </p:cNvPr>
          <p:cNvSpPr txBox="1"/>
          <p:nvPr/>
        </p:nvSpPr>
        <p:spPr>
          <a:xfrm>
            <a:off x="248828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F0AAE137-452B-474D-A897-2B63C5696C16}"/>
              </a:ext>
            </a:extLst>
          </p:cNvPr>
          <p:cNvSpPr txBox="1"/>
          <p:nvPr/>
        </p:nvSpPr>
        <p:spPr>
          <a:xfrm>
            <a:off x="498088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60CFA56-8769-4B29-88C7-330F9184EB1F}"/>
              </a:ext>
            </a:extLst>
          </p:cNvPr>
          <p:cNvSpPr txBox="1"/>
          <p:nvPr/>
        </p:nvSpPr>
        <p:spPr>
          <a:xfrm>
            <a:off x="747350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BA2B2CEC-9BE4-41A3-A72A-006A82952027}"/>
              </a:ext>
            </a:extLst>
          </p:cNvPr>
          <p:cNvSpPr txBox="1"/>
          <p:nvPr/>
        </p:nvSpPr>
        <p:spPr>
          <a:xfrm>
            <a:off x="996610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88518258-D8E1-4268-97E7-91BD8C6A14C3}"/>
              </a:ext>
            </a:extLst>
          </p:cNvPr>
          <p:cNvSpPr txBox="1"/>
          <p:nvPr/>
        </p:nvSpPr>
        <p:spPr>
          <a:xfrm>
            <a:off x="1245873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58B0CA36-D1A8-4F73-84AD-A330B0BE02F3}"/>
              </a:ext>
            </a:extLst>
          </p:cNvPr>
          <p:cNvSpPr txBox="1"/>
          <p:nvPr/>
        </p:nvSpPr>
        <p:spPr>
          <a:xfrm>
            <a:off x="1495132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CB3A8A2D-A7A7-4723-A50F-81BB322BCC0F}"/>
              </a:ext>
            </a:extLst>
          </p:cNvPr>
          <p:cNvSpPr txBox="1"/>
          <p:nvPr/>
        </p:nvSpPr>
        <p:spPr>
          <a:xfrm>
            <a:off x="1744392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8DB3C2D3-5CFB-4F10-8A94-12A2BCBA0B4B}"/>
              </a:ext>
            </a:extLst>
          </p:cNvPr>
          <p:cNvSpPr txBox="1"/>
          <p:nvPr/>
        </p:nvSpPr>
        <p:spPr>
          <a:xfrm>
            <a:off x="248828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AA3F5A4D-F90D-4825-AEBC-1C3229B95E1A}"/>
              </a:ext>
            </a:extLst>
          </p:cNvPr>
          <p:cNvSpPr txBox="1"/>
          <p:nvPr/>
        </p:nvSpPr>
        <p:spPr>
          <a:xfrm>
            <a:off x="498088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561FDAE-A585-40B7-99D7-BDF1228EBFE3}"/>
              </a:ext>
            </a:extLst>
          </p:cNvPr>
          <p:cNvSpPr txBox="1"/>
          <p:nvPr/>
        </p:nvSpPr>
        <p:spPr>
          <a:xfrm>
            <a:off x="747350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13CCA96E-6121-4EC8-8BCF-31B6F033543D}"/>
              </a:ext>
            </a:extLst>
          </p:cNvPr>
          <p:cNvSpPr txBox="1"/>
          <p:nvPr/>
        </p:nvSpPr>
        <p:spPr>
          <a:xfrm>
            <a:off x="996610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D29A0F09-390B-4E92-99E6-DCCE9FB0CB58}"/>
              </a:ext>
            </a:extLst>
          </p:cNvPr>
          <p:cNvSpPr txBox="1"/>
          <p:nvPr/>
        </p:nvSpPr>
        <p:spPr>
          <a:xfrm>
            <a:off x="1245873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1510B94-7E7C-4BF3-AD33-B0ADFA556383}"/>
              </a:ext>
            </a:extLst>
          </p:cNvPr>
          <p:cNvSpPr txBox="1"/>
          <p:nvPr/>
        </p:nvSpPr>
        <p:spPr>
          <a:xfrm>
            <a:off x="1495132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DFF5C799-E5E8-45B8-801A-97306DA463A6}"/>
              </a:ext>
            </a:extLst>
          </p:cNvPr>
          <p:cNvSpPr txBox="1"/>
          <p:nvPr/>
        </p:nvSpPr>
        <p:spPr>
          <a:xfrm>
            <a:off x="1744392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1CB6AF2-5D9A-40B7-B99C-F8E69E62BA7E}"/>
              </a:ext>
            </a:extLst>
          </p:cNvPr>
          <p:cNvSpPr txBox="1"/>
          <p:nvPr/>
        </p:nvSpPr>
        <p:spPr>
          <a:xfrm>
            <a:off x="248828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59DD528C-C861-4074-B3ED-246BD06C5784}"/>
              </a:ext>
            </a:extLst>
          </p:cNvPr>
          <p:cNvSpPr txBox="1"/>
          <p:nvPr/>
        </p:nvSpPr>
        <p:spPr>
          <a:xfrm>
            <a:off x="498088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2AF75D09-9A8E-4FBE-8688-DAC3ED3882B9}"/>
              </a:ext>
            </a:extLst>
          </p:cNvPr>
          <p:cNvSpPr txBox="1"/>
          <p:nvPr/>
        </p:nvSpPr>
        <p:spPr>
          <a:xfrm>
            <a:off x="747350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1A3A797B-6A59-4475-8F15-7B03C3947E1C}"/>
              </a:ext>
            </a:extLst>
          </p:cNvPr>
          <p:cNvSpPr txBox="1"/>
          <p:nvPr/>
        </p:nvSpPr>
        <p:spPr>
          <a:xfrm>
            <a:off x="996610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32010982-00A2-4A30-89EA-9D835E669A5C}"/>
              </a:ext>
            </a:extLst>
          </p:cNvPr>
          <p:cNvSpPr txBox="1"/>
          <p:nvPr/>
        </p:nvSpPr>
        <p:spPr>
          <a:xfrm>
            <a:off x="1245873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354D39D1-F76D-4830-BB03-62BA523655E0}"/>
              </a:ext>
            </a:extLst>
          </p:cNvPr>
          <p:cNvSpPr txBox="1"/>
          <p:nvPr/>
        </p:nvSpPr>
        <p:spPr>
          <a:xfrm>
            <a:off x="1495132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31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11E02846-ED99-494F-BD53-DE6DEC5AF14C}"/>
              </a:ext>
            </a:extLst>
          </p:cNvPr>
          <p:cNvSpPr txBox="1"/>
          <p:nvPr/>
        </p:nvSpPr>
        <p:spPr>
          <a:xfrm>
            <a:off x="1744392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41589470-C4CF-4A12-BB14-13F118462C3F}"/>
              </a:ext>
            </a:extLst>
          </p:cNvPr>
          <p:cNvSpPr txBox="1"/>
          <p:nvPr/>
        </p:nvSpPr>
        <p:spPr>
          <a:xfrm>
            <a:off x="248828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6E6F938-2A4E-40AC-9987-E85B4DE7CDF9}"/>
              </a:ext>
            </a:extLst>
          </p:cNvPr>
          <p:cNvSpPr txBox="1"/>
          <p:nvPr/>
        </p:nvSpPr>
        <p:spPr>
          <a:xfrm>
            <a:off x="498088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BFB6D3B2-C731-4E35-8C76-2C5974E463C0}"/>
              </a:ext>
            </a:extLst>
          </p:cNvPr>
          <p:cNvSpPr txBox="1"/>
          <p:nvPr/>
        </p:nvSpPr>
        <p:spPr>
          <a:xfrm>
            <a:off x="747350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4B85316A-6BC3-4D7B-B905-BB616C11ED48}"/>
              </a:ext>
            </a:extLst>
          </p:cNvPr>
          <p:cNvSpPr txBox="1"/>
          <p:nvPr/>
        </p:nvSpPr>
        <p:spPr>
          <a:xfrm>
            <a:off x="996610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C968F144-B063-470C-AA24-A99C2DF1E8E1}"/>
              </a:ext>
            </a:extLst>
          </p:cNvPr>
          <p:cNvSpPr txBox="1"/>
          <p:nvPr/>
        </p:nvSpPr>
        <p:spPr>
          <a:xfrm>
            <a:off x="1245873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25F5E1C5-37A1-4093-B754-B4B7E6F68673}"/>
              </a:ext>
            </a:extLst>
          </p:cNvPr>
          <p:cNvSpPr txBox="1"/>
          <p:nvPr/>
        </p:nvSpPr>
        <p:spPr>
          <a:xfrm>
            <a:off x="1495132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1B2868B2-5D49-4025-B0E3-8C1275F2E440}"/>
              </a:ext>
            </a:extLst>
          </p:cNvPr>
          <p:cNvSpPr txBox="1"/>
          <p:nvPr/>
        </p:nvSpPr>
        <p:spPr>
          <a:xfrm>
            <a:off x="1744392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569F63B4-48F7-4BAE-BE35-6F950CACE466}"/>
              </a:ext>
            </a:extLst>
          </p:cNvPr>
          <p:cNvSpPr txBox="1"/>
          <p:nvPr/>
        </p:nvSpPr>
        <p:spPr>
          <a:xfrm>
            <a:off x="777649" y="6175258"/>
            <a:ext cx="652378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July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BB867192-972A-45D9-8790-38E6B8EB44E6}"/>
              </a:ext>
            </a:extLst>
          </p:cNvPr>
          <p:cNvSpPr txBox="1"/>
          <p:nvPr/>
        </p:nvSpPr>
        <p:spPr>
          <a:xfrm>
            <a:off x="2732133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C6FB2D7-B76A-4005-8F8F-310BD347FC35}"/>
              </a:ext>
            </a:extLst>
          </p:cNvPr>
          <p:cNvSpPr txBox="1"/>
          <p:nvPr/>
        </p:nvSpPr>
        <p:spPr>
          <a:xfrm>
            <a:off x="2981393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875BF012-CF61-4E54-A812-046140845B42}"/>
              </a:ext>
            </a:extLst>
          </p:cNvPr>
          <p:cNvSpPr txBox="1"/>
          <p:nvPr/>
        </p:nvSpPr>
        <p:spPr>
          <a:xfrm>
            <a:off x="3230655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E4706584-FD1D-4BD5-B5FF-2B3E4A19CF3D}"/>
              </a:ext>
            </a:extLst>
          </p:cNvPr>
          <p:cNvSpPr txBox="1"/>
          <p:nvPr/>
        </p:nvSpPr>
        <p:spPr>
          <a:xfrm>
            <a:off x="3479915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976381CE-9E54-475D-B3D9-C480F477BFF4}"/>
              </a:ext>
            </a:extLst>
          </p:cNvPr>
          <p:cNvSpPr txBox="1"/>
          <p:nvPr/>
        </p:nvSpPr>
        <p:spPr>
          <a:xfrm>
            <a:off x="3729175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67F5FBE-06F2-4633-BF1F-E76FD9EAFB64}"/>
              </a:ext>
            </a:extLst>
          </p:cNvPr>
          <p:cNvSpPr txBox="1"/>
          <p:nvPr/>
        </p:nvSpPr>
        <p:spPr>
          <a:xfrm>
            <a:off x="3978438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DC44A941-1A40-4AF1-8193-4FEDB30B218A}"/>
              </a:ext>
            </a:extLst>
          </p:cNvPr>
          <p:cNvSpPr txBox="1"/>
          <p:nvPr/>
        </p:nvSpPr>
        <p:spPr>
          <a:xfrm>
            <a:off x="4227697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ADAFCF7-2EEA-4A9F-A0B5-B5D04F9F17D8}"/>
              </a:ext>
            </a:extLst>
          </p:cNvPr>
          <p:cNvSpPr txBox="1"/>
          <p:nvPr/>
        </p:nvSpPr>
        <p:spPr>
          <a:xfrm>
            <a:off x="2732133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187295E6-C2EA-4050-9C62-EBF7E8A0E904}"/>
              </a:ext>
            </a:extLst>
          </p:cNvPr>
          <p:cNvSpPr txBox="1"/>
          <p:nvPr/>
        </p:nvSpPr>
        <p:spPr>
          <a:xfrm>
            <a:off x="2981393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383C274B-8955-4588-AEE1-13BFC611C537}"/>
              </a:ext>
            </a:extLst>
          </p:cNvPr>
          <p:cNvSpPr txBox="1"/>
          <p:nvPr/>
        </p:nvSpPr>
        <p:spPr>
          <a:xfrm>
            <a:off x="3230655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2664D30-A5E0-4278-B7F8-D6919F073D22}"/>
              </a:ext>
            </a:extLst>
          </p:cNvPr>
          <p:cNvSpPr txBox="1"/>
          <p:nvPr/>
        </p:nvSpPr>
        <p:spPr>
          <a:xfrm>
            <a:off x="3479915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9EE08646-70CD-49A5-953A-4D58CE0A48BC}"/>
              </a:ext>
            </a:extLst>
          </p:cNvPr>
          <p:cNvSpPr txBox="1"/>
          <p:nvPr/>
        </p:nvSpPr>
        <p:spPr>
          <a:xfrm>
            <a:off x="3729175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07E60935-0B1F-4367-86B1-929B99E69EFD}"/>
              </a:ext>
            </a:extLst>
          </p:cNvPr>
          <p:cNvSpPr txBox="1"/>
          <p:nvPr/>
        </p:nvSpPr>
        <p:spPr>
          <a:xfrm>
            <a:off x="3978438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BF09E5CE-D6AD-4774-9D22-E1E90FE631CB}"/>
              </a:ext>
            </a:extLst>
          </p:cNvPr>
          <p:cNvSpPr txBox="1"/>
          <p:nvPr/>
        </p:nvSpPr>
        <p:spPr>
          <a:xfrm>
            <a:off x="4227697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C42C28DC-48E7-4A9B-B6ED-443F6ECF76C4}"/>
              </a:ext>
            </a:extLst>
          </p:cNvPr>
          <p:cNvSpPr txBox="1"/>
          <p:nvPr/>
        </p:nvSpPr>
        <p:spPr>
          <a:xfrm>
            <a:off x="2732133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ECBCD0EF-3D93-4E1C-9289-A903B8D1CA52}"/>
              </a:ext>
            </a:extLst>
          </p:cNvPr>
          <p:cNvSpPr txBox="1"/>
          <p:nvPr/>
        </p:nvSpPr>
        <p:spPr>
          <a:xfrm>
            <a:off x="2981393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76595B52-58BD-42D3-921D-6FC5105F7DA3}"/>
              </a:ext>
            </a:extLst>
          </p:cNvPr>
          <p:cNvSpPr txBox="1"/>
          <p:nvPr/>
        </p:nvSpPr>
        <p:spPr>
          <a:xfrm>
            <a:off x="3230655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B4D11C0E-2318-4B9F-983F-D4643B07BF28}"/>
              </a:ext>
            </a:extLst>
          </p:cNvPr>
          <p:cNvSpPr txBox="1"/>
          <p:nvPr/>
        </p:nvSpPr>
        <p:spPr>
          <a:xfrm>
            <a:off x="3479915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A8B77CAF-2BA0-43C0-B5A6-864F9D6E6C88}"/>
              </a:ext>
            </a:extLst>
          </p:cNvPr>
          <p:cNvSpPr txBox="1"/>
          <p:nvPr/>
        </p:nvSpPr>
        <p:spPr>
          <a:xfrm>
            <a:off x="3729175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7B655D5-F2CA-4CF1-AC35-01E582D21AFD}"/>
              </a:ext>
            </a:extLst>
          </p:cNvPr>
          <p:cNvSpPr txBox="1"/>
          <p:nvPr/>
        </p:nvSpPr>
        <p:spPr>
          <a:xfrm>
            <a:off x="3978438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CD98BE38-FFCD-4DDD-9CBD-DC1DC745597B}"/>
              </a:ext>
            </a:extLst>
          </p:cNvPr>
          <p:cNvSpPr txBox="1"/>
          <p:nvPr/>
        </p:nvSpPr>
        <p:spPr>
          <a:xfrm>
            <a:off x="4227697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22CB4EDA-C5D1-40DA-950D-6F4EF00E7105}"/>
              </a:ext>
            </a:extLst>
          </p:cNvPr>
          <p:cNvSpPr txBox="1"/>
          <p:nvPr/>
        </p:nvSpPr>
        <p:spPr>
          <a:xfrm>
            <a:off x="2732133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91EAC9D0-AE0C-4628-8B7A-014902A1E531}"/>
              </a:ext>
            </a:extLst>
          </p:cNvPr>
          <p:cNvSpPr txBox="1"/>
          <p:nvPr/>
        </p:nvSpPr>
        <p:spPr>
          <a:xfrm>
            <a:off x="2981393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655984E3-4F4D-47C4-AED9-BF764B1970FF}"/>
              </a:ext>
            </a:extLst>
          </p:cNvPr>
          <p:cNvSpPr txBox="1"/>
          <p:nvPr/>
        </p:nvSpPr>
        <p:spPr>
          <a:xfrm>
            <a:off x="3230655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BFC4CF10-D3F5-4719-B967-418EDA1E1395}"/>
              </a:ext>
            </a:extLst>
          </p:cNvPr>
          <p:cNvSpPr txBox="1"/>
          <p:nvPr/>
        </p:nvSpPr>
        <p:spPr>
          <a:xfrm>
            <a:off x="3479915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E4669583-A2CA-4235-8AED-DB029FFDCF94}"/>
              </a:ext>
            </a:extLst>
          </p:cNvPr>
          <p:cNvSpPr txBox="1"/>
          <p:nvPr/>
        </p:nvSpPr>
        <p:spPr>
          <a:xfrm>
            <a:off x="3729175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F6F0E2A5-DAD0-4E48-81AC-3C050A579079}"/>
              </a:ext>
            </a:extLst>
          </p:cNvPr>
          <p:cNvSpPr txBox="1"/>
          <p:nvPr/>
        </p:nvSpPr>
        <p:spPr>
          <a:xfrm>
            <a:off x="3978438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5373E989-8129-4F3A-9D72-96AAC3938A59}"/>
              </a:ext>
            </a:extLst>
          </p:cNvPr>
          <p:cNvSpPr txBox="1"/>
          <p:nvPr/>
        </p:nvSpPr>
        <p:spPr>
          <a:xfrm>
            <a:off x="4227697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C819215C-C386-4447-B718-E6D445362FE6}"/>
              </a:ext>
            </a:extLst>
          </p:cNvPr>
          <p:cNvSpPr txBox="1"/>
          <p:nvPr/>
        </p:nvSpPr>
        <p:spPr>
          <a:xfrm>
            <a:off x="2732133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A15391C3-740F-4503-81D6-2A7721F526AE}"/>
              </a:ext>
            </a:extLst>
          </p:cNvPr>
          <p:cNvSpPr txBox="1"/>
          <p:nvPr/>
        </p:nvSpPr>
        <p:spPr>
          <a:xfrm>
            <a:off x="2981393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024D8FBF-87F0-42E5-BE5A-3A8CEE4F245F}"/>
              </a:ext>
            </a:extLst>
          </p:cNvPr>
          <p:cNvSpPr txBox="1"/>
          <p:nvPr/>
        </p:nvSpPr>
        <p:spPr>
          <a:xfrm>
            <a:off x="3230655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F435CCAA-5161-4B4E-8214-17F0486F8096}"/>
              </a:ext>
            </a:extLst>
          </p:cNvPr>
          <p:cNvSpPr txBox="1"/>
          <p:nvPr/>
        </p:nvSpPr>
        <p:spPr>
          <a:xfrm>
            <a:off x="3479915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B903F6F2-DE78-4971-9185-E8D5E761E797}"/>
              </a:ext>
            </a:extLst>
          </p:cNvPr>
          <p:cNvSpPr txBox="1"/>
          <p:nvPr/>
        </p:nvSpPr>
        <p:spPr>
          <a:xfrm>
            <a:off x="3729175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F5D1123-D1E9-4F46-B1D4-5A0D1FF0E201}"/>
              </a:ext>
            </a:extLst>
          </p:cNvPr>
          <p:cNvSpPr txBox="1"/>
          <p:nvPr/>
        </p:nvSpPr>
        <p:spPr>
          <a:xfrm>
            <a:off x="3978438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C0325197-8A03-4994-AE26-6A02F04ED3D3}"/>
              </a:ext>
            </a:extLst>
          </p:cNvPr>
          <p:cNvSpPr txBox="1"/>
          <p:nvPr/>
        </p:nvSpPr>
        <p:spPr>
          <a:xfrm>
            <a:off x="4227697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0DA00E84-FF54-4D1E-BD82-B83D77379F33}"/>
              </a:ext>
            </a:extLst>
          </p:cNvPr>
          <p:cNvSpPr txBox="1"/>
          <p:nvPr/>
        </p:nvSpPr>
        <p:spPr>
          <a:xfrm>
            <a:off x="2732133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9F408CC0-38B8-4244-8703-1235294064A3}"/>
              </a:ext>
            </a:extLst>
          </p:cNvPr>
          <p:cNvSpPr txBox="1"/>
          <p:nvPr/>
        </p:nvSpPr>
        <p:spPr>
          <a:xfrm>
            <a:off x="2981393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48E17CDF-BF64-4AAD-9C1C-9D5353E7F5F1}"/>
              </a:ext>
            </a:extLst>
          </p:cNvPr>
          <p:cNvSpPr txBox="1"/>
          <p:nvPr/>
        </p:nvSpPr>
        <p:spPr>
          <a:xfrm>
            <a:off x="3230655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77097519-9821-47F1-90BA-ADAD63E37D99}"/>
              </a:ext>
            </a:extLst>
          </p:cNvPr>
          <p:cNvSpPr txBox="1"/>
          <p:nvPr/>
        </p:nvSpPr>
        <p:spPr>
          <a:xfrm>
            <a:off x="3479915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CA0100FA-8B00-4472-8FFD-FAE2F5CB11A5}"/>
              </a:ext>
            </a:extLst>
          </p:cNvPr>
          <p:cNvSpPr txBox="1"/>
          <p:nvPr/>
        </p:nvSpPr>
        <p:spPr>
          <a:xfrm>
            <a:off x="3729175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BB9E96C7-D496-4F75-87CE-3E29676D073B}"/>
              </a:ext>
            </a:extLst>
          </p:cNvPr>
          <p:cNvSpPr txBox="1"/>
          <p:nvPr/>
        </p:nvSpPr>
        <p:spPr>
          <a:xfrm>
            <a:off x="3978438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048538EC-560A-46A2-B7D7-E061DFF1886E}"/>
              </a:ext>
            </a:extLst>
          </p:cNvPr>
          <p:cNvSpPr txBox="1"/>
          <p:nvPr/>
        </p:nvSpPr>
        <p:spPr>
          <a:xfrm>
            <a:off x="4227697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BA0127A1-2BA0-4C39-A10B-7F0D6CD01BB1}"/>
              </a:ext>
            </a:extLst>
          </p:cNvPr>
          <p:cNvSpPr txBox="1"/>
          <p:nvPr/>
        </p:nvSpPr>
        <p:spPr>
          <a:xfrm>
            <a:off x="3055501" y="6175258"/>
            <a:ext cx="1063298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August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B05D081-2AA2-4464-8CDA-C6837884E02E}"/>
              </a:ext>
            </a:extLst>
          </p:cNvPr>
          <p:cNvSpPr txBox="1"/>
          <p:nvPr/>
        </p:nvSpPr>
        <p:spPr>
          <a:xfrm>
            <a:off x="5215437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2CE69C63-F3BF-4901-82AE-77F0C4CAB472}"/>
              </a:ext>
            </a:extLst>
          </p:cNvPr>
          <p:cNvSpPr txBox="1"/>
          <p:nvPr/>
        </p:nvSpPr>
        <p:spPr>
          <a:xfrm>
            <a:off x="5464699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BDB34921-F657-4A06-98B2-462D7C6F358D}"/>
              </a:ext>
            </a:extLst>
          </p:cNvPr>
          <p:cNvSpPr txBox="1"/>
          <p:nvPr/>
        </p:nvSpPr>
        <p:spPr>
          <a:xfrm>
            <a:off x="5713959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7A175F97-D501-4E8A-847C-A564B20A5CAC}"/>
              </a:ext>
            </a:extLst>
          </p:cNvPr>
          <p:cNvSpPr txBox="1"/>
          <p:nvPr/>
        </p:nvSpPr>
        <p:spPr>
          <a:xfrm>
            <a:off x="5963222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97DEDC66-F1DD-43D5-BA21-843974477A65}"/>
              </a:ext>
            </a:extLst>
          </p:cNvPr>
          <p:cNvSpPr txBox="1"/>
          <p:nvPr/>
        </p:nvSpPr>
        <p:spPr>
          <a:xfrm>
            <a:off x="6212481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809A4C1C-F77E-4B31-82C4-6ED59644C938}"/>
              </a:ext>
            </a:extLst>
          </p:cNvPr>
          <p:cNvSpPr txBox="1"/>
          <p:nvPr/>
        </p:nvSpPr>
        <p:spPr>
          <a:xfrm>
            <a:off x="6461742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FC353625-EC76-41DA-BD47-81C30035C70B}"/>
              </a:ext>
            </a:extLst>
          </p:cNvPr>
          <p:cNvSpPr txBox="1"/>
          <p:nvPr/>
        </p:nvSpPr>
        <p:spPr>
          <a:xfrm>
            <a:off x="6711001" y="6626498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F353A9F9-34A7-4972-9C4B-689862A7BE56}"/>
              </a:ext>
            </a:extLst>
          </p:cNvPr>
          <p:cNvSpPr txBox="1"/>
          <p:nvPr/>
        </p:nvSpPr>
        <p:spPr>
          <a:xfrm>
            <a:off x="5215437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FE1733B5-7285-4702-B264-DD0323589F1F}"/>
              </a:ext>
            </a:extLst>
          </p:cNvPr>
          <p:cNvSpPr txBox="1"/>
          <p:nvPr/>
        </p:nvSpPr>
        <p:spPr>
          <a:xfrm>
            <a:off x="5464699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DF252AC4-E8E7-4652-ADB6-2BB978FD0EDB}"/>
              </a:ext>
            </a:extLst>
          </p:cNvPr>
          <p:cNvSpPr txBox="1"/>
          <p:nvPr/>
        </p:nvSpPr>
        <p:spPr>
          <a:xfrm>
            <a:off x="5713959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4CED413D-896F-4FFA-BA97-D2A12DA244BD}"/>
              </a:ext>
            </a:extLst>
          </p:cNvPr>
          <p:cNvSpPr txBox="1"/>
          <p:nvPr/>
        </p:nvSpPr>
        <p:spPr>
          <a:xfrm>
            <a:off x="5963222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2AFB8051-0403-4C1B-AC64-D58B262204E5}"/>
              </a:ext>
            </a:extLst>
          </p:cNvPr>
          <p:cNvSpPr txBox="1"/>
          <p:nvPr/>
        </p:nvSpPr>
        <p:spPr>
          <a:xfrm>
            <a:off x="6212481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7A995C8-2760-46DF-859B-E597B1751DA6}"/>
              </a:ext>
            </a:extLst>
          </p:cNvPr>
          <p:cNvSpPr txBox="1"/>
          <p:nvPr/>
        </p:nvSpPr>
        <p:spPr>
          <a:xfrm>
            <a:off x="6461742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8E90BE94-BBC9-4325-9AAD-2CACBAC202FA}"/>
              </a:ext>
            </a:extLst>
          </p:cNvPr>
          <p:cNvSpPr txBox="1"/>
          <p:nvPr/>
        </p:nvSpPr>
        <p:spPr>
          <a:xfrm>
            <a:off x="6711001" y="6907496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A5EDFF5F-9114-4B48-935C-E9F4C4DAA6AA}"/>
              </a:ext>
            </a:extLst>
          </p:cNvPr>
          <p:cNvSpPr txBox="1"/>
          <p:nvPr/>
        </p:nvSpPr>
        <p:spPr>
          <a:xfrm>
            <a:off x="5215437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4CE0BD91-6A36-409F-A928-AC773B4AFA25}"/>
              </a:ext>
            </a:extLst>
          </p:cNvPr>
          <p:cNvSpPr txBox="1"/>
          <p:nvPr/>
        </p:nvSpPr>
        <p:spPr>
          <a:xfrm>
            <a:off x="5464699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6C8563A0-6076-410E-8F15-6A1FFF820C98}"/>
              </a:ext>
            </a:extLst>
          </p:cNvPr>
          <p:cNvSpPr txBox="1"/>
          <p:nvPr/>
        </p:nvSpPr>
        <p:spPr>
          <a:xfrm>
            <a:off x="5713959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9343D39C-4C75-44E6-B213-21B5C8A4D79D}"/>
              </a:ext>
            </a:extLst>
          </p:cNvPr>
          <p:cNvSpPr txBox="1"/>
          <p:nvPr/>
        </p:nvSpPr>
        <p:spPr>
          <a:xfrm>
            <a:off x="5963222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E57C3BE8-4E1D-48B7-A3D5-F5675F157456}"/>
              </a:ext>
            </a:extLst>
          </p:cNvPr>
          <p:cNvSpPr txBox="1"/>
          <p:nvPr/>
        </p:nvSpPr>
        <p:spPr>
          <a:xfrm>
            <a:off x="6212481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FAF539A3-EA4F-41C0-BA9D-44049A3C491E}"/>
              </a:ext>
            </a:extLst>
          </p:cNvPr>
          <p:cNvSpPr txBox="1"/>
          <p:nvPr/>
        </p:nvSpPr>
        <p:spPr>
          <a:xfrm>
            <a:off x="6461742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56D89E02-A6CC-48F7-9BBA-614623F403BF}"/>
              </a:ext>
            </a:extLst>
          </p:cNvPr>
          <p:cNvSpPr txBox="1"/>
          <p:nvPr/>
        </p:nvSpPr>
        <p:spPr>
          <a:xfrm>
            <a:off x="6711001" y="7188494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20D802ED-B083-4269-94E7-ACCE7C1B92F5}"/>
              </a:ext>
            </a:extLst>
          </p:cNvPr>
          <p:cNvSpPr txBox="1"/>
          <p:nvPr/>
        </p:nvSpPr>
        <p:spPr>
          <a:xfrm>
            <a:off x="5215437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F19271C4-380F-44F8-AF69-5C4B7ECB9F96}"/>
              </a:ext>
            </a:extLst>
          </p:cNvPr>
          <p:cNvSpPr txBox="1"/>
          <p:nvPr/>
        </p:nvSpPr>
        <p:spPr>
          <a:xfrm>
            <a:off x="5464699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E72DBC8D-3D85-4EF0-AF77-F071214AB6FD}"/>
              </a:ext>
            </a:extLst>
          </p:cNvPr>
          <p:cNvSpPr txBox="1"/>
          <p:nvPr/>
        </p:nvSpPr>
        <p:spPr>
          <a:xfrm>
            <a:off x="5713959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A7A4FB34-C4A8-4AC4-8D63-BC9AB2C879CE}"/>
              </a:ext>
            </a:extLst>
          </p:cNvPr>
          <p:cNvSpPr txBox="1"/>
          <p:nvPr/>
        </p:nvSpPr>
        <p:spPr>
          <a:xfrm>
            <a:off x="5963222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92C7FF16-38A4-4137-8D1D-241308A4D663}"/>
              </a:ext>
            </a:extLst>
          </p:cNvPr>
          <p:cNvSpPr txBox="1"/>
          <p:nvPr/>
        </p:nvSpPr>
        <p:spPr>
          <a:xfrm>
            <a:off x="6212481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2A77D154-C45C-417E-9685-9BA41A25B3B0}"/>
              </a:ext>
            </a:extLst>
          </p:cNvPr>
          <p:cNvSpPr txBox="1"/>
          <p:nvPr/>
        </p:nvSpPr>
        <p:spPr>
          <a:xfrm>
            <a:off x="6461742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3FC8D4DE-CFFC-4863-AA0A-616F530A11C5}"/>
              </a:ext>
            </a:extLst>
          </p:cNvPr>
          <p:cNvSpPr txBox="1"/>
          <p:nvPr/>
        </p:nvSpPr>
        <p:spPr>
          <a:xfrm>
            <a:off x="6711001" y="746949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BD68EF86-597C-4CE1-A3F5-BC1BF996225C}"/>
              </a:ext>
            </a:extLst>
          </p:cNvPr>
          <p:cNvSpPr txBox="1"/>
          <p:nvPr/>
        </p:nvSpPr>
        <p:spPr>
          <a:xfrm>
            <a:off x="5215437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1D45EF3D-D965-4D91-93D5-C3988DC5B57E}"/>
              </a:ext>
            </a:extLst>
          </p:cNvPr>
          <p:cNvSpPr txBox="1"/>
          <p:nvPr/>
        </p:nvSpPr>
        <p:spPr>
          <a:xfrm>
            <a:off x="5464699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D1597EB0-0942-4D6C-965E-BDADE991F0FA}"/>
              </a:ext>
            </a:extLst>
          </p:cNvPr>
          <p:cNvSpPr txBox="1"/>
          <p:nvPr/>
        </p:nvSpPr>
        <p:spPr>
          <a:xfrm>
            <a:off x="5713959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77D4F98A-F377-4496-A433-04AFB6954E04}"/>
              </a:ext>
            </a:extLst>
          </p:cNvPr>
          <p:cNvSpPr txBox="1"/>
          <p:nvPr/>
        </p:nvSpPr>
        <p:spPr>
          <a:xfrm>
            <a:off x="5963222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7660E754-C7EF-4F6A-ABDC-51E865F1B7AB}"/>
              </a:ext>
            </a:extLst>
          </p:cNvPr>
          <p:cNvSpPr txBox="1"/>
          <p:nvPr/>
        </p:nvSpPr>
        <p:spPr>
          <a:xfrm>
            <a:off x="6212481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82CA3ACA-F0E1-460F-A433-4E17FF9B87AF}"/>
              </a:ext>
            </a:extLst>
          </p:cNvPr>
          <p:cNvSpPr txBox="1"/>
          <p:nvPr/>
        </p:nvSpPr>
        <p:spPr>
          <a:xfrm>
            <a:off x="6461742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254C44EC-5893-4DD2-8CA3-5FC16F49B11D}"/>
              </a:ext>
            </a:extLst>
          </p:cNvPr>
          <p:cNvSpPr txBox="1"/>
          <p:nvPr/>
        </p:nvSpPr>
        <p:spPr>
          <a:xfrm>
            <a:off x="6711001" y="775049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049ECC88-80DF-4D6A-A81A-FFA4F058FE7B}"/>
              </a:ext>
            </a:extLst>
          </p:cNvPr>
          <p:cNvSpPr txBox="1"/>
          <p:nvPr/>
        </p:nvSpPr>
        <p:spPr>
          <a:xfrm>
            <a:off x="5215437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9DF8EF12-8550-4A71-B20A-5C03BEE60893}"/>
              </a:ext>
            </a:extLst>
          </p:cNvPr>
          <p:cNvSpPr txBox="1"/>
          <p:nvPr/>
        </p:nvSpPr>
        <p:spPr>
          <a:xfrm>
            <a:off x="5464699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3C3DC28A-6A66-41CA-BE67-B4EAB15398B4}"/>
              </a:ext>
            </a:extLst>
          </p:cNvPr>
          <p:cNvSpPr txBox="1"/>
          <p:nvPr/>
        </p:nvSpPr>
        <p:spPr>
          <a:xfrm>
            <a:off x="5713959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3FCB31AF-9EC1-479A-AA5A-E7E4760EFA81}"/>
              </a:ext>
            </a:extLst>
          </p:cNvPr>
          <p:cNvSpPr txBox="1"/>
          <p:nvPr/>
        </p:nvSpPr>
        <p:spPr>
          <a:xfrm>
            <a:off x="5963222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8AE53EB2-2915-40A8-9B2E-8DB4A000B46A}"/>
              </a:ext>
            </a:extLst>
          </p:cNvPr>
          <p:cNvSpPr txBox="1"/>
          <p:nvPr/>
        </p:nvSpPr>
        <p:spPr>
          <a:xfrm>
            <a:off x="6212481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3A8B997C-0E0F-4D90-9E5E-14A960B562F4}"/>
              </a:ext>
            </a:extLst>
          </p:cNvPr>
          <p:cNvSpPr txBox="1"/>
          <p:nvPr/>
        </p:nvSpPr>
        <p:spPr>
          <a:xfrm>
            <a:off x="6461742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EEC4CE74-8F3E-49FC-A731-DD274D83345B}"/>
              </a:ext>
            </a:extLst>
          </p:cNvPr>
          <p:cNvSpPr txBox="1"/>
          <p:nvPr/>
        </p:nvSpPr>
        <p:spPr>
          <a:xfrm>
            <a:off x="6711001" y="8031487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60DAC2D3-D962-4DB7-9351-6406FD5DA758}"/>
              </a:ext>
            </a:extLst>
          </p:cNvPr>
          <p:cNvSpPr txBox="1"/>
          <p:nvPr/>
        </p:nvSpPr>
        <p:spPr>
          <a:xfrm>
            <a:off x="5303051" y="6175258"/>
            <a:ext cx="1534804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September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604DF6F-1DE8-4722-8622-5CC80204E899}"/>
              </a:ext>
            </a:extLst>
          </p:cNvPr>
          <p:cNvSpPr txBox="1"/>
          <p:nvPr/>
        </p:nvSpPr>
        <p:spPr>
          <a:xfrm>
            <a:off x="248828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B1DC836-7F3E-4425-9E5C-857B2BFDCEFE}"/>
              </a:ext>
            </a:extLst>
          </p:cNvPr>
          <p:cNvSpPr txBox="1"/>
          <p:nvPr/>
        </p:nvSpPr>
        <p:spPr>
          <a:xfrm>
            <a:off x="498088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3F5B0D9C-7A98-4932-B2CF-4099D17CA974}"/>
              </a:ext>
            </a:extLst>
          </p:cNvPr>
          <p:cNvSpPr txBox="1"/>
          <p:nvPr/>
        </p:nvSpPr>
        <p:spPr>
          <a:xfrm>
            <a:off x="747350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CBF90026-8D50-4782-875F-F2771088E612}"/>
              </a:ext>
            </a:extLst>
          </p:cNvPr>
          <p:cNvSpPr txBox="1"/>
          <p:nvPr/>
        </p:nvSpPr>
        <p:spPr>
          <a:xfrm>
            <a:off x="996610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B534E76F-0862-4858-9C26-DFA94CDF6B7D}"/>
              </a:ext>
            </a:extLst>
          </p:cNvPr>
          <p:cNvSpPr txBox="1"/>
          <p:nvPr/>
        </p:nvSpPr>
        <p:spPr>
          <a:xfrm>
            <a:off x="1245873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00B0F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rgbClr val="00B0F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9EBD9C74-ADEB-44BA-AB8E-6EF39920FE0F}"/>
              </a:ext>
            </a:extLst>
          </p:cNvPr>
          <p:cNvSpPr txBox="1"/>
          <p:nvPr/>
        </p:nvSpPr>
        <p:spPr>
          <a:xfrm>
            <a:off x="1495132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DDE29F50-CB25-44F3-8FDE-E23013A3B2C1}"/>
              </a:ext>
            </a:extLst>
          </p:cNvPr>
          <p:cNvSpPr txBox="1"/>
          <p:nvPr/>
        </p:nvSpPr>
        <p:spPr>
          <a:xfrm>
            <a:off x="1744392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437455E2-3DA0-4D2B-A904-337EC5AF5067}"/>
              </a:ext>
            </a:extLst>
          </p:cNvPr>
          <p:cNvSpPr txBox="1"/>
          <p:nvPr/>
        </p:nvSpPr>
        <p:spPr>
          <a:xfrm>
            <a:off x="248828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1" name="TextBox 400">
            <a:extLst>
              <a:ext uri="{FF2B5EF4-FFF2-40B4-BE49-F238E27FC236}">
                <a16:creationId xmlns:a16="http://schemas.microsoft.com/office/drawing/2014/main" id="{C2C26A9E-AB1E-4E9C-9F36-56896F48FC60}"/>
              </a:ext>
            </a:extLst>
          </p:cNvPr>
          <p:cNvSpPr txBox="1"/>
          <p:nvPr/>
        </p:nvSpPr>
        <p:spPr>
          <a:xfrm>
            <a:off x="498088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FF053B68-4F01-41F4-B849-5D4CBD35100F}"/>
              </a:ext>
            </a:extLst>
          </p:cNvPr>
          <p:cNvSpPr txBox="1"/>
          <p:nvPr/>
        </p:nvSpPr>
        <p:spPr>
          <a:xfrm>
            <a:off x="747350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3" name="TextBox 402">
            <a:extLst>
              <a:ext uri="{FF2B5EF4-FFF2-40B4-BE49-F238E27FC236}">
                <a16:creationId xmlns:a16="http://schemas.microsoft.com/office/drawing/2014/main" id="{5BB6C617-2F94-4E39-8149-2646EAA1EA4F}"/>
              </a:ext>
            </a:extLst>
          </p:cNvPr>
          <p:cNvSpPr txBox="1"/>
          <p:nvPr/>
        </p:nvSpPr>
        <p:spPr>
          <a:xfrm>
            <a:off x="996610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BB116D8F-03F0-4B4D-945A-53936A1EFDC2}"/>
              </a:ext>
            </a:extLst>
          </p:cNvPr>
          <p:cNvSpPr txBox="1"/>
          <p:nvPr/>
        </p:nvSpPr>
        <p:spPr>
          <a:xfrm>
            <a:off x="1245873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5" name="TextBox 404">
            <a:extLst>
              <a:ext uri="{FF2B5EF4-FFF2-40B4-BE49-F238E27FC236}">
                <a16:creationId xmlns:a16="http://schemas.microsoft.com/office/drawing/2014/main" id="{73371C86-E177-4DE3-9207-8BAB6D1D6489}"/>
              </a:ext>
            </a:extLst>
          </p:cNvPr>
          <p:cNvSpPr txBox="1"/>
          <p:nvPr/>
        </p:nvSpPr>
        <p:spPr>
          <a:xfrm>
            <a:off x="1495132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6" name="TextBox 405">
            <a:extLst>
              <a:ext uri="{FF2B5EF4-FFF2-40B4-BE49-F238E27FC236}">
                <a16:creationId xmlns:a16="http://schemas.microsoft.com/office/drawing/2014/main" id="{09B13419-3734-4F72-8DF0-6C7B4A7868E8}"/>
              </a:ext>
            </a:extLst>
          </p:cNvPr>
          <p:cNvSpPr txBox="1"/>
          <p:nvPr/>
        </p:nvSpPr>
        <p:spPr>
          <a:xfrm>
            <a:off x="1744392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TextBox 406">
            <a:extLst>
              <a:ext uri="{FF2B5EF4-FFF2-40B4-BE49-F238E27FC236}">
                <a16:creationId xmlns:a16="http://schemas.microsoft.com/office/drawing/2014/main" id="{1820BE1E-AF56-41A5-B02F-4B25D81B6047}"/>
              </a:ext>
            </a:extLst>
          </p:cNvPr>
          <p:cNvSpPr txBox="1"/>
          <p:nvPr/>
        </p:nvSpPr>
        <p:spPr>
          <a:xfrm>
            <a:off x="248828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7EF06BCD-056E-4490-951D-4848242B58B3}"/>
              </a:ext>
            </a:extLst>
          </p:cNvPr>
          <p:cNvSpPr txBox="1"/>
          <p:nvPr/>
        </p:nvSpPr>
        <p:spPr>
          <a:xfrm>
            <a:off x="498088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645AEE3B-9F9E-439C-92C2-C5A94B2F50C2}"/>
              </a:ext>
            </a:extLst>
          </p:cNvPr>
          <p:cNvSpPr txBox="1"/>
          <p:nvPr/>
        </p:nvSpPr>
        <p:spPr>
          <a:xfrm>
            <a:off x="747350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18C69F92-7013-4AEE-8023-2BF6E3966A97}"/>
              </a:ext>
            </a:extLst>
          </p:cNvPr>
          <p:cNvSpPr txBox="1"/>
          <p:nvPr/>
        </p:nvSpPr>
        <p:spPr>
          <a:xfrm>
            <a:off x="996610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2A35DFB7-98AE-4E0F-9FEC-BD2A607D78B4}"/>
              </a:ext>
            </a:extLst>
          </p:cNvPr>
          <p:cNvSpPr txBox="1"/>
          <p:nvPr/>
        </p:nvSpPr>
        <p:spPr>
          <a:xfrm>
            <a:off x="1245873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77999ECA-11A9-4E35-9563-3DE41AE3F148}"/>
              </a:ext>
            </a:extLst>
          </p:cNvPr>
          <p:cNvSpPr txBox="1"/>
          <p:nvPr/>
        </p:nvSpPr>
        <p:spPr>
          <a:xfrm>
            <a:off x="1495132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F06B079E-0AE1-419A-8A44-C202108D6839}"/>
              </a:ext>
            </a:extLst>
          </p:cNvPr>
          <p:cNvSpPr txBox="1"/>
          <p:nvPr/>
        </p:nvSpPr>
        <p:spPr>
          <a:xfrm>
            <a:off x="1744392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59D1EA3D-2E5D-4057-AF19-FB8EA3B2E09D}"/>
              </a:ext>
            </a:extLst>
          </p:cNvPr>
          <p:cNvSpPr txBox="1"/>
          <p:nvPr/>
        </p:nvSpPr>
        <p:spPr>
          <a:xfrm>
            <a:off x="248828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3998BF54-047A-4564-8919-07D708EF568E}"/>
              </a:ext>
            </a:extLst>
          </p:cNvPr>
          <p:cNvSpPr txBox="1"/>
          <p:nvPr/>
        </p:nvSpPr>
        <p:spPr>
          <a:xfrm>
            <a:off x="498088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448F8610-2D0D-4C9C-BDBC-214A2840B260}"/>
              </a:ext>
            </a:extLst>
          </p:cNvPr>
          <p:cNvSpPr txBox="1"/>
          <p:nvPr/>
        </p:nvSpPr>
        <p:spPr>
          <a:xfrm>
            <a:off x="747350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7" name="TextBox 416">
            <a:extLst>
              <a:ext uri="{FF2B5EF4-FFF2-40B4-BE49-F238E27FC236}">
                <a16:creationId xmlns:a16="http://schemas.microsoft.com/office/drawing/2014/main" id="{7F0F4554-9E37-44E6-9CAE-3E116E569AA2}"/>
              </a:ext>
            </a:extLst>
          </p:cNvPr>
          <p:cNvSpPr txBox="1"/>
          <p:nvPr/>
        </p:nvSpPr>
        <p:spPr>
          <a:xfrm>
            <a:off x="996610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2717DA37-616D-403E-9ECA-2147BCAF18CE}"/>
              </a:ext>
            </a:extLst>
          </p:cNvPr>
          <p:cNvSpPr txBox="1"/>
          <p:nvPr/>
        </p:nvSpPr>
        <p:spPr>
          <a:xfrm>
            <a:off x="1245873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BB7003CB-E89E-4A44-BD66-1927BBA0FC86}"/>
              </a:ext>
            </a:extLst>
          </p:cNvPr>
          <p:cNvSpPr txBox="1"/>
          <p:nvPr/>
        </p:nvSpPr>
        <p:spPr>
          <a:xfrm>
            <a:off x="1495132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FBA3B604-FE11-4F32-AB01-1FA1676E39F2}"/>
              </a:ext>
            </a:extLst>
          </p:cNvPr>
          <p:cNvSpPr txBox="1"/>
          <p:nvPr/>
        </p:nvSpPr>
        <p:spPr>
          <a:xfrm>
            <a:off x="1744392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174DF688-C763-41C7-BB12-895F921E8FC9}"/>
              </a:ext>
            </a:extLst>
          </p:cNvPr>
          <p:cNvSpPr txBox="1"/>
          <p:nvPr/>
        </p:nvSpPr>
        <p:spPr>
          <a:xfrm>
            <a:off x="248828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FABAB581-5733-42BC-A138-0C8D95BE39DC}"/>
              </a:ext>
            </a:extLst>
          </p:cNvPr>
          <p:cNvSpPr txBox="1"/>
          <p:nvPr/>
        </p:nvSpPr>
        <p:spPr>
          <a:xfrm>
            <a:off x="498088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06F404F9-2C49-44FD-B154-FDDE00B0BFC2}"/>
              </a:ext>
            </a:extLst>
          </p:cNvPr>
          <p:cNvSpPr txBox="1"/>
          <p:nvPr/>
        </p:nvSpPr>
        <p:spPr>
          <a:xfrm>
            <a:off x="747350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626B776F-D141-47EF-81EA-2B39831D3BBB}"/>
              </a:ext>
            </a:extLst>
          </p:cNvPr>
          <p:cNvSpPr txBox="1"/>
          <p:nvPr/>
        </p:nvSpPr>
        <p:spPr>
          <a:xfrm>
            <a:off x="996610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EEB1BE73-BDA9-4B54-B81E-9EDBB7C7CD03}"/>
              </a:ext>
            </a:extLst>
          </p:cNvPr>
          <p:cNvSpPr txBox="1"/>
          <p:nvPr/>
        </p:nvSpPr>
        <p:spPr>
          <a:xfrm>
            <a:off x="1245873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92BF1822-3318-4BE8-9F4E-9CCAEEF93F8E}"/>
              </a:ext>
            </a:extLst>
          </p:cNvPr>
          <p:cNvSpPr txBox="1"/>
          <p:nvPr/>
        </p:nvSpPr>
        <p:spPr>
          <a:xfrm>
            <a:off x="1495132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DD44A2CE-11D6-4F10-9417-13EC5A4934C3}"/>
              </a:ext>
            </a:extLst>
          </p:cNvPr>
          <p:cNvSpPr txBox="1"/>
          <p:nvPr/>
        </p:nvSpPr>
        <p:spPr>
          <a:xfrm>
            <a:off x="1744392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7D5C588F-96D9-4171-9772-E3AAE763E3BB}"/>
              </a:ext>
            </a:extLst>
          </p:cNvPr>
          <p:cNvSpPr txBox="1"/>
          <p:nvPr/>
        </p:nvSpPr>
        <p:spPr>
          <a:xfrm>
            <a:off x="248828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1477BFFE-3345-4240-BFC0-D087E1AB7A96}"/>
              </a:ext>
            </a:extLst>
          </p:cNvPr>
          <p:cNvSpPr txBox="1"/>
          <p:nvPr/>
        </p:nvSpPr>
        <p:spPr>
          <a:xfrm>
            <a:off x="498088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TextBox 429">
            <a:extLst>
              <a:ext uri="{FF2B5EF4-FFF2-40B4-BE49-F238E27FC236}">
                <a16:creationId xmlns:a16="http://schemas.microsoft.com/office/drawing/2014/main" id="{0D807DF2-F5D7-4742-9EC8-848D722C787B}"/>
              </a:ext>
            </a:extLst>
          </p:cNvPr>
          <p:cNvSpPr txBox="1"/>
          <p:nvPr/>
        </p:nvSpPr>
        <p:spPr>
          <a:xfrm>
            <a:off x="747350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TextBox 430">
            <a:extLst>
              <a:ext uri="{FF2B5EF4-FFF2-40B4-BE49-F238E27FC236}">
                <a16:creationId xmlns:a16="http://schemas.microsoft.com/office/drawing/2014/main" id="{94C6B374-2F6A-474E-894A-190415D2B935}"/>
              </a:ext>
            </a:extLst>
          </p:cNvPr>
          <p:cNvSpPr txBox="1"/>
          <p:nvPr/>
        </p:nvSpPr>
        <p:spPr>
          <a:xfrm>
            <a:off x="996610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" name="TextBox 431">
            <a:extLst>
              <a:ext uri="{FF2B5EF4-FFF2-40B4-BE49-F238E27FC236}">
                <a16:creationId xmlns:a16="http://schemas.microsoft.com/office/drawing/2014/main" id="{F1EA4763-5CED-4B40-86EC-358E8DEF4550}"/>
              </a:ext>
            </a:extLst>
          </p:cNvPr>
          <p:cNvSpPr txBox="1"/>
          <p:nvPr/>
        </p:nvSpPr>
        <p:spPr>
          <a:xfrm>
            <a:off x="1245873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" name="TextBox 432">
            <a:extLst>
              <a:ext uri="{FF2B5EF4-FFF2-40B4-BE49-F238E27FC236}">
                <a16:creationId xmlns:a16="http://schemas.microsoft.com/office/drawing/2014/main" id="{951D8675-108A-4833-8927-850712A0394B}"/>
              </a:ext>
            </a:extLst>
          </p:cNvPr>
          <p:cNvSpPr txBox="1"/>
          <p:nvPr/>
        </p:nvSpPr>
        <p:spPr>
          <a:xfrm>
            <a:off x="1495132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6151F438-E2DB-4C33-95E8-D696F820CAFB}"/>
              </a:ext>
            </a:extLst>
          </p:cNvPr>
          <p:cNvSpPr txBox="1"/>
          <p:nvPr/>
        </p:nvSpPr>
        <p:spPr>
          <a:xfrm>
            <a:off x="1744392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57512500-DE36-4BBD-BAEA-7EB2A360649E}"/>
              </a:ext>
            </a:extLst>
          </p:cNvPr>
          <p:cNvSpPr txBox="1"/>
          <p:nvPr/>
        </p:nvSpPr>
        <p:spPr>
          <a:xfrm>
            <a:off x="506237" y="8590716"/>
            <a:ext cx="1195200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October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6" name="TextBox 435">
            <a:extLst>
              <a:ext uri="{FF2B5EF4-FFF2-40B4-BE49-F238E27FC236}">
                <a16:creationId xmlns:a16="http://schemas.microsoft.com/office/drawing/2014/main" id="{2DF15F61-D6A9-4794-AAEF-F34342B3938B}"/>
              </a:ext>
            </a:extLst>
          </p:cNvPr>
          <p:cNvSpPr txBox="1"/>
          <p:nvPr/>
        </p:nvSpPr>
        <p:spPr>
          <a:xfrm>
            <a:off x="2732133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A82F093E-6733-43A9-9284-D6B99D47305B}"/>
              </a:ext>
            </a:extLst>
          </p:cNvPr>
          <p:cNvSpPr txBox="1"/>
          <p:nvPr/>
        </p:nvSpPr>
        <p:spPr>
          <a:xfrm>
            <a:off x="2981393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" name="TextBox 437">
            <a:extLst>
              <a:ext uri="{FF2B5EF4-FFF2-40B4-BE49-F238E27FC236}">
                <a16:creationId xmlns:a16="http://schemas.microsoft.com/office/drawing/2014/main" id="{757BF619-D1E0-458A-B5D1-B67FBB4E24CF}"/>
              </a:ext>
            </a:extLst>
          </p:cNvPr>
          <p:cNvSpPr txBox="1"/>
          <p:nvPr/>
        </p:nvSpPr>
        <p:spPr>
          <a:xfrm>
            <a:off x="3230655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B789BFB5-BD65-4267-B73E-99150B2A29BD}"/>
              </a:ext>
            </a:extLst>
          </p:cNvPr>
          <p:cNvSpPr txBox="1"/>
          <p:nvPr/>
        </p:nvSpPr>
        <p:spPr>
          <a:xfrm>
            <a:off x="3479915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1DE8953E-6589-4856-A096-60B1C2D87DA3}"/>
              </a:ext>
            </a:extLst>
          </p:cNvPr>
          <p:cNvSpPr txBox="1"/>
          <p:nvPr/>
        </p:nvSpPr>
        <p:spPr>
          <a:xfrm>
            <a:off x="3729175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0541353E-828D-4613-BF92-0DED1A761B92}"/>
              </a:ext>
            </a:extLst>
          </p:cNvPr>
          <p:cNvSpPr txBox="1"/>
          <p:nvPr/>
        </p:nvSpPr>
        <p:spPr>
          <a:xfrm>
            <a:off x="3978438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55B3BDFA-AE8E-45CF-878B-A711D80DC937}"/>
              </a:ext>
            </a:extLst>
          </p:cNvPr>
          <p:cNvSpPr txBox="1"/>
          <p:nvPr/>
        </p:nvSpPr>
        <p:spPr>
          <a:xfrm>
            <a:off x="4227697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D1DC045D-45E2-494A-90EA-EB59833F5A48}"/>
              </a:ext>
            </a:extLst>
          </p:cNvPr>
          <p:cNvSpPr txBox="1"/>
          <p:nvPr/>
        </p:nvSpPr>
        <p:spPr>
          <a:xfrm>
            <a:off x="2732133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2710AE2C-E304-453F-9544-B3A6742908A6}"/>
              </a:ext>
            </a:extLst>
          </p:cNvPr>
          <p:cNvSpPr txBox="1"/>
          <p:nvPr/>
        </p:nvSpPr>
        <p:spPr>
          <a:xfrm>
            <a:off x="2981393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A319DC87-9698-4409-AC3C-6431966B1930}"/>
              </a:ext>
            </a:extLst>
          </p:cNvPr>
          <p:cNvSpPr txBox="1"/>
          <p:nvPr/>
        </p:nvSpPr>
        <p:spPr>
          <a:xfrm>
            <a:off x="3230655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0A5B86E2-D4CC-4DEA-A1A6-5209AB60C609}"/>
              </a:ext>
            </a:extLst>
          </p:cNvPr>
          <p:cNvSpPr txBox="1"/>
          <p:nvPr/>
        </p:nvSpPr>
        <p:spPr>
          <a:xfrm>
            <a:off x="3479915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434EE6D4-97F7-45E5-B040-395E9B2BA57C}"/>
              </a:ext>
            </a:extLst>
          </p:cNvPr>
          <p:cNvSpPr txBox="1"/>
          <p:nvPr/>
        </p:nvSpPr>
        <p:spPr>
          <a:xfrm>
            <a:off x="3729175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4D44B8C3-2C51-4202-94EF-007B6729DC36}"/>
              </a:ext>
            </a:extLst>
          </p:cNvPr>
          <p:cNvSpPr txBox="1"/>
          <p:nvPr/>
        </p:nvSpPr>
        <p:spPr>
          <a:xfrm>
            <a:off x="3978438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D6FB7ABA-1BC9-41EF-B72F-41D4A255E5FC}"/>
              </a:ext>
            </a:extLst>
          </p:cNvPr>
          <p:cNvSpPr txBox="1"/>
          <p:nvPr/>
        </p:nvSpPr>
        <p:spPr>
          <a:xfrm>
            <a:off x="4227697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175B1F99-AA40-4EB0-8CC4-D8D8049C23D0}"/>
              </a:ext>
            </a:extLst>
          </p:cNvPr>
          <p:cNvSpPr txBox="1"/>
          <p:nvPr/>
        </p:nvSpPr>
        <p:spPr>
          <a:xfrm>
            <a:off x="2732133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TextBox 450">
            <a:extLst>
              <a:ext uri="{FF2B5EF4-FFF2-40B4-BE49-F238E27FC236}">
                <a16:creationId xmlns:a16="http://schemas.microsoft.com/office/drawing/2014/main" id="{D51EE541-AA97-4826-9868-DFE6580F24EF}"/>
              </a:ext>
            </a:extLst>
          </p:cNvPr>
          <p:cNvSpPr txBox="1"/>
          <p:nvPr/>
        </p:nvSpPr>
        <p:spPr>
          <a:xfrm>
            <a:off x="2981393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1C740FC9-1843-4B28-9DBF-E4F137BA12FC}"/>
              </a:ext>
            </a:extLst>
          </p:cNvPr>
          <p:cNvSpPr txBox="1"/>
          <p:nvPr/>
        </p:nvSpPr>
        <p:spPr>
          <a:xfrm>
            <a:off x="3230655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E3FCB19E-074E-42A6-B365-A5950C3A3615}"/>
              </a:ext>
            </a:extLst>
          </p:cNvPr>
          <p:cNvSpPr txBox="1"/>
          <p:nvPr/>
        </p:nvSpPr>
        <p:spPr>
          <a:xfrm>
            <a:off x="3479915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FB9C1FED-B090-48A4-AD17-6FBA0E93960B}"/>
              </a:ext>
            </a:extLst>
          </p:cNvPr>
          <p:cNvSpPr txBox="1"/>
          <p:nvPr/>
        </p:nvSpPr>
        <p:spPr>
          <a:xfrm>
            <a:off x="3729175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1EA71B1C-3341-4234-91EC-769691FC1143}"/>
              </a:ext>
            </a:extLst>
          </p:cNvPr>
          <p:cNvSpPr txBox="1"/>
          <p:nvPr/>
        </p:nvSpPr>
        <p:spPr>
          <a:xfrm>
            <a:off x="3978438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78A45AB3-DA49-4E92-9098-5C3C36DAC161}"/>
              </a:ext>
            </a:extLst>
          </p:cNvPr>
          <p:cNvSpPr txBox="1"/>
          <p:nvPr/>
        </p:nvSpPr>
        <p:spPr>
          <a:xfrm>
            <a:off x="4227697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6DAE6541-4FA7-4AC1-995E-F468A0405600}"/>
              </a:ext>
            </a:extLst>
          </p:cNvPr>
          <p:cNvSpPr txBox="1"/>
          <p:nvPr/>
        </p:nvSpPr>
        <p:spPr>
          <a:xfrm>
            <a:off x="2732133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5C167E8E-9203-4FDA-94EE-1F81886589D8}"/>
              </a:ext>
            </a:extLst>
          </p:cNvPr>
          <p:cNvSpPr txBox="1"/>
          <p:nvPr/>
        </p:nvSpPr>
        <p:spPr>
          <a:xfrm>
            <a:off x="2981393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ECAD4902-49C4-4E67-8FC0-BC8F46919E57}"/>
              </a:ext>
            </a:extLst>
          </p:cNvPr>
          <p:cNvSpPr txBox="1"/>
          <p:nvPr/>
        </p:nvSpPr>
        <p:spPr>
          <a:xfrm>
            <a:off x="3230655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TextBox 459">
            <a:extLst>
              <a:ext uri="{FF2B5EF4-FFF2-40B4-BE49-F238E27FC236}">
                <a16:creationId xmlns:a16="http://schemas.microsoft.com/office/drawing/2014/main" id="{6B0D6EF1-2D9D-4500-B11C-AF2FC0D7AC60}"/>
              </a:ext>
            </a:extLst>
          </p:cNvPr>
          <p:cNvSpPr txBox="1"/>
          <p:nvPr/>
        </p:nvSpPr>
        <p:spPr>
          <a:xfrm>
            <a:off x="3479915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971CF9A2-136D-43A2-AEDC-289996EC566D}"/>
              </a:ext>
            </a:extLst>
          </p:cNvPr>
          <p:cNvSpPr txBox="1"/>
          <p:nvPr/>
        </p:nvSpPr>
        <p:spPr>
          <a:xfrm>
            <a:off x="3729175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TextBox 461">
            <a:extLst>
              <a:ext uri="{FF2B5EF4-FFF2-40B4-BE49-F238E27FC236}">
                <a16:creationId xmlns:a16="http://schemas.microsoft.com/office/drawing/2014/main" id="{F4CF3D11-7618-44A7-88FB-423AA3939A4E}"/>
              </a:ext>
            </a:extLst>
          </p:cNvPr>
          <p:cNvSpPr txBox="1"/>
          <p:nvPr/>
        </p:nvSpPr>
        <p:spPr>
          <a:xfrm>
            <a:off x="3978438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9A04F05F-8303-4455-B330-238A621D051B}"/>
              </a:ext>
            </a:extLst>
          </p:cNvPr>
          <p:cNvSpPr txBox="1"/>
          <p:nvPr/>
        </p:nvSpPr>
        <p:spPr>
          <a:xfrm>
            <a:off x="4227697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BE70E236-9D05-4541-977A-6354EFA0F85B}"/>
              </a:ext>
            </a:extLst>
          </p:cNvPr>
          <p:cNvSpPr txBox="1"/>
          <p:nvPr/>
        </p:nvSpPr>
        <p:spPr>
          <a:xfrm>
            <a:off x="2732133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6FACB46-1D74-48F6-9052-8B88B1C5E403}"/>
              </a:ext>
            </a:extLst>
          </p:cNvPr>
          <p:cNvSpPr txBox="1"/>
          <p:nvPr/>
        </p:nvSpPr>
        <p:spPr>
          <a:xfrm>
            <a:off x="2981393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18D5AAA9-0E99-4016-BF2E-DAA052561F29}"/>
              </a:ext>
            </a:extLst>
          </p:cNvPr>
          <p:cNvSpPr txBox="1"/>
          <p:nvPr/>
        </p:nvSpPr>
        <p:spPr>
          <a:xfrm>
            <a:off x="3230655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B290C1A7-6939-4D33-8AFB-58530D47B0D9}"/>
              </a:ext>
            </a:extLst>
          </p:cNvPr>
          <p:cNvSpPr txBox="1"/>
          <p:nvPr/>
        </p:nvSpPr>
        <p:spPr>
          <a:xfrm>
            <a:off x="3479915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4E421AE7-18E7-4584-8C82-4F5AB405E186}"/>
              </a:ext>
            </a:extLst>
          </p:cNvPr>
          <p:cNvSpPr txBox="1"/>
          <p:nvPr/>
        </p:nvSpPr>
        <p:spPr>
          <a:xfrm>
            <a:off x="3729175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46636949-3632-4ED5-AD36-2819954E5E22}"/>
              </a:ext>
            </a:extLst>
          </p:cNvPr>
          <p:cNvSpPr txBox="1"/>
          <p:nvPr/>
        </p:nvSpPr>
        <p:spPr>
          <a:xfrm>
            <a:off x="3978438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6CB70FA5-8903-4A62-969E-210A8C56C44E}"/>
              </a:ext>
            </a:extLst>
          </p:cNvPr>
          <p:cNvSpPr txBox="1"/>
          <p:nvPr/>
        </p:nvSpPr>
        <p:spPr>
          <a:xfrm>
            <a:off x="4227697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1" name="TextBox 470">
            <a:extLst>
              <a:ext uri="{FF2B5EF4-FFF2-40B4-BE49-F238E27FC236}">
                <a16:creationId xmlns:a16="http://schemas.microsoft.com/office/drawing/2014/main" id="{E50FB875-1B27-407C-B6F5-1112FB047ACF}"/>
              </a:ext>
            </a:extLst>
          </p:cNvPr>
          <p:cNvSpPr txBox="1"/>
          <p:nvPr/>
        </p:nvSpPr>
        <p:spPr>
          <a:xfrm>
            <a:off x="2732133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87873FCF-D51E-4EB5-86E1-EEA8113BB2D1}"/>
              </a:ext>
            </a:extLst>
          </p:cNvPr>
          <p:cNvSpPr txBox="1"/>
          <p:nvPr/>
        </p:nvSpPr>
        <p:spPr>
          <a:xfrm>
            <a:off x="2981393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3" name="TextBox 472">
            <a:extLst>
              <a:ext uri="{FF2B5EF4-FFF2-40B4-BE49-F238E27FC236}">
                <a16:creationId xmlns:a16="http://schemas.microsoft.com/office/drawing/2014/main" id="{B17BC640-6739-44C0-BD9E-AC382B886AA8}"/>
              </a:ext>
            </a:extLst>
          </p:cNvPr>
          <p:cNvSpPr txBox="1"/>
          <p:nvPr/>
        </p:nvSpPr>
        <p:spPr>
          <a:xfrm>
            <a:off x="3230655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6138C6AB-28D5-4C7F-A7F2-9E6200EF82ED}"/>
              </a:ext>
            </a:extLst>
          </p:cNvPr>
          <p:cNvSpPr txBox="1"/>
          <p:nvPr/>
        </p:nvSpPr>
        <p:spPr>
          <a:xfrm>
            <a:off x="3479915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TextBox 474">
            <a:extLst>
              <a:ext uri="{FF2B5EF4-FFF2-40B4-BE49-F238E27FC236}">
                <a16:creationId xmlns:a16="http://schemas.microsoft.com/office/drawing/2014/main" id="{A333FA90-90C3-4713-B482-23D87F1D9F0E}"/>
              </a:ext>
            </a:extLst>
          </p:cNvPr>
          <p:cNvSpPr txBox="1"/>
          <p:nvPr/>
        </p:nvSpPr>
        <p:spPr>
          <a:xfrm>
            <a:off x="3729175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TextBox 475">
            <a:extLst>
              <a:ext uri="{FF2B5EF4-FFF2-40B4-BE49-F238E27FC236}">
                <a16:creationId xmlns:a16="http://schemas.microsoft.com/office/drawing/2014/main" id="{00A59677-B9DB-44EC-A4D0-01B68276A79F}"/>
              </a:ext>
            </a:extLst>
          </p:cNvPr>
          <p:cNvSpPr txBox="1"/>
          <p:nvPr/>
        </p:nvSpPr>
        <p:spPr>
          <a:xfrm>
            <a:off x="3978438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TextBox 476">
            <a:extLst>
              <a:ext uri="{FF2B5EF4-FFF2-40B4-BE49-F238E27FC236}">
                <a16:creationId xmlns:a16="http://schemas.microsoft.com/office/drawing/2014/main" id="{2B2E2786-5585-491D-94C2-DE4F839E6906}"/>
              </a:ext>
            </a:extLst>
          </p:cNvPr>
          <p:cNvSpPr txBox="1"/>
          <p:nvPr/>
        </p:nvSpPr>
        <p:spPr>
          <a:xfrm>
            <a:off x="4227697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FC3D53B3-2872-4994-8536-445E79D1FB21}"/>
              </a:ext>
            </a:extLst>
          </p:cNvPr>
          <p:cNvSpPr txBox="1"/>
          <p:nvPr/>
        </p:nvSpPr>
        <p:spPr>
          <a:xfrm>
            <a:off x="2843242" y="8590716"/>
            <a:ext cx="1487803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November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TextBox 478">
            <a:extLst>
              <a:ext uri="{FF2B5EF4-FFF2-40B4-BE49-F238E27FC236}">
                <a16:creationId xmlns:a16="http://schemas.microsoft.com/office/drawing/2014/main" id="{381DCD25-D218-47F7-939E-2563AE3F3006}"/>
              </a:ext>
            </a:extLst>
          </p:cNvPr>
          <p:cNvSpPr txBox="1"/>
          <p:nvPr/>
        </p:nvSpPr>
        <p:spPr>
          <a:xfrm>
            <a:off x="5215437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5521169F-C19E-4065-A341-2125D37A208F}"/>
              </a:ext>
            </a:extLst>
          </p:cNvPr>
          <p:cNvSpPr txBox="1"/>
          <p:nvPr/>
        </p:nvSpPr>
        <p:spPr>
          <a:xfrm>
            <a:off x="5464699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1" name="TextBox 480">
            <a:extLst>
              <a:ext uri="{FF2B5EF4-FFF2-40B4-BE49-F238E27FC236}">
                <a16:creationId xmlns:a16="http://schemas.microsoft.com/office/drawing/2014/main" id="{B1ED8CB4-FF49-463B-B380-B152092FB0D4}"/>
              </a:ext>
            </a:extLst>
          </p:cNvPr>
          <p:cNvSpPr txBox="1"/>
          <p:nvPr/>
        </p:nvSpPr>
        <p:spPr>
          <a:xfrm>
            <a:off x="5713959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2" name="TextBox 481">
            <a:extLst>
              <a:ext uri="{FF2B5EF4-FFF2-40B4-BE49-F238E27FC236}">
                <a16:creationId xmlns:a16="http://schemas.microsoft.com/office/drawing/2014/main" id="{9FAFE340-C3BD-4434-AAB3-F3D8059E9D8D}"/>
              </a:ext>
            </a:extLst>
          </p:cNvPr>
          <p:cNvSpPr txBox="1"/>
          <p:nvPr/>
        </p:nvSpPr>
        <p:spPr>
          <a:xfrm>
            <a:off x="5963222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3" name="TextBox 482">
            <a:extLst>
              <a:ext uri="{FF2B5EF4-FFF2-40B4-BE49-F238E27FC236}">
                <a16:creationId xmlns:a16="http://schemas.microsoft.com/office/drawing/2014/main" id="{0473C23C-4660-4AB4-9CD5-541D803795C1}"/>
              </a:ext>
            </a:extLst>
          </p:cNvPr>
          <p:cNvSpPr txBox="1"/>
          <p:nvPr/>
        </p:nvSpPr>
        <p:spPr>
          <a:xfrm>
            <a:off x="6212481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C8850AAB-5042-40E5-83D4-0B5BF87A6E38}"/>
              </a:ext>
            </a:extLst>
          </p:cNvPr>
          <p:cNvSpPr txBox="1"/>
          <p:nvPr/>
        </p:nvSpPr>
        <p:spPr>
          <a:xfrm>
            <a:off x="6461742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6AAB7FB1-CADE-4A23-B6A3-F85F99E0E3A2}"/>
              </a:ext>
            </a:extLst>
          </p:cNvPr>
          <p:cNvSpPr txBox="1"/>
          <p:nvPr/>
        </p:nvSpPr>
        <p:spPr>
          <a:xfrm>
            <a:off x="6711001" y="904195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314A53A5-F9FB-4633-A7ED-1161E572C1EF}"/>
              </a:ext>
            </a:extLst>
          </p:cNvPr>
          <p:cNvSpPr txBox="1"/>
          <p:nvPr/>
        </p:nvSpPr>
        <p:spPr>
          <a:xfrm>
            <a:off x="5215437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B012074F-E4A7-48A5-9D94-15D0A1AFD43E}"/>
              </a:ext>
            </a:extLst>
          </p:cNvPr>
          <p:cNvSpPr txBox="1"/>
          <p:nvPr/>
        </p:nvSpPr>
        <p:spPr>
          <a:xfrm>
            <a:off x="5464699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0DD1857D-0FCF-4041-86D0-929EA8BEF719}"/>
              </a:ext>
            </a:extLst>
          </p:cNvPr>
          <p:cNvSpPr txBox="1"/>
          <p:nvPr/>
        </p:nvSpPr>
        <p:spPr>
          <a:xfrm>
            <a:off x="5713959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E2DDB505-E3D3-4B78-9644-F67D2C2DAEB6}"/>
              </a:ext>
            </a:extLst>
          </p:cNvPr>
          <p:cNvSpPr txBox="1"/>
          <p:nvPr/>
        </p:nvSpPr>
        <p:spPr>
          <a:xfrm>
            <a:off x="5963222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CAB30713-50A0-40B2-AE23-11196A40CF7E}"/>
              </a:ext>
            </a:extLst>
          </p:cNvPr>
          <p:cNvSpPr txBox="1"/>
          <p:nvPr/>
        </p:nvSpPr>
        <p:spPr>
          <a:xfrm>
            <a:off x="6212481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F2753DD3-EDF3-40C9-AAFD-26807E439114}"/>
              </a:ext>
            </a:extLst>
          </p:cNvPr>
          <p:cNvSpPr txBox="1"/>
          <p:nvPr/>
        </p:nvSpPr>
        <p:spPr>
          <a:xfrm>
            <a:off x="6461742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7EF7A8DA-AAE8-456A-8035-2CEA85705F71}"/>
              </a:ext>
            </a:extLst>
          </p:cNvPr>
          <p:cNvSpPr txBox="1"/>
          <p:nvPr/>
        </p:nvSpPr>
        <p:spPr>
          <a:xfrm>
            <a:off x="6711001" y="9322953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F6B3541B-4E60-4A77-8449-16E2171D0E7A}"/>
              </a:ext>
            </a:extLst>
          </p:cNvPr>
          <p:cNvSpPr txBox="1"/>
          <p:nvPr/>
        </p:nvSpPr>
        <p:spPr>
          <a:xfrm>
            <a:off x="5215437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E46F7F5E-935A-4B8C-8325-C7E009299C49}"/>
              </a:ext>
            </a:extLst>
          </p:cNvPr>
          <p:cNvSpPr txBox="1"/>
          <p:nvPr/>
        </p:nvSpPr>
        <p:spPr>
          <a:xfrm>
            <a:off x="5464699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" name="TextBox 494">
            <a:extLst>
              <a:ext uri="{FF2B5EF4-FFF2-40B4-BE49-F238E27FC236}">
                <a16:creationId xmlns:a16="http://schemas.microsoft.com/office/drawing/2014/main" id="{175D7BD6-D4ED-4AC5-B862-F7B8778F5D34}"/>
              </a:ext>
            </a:extLst>
          </p:cNvPr>
          <p:cNvSpPr txBox="1"/>
          <p:nvPr/>
        </p:nvSpPr>
        <p:spPr>
          <a:xfrm>
            <a:off x="5713959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B7F08154-8445-494B-BF49-8BB844ACC01C}"/>
              </a:ext>
            </a:extLst>
          </p:cNvPr>
          <p:cNvSpPr txBox="1"/>
          <p:nvPr/>
        </p:nvSpPr>
        <p:spPr>
          <a:xfrm>
            <a:off x="5963222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" name="TextBox 496">
            <a:extLst>
              <a:ext uri="{FF2B5EF4-FFF2-40B4-BE49-F238E27FC236}">
                <a16:creationId xmlns:a16="http://schemas.microsoft.com/office/drawing/2014/main" id="{2EA1BDD6-112A-4A74-A4A5-E7ABA44974C9}"/>
              </a:ext>
            </a:extLst>
          </p:cNvPr>
          <p:cNvSpPr txBox="1"/>
          <p:nvPr/>
        </p:nvSpPr>
        <p:spPr>
          <a:xfrm>
            <a:off x="6212481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4CFCFFDA-6BCE-4509-9EFE-2B6BBE3EFB60}"/>
              </a:ext>
            </a:extLst>
          </p:cNvPr>
          <p:cNvSpPr txBox="1"/>
          <p:nvPr/>
        </p:nvSpPr>
        <p:spPr>
          <a:xfrm>
            <a:off x="6461742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DB0AB6FD-DCA4-4FDF-B39D-04389DE349A3}"/>
              </a:ext>
            </a:extLst>
          </p:cNvPr>
          <p:cNvSpPr txBox="1"/>
          <p:nvPr/>
        </p:nvSpPr>
        <p:spPr>
          <a:xfrm>
            <a:off x="6711001" y="9603952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TextBox 499">
            <a:extLst>
              <a:ext uri="{FF2B5EF4-FFF2-40B4-BE49-F238E27FC236}">
                <a16:creationId xmlns:a16="http://schemas.microsoft.com/office/drawing/2014/main" id="{0409F9BD-4E6B-439D-AA90-D6CDE4408E4F}"/>
              </a:ext>
            </a:extLst>
          </p:cNvPr>
          <p:cNvSpPr txBox="1"/>
          <p:nvPr/>
        </p:nvSpPr>
        <p:spPr>
          <a:xfrm>
            <a:off x="5215437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1" name="TextBox 500">
            <a:extLst>
              <a:ext uri="{FF2B5EF4-FFF2-40B4-BE49-F238E27FC236}">
                <a16:creationId xmlns:a16="http://schemas.microsoft.com/office/drawing/2014/main" id="{4A981D79-BF6A-4F65-A844-D9F78800F7D3}"/>
              </a:ext>
            </a:extLst>
          </p:cNvPr>
          <p:cNvSpPr txBox="1"/>
          <p:nvPr/>
        </p:nvSpPr>
        <p:spPr>
          <a:xfrm>
            <a:off x="5464699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918CF333-1AA6-4E26-A766-67105AFB775F}"/>
              </a:ext>
            </a:extLst>
          </p:cNvPr>
          <p:cNvSpPr txBox="1"/>
          <p:nvPr/>
        </p:nvSpPr>
        <p:spPr>
          <a:xfrm>
            <a:off x="5713959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TextBox 502">
            <a:extLst>
              <a:ext uri="{FF2B5EF4-FFF2-40B4-BE49-F238E27FC236}">
                <a16:creationId xmlns:a16="http://schemas.microsoft.com/office/drawing/2014/main" id="{F92583B7-4CC2-49F3-8385-E7629353D220}"/>
              </a:ext>
            </a:extLst>
          </p:cNvPr>
          <p:cNvSpPr txBox="1"/>
          <p:nvPr/>
        </p:nvSpPr>
        <p:spPr>
          <a:xfrm>
            <a:off x="5963222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C49252AA-D38F-43DD-B7E4-3F5BB21C926B}"/>
              </a:ext>
            </a:extLst>
          </p:cNvPr>
          <p:cNvSpPr txBox="1"/>
          <p:nvPr/>
        </p:nvSpPr>
        <p:spPr>
          <a:xfrm>
            <a:off x="6212481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" name="TextBox 504">
            <a:extLst>
              <a:ext uri="{FF2B5EF4-FFF2-40B4-BE49-F238E27FC236}">
                <a16:creationId xmlns:a16="http://schemas.microsoft.com/office/drawing/2014/main" id="{A8030A21-2865-4F3B-A38F-55AF2EA255B6}"/>
              </a:ext>
            </a:extLst>
          </p:cNvPr>
          <p:cNvSpPr txBox="1"/>
          <p:nvPr/>
        </p:nvSpPr>
        <p:spPr>
          <a:xfrm>
            <a:off x="6461742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6" name="TextBox 505">
            <a:extLst>
              <a:ext uri="{FF2B5EF4-FFF2-40B4-BE49-F238E27FC236}">
                <a16:creationId xmlns:a16="http://schemas.microsoft.com/office/drawing/2014/main" id="{A6C948A1-1018-4230-8454-B7E67E5620EE}"/>
              </a:ext>
            </a:extLst>
          </p:cNvPr>
          <p:cNvSpPr txBox="1"/>
          <p:nvPr/>
        </p:nvSpPr>
        <p:spPr>
          <a:xfrm>
            <a:off x="6711001" y="9884951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" name="TextBox 506">
            <a:extLst>
              <a:ext uri="{FF2B5EF4-FFF2-40B4-BE49-F238E27FC236}">
                <a16:creationId xmlns:a16="http://schemas.microsoft.com/office/drawing/2014/main" id="{B555BB16-9DD6-4B9C-8BE8-E71EA8D2E808}"/>
              </a:ext>
            </a:extLst>
          </p:cNvPr>
          <p:cNvSpPr txBox="1"/>
          <p:nvPr/>
        </p:nvSpPr>
        <p:spPr>
          <a:xfrm>
            <a:off x="5215437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B223BC81-4AAA-49CD-8A2F-4B715A19D6EB}"/>
              </a:ext>
            </a:extLst>
          </p:cNvPr>
          <p:cNvSpPr txBox="1"/>
          <p:nvPr/>
        </p:nvSpPr>
        <p:spPr>
          <a:xfrm>
            <a:off x="5464699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19457C2B-33C4-443B-BFE9-B82A7928E678}"/>
              </a:ext>
            </a:extLst>
          </p:cNvPr>
          <p:cNvSpPr txBox="1"/>
          <p:nvPr/>
        </p:nvSpPr>
        <p:spPr>
          <a:xfrm>
            <a:off x="5713959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0" name="TextBox 509">
            <a:extLst>
              <a:ext uri="{FF2B5EF4-FFF2-40B4-BE49-F238E27FC236}">
                <a16:creationId xmlns:a16="http://schemas.microsoft.com/office/drawing/2014/main" id="{431596D6-85CA-4785-A5C7-8F7ABB05B8E2}"/>
              </a:ext>
            </a:extLst>
          </p:cNvPr>
          <p:cNvSpPr txBox="1"/>
          <p:nvPr/>
        </p:nvSpPr>
        <p:spPr>
          <a:xfrm>
            <a:off x="5963222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1" name="TextBox 510">
            <a:extLst>
              <a:ext uri="{FF2B5EF4-FFF2-40B4-BE49-F238E27FC236}">
                <a16:creationId xmlns:a16="http://schemas.microsoft.com/office/drawing/2014/main" id="{EDAB5ADD-28F9-40AD-951C-65BB325A93FC}"/>
              </a:ext>
            </a:extLst>
          </p:cNvPr>
          <p:cNvSpPr txBox="1"/>
          <p:nvPr/>
        </p:nvSpPr>
        <p:spPr>
          <a:xfrm>
            <a:off x="6212481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2" name="TextBox 511">
            <a:extLst>
              <a:ext uri="{FF2B5EF4-FFF2-40B4-BE49-F238E27FC236}">
                <a16:creationId xmlns:a16="http://schemas.microsoft.com/office/drawing/2014/main" id="{D4790539-1AFC-435A-A7D2-4406229B3ECB}"/>
              </a:ext>
            </a:extLst>
          </p:cNvPr>
          <p:cNvSpPr txBox="1"/>
          <p:nvPr/>
        </p:nvSpPr>
        <p:spPr>
          <a:xfrm>
            <a:off x="6461742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3" name="TextBox 512">
            <a:extLst>
              <a:ext uri="{FF2B5EF4-FFF2-40B4-BE49-F238E27FC236}">
                <a16:creationId xmlns:a16="http://schemas.microsoft.com/office/drawing/2014/main" id="{D0F75E32-95EC-4ADC-A572-BB3228469038}"/>
              </a:ext>
            </a:extLst>
          </p:cNvPr>
          <p:cNvSpPr txBox="1"/>
          <p:nvPr/>
        </p:nvSpPr>
        <p:spPr>
          <a:xfrm>
            <a:off x="6711001" y="10165950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8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400" dirty="0">
              <a:solidFill>
                <a:schemeClr val="bg1">
                  <a:lumMod val="8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838EE651-16D7-4AFE-8169-78B9C81CB3D4}"/>
              </a:ext>
            </a:extLst>
          </p:cNvPr>
          <p:cNvSpPr txBox="1"/>
          <p:nvPr/>
        </p:nvSpPr>
        <p:spPr>
          <a:xfrm>
            <a:off x="5215437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3C961A7B-0902-48FB-A8D4-7C23A3DA1CB6}"/>
              </a:ext>
            </a:extLst>
          </p:cNvPr>
          <p:cNvSpPr txBox="1"/>
          <p:nvPr/>
        </p:nvSpPr>
        <p:spPr>
          <a:xfrm>
            <a:off x="5464699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6" name="TextBox 515">
            <a:extLst>
              <a:ext uri="{FF2B5EF4-FFF2-40B4-BE49-F238E27FC236}">
                <a16:creationId xmlns:a16="http://schemas.microsoft.com/office/drawing/2014/main" id="{0EC65199-1C1A-42F7-A296-EFD3E03E1004}"/>
              </a:ext>
            </a:extLst>
          </p:cNvPr>
          <p:cNvSpPr txBox="1"/>
          <p:nvPr/>
        </p:nvSpPr>
        <p:spPr>
          <a:xfrm>
            <a:off x="5713959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7" name="TextBox 516">
            <a:extLst>
              <a:ext uri="{FF2B5EF4-FFF2-40B4-BE49-F238E27FC236}">
                <a16:creationId xmlns:a16="http://schemas.microsoft.com/office/drawing/2014/main" id="{C9AFC26A-B776-488E-B4D0-37EA6DC3911C}"/>
              </a:ext>
            </a:extLst>
          </p:cNvPr>
          <p:cNvSpPr txBox="1"/>
          <p:nvPr/>
        </p:nvSpPr>
        <p:spPr>
          <a:xfrm>
            <a:off x="5963222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8" name="TextBox 517">
            <a:extLst>
              <a:ext uri="{FF2B5EF4-FFF2-40B4-BE49-F238E27FC236}">
                <a16:creationId xmlns:a16="http://schemas.microsoft.com/office/drawing/2014/main" id="{B9092CAA-F9E8-4255-B1FB-F8CBA0925D73}"/>
              </a:ext>
            </a:extLst>
          </p:cNvPr>
          <p:cNvSpPr txBox="1"/>
          <p:nvPr/>
        </p:nvSpPr>
        <p:spPr>
          <a:xfrm>
            <a:off x="6212481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893E99DA-6259-4C17-A7A3-4227B7A2FA02}"/>
              </a:ext>
            </a:extLst>
          </p:cNvPr>
          <p:cNvSpPr txBox="1"/>
          <p:nvPr/>
        </p:nvSpPr>
        <p:spPr>
          <a:xfrm>
            <a:off x="6461742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0" name="TextBox 519">
            <a:extLst>
              <a:ext uri="{FF2B5EF4-FFF2-40B4-BE49-F238E27FC236}">
                <a16:creationId xmlns:a16="http://schemas.microsoft.com/office/drawing/2014/main" id="{E1E6696E-5F3B-4799-A694-A006D4413A06}"/>
              </a:ext>
            </a:extLst>
          </p:cNvPr>
          <p:cNvSpPr txBox="1"/>
          <p:nvPr/>
        </p:nvSpPr>
        <p:spPr>
          <a:xfrm>
            <a:off x="6711001" y="10446945"/>
            <a:ext cx="214459" cy="209944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r"/>
            <a:r>
              <a:rPr lang="en-US" altLang="ko-KR" sz="14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</a:t>
            </a:r>
            <a:endParaRPr lang="ko-KR" altLang="en-US" sz="14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CD2E5A73-314A-4402-9438-4610A843FF5D}"/>
              </a:ext>
            </a:extLst>
          </p:cNvPr>
          <p:cNvSpPr txBox="1"/>
          <p:nvPr/>
        </p:nvSpPr>
        <p:spPr>
          <a:xfrm>
            <a:off x="5341834" y="8590716"/>
            <a:ext cx="1457238" cy="4149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2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December</a:t>
            </a:r>
            <a:endParaRPr lang="ko-KR" altLang="en-US" sz="2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2" name="TextBox 521">
            <a:hlinkClick r:id="rId2" action="ppaction://hlinksldjump"/>
            <a:extLst>
              <a:ext uri="{FF2B5EF4-FFF2-40B4-BE49-F238E27FC236}">
                <a16:creationId xmlns:a16="http://schemas.microsoft.com/office/drawing/2014/main" id="{05E75AB5-576E-4493-B0CF-7BA3EAFC0398}"/>
              </a:ext>
            </a:extLst>
          </p:cNvPr>
          <p:cNvSpPr txBox="1"/>
          <p:nvPr/>
        </p:nvSpPr>
        <p:spPr>
          <a:xfrm>
            <a:off x="2052386" y="180619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3" name="TextBox 522">
            <a:hlinkClick r:id="rId3" action="ppaction://hlinksldjump"/>
            <a:extLst>
              <a:ext uri="{FF2B5EF4-FFF2-40B4-BE49-F238E27FC236}">
                <a16:creationId xmlns:a16="http://schemas.microsoft.com/office/drawing/2014/main" id="{1EC47226-550A-4D9D-87D6-C8EEF426C6F7}"/>
              </a:ext>
            </a:extLst>
          </p:cNvPr>
          <p:cNvSpPr txBox="1"/>
          <p:nvPr/>
        </p:nvSpPr>
        <p:spPr>
          <a:xfrm>
            <a:off x="2052386" y="207658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4" name="TextBox 523">
            <a:hlinkClick r:id="rId4" action="ppaction://hlinksldjump"/>
            <a:extLst>
              <a:ext uri="{FF2B5EF4-FFF2-40B4-BE49-F238E27FC236}">
                <a16:creationId xmlns:a16="http://schemas.microsoft.com/office/drawing/2014/main" id="{CF8C45F3-DE9B-47A3-BB9A-19DF55CF8807}"/>
              </a:ext>
            </a:extLst>
          </p:cNvPr>
          <p:cNvSpPr txBox="1"/>
          <p:nvPr/>
        </p:nvSpPr>
        <p:spPr>
          <a:xfrm>
            <a:off x="2052386" y="235758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5" name="TextBox 524">
            <a:hlinkClick r:id="rId5" action="ppaction://hlinksldjump"/>
            <a:extLst>
              <a:ext uri="{FF2B5EF4-FFF2-40B4-BE49-F238E27FC236}">
                <a16:creationId xmlns:a16="http://schemas.microsoft.com/office/drawing/2014/main" id="{C8A295C0-0124-40D2-B352-CF7E5703BE4A}"/>
              </a:ext>
            </a:extLst>
          </p:cNvPr>
          <p:cNvSpPr txBox="1"/>
          <p:nvPr/>
        </p:nvSpPr>
        <p:spPr>
          <a:xfrm>
            <a:off x="2052386" y="263858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6" name="TextBox 525">
            <a:hlinkClick r:id="rId6" action="ppaction://hlinksldjump"/>
            <a:extLst>
              <a:ext uri="{FF2B5EF4-FFF2-40B4-BE49-F238E27FC236}">
                <a16:creationId xmlns:a16="http://schemas.microsoft.com/office/drawing/2014/main" id="{1EA9AACB-48CA-4D43-A01C-20DE97C1F219}"/>
              </a:ext>
            </a:extLst>
          </p:cNvPr>
          <p:cNvSpPr txBox="1"/>
          <p:nvPr/>
        </p:nvSpPr>
        <p:spPr>
          <a:xfrm>
            <a:off x="2052386" y="2919577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w5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7" name="TextBox 526">
            <a:hlinkClick r:id="rId7" action="ppaction://hlinksldjump"/>
            <a:extLst>
              <a:ext uri="{FF2B5EF4-FFF2-40B4-BE49-F238E27FC236}">
                <a16:creationId xmlns:a16="http://schemas.microsoft.com/office/drawing/2014/main" id="{42047B2F-1DCD-4FC8-A54A-65AB9F4F9DF7}"/>
              </a:ext>
            </a:extLst>
          </p:cNvPr>
          <p:cNvSpPr txBox="1"/>
          <p:nvPr/>
        </p:nvSpPr>
        <p:spPr>
          <a:xfrm>
            <a:off x="4535818" y="180619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TextBox 527">
            <a:hlinkClick r:id="rId8" action="ppaction://hlinksldjump"/>
            <a:extLst>
              <a:ext uri="{FF2B5EF4-FFF2-40B4-BE49-F238E27FC236}">
                <a16:creationId xmlns:a16="http://schemas.microsoft.com/office/drawing/2014/main" id="{9EB432CB-2AF7-4DE9-BB37-A5985793335C}"/>
              </a:ext>
            </a:extLst>
          </p:cNvPr>
          <p:cNvSpPr txBox="1"/>
          <p:nvPr/>
        </p:nvSpPr>
        <p:spPr>
          <a:xfrm>
            <a:off x="4535818" y="207658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TextBox 528">
            <a:hlinkClick r:id="rId9" action="ppaction://hlinksldjump"/>
            <a:extLst>
              <a:ext uri="{FF2B5EF4-FFF2-40B4-BE49-F238E27FC236}">
                <a16:creationId xmlns:a16="http://schemas.microsoft.com/office/drawing/2014/main" id="{8ADF120E-8E94-451B-8D4C-9CDB2A264332}"/>
              </a:ext>
            </a:extLst>
          </p:cNvPr>
          <p:cNvSpPr txBox="1"/>
          <p:nvPr/>
        </p:nvSpPr>
        <p:spPr>
          <a:xfrm>
            <a:off x="4535818" y="235758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TextBox 529">
            <a:hlinkClick r:id="rId10" action="ppaction://hlinksldjump"/>
            <a:extLst>
              <a:ext uri="{FF2B5EF4-FFF2-40B4-BE49-F238E27FC236}">
                <a16:creationId xmlns:a16="http://schemas.microsoft.com/office/drawing/2014/main" id="{7E7BD530-B404-432A-AB7E-1874C58C0CED}"/>
              </a:ext>
            </a:extLst>
          </p:cNvPr>
          <p:cNvSpPr txBox="1"/>
          <p:nvPr/>
        </p:nvSpPr>
        <p:spPr>
          <a:xfrm>
            <a:off x="4535818" y="263858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1" name="TextBox 530">
            <a:hlinkClick r:id="rId11" action="ppaction://hlinksldjump"/>
            <a:extLst>
              <a:ext uri="{FF2B5EF4-FFF2-40B4-BE49-F238E27FC236}">
                <a16:creationId xmlns:a16="http://schemas.microsoft.com/office/drawing/2014/main" id="{33D08752-6C24-434E-925D-9EDE5062510D}"/>
              </a:ext>
            </a:extLst>
          </p:cNvPr>
          <p:cNvSpPr txBox="1"/>
          <p:nvPr/>
        </p:nvSpPr>
        <p:spPr>
          <a:xfrm>
            <a:off x="7042488" y="180619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TextBox 531">
            <a:hlinkClick r:id="rId12" action="ppaction://hlinksldjump"/>
            <a:extLst>
              <a:ext uri="{FF2B5EF4-FFF2-40B4-BE49-F238E27FC236}">
                <a16:creationId xmlns:a16="http://schemas.microsoft.com/office/drawing/2014/main" id="{59753660-6CF6-4B28-8EDF-7B1612C99EA2}"/>
              </a:ext>
            </a:extLst>
          </p:cNvPr>
          <p:cNvSpPr txBox="1"/>
          <p:nvPr/>
        </p:nvSpPr>
        <p:spPr>
          <a:xfrm>
            <a:off x="7042488" y="207658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TextBox 532">
            <a:hlinkClick r:id="rId13" action="ppaction://hlinksldjump"/>
            <a:extLst>
              <a:ext uri="{FF2B5EF4-FFF2-40B4-BE49-F238E27FC236}">
                <a16:creationId xmlns:a16="http://schemas.microsoft.com/office/drawing/2014/main" id="{FDEE479E-D5DD-451E-A6E8-D0608B67078B}"/>
              </a:ext>
            </a:extLst>
          </p:cNvPr>
          <p:cNvSpPr txBox="1"/>
          <p:nvPr/>
        </p:nvSpPr>
        <p:spPr>
          <a:xfrm>
            <a:off x="7042488" y="235758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TextBox 533">
            <a:hlinkClick r:id="rId14" action="ppaction://hlinksldjump"/>
            <a:extLst>
              <a:ext uri="{FF2B5EF4-FFF2-40B4-BE49-F238E27FC236}">
                <a16:creationId xmlns:a16="http://schemas.microsoft.com/office/drawing/2014/main" id="{A7DDFBFC-F5BD-4B76-8314-AAE38CE9CD74}"/>
              </a:ext>
            </a:extLst>
          </p:cNvPr>
          <p:cNvSpPr txBox="1"/>
          <p:nvPr/>
        </p:nvSpPr>
        <p:spPr>
          <a:xfrm>
            <a:off x="7042488" y="263858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TextBox 534">
            <a:hlinkClick r:id="rId15" action="ppaction://hlinksldjump"/>
            <a:extLst>
              <a:ext uri="{FF2B5EF4-FFF2-40B4-BE49-F238E27FC236}">
                <a16:creationId xmlns:a16="http://schemas.microsoft.com/office/drawing/2014/main" id="{8875444F-C958-4974-B349-FC2CA2F8153D}"/>
              </a:ext>
            </a:extLst>
          </p:cNvPr>
          <p:cNvSpPr txBox="1"/>
          <p:nvPr/>
        </p:nvSpPr>
        <p:spPr>
          <a:xfrm>
            <a:off x="7042488" y="2919577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6" name="TextBox 535">
            <a:hlinkClick r:id="rId15" action="ppaction://hlinksldjump"/>
            <a:extLst>
              <a:ext uri="{FF2B5EF4-FFF2-40B4-BE49-F238E27FC236}">
                <a16:creationId xmlns:a16="http://schemas.microsoft.com/office/drawing/2014/main" id="{E6CED8E1-A18E-480B-865D-D38A6980BB7D}"/>
              </a:ext>
            </a:extLst>
          </p:cNvPr>
          <p:cNvSpPr txBox="1"/>
          <p:nvPr/>
        </p:nvSpPr>
        <p:spPr>
          <a:xfrm>
            <a:off x="2052386" y="421104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7" name="TextBox 536">
            <a:hlinkClick r:id="rId16" action="ppaction://hlinksldjump"/>
            <a:extLst>
              <a:ext uri="{FF2B5EF4-FFF2-40B4-BE49-F238E27FC236}">
                <a16:creationId xmlns:a16="http://schemas.microsoft.com/office/drawing/2014/main" id="{7D08824A-A49C-45F3-BFB4-0725C2FB4695}"/>
              </a:ext>
            </a:extLst>
          </p:cNvPr>
          <p:cNvSpPr txBox="1"/>
          <p:nvPr/>
        </p:nvSpPr>
        <p:spPr>
          <a:xfrm>
            <a:off x="2052386" y="448143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w15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8" name="TextBox 537">
            <a:hlinkClick r:id="rId17" action="ppaction://hlinksldjump"/>
            <a:extLst>
              <a:ext uri="{FF2B5EF4-FFF2-40B4-BE49-F238E27FC236}">
                <a16:creationId xmlns:a16="http://schemas.microsoft.com/office/drawing/2014/main" id="{AD43D2DF-1EA3-4CC6-8AF5-14FA9FF9F86B}"/>
              </a:ext>
            </a:extLst>
          </p:cNvPr>
          <p:cNvSpPr txBox="1"/>
          <p:nvPr/>
        </p:nvSpPr>
        <p:spPr>
          <a:xfrm>
            <a:off x="2052386" y="476243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TextBox 538">
            <a:hlinkClick r:id="rId18" action="ppaction://hlinksldjump"/>
            <a:extLst>
              <a:ext uri="{FF2B5EF4-FFF2-40B4-BE49-F238E27FC236}">
                <a16:creationId xmlns:a16="http://schemas.microsoft.com/office/drawing/2014/main" id="{DC9DF350-B50C-49D7-ADD6-060964E7639B}"/>
              </a:ext>
            </a:extLst>
          </p:cNvPr>
          <p:cNvSpPr txBox="1"/>
          <p:nvPr/>
        </p:nvSpPr>
        <p:spPr>
          <a:xfrm>
            <a:off x="2052386" y="5043429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0" name="TextBox 539">
            <a:hlinkClick r:id="rId19" action="ppaction://hlinksldjump"/>
            <a:extLst>
              <a:ext uri="{FF2B5EF4-FFF2-40B4-BE49-F238E27FC236}">
                <a16:creationId xmlns:a16="http://schemas.microsoft.com/office/drawing/2014/main" id="{9209D1A5-366B-41EF-9B54-FC7E2EFF6091}"/>
              </a:ext>
            </a:extLst>
          </p:cNvPr>
          <p:cNvSpPr txBox="1"/>
          <p:nvPr/>
        </p:nvSpPr>
        <p:spPr>
          <a:xfrm>
            <a:off x="2052386" y="532442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TextBox 540">
            <a:hlinkClick r:id="rId19" action="ppaction://hlinksldjump"/>
            <a:extLst>
              <a:ext uri="{FF2B5EF4-FFF2-40B4-BE49-F238E27FC236}">
                <a16:creationId xmlns:a16="http://schemas.microsoft.com/office/drawing/2014/main" id="{8EAA7F73-1528-4E67-9122-F1B10E0914A6}"/>
              </a:ext>
            </a:extLst>
          </p:cNvPr>
          <p:cNvSpPr txBox="1"/>
          <p:nvPr/>
        </p:nvSpPr>
        <p:spPr>
          <a:xfrm>
            <a:off x="4535818" y="421104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2" name="TextBox 541">
            <a:hlinkClick r:id="rId20" action="ppaction://hlinksldjump"/>
            <a:extLst>
              <a:ext uri="{FF2B5EF4-FFF2-40B4-BE49-F238E27FC236}">
                <a16:creationId xmlns:a16="http://schemas.microsoft.com/office/drawing/2014/main" id="{D50B7548-16D8-4A48-9381-FE4B619072E2}"/>
              </a:ext>
            </a:extLst>
          </p:cNvPr>
          <p:cNvSpPr txBox="1"/>
          <p:nvPr/>
        </p:nvSpPr>
        <p:spPr>
          <a:xfrm>
            <a:off x="4535818" y="448143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w19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TextBox 542">
            <a:hlinkClick r:id="rId21" action="ppaction://hlinksldjump"/>
            <a:extLst>
              <a:ext uri="{FF2B5EF4-FFF2-40B4-BE49-F238E27FC236}">
                <a16:creationId xmlns:a16="http://schemas.microsoft.com/office/drawing/2014/main" id="{F81572A3-52F5-4A32-B263-8E596A4F92CA}"/>
              </a:ext>
            </a:extLst>
          </p:cNvPr>
          <p:cNvSpPr txBox="1"/>
          <p:nvPr/>
        </p:nvSpPr>
        <p:spPr>
          <a:xfrm>
            <a:off x="4535818" y="476243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" name="TextBox 543">
            <a:hlinkClick r:id="rId22" action="ppaction://hlinksldjump"/>
            <a:extLst>
              <a:ext uri="{FF2B5EF4-FFF2-40B4-BE49-F238E27FC236}">
                <a16:creationId xmlns:a16="http://schemas.microsoft.com/office/drawing/2014/main" id="{FC485DB6-DE7A-48EC-BC0C-F4045226E6DF}"/>
              </a:ext>
            </a:extLst>
          </p:cNvPr>
          <p:cNvSpPr txBox="1"/>
          <p:nvPr/>
        </p:nvSpPr>
        <p:spPr>
          <a:xfrm>
            <a:off x="4535818" y="5043429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" name="TextBox 544">
            <a:hlinkClick r:id="rId23" action="ppaction://hlinksldjump"/>
            <a:extLst>
              <a:ext uri="{FF2B5EF4-FFF2-40B4-BE49-F238E27FC236}">
                <a16:creationId xmlns:a16="http://schemas.microsoft.com/office/drawing/2014/main" id="{BC373ACE-8797-4197-AA2C-5EEDCDD8ECCD}"/>
              </a:ext>
            </a:extLst>
          </p:cNvPr>
          <p:cNvSpPr txBox="1"/>
          <p:nvPr/>
        </p:nvSpPr>
        <p:spPr>
          <a:xfrm>
            <a:off x="4535818" y="532442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" name="TextBox 545">
            <a:hlinkClick r:id="rId24" action="ppaction://hlinksldjump"/>
            <a:extLst>
              <a:ext uri="{FF2B5EF4-FFF2-40B4-BE49-F238E27FC236}">
                <a16:creationId xmlns:a16="http://schemas.microsoft.com/office/drawing/2014/main" id="{C8B17967-A96C-4D02-8CE2-12016E60EF95}"/>
              </a:ext>
            </a:extLst>
          </p:cNvPr>
          <p:cNvSpPr txBox="1"/>
          <p:nvPr/>
        </p:nvSpPr>
        <p:spPr>
          <a:xfrm>
            <a:off x="4535818" y="561603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" name="TextBox 546">
            <a:hlinkClick r:id="rId24" action="ppaction://hlinksldjump"/>
            <a:extLst>
              <a:ext uri="{FF2B5EF4-FFF2-40B4-BE49-F238E27FC236}">
                <a16:creationId xmlns:a16="http://schemas.microsoft.com/office/drawing/2014/main" id="{C6847D1E-B714-496B-8B1E-C2BCE8A5463E}"/>
              </a:ext>
            </a:extLst>
          </p:cNvPr>
          <p:cNvSpPr txBox="1"/>
          <p:nvPr/>
        </p:nvSpPr>
        <p:spPr>
          <a:xfrm>
            <a:off x="7042488" y="421104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8" name="TextBox 547">
            <a:hlinkClick r:id="rId25" action="ppaction://hlinksldjump"/>
            <a:extLst>
              <a:ext uri="{FF2B5EF4-FFF2-40B4-BE49-F238E27FC236}">
                <a16:creationId xmlns:a16="http://schemas.microsoft.com/office/drawing/2014/main" id="{4D3F6E74-BD6F-4C8F-937A-2F1F0227ED5E}"/>
              </a:ext>
            </a:extLst>
          </p:cNvPr>
          <p:cNvSpPr txBox="1"/>
          <p:nvPr/>
        </p:nvSpPr>
        <p:spPr>
          <a:xfrm>
            <a:off x="7042488" y="448143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TextBox 548">
            <a:hlinkClick r:id="rId26" action="ppaction://hlinksldjump"/>
            <a:extLst>
              <a:ext uri="{FF2B5EF4-FFF2-40B4-BE49-F238E27FC236}">
                <a16:creationId xmlns:a16="http://schemas.microsoft.com/office/drawing/2014/main" id="{00C0F06F-AAB4-41A7-8EA8-7AE589F68E95}"/>
              </a:ext>
            </a:extLst>
          </p:cNvPr>
          <p:cNvSpPr txBox="1"/>
          <p:nvPr/>
        </p:nvSpPr>
        <p:spPr>
          <a:xfrm>
            <a:off x="7042488" y="476243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w25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TextBox 549">
            <a:hlinkClick r:id="rId27" action="ppaction://hlinksldjump"/>
            <a:extLst>
              <a:ext uri="{FF2B5EF4-FFF2-40B4-BE49-F238E27FC236}">
                <a16:creationId xmlns:a16="http://schemas.microsoft.com/office/drawing/2014/main" id="{00800FF6-F4EC-4D8D-9F0A-763B8C038A91}"/>
              </a:ext>
            </a:extLst>
          </p:cNvPr>
          <p:cNvSpPr txBox="1"/>
          <p:nvPr/>
        </p:nvSpPr>
        <p:spPr>
          <a:xfrm>
            <a:off x="7042488" y="5043429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TextBox 550">
            <a:hlinkClick r:id="rId28" action="ppaction://hlinksldjump"/>
            <a:extLst>
              <a:ext uri="{FF2B5EF4-FFF2-40B4-BE49-F238E27FC236}">
                <a16:creationId xmlns:a16="http://schemas.microsoft.com/office/drawing/2014/main" id="{D987836C-01E4-4F36-9B86-99D2D41362F2}"/>
              </a:ext>
            </a:extLst>
          </p:cNvPr>
          <p:cNvSpPr txBox="1"/>
          <p:nvPr/>
        </p:nvSpPr>
        <p:spPr>
          <a:xfrm>
            <a:off x="7042488" y="532442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TextBox 551">
            <a:hlinkClick r:id="rId28" action="ppaction://hlinksldjump"/>
            <a:extLst>
              <a:ext uri="{FF2B5EF4-FFF2-40B4-BE49-F238E27FC236}">
                <a16:creationId xmlns:a16="http://schemas.microsoft.com/office/drawing/2014/main" id="{168E3B1A-44A3-41C6-A1CC-A7E2563BC045}"/>
              </a:ext>
            </a:extLst>
          </p:cNvPr>
          <p:cNvSpPr txBox="1"/>
          <p:nvPr/>
        </p:nvSpPr>
        <p:spPr>
          <a:xfrm>
            <a:off x="2052386" y="6621654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TextBox 552">
            <a:hlinkClick r:id="rId29" action="ppaction://hlinksldjump"/>
            <a:extLst>
              <a:ext uri="{FF2B5EF4-FFF2-40B4-BE49-F238E27FC236}">
                <a16:creationId xmlns:a16="http://schemas.microsoft.com/office/drawing/2014/main" id="{EC501A5F-B9A1-42BC-ACB9-3BFA367EDA1A}"/>
              </a:ext>
            </a:extLst>
          </p:cNvPr>
          <p:cNvSpPr txBox="1"/>
          <p:nvPr/>
        </p:nvSpPr>
        <p:spPr>
          <a:xfrm>
            <a:off x="2052386" y="6892045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TextBox 553">
            <a:hlinkClick r:id="rId30" action="ppaction://hlinksldjump"/>
            <a:extLst>
              <a:ext uri="{FF2B5EF4-FFF2-40B4-BE49-F238E27FC236}">
                <a16:creationId xmlns:a16="http://schemas.microsoft.com/office/drawing/2014/main" id="{3CBC2CB1-1746-4710-BD58-EE20A1A07E6C}"/>
              </a:ext>
            </a:extLst>
          </p:cNvPr>
          <p:cNvSpPr txBox="1"/>
          <p:nvPr/>
        </p:nvSpPr>
        <p:spPr>
          <a:xfrm>
            <a:off x="2052386" y="7173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w29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5" name="TextBox 554">
            <a:hlinkClick r:id="rId31" action="ppaction://hlinksldjump"/>
            <a:extLst>
              <a:ext uri="{FF2B5EF4-FFF2-40B4-BE49-F238E27FC236}">
                <a16:creationId xmlns:a16="http://schemas.microsoft.com/office/drawing/2014/main" id="{B5899AE8-93BE-4203-874E-CA8CC50DB29D}"/>
              </a:ext>
            </a:extLst>
          </p:cNvPr>
          <p:cNvSpPr txBox="1"/>
          <p:nvPr/>
        </p:nvSpPr>
        <p:spPr>
          <a:xfrm>
            <a:off x="2052386" y="7454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TextBox 555">
            <a:hlinkClick r:id="rId32" action="ppaction://hlinksldjump"/>
            <a:extLst>
              <a:ext uri="{FF2B5EF4-FFF2-40B4-BE49-F238E27FC236}">
                <a16:creationId xmlns:a16="http://schemas.microsoft.com/office/drawing/2014/main" id="{EF989076-41EE-4D0E-BE3E-6CDC92D4963E}"/>
              </a:ext>
            </a:extLst>
          </p:cNvPr>
          <p:cNvSpPr txBox="1"/>
          <p:nvPr/>
        </p:nvSpPr>
        <p:spPr>
          <a:xfrm>
            <a:off x="2052386" y="773504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TextBox 556">
            <a:hlinkClick r:id="rId32" action="ppaction://hlinksldjump"/>
            <a:extLst>
              <a:ext uri="{FF2B5EF4-FFF2-40B4-BE49-F238E27FC236}">
                <a16:creationId xmlns:a16="http://schemas.microsoft.com/office/drawing/2014/main" id="{3C747B9F-8DB3-40C3-94F1-3AB14A591B21}"/>
              </a:ext>
            </a:extLst>
          </p:cNvPr>
          <p:cNvSpPr txBox="1"/>
          <p:nvPr/>
        </p:nvSpPr>
        <p:spPr>
          <a:xfrm>
            <a:off x="4535818" y="6621654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TextBox 557">
            <a:hlinkClick r:id="rId33" action="ppaction://hlinksldjump"/>
            <a:extLst>
              <a:ext uri="{FF2B5EF4-FFF2-40B4-BE49-F238E27FC236}">
                <a16:creationId xmlns:a16="http://schemas.microsoft.com/office/drawing/2014/main" id="{FEE7CC44-BE31-41EB-BC35-84FA6EEBBC84}"/>
              </a:ext>
            </a:extLst>
          </p:cNvPr>
          <p:cNvSpPr txBox="1"/>
          <p:nvPr/>
        </p:nvSpPr>
        <p:spPr>
          <a:xfrm>
            <a:off x="4535818" y="6892045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TextBox 558">
            <a:hlinkClick r:id="rId34" action="ppaction://hlinksldjump"/>
            <a:extLst>
              <a:ext uri="{FF2B5EF4-FFF2-40B4-BE49-F238E27FC236}">
                <a16:creationId xmlns:a16="http://schemas.microsoft.com/office/drawing/2014/main" id="{9855055F-5AE0-48DB-8965-CC6E524625B5}"/>
              </a:ext>
            </a:extLst>
          </p:cNvPr>
          <p:cNvSpPr txBox="1"/>
          <p:nvPr/>
        </p:nvSpPr>
        <p:spPr>
          <a:xfrm>
            <a:off x="4535818" y="7173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TextBox 559">
            <a:hlinkClick r:id="rId35" action="ppaction://hlinksldjump"/>
            <a:extLst>
              <a:ext uri="{FF2B5EF4-FFF2-40B4-BE49-F238E27FC236}">
                <a16:creationId xmlns:a16="http://schemas.microsoft.com/office/drawing/2014/main" id="{08834CB0-D9BA-47FF-9CEB-B2A422257FED}"/>
              </a:ext>
            </a:extLst>
          </p:cNvPr>
          <p:cNvSpPr txBox="1"/>
          <p:nvPr/>
        </p:nvSpPr>
        <p:spPr>
          <a:xfrm>
            <a:off x="4535818" y="7454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TextBox 560">
            <a:hlinkClick r:id="rId36" action="ppaction://hlinksldjump"/>
            <a:extLst>
              <a:ext uri="{FF2B5EF4-FFF2-40B4-BE49-F238E27FC236}">
                <a16:creationId xmlns:a16="http://schemas.microsoft.com/office/drawing/2014/main" id="{4296687E-C34B-4DF3-A9AD-CB85AC40B1AC}"/>
              </a:ext>
            </a:extLst>
          </p:cNvPr>
          <p:cNvSpPr txBox="1"/>
          <p:nvPr/>
        </p:nvSpPr>
        <p:spPr>
          <a:xfrm>
            <a:off x="4535818" y="773504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w35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TextBox 561">
            <a:hlinkClick r:id="rId37" action="ppaction://hlinksldjump"/>
            <a:extLst>
              <a:ext uri="{FF2B5EF4-FFF2-40B4-BE49-F238E27FC236}">
                <a16:creationId xmlns:a16="http://schemas.microsoft.com/office/drawing/2014/main" id="{7B767AA6-83F4-4E50-9A3E-FAD2B3107EAF}"/>
              </a:ext>
            </a:extLst>
          </p:cNvPr>
          <p:cNvSpPr txBox="1"/>
          <p:nvPr/>
        </p:nvSpPr>
        <p:spPr>
          <a:xfrm>
            <a:off x="4535818" y="80266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TextBox 562">
            <a:hlinkClick r:id="rId37" action="ppaction://hlinksldjump"/>
            <a:extLst>
              <a:ext uri="{FF2B5EF4-FFF2-40B4-BE49-F238E27FC236}">
                <a16:creationId xmlns:a16="http://schemas.microsoft.com/office/drawing/2014/main" id="{1788CA6D-5B40-4D0F-AD06-2457CB534150}"/>
              </a:ext>
            </a:extLst>
          </p:cNvPr>
          <p:cNvSpPr txBox="1"/>
          <p:nvPr/>
        </p:nvSpPr>
        <p:spPr>
          <a:xfrm>
            <a:off x="7042488" y="6621654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TextBox 563">
            <a:hlinkClick r:id="rId38" action="ppaction://hlinksldjump"/>
            <a:extLst>
              <a:ext uri="{FF2B5EF4-FFF2-40B4-BE49-F238E27FC236}">
                <a16:creationId xmlns:a16="http://schemas.microsoft.com/office/drawing/2014/main" id="{40A52434-9A13-4B7D-8DB9-6BE8E5E77181}"/>
              </a:ext>
            </a:extLst>
          </p:cNvPr>
          <p:cNvSpPr txBox="1"/>
          <p:nvPr/>
        </p:nvSpPr>
        <p:spPr>
          <a:xfrm>
            <a:off x="7042488" y="6892045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TextBox 564">
            <a:hlinkClick r:id="rId39" action="ppaction://hlinksldjump"/>
            <a:extLst>
              <a:ext uri="{FF2B5EF4-FFF2-40B4-BE49-F238E27FC236}">
                <a16:creationId xmlns:a16="http://schemas.microsoft.com/office/drawing/2014/main" id="{C6BF12DF-5D08-4E34-A464-CE4D1C835492}"/>
              </a:ext>
            </a:extLst>
          </p:cNvPr>
          <p:cNvSpPr txBox="1"/>
          <p:nvPr/>
        </p:nvSpPr>
        <p:spPr>
          <a:xfrm>
            <a:off x="7042488" y="7173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TextBox 565">
            <a:hlinkClick r:id="rId40" action="ppaction://hlinksldjump"/>
            <a:extLst>
              <a:ext uri="{FF2B5EF4-FFF2-40B4-BE49-F238E27FC236}">
                <a16:creationId xmlns:a16="http://schemas.microsoft.com/office/drawing/2014/main" id="{371EE132-AB00-4032-80BC-9BEEF19C84E9}"/>
              </a:ext>
            </a:extLst>
          </p:cNvPr>
          <p:cNvSpPr txBox="1"/>
          <p:nvPr/>
        </p:nvSpPr>
        <p:spPr>
          <a:xfrm>
            <a:off x="7042488" y="7454043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w39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TextBox 566">
            <a:hlinkClick r:id="rId41" action="ppaction://hlinksldjump"/>
            <a:extLst>
              <a:ext uri="{FF2B5EF4-FFF2-40B4-BE49-F238E27FC236}">
                <a16:creationId xmlns:a16="http://schemas.microsoft.com/office/drawing/2014/main" id="{DF142F07-EFDD-4281-A8D9-6A26CDD5FCC2}"/>
              </a:ext>
            </a:extLst>
          </p:cNvPr>
          <p:cNvSpPr txBox="1"/>
          <p:nvPr/>
        </p:nvSpPr>
        <p:spPr>
          <a:xfrm>
            <a:off x="7042488" y="773504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TextBox 567">
            <a:hlinkClick r:id="rId41" action="ppaction://hlinksldjump"/>
            <a:extLst>
              <a:ext uri="{FF2B5EF4-FFF2-40B4-BE49-F238E27FC236}">
                <a16:creationId xmlns:a16="http://schemas.microsoft.com/office/drawing/2014/main" id="{51AFD00C-C2A9-4167-B89F-D605B2AD8BCC}"/>
              </a:ext>
            </a:extLst>
          </p:cNvPr>
          <p:cNvSpPr txBox="1"/>
          <p:nvPr/>
        </p:nvSpPr>
        <p:spPr>
          <a:xfrm>
            <a:off x="2052386" y="9041955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TextBox 568">
            <a:hlinkClick r:id="rId42" action="ppaction://hlinksldjump"/>
            <a:extLst>
              <a:ext uri="{FF2B5EF4-FFF2-40B4-BE49-F238E27FC236}">
                <a16:creationId xmlns:a16="http://schemas.microsoft.com/office/drawing/2014/main" id="{E4D8943C-60EF-409D-A55C-825DF6948525}"/>
              </a:ext>
            </a:extLst>
          </p:cNvPr>
          <p:cNvSpPr txBox="1"/>
          <p:nvPr/>
        </p:nvSpPr>
        <p:spPr>
          <a:xfrm>
            <a:off x="2052386" y="931234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TextBox 569">
            <a:hlinkClick r:id="rId43" action="ppaction://hlinksldjump"/>
            <a:extLst>
              <a:ext uri="{FF2B5EF4-FFF2-40B4-BE49-F238E27FC236}">
                <a16:creationId xmlns:a16="http://schemas.microsoft.com/office/drawing/2014/main" id="{7F9EA2FC-C620-4A4E-902B-C2FA975D6DFF}"/>
              </a:ext>
            </a:extLst>
          </p:cNvPr>
          <p:cNvSpPr txBox="1"/>
          <p:nvPr/>
        </p:nvSpPr>
        <p:spPr>
          <a:xfrm>
            <a:off x="2052386" y="9593344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TextBox 570">
            <a:hlinkClick r:id="rId44" action="ppaction://hlinksldjump"/>
            <a:extLst>
              <a:ext uri="{FF2B5EF4-FFF2-40B4-BE49-F238E27FC236}">
                <a16:creationId xmlns:a16="http://schemas.microsoft.com/office/drawing/2014/main" id="{D8393B1A-4DCF-463B-A8A5-3C6C5FA859C7}"/>
              </a:ext>
            </a:extLst>
          </p:cNvPr>
          <p:cNvSpPr txBox="1"/>
          <p:nvPr/>
        </p:nvSpPr>
        <p:spPr>
          <a:xfrm>
            <a:off x="2052386" y="987434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TextBox 571">
            <a:hlinkClick r:id="rId45" action="ppaction://hlinksldjump"/>
            <a:extLst>
              <a:ext uri="{FF2B5EF4-FFF2-40B4-BE49-F238E27FC236}">
                <a16:creationId xmlns:a16="http://schemas.microsoft.com/office/drawing/2014/main" id="{D147A2F3-E36A-420E-95C2-451EBA0F4A91}"/>
              </a:ext>
            </a:extLst>
          </p:cNvPr>
          <p:cNvSpPr txBox="1"/>
          <p:nvPr/>
        </p:nvSpPr>
        <p:spPr>
          <a:xfrm>
            <a:off x="2052386" y="1015534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w44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TextBox 572">
            <a:hlinkClick r:id="rId46" action="ppaction://hlinksldjump"/>
            <a:extLst>
              <a:ext uri="{FF2B5EF4-FFF2-40B4-BE49-F238E27FC236}">
                <a16:creationId xmlns:a16="http://schemas.microsoft.com/office/drawing/2014/main" id="{2181F436-A93A-4CD9-ACC4-5D3373496483}"/>
              </a:ext>
            </a:extLst>
          </p:cNvPr>
          <p:cNvSpPr txBox="1"/>
          <p:nvPr/>
        </p:nvSpPr>
        <p:spPr>
          <a:xfrm>
            <a:off x="4535818" y="903921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w45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TextBox 573">
            <a:hlinkClick r:id="rId47" action="ppaction://hlinksldjump"/>
            <a:extLst>
              <a:ext uri="{FF2B5EF4-FFF2-40B4-BE49-F238E27FC236}">
                <a16:creationId xmlns:a16="http://schemas.microsoft.com/office/drawing/2014/main" id="{C64B8315-F1CF-4757-92E2-56F142F64118}"/>
              </a:ext>
            </a:extLst>
          </p:cNvPr>
          <p:cNvSpPr txBox="1"/>
          <p:nvPr/>
        </p:nvSpPr>
        <p:spPr>
          <a:xfrm>
            <a:off x="4535818" y="930960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w46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5" name="TextBox 574">
            <a:hlinkClick r:id="rId48" action="ppaction://hlinksldjump"/>
            <a:extLst>
              <a:ext uri="{FF2B5EF4-FFF2-40B4-BE49-F238E27FC236}">
                <a16:creationId xmlns:a16="http://schemas.microsoft.com/office/drawing/2014/main" id="{58809137-B495-4DFE-896A-09061B5DFE8E}"/>
              </a:ext>
            </a:extLst>
          </p:cNvPr>
          <p:cNvSpPr txBox="1"/>
          <p:nvPr/>
        </p:nvSpPr>
        <p:spPr>
          <a:xfrm>
            <a:off x="4535818" y="959060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w47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TextBox 575">
            <a:hlinkClick r:id="rId49" action="ppaction://hlinksldjump"/>
            <a:extLst>
              <a:ext uri="{FF2B5EF4-FFF2-40B4-BE49-F238E27FC236}">
                <a16:creationId xmlns:a16="http://schemas.microsoft.com/office/drawing/2014/main" id="{C9C7E142-762A-43CD-A00F-30C969E6DD1C}"/>
              </a:ext>
            </a:extLst>
          </p:cNvPr>
          <p:cNvSpPr txBox="1"/>
          <p:nvPr/>
        </p:nvSpPr>
        <p:spPr>
          <a:xfrm>
            <a:off x="4535818" y="9871599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w48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TextBox 576">
            <a:hlinkClick r:id="rId50" action="ppaction://hlinksldjump"/>
            <a:extLst>
              <a:ext uri="{FF2B5EF4-FFF2-40B4-BE49-F238E27FC236}">
                <a16:creationId xmlns:a16="http://schemas.microsoft.com/office/drawing/2014/main" id="{CE9B2AA6-45F5-4B12-A214-8CEBD9325316}"/>
              </a:ext>
            </a:extLst>
          </p:cNvPr>
          <p:cNvSpPr txBox="1"/>
          <p:nvPr/>
        </p:nvSpPr>
        <p:spPr>
          <a:xfrm>
            <a:off x="4535818" y="1015259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TextBox 577">
            <a:hlinkClick r:id="rId50" action="ppaction://hlinksldjump"/>
            <a:extLst>
              <a:ext uri="{FF2B5EF4-FFF2-40B4-BE49-F238E27FC236}">
                <a16:creationId xmlns:a16="http://schemas.microsoft.com/office/drawing/2014/main" id="{33594F38-441B-4EF4-B791-FB897501FFA3}"/>
              </a:ext>
            </a:extLst>
          </p:cNvPr>
          <p:cNvSpPr txBox="1"/>
          <p:nvPr/>
        </p:nvSpPr>
        <p:spPr>
          <a:xfrm>
            <a:off x="7042488" y="9039210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w49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TextBox 578">
            <a:hlinkClick r:id="rId51" action="ppaction://hlinksldjump"/>
            <a:extLst>
              <a:ext uri="{FF2B5EF4-FFF2-40B4-BE49-F238E27FC236}">
                <a16:creationId xmlns:a16="http://schemas.microsoft.com/office/drawing/2014/main" id="{2C92E3AC-544A-4039-9D3B-6C723224DDA1}"/>
              </a:ext>
            </a:extLst>
          </p:cNvPr>
          <p:cNvSpPr txBox="1"/>
          <p:nvPr/>
        </p:nvSpPr>
        <p:spPr>
          <a:xfrm>
            <a:off x="7042488" y="9309602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w50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TextBox 579">
            <a:hlinkClick r:id="rId52" action="ppaction://hlinksldjump"/>
            <a:extLst>
              <a:ext uri="{FF2B5EF4-FFF2-40B4-BE49-F238E27FC236}">
                <a16:creationId xmlns:a16="http://schemas.microsoft.com/office/drawing/2014/main" id="{E076F70D-37BE-4118-BDE5-97902BD71EA9}"/>
              </a:ext>
            </a:extLst>
          </p:cNvPr>
          <p:cNvSpPr txBox="1"/>
          <p:nvPr/>
        </p:nvSpPr>
        <p:spPr>
          <a:xfrm>
            <a:off x="7042488" y="9590601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w51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TextBox 580">
            <a:hlinkClick r:id="rId53" action="ppaction://hlinksldjump"/>
            <a:extLst>
              <a:ext uri="{FF2B5EF4-FFF2-40B4-BE49-F238E27FC236}">
                <a16:creationId xmlns:a16="http://schemas.microsoft.com/office/drawing/2014/main" id="{BBFFB82D-0054-40C1-A2AF-93E387D6E203}"/>
              </a:ext>
            </a:extLst>
          </p:cNvPr>
          <p:cNvSpPr txBox="1"/>
          <p:nvPr/>
        </p:nvSpPr>
        <p:spPr>
          <a:xfrm>
            <a:off x="7042488" y="9871599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w52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TextBox 581">
            <a:hlinkClick r:id="rId54" action="ppaction://hlinksldjump"/>
            <a:extLst>
              <a:ext uri="{FF2B5EF4-FFF2-40B4-BE49-F238E27FC236}">
                <a16:creationId xmlns:a16="http://schemas.microsoft.com/office/drawing/2014/main" id="{0EB996E0-CDC2-45CB-ACB6-95DA2532644C}"/>
              </a:ext>
            </a:extLst>
          </p:cNvPr>
          <p:cNvSpPr txBox="1"/>
          <p:nvPr/>
        </p:nvSpPr>
        <p:spPr>
          <a:xfrm>
            <a:off x="7042488" y="10152596"/>
            <a:ext cx="305070" cy="20994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w53</a:t>
            </a:r>
            <a:endParaRPr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73B6B64D-C577-4379-B59C-FD0EC9EB0C2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637" name="직선 연결선 636">
            <a:extLst>
              <a:ext uri="{FF2B5EF4-FFF2-40B4-BE49-F238E27FC236}">
                <a16:creationId xmlns:a16="http://schemas.microsoft.com/office/drawing/2014/main" id="{92AC405A-34C2-49C1-82C7-398E0411E93D}"/>
              </a:ext>
            </a:extLst>
          </p:cNvPr>
          <p:cNvCxnSpPr>
            <a:cxnSpLocks/>
          </p:cNvCxnSpPr>
          <p:nvPr/>
        </p:nvCxnSpPr>
        <p:spPr>
          <a:xfrm>
            <a:off x="7596188" y="543821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9" name="직선 연결선 638">
            <a:extLst>
              <a:ext uri="{FF2B5EF4-FFF2-40B4-BE49-F238E27FC236}">
                <a16:creationId xmlns:a16="http://schemas.microsoft.com/office/drawing/2014/main" id="{172611D1-6EA0-495B-8D43-11DFB774823A}"/>
              </a:ext>
            </a:extLst>
          </p:cNvPr>
          <p:cNvCxnSpPr>
            <a:cxnSpLocks/>
          </p:cNvCxnSpPr>
          <p:nvPr/>
        </p:nvCxnSpPr>
        <p:spPr>
          <a:xfrm>
            <a:off x="7596188" y="91309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0" name="직선 연결선 639">
            <a:extLst>
              <a:ext uri="{FF2B5EF4-FFF2-40B4-BE49-F238E27FC236}">
                <a16:creationId xmlns:a16="http://schemas.microsoft.com/office/drawing/2014/main" id="{9B51F231-3EAC-4BDD-AC17-502F21D4C1D1}"/>
              </a:ext>
            </a:extLst>
          </p:cNvPr>
          <p:cNvCxnSpPr>
            <a:cxnSpLocks/>
          </p:cNvCxnSpPr>
          <p:nvPr/>
        </p:nvCxnSpPr>
        <p:spPr>
          <a:xfrm>
            <a:off x="7596188" y="122741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1" name="직선 연결선 640">
            <a:extLst>
              <a:ext uri="{FF2B5EF4-FFF2-40B4-BE49-F238E27FC236}">
                <a16:creationId xmlns:a16="http://schemas.microsoft.com/office/drawing/2014/main" id="{342ED2AD-2390-4401-9DB7-59A1EEEBB4D6}"/>
              </a:ext>
            </a:extLst>
          </p:cNvPr>
          <p:cNvCxnSpPr>
            <a:cxnSpLocks/>
          </p:cNvCxnSpPr>
          <p:nvPr/>
        </p:nvCxnSpPr>
        <p:spPr>
          <a:xfrm>
            <a:off x="7596188" y="154173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2" name="직선 연결선 641">
            <a:extLst>
              <a:ext uri="{FF2B5EF4-FFF2-40B4-BE49-F238E27FC236}">
                <a16:creationId xmlns:a16="http://schemas.microsoft.com/office/drawing/2014/main" id="{B54BEA25-7B93-4667-B856-087F908F1D7F}"/>
              </a:ext>
            </a:extLst>
          </p:cNvPr>
          <p:cNvCxnSpPr>
            <a:cxnSpLocks/>
          </p:cNvCxnSpPr>
          <p:nvPr/>
        </p:nvCxnSpPr>
        <p:spPr>
          <a:xfrm>
            <a:off x="7596188" y="185604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3" name="직선 연결선 642">
            <a:extLst>
              <a:ext uri="{FF2B5EF4-FFF2-40B4-BE49-F238E27FC236}">
                <a16:creationId xmlns:a16="http://schemas.microsoft.com/office/drawing/2014/main" id="{4EC88848-3EDA-4D43-A8A7-5CFC25D5F26D}"/>
              </a:ext>
            </a:extLst>
          </p:cNvPr>
          <p:cNvCxnSpPr>
            <a:cxnSpLocks/>
          </p:cNvCxnSpPr>
          <p:nvPr/>
        </p:nvCxnSpPr>
        <p:spPr>
          <a:xfrm>
            <a:off x="7596188" y="217036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4" name="직선 연결선 643">
            <a:extLst>
              <a:ext uri="{FF2B5EF4-FFF2-40B4-BE49-F238E27FC236}">
                <a16:creationId xmlns:a16="http://schemas.microsoft.com/office/drawing/2014/main" id="{B33AF6A8-AEFB-4712-9ACD-D7584989B372}"/>
              </a:ext>
            </a:extLst>
          </p:cNvPr>
          <p:cNvCxnSpPr>
            <a:cxnSpLocks/>
          </p:cNvCxnSpPr>
          <p:nvPr/>
        </p:nvCxnSpPr>
        <p:spPr>
          <a:xfrm>
            <a:off x="7596188" y="248467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5" name="직선 연결선 644">
            <a:extLst>
              <a:ext uri="{FF2B5EF4-FFF2-40B4-BE49-F238E27FC236}">
                <a16:creationId xmlns:a16="http://schemas.microsoft.com/office/drawing/2014/main" id="{BAB7F45E-2716-4D18-BCDE-11B6AB3DDADA}"/>
              </a:ext>
            </a:extLst>
          </p:cNvPr>
          <p:cNvCxnSpPr>
            <a:cxnSpLocks/>
          </p:cNvCxnSpPr>
          <p:nvPr/>
        </p:nvCxnSpPr>
        <p:spPr>
          <a:xfrm>
            <a:off x="7596188" y="279899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6" name="직선 연결선 645">
            <a:extLst>
              <a:ext uri="{FF2B5EF4-FFF2-40B4-BE49-F238E27FC236}">
                <a16:creationId xmlns:a16="http://schemas.microsoft.com/office/drawing/2014/main" id="{82F27094-F6E8-484E-A9EA-D33A36052ED9}"/>
              </a:ext>
            </a:extLst>
          </p:cNvPr>
          <p:cNvCxnSpPr>
            <a:cxnSpLocks/>
          </p:cNvCxnSpPr>
          <p:nvPr/>
        </p:nvCxnSpPr>
        <p:spPr>
          <a:xfrm>
            <a:off x="7596188" y="311331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" name="직선 연결선 646">
            <a:extLst>
              <a:ext uri="{FF2B5EF4-FFF2-40B4-BE49-F238E27FC236}">
                <a16:creationId xmlns:a16="http://schemas.microsoft.com/office/drawing/2014/main" id="{BD3F2236-2362-49D4-AD34-96CFD7844B9D}"/>
              </a:ext>
            </a:extLst>
          </p:cNvPr>
          <p:cNvCxnSpPr>
            <a:cxnSpLocks/>
          </p:cNvCxnSpPr>
          <p:nvPr/>
        </p:nvCxnSpPr>
        <p:spPr>
          <a:xfrm>
            <a:off x="7596188" y="342762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8" name="직선 연결선 647">
            <a:extLst>
              <a:ext uri="{FF2B5EF4-FFF2-40B4-BE49-F238E27FC236}">
                <a16:creationId xmlns:a16="http://schemas.microsoft.com/office/drawing/2014/main" id="{09D2AAE6-0C38-41A1-B857-B1278F36E815}"/>
              </a:ext>
            </a:extLst>
          </p:cNvPr>
          <p:cNvCxnSpPr>
            <a:cxnSpLocks/>
          </p:cNvCxnSpPr>
          <p:nvPr/>
        </p:nvCxnSpPr>
        <p:spPr>
          <a:xfrm>
            <a:off x="7596188" y="374194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9" name="직선 연결선 648">
            <a:extLst>
              <a:ext uri="{FF2B5EF4-FFF2-40B4-BE49-F238E27FC236}">
                <a16:creationId xmlns:a16="http://schemas.microsoft.com/office/drawing/2014/main" id="{6BCFE888-030D-406B-A1EE-6B04C52D62F7}"/>
              </a:ext>
            </a:extLst>
          </p:cNvPr>
          <p:cNvCxnSpPr>
            <a:cxnSpLocks/>
          </p:cNvCxnSpPr>
          <p:nvPr/>
        </p:nvCxnSpPr>
        <p:spPr>
          <a:xfrm>
            <a:off x="7596188" y="405625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0" name="직선 연결선 649">
            <a:extLst>
              <a:ext uri="{FF2B5EF4-FFF2-40B4-BE49-F238E27FC236}">
                <a16:creationId xmlns:a16="http://schemas.microsoft.com/office/drawing/2014/main" id="{77DAA360-58FF-4452-8226-845302704768}"/>
              </a:ext>
            </a:extLst>
          </p:cNvPr>
          <p:cNvCxnSpPr>
            <a:cxnSpLocks/>
          </p:cNvCxnSpPr>
          <p:nvPr/>
        </p:nvCxnSpPr>
        <p:spPr>
          <a:xfrm>
            <a:off x="7596188" y="437057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1" name="직선 연결선 650">
            <a:extLst>
              <a:ext uri="{FF2B5EF4-FFF2-40B4-BE49-F238E27FC236}">
                <a16:creationId xmlns:a16="http://schemas.microsoft.com/office/drawing/2014/main" id="{A87354FA-2921-45A3-B18F-F3E56BEC504E}"/>
              </a:ext>
            </a:extLst>
          </p:cNvPr>
          <p:cNvCxnSpPr>
            <a:cxnSpLocks/>
          </p:cNvCxnSpPr>
          <p:nvPr/>
        </p:nvCxnSpPr>
        <p:spPr>
          <a:xfrm>
            <a:off x="7596188" y="468489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2" name="직선 연결선 651">
            <a:extLst>
              <a:ext uri="{FF2B5EF4-FFF2-40B4-BE49-F238E27FC236}">
                <a16:creationId xmlns:a16="http://schemas.microsoft.com/office/drawing/2014/main" id="{6B6DC522-BEA1-4ADF-AB9F-95D232878323}"/>
              </a:ext>
            </a:extLst>
          </p:cNvPr>
          <p:cNvCxnSpPr>
            <a:cxnSpLocks/>
          </p:cNvCxnSpPr>
          <p:nvPr/>
        </p:nvCxnSpPr>
        <p:spPr>
          <a:xfrm>
            <a:off x="7596188" y="499920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직선 연결선 652">
            <a:extLst>
              <a:ext uri="{FF2B5EF4-FFF2-40B4-BE49-F238E27FC236}">
                <a16:creationId xmlns:a16="http://schemas.microsoft.com/office/drawing/2014/main" id="{FCA0EB81-1A1F-405C-8954-1B98B24FD5CA}"/>
              </a:ext>
            </a:extLst>
          </p:cNvPr>
          <p:cNvCxnSpPr>
            <a:cxnSpLocks/>
          </p:cNvCxnSpPr>
          <p:nvPr/>
        </p:nvCxnSpPr>
        <p:spPr>
          <a:xfrm>
            <a:off x="7596188" y="531352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직선 연결선 653">
            <a:extLst>
              <a:ext uri="{FF2B5EF4-FFF2-40B4-BE49-F238E27FC236}">
                <a16:creationId xmlns:a16="http://schemas.microsoft.com/office/drawing/2014/main" id="{299DE2EF-6E4D-45D2-B06E-DE86490E1E3E}"/>
              </a:ext>
            </a:extLst>
          </p:cNvPr>
          <p:cNvCxnSpPr>
            <a:cxnSpLocks/>
          </p:cNvCxnSpPr>
          <p:nvPr/>
        </p:nvCxnSpPr>
        <p:spPr>
          <a:xfrm>
            <a:off x="7596188" y="562783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직선 연결선 654">
            <a:extLst>
              <a:ext uri="{FF2B5EF4-FFF2-40B4-BE49-F238E27FC236}">
                <a16:creationId xmlns:a16="http://schemas.microsoft.com/office/drawing/2014/main" id="{6DAD9739-20DD-449E-93EB-7C6BDC668718}"/>
              </a:ext>
            </a:extLst>
          </p:cNvPr>
          <p:cNvCxnSpPr>
            <a:cxnSpLocks/>
          </p:cNvCxnSpPr>
          <p:nvPr/>
        </p:nvCxnSpPr>
        <p:spPr>
          <a:xfrm>
            <a:off x="7596188" y="594215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6" name="직선 연결선 655">
            <a:extLst>
              <a:ext uri="{FF2B5EF4-FFF2-40B4-BE49-F238E27FC236}">
                <a16:creationId xmlns:a16="http://schemas.microsoft.com/office/drawing/2014/main" id="{6E4F7B6F-C178-47E8-9FFA-33D98B9D617E}"/>
              </a:ext>
            </a:extLst>
          </p:cNvPr>
          <p:cNvCxnSpPr>
            <a:cxnSpLocks/>
          </p:cNvCxnSpPr>
          <p:nvPr/>
        </p:nvCxnSpPr>
        <p:spPr>
          <a:xfrm>
            <a:off x="7596188" y="625647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7" name="직선 연결선 656">
            <a:extLst>
              <a:ext uri="{FF2B5EF4-FFF2-40B4-BE49-F238E27FC236}">
                <a16:creationId xmlns:a16="http://schemas.microsoft.com/office/drawing/2014/main" id="{19AD76DC-43C3-4C36-87A3-9E3934B43EA7}"/>
              </a:ext>
            </a:extLst>
          </p:cNvPr>
          <p:cNvCxnSpPr>
            <a:cxnSpLocks/>
          </p:cNvCxnSpPr>
          <p:nvPr/>
        </p:nvCxnSpPr>
        <p:spPr>
          <a:xfrm>
            <a:off x="7596188" y="657078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직선 연결선 657">
            <a:extLst>
              <a:ext uri="{FF2B5EF4-FFF2-40B4-BE49-F238E27FC236}">
                <a16:creationId xmlns:a16="http://schemas.microsoft.com/office/drawing/2014/main" id="{98F5CB05-857C-4E2E-8F34-FA4D36DAC2B2}"/>
              </a:ext>
            </a:extLst>
          </p:cNvPr>
          <p:cNvCxnSpPr>
            <a:cxnSpLocks/>
          </p:cNvCxnSpPr>
          <p:nvPr/>
        </p:nvCxnSpPr>
        <p:spPr>
          <a:xfrm>
            <a:off x="7596188" y="688510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9" name="직선 연결선 658">
            <a:extLst>
              <a:ext uri="{FF2B5EF4-FFF2-40B4-BE49-F238E27FC236}">
                <a16:creationId xmlns:a16="http://schemas.microsoft.com/office/drawing/2014/main" id="{86DE1918-0CFB-4A10-AFE5-A4DE2E27A52B}"/>
              </a:ext>
            </a:extLst>
          </p:cNvPr>
          <p:cNvCxnSpPr>
            <a:cxnSpLocks/>
          </p:cNvCxnSpPr>
          <p:nvPr/>
        </p:nvCxnSpPr>
        <p:spPr>
          <a:xfrm>
            <a:off x="7596188" y="719941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0" name="직선 연결선 659">
            <a:extLst>
              <a:ext uri="{FF2B5EF4-FFF2-40B4-BE49-F238E27FC236}">
                <a16:creationId xmlns:a16="http://schemas.microsoft.com/office/drawing/2014/main" id="{5B1ACD4B-B07E-4941-A7DF-FAFCA3D8B0DB}"/>
              </a:ext>
            </a:extLst>
          </p:cNvPr>
          <p:cNvCxnSpPr>
            <a:cxnSpLocks/>
          </p:cNvCxnSpPr>
          <p:nvPr/>
        </p:nvCxnSpPr>
        <p:spPr>
          <a:xfrm>
            <a:off x="7596188" y="751373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1" name="직선 연결선 660">
            <a:extLst>
              <a:ext uri="{FF2B5EF4-FFF2-40B4-BE49-F238E27FC236}">
                <a16:creationId xmlns:a16="http://schemas.microsoft.com/office/drawing/2014/main" id="{59ADBDE9-116A-42A5-8E92-29F066D7BB8E}"/>
              </a:ext>
            </a:extLst>
          </p:cNvPr>
          <p:cNvCxnSpPr>
            <a:cxnSpLocks/>
          </p:cNvCxnSpPr>
          <p:nvPr/>
        </p:nvCxnSpPr>
        <p:spPr>
          <a:xfrm>
            <a:off x="7596188" y="782805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2" name="직선 연결선 661">
            <a:extLst>
              <a:ext uri="{FF2B5EF4-FFF2-40B4-BE49-F238E27FC236}">
                <a16:creationId xmlns:a16="http://schemas.microsoft.com/office/drawing/2014/main" id="{B41723F2-EB46-4A5C-B728-56C5861B7E86}"/>
              </a:ext>
            </a:extLst>
          </p:cNvPr>
          <p:cNvCxnSpPr>
            <a:cxnSpLocks/>
          </p:cNvCxnSpPr>
          <p:nvPr/>
        </p:nvCxnSpPr>
        <p:spPr>
          <a:xfrm>
            <a:off x="7596188" y="814236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3" name="직선 연결선 662">
            <a:extLst>
              <a:ext uri="{FF2B5EF4-FFF2-40B4-BE49-F238E27FC236}">
                <a16:creationId xmlns:a16="http://schemas.microsoft.com/office/drawing/2014/main" id="{C3400A41-E65A-4A8D-8E5D-DD52C0090129}"/>
              </a:ext>
            </a:extLst>
          </p:cNvPr>
          <p:cNvCxnSpPr>
            <a:cxnSpLocks/>
          </p:cNvCxnSpPr>
          <p:nvPr/>
        </p:nvCxnSpPr>
        <p:spPr>
          <a:xfrm>
            <a:off x="7596188" y="845668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4" name="직선 연결선 663">
            <a:extLst>
              <a:ext uri="{FF2B5EF4-FFF2-40B4-BE49-F238E27FC236}">
                <a16:creationId xmlns:a16="http://schemas.microsoft.com/office/drawing/2014/main" id="{B2821433-F7D1-4BC4-9B43-0F69AF5AE884}"/>
              </a:ext>
            </a:extLst>
          </p:cNvPr>
          <p:cNvCxnSpPr>
            <a:cxnSpLocks/>
          </p:cNvCxnSpPr>
          <p:nvPr/>
        </p:nvCxnSpPr>
        <p:spPr>
          <a:xfrm>
            <a:off x="7596188" y="877099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5" name="직선 연결선 664">
            <a:extLst>
              <a:ext uri="{FF2B5EF4-FFF2-40B4-BE49-F238E27FC236}">
                <a16:creationId xmlns:a16="http://schemas.microsoft.com/office/drawing/2014/main" id="{94577BE9-F051-4DF7-8BD1-3729F1F5D4DA}"/>
              </a:ext>
            </a:extLst>
          </p:cNvPr>
          <p:cNvCxnSpPr>
            <a:cxnSpLocks/>
          </p:cNvCxnSpPr>
          <p:nvPr/>
        </p:nvCxnSpPr>
        <p:spPr>
          <a:xfrm>
            <a:off x="7596188" y="9085314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6" name="직선 연결선 665">
            <a:extLst>
              <a:ext uri="{FF2B5EF4-FFF2-40B4-BE49-F238E27FC236}">
                <a16:creationId xmlns:a16="http://schemas.microsoft.com/office/drawing/2014/main" id="{97E21DE6-851D-45F7-BFDA-E3916443E7A5}"/>
              </a:ext>
            </a:extLst>
          </p:cNvPr>
          <p:cNvCxnSpPr>
            <a:cxnSpLocks/>
          </p:cNvCxnSpPr>
          <p:nvPr/>
        </p:nvCxnSpPr>
        <p:spPr>
          <a:xfrm>
            <a:off x="7596188" y="9399630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7" name="직선 연결선 666">
            <a:extLst>
              <a:ext uri="{FF2B5EF4-FFF2-40B4-BE49-F238E27FC236}">
                <a16:creationId xmlns:a16="http://schemas.microsoft.com/office/drawing/2014/main" id="{1D92657A-956E-40BC-81AB-63B917CEB179}"/>
              </a:ext>
            </a:extLst>
          </p:cNvPr>
          <p:cNvCxnSpPr>
            <a:cxnSpLocks/>
          </p:cNvCxnSpPr>
          <p:nvPr/>
        </p:nvCxnSpPr>
        <p:spPr>
          <a:xfrm>
            <a:off x="7596188" y="9713946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8" name="직선 연결선 667">
            <a:extLst>
              <a:ext uri="{FF2B5EF4-FFF2-40B4-BE49-F238E27FC236}">
                <a16:creationId xmlns:a16="http://schemas.microsoft.com/office/drawing/2014/main" id="{248ACD65-DA38-4E2D-B525-B851D024D429}"/>
              </a:ext>
            </a:extLst>
          </p:cNvPr>
          <p:cNvCxnSpPr>
            <a:cxnSpLocks/>
          </p:cNvCxnSpPr>
          <p:nvPr/>
        </p:nvCxnSpPr>
        <p:spPr>
          <a:xfrm>
            <a:off x="7596188" y="1034257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9" name="직선 연결선 668">
            <a:extLst>
              <a:ext uri="{FF2B5EF4-FFF2-40B4-BE49-F238E27FC236}">
                <a16:creationId xmlns:a16="http://schemas.microsoft.com/office/drawing/2014/main" id="{F9B75522-69C0-4A29-B45C-A69B07364672}"/>
              </a:ext>
            </a:extLst>
          </p:cNvPr>
          <p:cNvCxnSpPr>
            <a:cxnSpLocks/>
          </p:cNvCxnSpPr>
          <p:nvPr/>
        </p:nvCxnSpPr>
        <p:spPr>
          <a:xfrm>
            <a:off x="7596188" y="10656888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1" name="직선 연결선 670">
            <a:extLst>
              <a:ext uri="{FF2B5EF4-FFF2-40B4-BE49-F238E27FC236}">
                <a16:creationId xmlns:a16="http://schemas.microsoft.com/office/drawing/2014/main" id="{C9F7E47B-A550-48FB-801B-93D2ED4B1C0C}"/>
              </a:ext>
            </a:extLst>
          </p:cNvPr>
          <p:cNvCxnSpPr>
            <a:cxnSpLocks/>
          </p:cNvCxnSpPr>
          <p:nvPr/>
        </p:nvCxnSpPr>
        <p:spPr>
          <a:xfrm>
            <a:off x="8159262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2E25A9A8-39B6-4B25-B7DE-314024403BB1}"/>
              </a:ext>
            </a:extLst>
          </p:cNvPr>
          <p:cNvCxnSpPr>
            <a:cxnSpLocks/>
          </p:cNvCxnSpPr>
          <p:nvPr/>
        </p:nvCxnSpPr>
        <p:spPr>
          <a:xfrm>
            <a:off x="9363421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3" name="직선 연결선 672">
            <a:extLst>
              <a:ext uri="{FF2B5EF4-FFF2-40B4-BE49-F238E27FC236}">
                <a16:creationId xmlns:a16="http://schemas.microsoft.com/office/drawing/2014/main" id="{23CD7E05-8643-4B69-B63A-CB2007BB8FE6}"/>
              </a:ext>
            </a:extLst>
          </p:cNvPr>
          <p:cNvCxnSpPr>
            <a:cxnSpLocks/>
          </p:cNvCxnSpPr>
          <p:nvPr/>
        </p:nvCxnSpPr>
        <p:spPr>
          <a:xfrm>
            <a:off x="10567580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4" name="직선 연결선 673">
            <a:extLst>
              <a:ext uri="{FF2B5EF4-FFF2-40B4-BE49-F238E27FC236}">
                <a16:creationId xmlns:a16="http://schemas.microsoft.com/office/drawing/2014/main" id="{ECED4A06-3BA4-49BB-A38D-144C8EEF2ECA}"/>
              </a:ext>
            </a:extLst>
          </p:cNvPr>
          <p:cNvCxnSpPr>
            <a:cxnSpLocks/>
          </p:cNvCxnSpPr>
          <p:nvPr/>
        </p:nvCxnSpPr>
        <p:spPr>
          <a:xfrm>
            <a:off x="11771739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5" name="직선 연결선 674">
            <a:extLst>
              <a:ext uri="{FF2B5EF4-FFF2-40B4-BE49-F238E27FC236}">
                <a16:creationId xmlns:a16="http://schemas.microsoft.com/office/drawing/2014/main" id="{A536FBB1-F5BE-4797-BA62-0AD4784F4DBA}"/>
              </a:ext>
            </a:extLst>
          </p:cNvPr>
          <p:cNvCxnSpPr>
            <a:cxnSpLocks/>
          </p:cNvCxnSpPr>
          <p:nvPr/>
        </p:nvCxnSpPr>
        <p:spPr>
          <a:xfrm>
            <a:off x="12975898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6" name="직선 연결선 675">
            <a:extLst>
              <a:ext uri="{FF2B5EF4-FFF2-40B4-BE49-F238E27FC236}">
                <a16:creationId xmlns:a16="http://schemas.microsoft.com/office/drawing/2014/main" id="{78B70F43-2105-4A39-A229-F48C179D8652}"/>
              </a:ext>
            </a:extLst>
          </p:cNvPr>
          <p:cNvCxnSpPr>
            <a:cxnSpLocks/>
          </p:cNvCxnSpPr>
          <p:nvPr/>
        </p:nvCxnSpPr>
        <p:spPr>
          <a:xfrm>
            <a:off x="14180057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7" name="직선 연결선 676">
            <a:extLst>
              <a:ext uri="{FF2B5EF4-FFF2-40B4-BE49-F238E27FC236}">
                <a16:creationId xmlns:a16="http://schemas.microsoft.com/office/drawing/2014/main" id="{330A7765-2D29-4998-B3EE-EEA32F58FCDF}"/>
              </a:ext>
            </a:extLst>
          </p:cNvPr>
          <p:cNvCxnSpPr>
            <a:cxnSpLocks/>
          </p:cNvCxnSpPr>
          <p:nvPr/>
        </p:nvCxnSpPr>
        <p:spPr>
          <a:xfrm>
            <a:off x="15384216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8" name="직선 연결선 677">
            <a:extLst>
              <a:ext uri="{FF2B5EF4-FFF2-40B4-BE49-F238E27FC236}">
                <a16:creationId xmlns:a16="http://schemas.microsoft.com/office/drawing/2014/main" id="{17542E29-6990-4676-BBFA-E68A1337B518}"/>
              </a:ext>
            </a:extLst>
          </p:cNvPr>
          <p:cNvCxnSpPr>
            <a:cxnSpLocks/>
          </p:cNvCxnSpPr>
          <p:nvPr/>
        </p:nvCxnSpPr>
        <p:spPr>
          <a:xfrm>
            <a:off x="16588375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직선 연결선 678">
            <a:extLst>
              <a:ext uri="{FF2B5EF4-FFF2-40B4-BE49-F238E27FC236}">
                <a16:creationId xmlns:a16="http://schemas.microsoft.com/office/drawing/2014/main" id="{CA6F4902-DC6E-4233-9A49-2CF386F647AC}"/>
              </a:ext>
            </a:extLst>
          </p:cNvPr>
          <p:cNvCxnSpPr>
            <a:cxnSpLocks/>
          </p:cNvCxnSpPr>
          <p:nvPr/>
        </p:nvCxnSpPr>
        <p:spPr>
          <a:xfrm>
            <a:off x="17792534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0" name="직선 연결선 679">
            <a:extLst>
              <a:ext uri="{FF2B5EF4-FFF2-40B4-BE49-F238E27FC236}">
                <a16:creationId xmlns:a16="http://schemas.microsoft.com/office/drawing/2014/main" id="{6C6A5257-A6A7-411F-85E5-A441E14F5870}"/>
              </a:ext>
            </a:extLst>
          </p:cNvPr>
          <p:cNvCxnSpPr>
            <a:cxnSpLocks/>
          </p:cNvCxnSpPr>
          <p:nvPr/>
        </p:nvCxnSpPr>
        <p:spPr>
          <a:xfrm>
            <a:off x="18996693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1" name="직선 연결선 680">
            <a:extLst>
              <a:ext uri="{FF2B5EF4-FFF2-40B4-BE49-F238E27FC236}">
                <a16:creationId xmlns:a16="http://schemas.microsoft.com/office/drawing/2014/main" id="{8CACF729-ACE6-455C-A14E-01ED5A4505A8}"/>
              </a:ext>
            </a:extLst>
          </p:cNvPr>
          <p:cNvCxnSpPr>
            <a:cxnSpLocks/>
          </p:cNvCxnSpPr>
          <p:nvPr/>
        </p:nvCxnSpPr>
        <p:spPr>
          <a:xfrm>
            <a:off x="20200852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2" name="직선 연결선 681">
            <a:extLst>
              <a:ext uri="{FF2B5EF4-FFF2-40B4-BE49-F238E27FC236}">
                <a16:creationId xmlns:a16="http://schemas.microsoft.com/office/drawing/2014/main" id="{5CB2C871-69A7-4F9C-B549-549AF0A24A9C}"/>
              </a:ext>
            </a:extLst>
          </p:cNvPr>
          <p:cNvCxnSpPr>
            <a:cxnSpLocks/>
          </p:cNvCxnSpPr>
          <p:nvPr/>
        </p:nvCxnSpPr>
        <p:spPr>
          <a:xfrm>
            <a:off x="21405011" y="544187"/>
            <a:ext cx="0" cy="10113067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5" name="TextBox 684">
            <a:extLst>
              <a:ext uri="{FF2B5EF4-FFF2-40B4-BE49-F238E27FC236}">
                <a16:creationId xmlns:a16="http://schemas.microsoft.com/office/drawing/2014/main" id="{1EC74BC4-DD85-480C-9950-CCDA6BC1BA55}"/>
              </a:ext>
            </a:extLst>
          </p:cNvPr>
          <p:cNvSpPr txBox="1"/>
          <p:nvPr/>
        </p:nvSpPr>
        <p:spPr>
          <a:xfrm>
            <a:off x="8408873" y="605349"/>
            <a:ext cx="70493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January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TextBox 685">
            <a:extLst>
              <a:ext uri="{FF2B5EF4-FFF2-40B4-BE49-F238E27FC236}">
                <a16:creationId xmlns:a16="http://schemas.microsoft.com/office/drawing/2014/main" id="{D06DBB78-2F5A-406D-A351-C7736B53F099}"/>
              </a:ext>
            </a:extLst>
          </p:cNvPr>
          <p:cNvSpPr txBox="1"/>
          <p:nvPr/>
        </p:nvSpPr>
        <p:spPr>
          <a:xfrm>
            <a:off x="9557087" y="605349"/>
            <a:ext cx="8168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February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TextBox 686">
            <a:extLst>
              <a:ext uri="{FF2B5EF4-FFF2-40B4-BE49-F238E27FC236}">
                <a16:creationId xmlns:a16="http://schemas.microsoft.com/office/drawing/2014/main" id="{6B89DB93-FC82-400B-9DEE-424EBFBDA626}"/>
              </a:ext>
            </a:extLst>
          </p:cNvPr>
          <p:cNvSpPr txBox="1"/>
          <p:nvPr/>
        </p:nvSpPr>
        <p:spPr>
          <a:xfrm>
            <a:off x="10879356" y="605349"/>
            <a:ext cx="58060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March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TextBox 687">
            <a:extLst>
              <a:ext uri="{FF2B5EF4-FFF2-40B4-BE49-F238E27FC236}">
                <a16:creationId xmlns:a16="http://schemas.microsoft.com/office/drawing/2014/main" id="{55147390-9E5D-431B-BC1D-5C6E3FF29117}"/>
              </a:ext>
            </a:extLst>
          </p:cNvPr>
          <p:cNvSpPr txBox="1"/>
          <p:nvPr/>
        </p:nvSpPr>
        <p:spPr>
          <a:xfrm>
            <a:off x="12157413" y="605349"/>
            <a:ext cx="43281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April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TextBox 688">
            <a:extLst>
              <a:ext uri="{FF2B5EF4-FFF2-40B4-BE49-F238E27FC236}">
                <a16:creationId xmlns:a16="http://schemas.microsoft.com/office/drawing/2014/main" id="{1150439A-9907-4B93-BD19-8E544E53513A}"/>
              </a:ext>
            </a:extLst>
          </p:cNvPr>
          <p:cNvSpPr txBox="1"/>
          <p:nvPr/>
        </p:nvSpPr>
        <p:spPr>
          <a:xfrm>
            <a:off x="13380007" y="605349"/>
            <a:ext cx="39594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May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TextBox 689">
            <a:extLst>
              <a:ext uri="{FF2B5EF4-FFF2-40B4-BE49-F238E27FC236}">
                <a16:creationId xmlns:a16="http://schemas.microsoft.com/office/drawing/2014/main" id="{CB273F9C-533A-4484-B9DC-4CA50C36CA41}"/>
              </a:ext>
            </a:extLst>
          </p:cNvPr>
          <p:cNvSpPr txBox="1"/>
          <p:nvPr/>
        </p:nvSpPr>
        <p:spPr>
          <a:xfrm>
            <a:off x="14571342" y="605349"/>
            <a:ext cx="42158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June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TextBox 690">
            <a:extLst>
              <a:ext uri="{FF2B5EF4-FFF2-40B4-BE49-F238E27FC236}">
                <a16:creationId xmlns:a16="http://schemas.microsoft.com/office/drawing/2014/main" id="{8CDA2C9B-3209-4A14-96AA-EBD17D043B72}"/>
              </a:ext>
            </a:extLst>
          </p:cNvPr>
          <p:cNvSpPr txBox="1"/>
          <p:nvPr/>
        </p:nvSpPr>
        <p:spPr>
          <a:xfrm>
            <a:off x="15813973" y="605349"/>
            <a:ext cx="34464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July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BCCD019C-3682-49A4-BE19-0D9B5936CAE6}"/>
              </a:ext>
            </a:extLst>
          </p:cNvPr>
          <p:cNvSpPr txBox="1"/>
          <p:nvPr/>
        </p:nvSpPr>
        <p:spPr>
          <a:xfrm>
            <a:off x="16863442" y="605349"/>
            <a:ext cx="65402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August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TextBox 692">
            <a:extLst>
              <a:ext uri="{FF2B5EF4-FFF2-40B4-BE49-F238E27FC236}">
                <a16:creationId xmlns:a16="http://schemas.microsoft.com/office/drawing/2014/main" id="{131E3F47-18EA-4566-8A8B-9F4ED541A53F}"/>
              </a:ext>
            </a:extLst>
          </p:cNvPr>
          <p:cNvSpPr txBox="1"/>
          <p:nvPr/>
        </p:nvSpPr>
        <p:spPr>
          <a:xfrm>
            <a:off x="17888128" y="605349"/>
            <a:ext cx="101297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September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TextBox 693">
            <a:extLst>
              <a:ext uri="{FF2B5EF4-FFF2-40B4-BE49-F238E27FC236}">
                <a16:creationId xmlns:a16="http://schemas.microsoft.com/office/drawing/2014/main" id="{088F70CB-258F-49D8-B9F5-0436E6BB4494}"/>
              </a:ext>
            </a:extLst>
          </p:cNvPr>
          <p:cNvSpPr txBox="1"/>
          <p:nvPr/>
        </p:nvSpPr>
        <p:spPr>
          <a:xfrm>
            <a:off x="19221329" y="605349"/>
            <a:ext cx="75488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October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TextBox 694">
            <a:extLst>
              <a:ext uri="{FF2B5EF4-FFF2-40B4-BE49-F238E27FC236}">
                <a16:creationId xmlns:a16="http://schemas.microsoft.com/office/drawing/2014/main" id="{BCF88A57-7B37-418A-86EB-7C0E3F12A378}"/>
              </a:ext>
            </a:extLst>
          </p:cNvPr>
          <p:cNvSpPr txBox="1"/>
          <p:nvPr/>
        </p:nvSpPr>
        <p:spPr>
          <a:xfrm>
            <a:off x="20336128" y="605349"/>
            <a:ext cx="97654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November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TextBox 695">
            <a:extLst>
              <a:ext uri="{FF2B5EF4-FFF2-40B4-BE49-F238E27FC236}">
                <a16:creationId xmlns:a16="http://schemas.microsoft.com/office/drawing/2014/main" id="{052D4946-581E-4A9A-B634-F0DC119EA57A}"/>
              </a:ext>
            </a:extLst>
          </p:cNvPr>
          <p:cNvSpPr txBox="1"/>
          <p:nvPr/>
        </p:nvSpPr>
        <p:spPr>
          <a:xfrm>
            <a:off x="21530200" y="605349"/>
            <a:ext cx="95378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December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TextBox 696">
            <a:extLst>
              <a:ext uri="{FF2B5EF4-FFF2-40B4-BE49-F238E27FC236}">
                <a16:creationId xmlns:a16="http://schemas.microsoft.com/office/drawing/2014/main" id="{7CA971F5-3B86-4017-BCFC-E110273CBB15}"/>
              </a:ext>
            </a:extLst>
          </p:cNvPr>
          <p:cNvSpPr txBox="1"/>
          <p:nvPr/>
        </p:nvSpPr>
        <p:spPr>
          <a:xfrm>
            <a:off x="7762399" y="985494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TextBox 697">
            <a:extLst>
              <a:ext uri="{FF2B5EF4-FFF2-40B4-BE49-F238E27FC236}">
                <a16:creationId xmlns:a16="http://schemas.microsoft.com/office/drawing/2014/main" id="{E229A030-B297-4D72-B8A0-0A1B52C06858}"/>
              </a:ext>
            </a:extLst>
          </p:cNvPr>
          <p:cNvSpPr txBox="1"/>
          <p:nvPr/>
        </p:nvSpPr>
        <p:spPr>
          <a:xfrm>
            <a:off x="7762399" y="1299462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TextBox 698">
            <a:extLst>
              <a:ext uri="{FF2B5EF4-FFF2-40B4-BE49-F238E27FC236}">
                <a16:creationId xmlns:a16="http://schemas.microsoft.com/office/drawing/2014/main" id="{F8D9763E-B058-4D27-A7C2-EEEF17B8D9CC}"/>
              </a:ext>
            </a:extLst>
          </p:cNvPr>
          <p:cNvSpPr txBox="1"/>
          <p:nvPr/>
        </p:nvSpPr>
        <p:spPr>
          <a:xfrm>
            <a:off x="7762399" y="1613429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TextBox 699">
            <a:extLst>
              <a:ext uri="{FF2B5EF4-FFF2-40B4-BE49-F238E27FC236}">
                <a16:creationId xmlns:a16="http://schemas.microsoft.com/office/drawing/2014/main" id="{309233BA-40BE-4287-AE83-E56F0C900F76}"/>
              </a:ext>
            </a:extLst>
          </p:cNvPr>
          <p:cNvSpPr txBox="1"/>
          <p:nvPr/>
        </p:nvSpPr>
        <p:spPr>
          <a:xfrm>
            <a:off x="7762399" y="1927396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F60A32F2-B841-4C83-9819-AB60742FACF1}"/>
              </a:ext>
            </a:extLst>
          </p:cNvPr>
          <p:cNvSpPr txBox="1"/>
          <p:nvPr/>
        </p:nvSpPr>
        <p:spPr>
          <a:xfrm>
            <a:off x="7762399" y="2241363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TextBox 701">
            <a:extLst>
              <a:ext uri="{FF2B5EF4-FFF2-40B4-BE49-F238E27FC236}">
                <a16:creationId xmlns:a16="http://schemas.microsoft.com/office/drawing/2014/main" id="{85913BC3-0455-423B-BFEE-49EE9D34AEF5}"/>
              </a:ext>
            </a:extLst>
          </p:cNvPr>
          <p:cNvSpPr txBox="1"/>
          <p:nvPr/>
        </p:nvSpPr>
        <p:spPr>
          <a:xfrm>
            <a:off x="7762399" y="2555330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TextBox 702">
            <a:extLst>
              <a:ext uri="{FF2B5EF4-FFF2-40B4-BE49-F238E27FC236}">
                <a16:creationId xmlns:a16="http://schemas.microsoft.com/office/drawing/2014/main" id="{99C34281-6794-4F1D-A560-48A2CD04FA87}"/>
              </a:ext>
            </a:extLst>
          </p:cNvPr>
          <p:cNvSpPr txBox="1"/>
          <p:nvPr/>
        </p:nvSpPr>
        <p:spPr>
          <a:xfrm>
            <a:off x="7762399" y="2869297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99C15868-D1AB-4DE0-A153-948E54BEAFDB}"/>
              </a:ext>
            </a:extLst>
          </p:cNvPr>
          <p:cNvSpPr txBox="1"/>
          <p:nvPr/>
        </p:nvSpPr>
        <p:spPr>
          <a:xfrm>
            <a:off x="7762399" y="3183264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ABFE37B8-EA6C-4B26-8E57-B8C42F248DB6}"/>
              </a:ext>
            </a:extLst>
          </p:cNvPr>
          <p:cNvSpPr txBox="1"/>
          <p:nvPr/>
        </p:nvSpPr>
        <p:spPr>
          <a:xfrm>
            <a:off x="7762399" y="3497231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6" name="TextBox 705">
            <a:extLst>
              <a:ext uri="{FF2B5EF4-FFF2-40B4-BE49-F238E27FC236}">
                <a16:creationId xmlns:a16="http://schemas.microsoft.com/office/drawing/2014/main" id="{9FBF7480-BFB9-450D-8908-1F45D4242B0E}"/>
              </a:ext>
            </a:extLst>
          </p:cNvPr>
          <p:cNvSpPr txBox="1"/>
          <p:nvPr/>
        </p:nvSpPr>
        <p:spPr>
          <a:xfrm>
            <a:off x="7762399" y="3811198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7" name="TextBox 706">
            <a:extLst>
              <a:ext uri="{FF2B5EF4-FFF2-40B4-BE49-F238E27FC236}">
                <a16:creationId xmlns:a16="http://schemas.microsoft.com/office/drawing/2014/main" id="{8A9053AB-D035-41AB-BBF6-D244678B3CC4}"/>
              </a:ext>
            </a:extLst>
          </p:cNvPr>
          <p:cNvSpPr txBox="1"/>
          <p:nvPr/>
        </p:nvSpPr>
        <p:spPr>
          <a:xfrm>
            <a:off x="7762399" y="4125165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8" name="TextBox 707">
            <a:extLst>
              <a:ext uri="{FF2B5EF4-FFF2-40B4-BE49-F238E27FC236}">
                <a16:creationId xmlns:a16="http://schemas.microsoft.com/office/drawing/2014/main" id="{8D55FC6D-F2A5-45EB-839C-02CCD079487A}"/>
              </a:ext>
            </a:extLst>
          </p:cNvPr>
          <p:cNvSpPr txBox="1"/>
          <p:nvPr/>
        </p:nvSpPr>
        <p:spPr>
          <a:xfrm>
            <a:off x="7762399" y="4439132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9" name="TextBox 708">
            <a:extLst>
              <a:ext uri="{FF2B5EF4-FFF2-40B4-BE49-F238E27FC236}">
                <a16:creationId xmlns:a16="http://schemas.microsoft.com/office/drawing/2014/main" id="{2B659862-60F1-4DED-BCD1-19B182709507}"/>
              </a:ext>
            </a:extLst>
          </p:cNvPr>
          <p:cNvSpPr txBox="1"/>
          <p:nvPr/>
        </p:nvSpPr>
        <p:spPr>
          <a:xfrm>
            <a:off x="7762399" y="4753099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0" name="TextBox 709">
            <a:extLst>
              <a:ext uri="{FF2B5EF4-FFF2-40B4-BE49-F238E27FC236}">
                <a16:creationId xmlns:a16="http://schemas.microsoft.com/office/drawing/2014/main" id="{7CF4AF01-2F06-4251-8A20-4492C0301290}"/>
              </a:ext>
            </a:extLst>
          </p:cNvPr>
          <p:cNvSpPr txBox="1"/>
          <p:nvPr/>
        </p:nvSpPr>
        <p:spPr>
          <a:xfrm>
            <a:off x="7762399" y="5067066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TextBox 710">
            <a:extLst>
              <a:ext uri="{FF2B5EF4-FFF2-40B4-BE49-F238E27FC236}">
                <a16:creationId xmlns:a16="http://schemas.microsoft.com/office/drawing/2014/main" id="{94D98379-3C0F-4A4C-B681-0D5A6BDF07EC}"/>
              </a:ext>
            </a:extLst>
          </p:cNvPr>
          <p:cNvSpPr txBox="1"/>
          <p:nvPr/>
        </p:nvSpPr>
        <p:spPr>
          <a:xfrm>
            <a:off x="7762399" y="5381033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2" name="TextBox 711">
            <a:extLst>
              <a:ext uri="{FF2B5EF4-FFF2-40B4-BE49-F238E27FC236}">
                <a16:creationId xmlns:a16="http://schemas.microsoft.com/office/drawing/2014/main" id="{F065CC4E-65E2-4F22-9B3A-D5BDFECA0645}"/>
              </a:ext>
            </a:extLst>
          </p:cNvPr>
          <p:cNvSpPr txBox="1"/>
          <p:nvPr/>
        </p:nvSpPr>
        <p:spPr>
          <a:xfrm>
            <a:off x="7762399" y="5695000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3" name="TextBox 712">
            <a:extLst>
              <a:ext uri="{FF2B5EF4-FFF2-40B4-BE49-F238E27FC236}">
                <a16:creationId xmlns:a16="http://schemas.microsoft.com/office/drawing/2014/main" id="{B857EDAE-C965-44F8-80E3-E08DC3F36783}"/>
              </a:ext>
            </a:extLst>
          </p:cNvPr>
          <p:cNvSpPr txBox="1"/>
          <p:nvPr/>
        </p:nvSpPr>
        <p:spPr>
          <a:xfrm>
            <a:off x="7762399" y="6008967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4" name="TextBox 713">
            <a:extLst>
              <a:ext uri="{FF2B5EF4-FFF2-40B4-BE49-F238E27FC236}">
                <a16:creationId xmlns:a16="http://schemas.microsoft.com/office/drawing/2014/main" id="{1A9DFB71-B2CB-4123-82EB-AC19783E470A}"/>
              </a:ext>
            </a:extLst>
          </p:cNvPr>
          <p:cNvSpPr txBox="1"/>
          <p:nvPr/>
        </p:nvSpPr>
        <p:spPr>
          <a:xfrm>
            <a:off x="7762399" y="6322934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TextBox 714">
            <a:extLst>
              <a:ext uri="{FF2B5EF4-FFF2-40B4-BE49-F238E27FC236}">
                <a16:creationId xmlns:a16="http://schemas.microsoft.com/office/drawing/2014/main" id="{6D449EA4-6492-4547-B8D2-10CE5311CC7D}"/>
              </a:ext>
            </a:extLst>
          </p:cNvPr>
          <p:cNvSpPr txBox="1"/>
          <p:nvPr/>
        </p:nvSpPr>
        <p:spPr>
          <a:xfrm>
            <a:off x="7762399" y="6636901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>
            <a:extLst>
              <a:ext uri="{FF2B5EF4-FFF2-40B4-BE49-F238E27FC236}">
                <a16:creationId xmlns:a16="http://schemas.microsoft.com/office/drawing/2014/main" id="{8F1DA5A8-EC94-426A-ABBA-54B6A6437DDC}"/>
              </a:ext>
            </a:extLst>
          </p:cNvPr>
          <p:cNvSpPr txBox="1"/>
          <p:nvPr/>
        </p:nvSpPr>
        <p:spPr>
          <a:xfrm>
            <a:off x="7762399" y="6950868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7" name="TextBox 716">
            <a:extLst>
              <a:ext uri="{FF2B5EF4-FFF2-40B4-BE49-F238E27FC236}">
                <a16:creationId xmlns:a16="http://schemas.microsoft.com/office/drawing/2014/main" id="{2602006D-2441-4B35-A34C-BD371E191FF1}"/>
              </a:ext>
            </a:extLst>
          </p:cNvPr>
          <p:cNvSpPr txBox="1"/>
          <p:nvPr/>
        </p:nvSpPr>
        <p:spPr>
          <a:xfrm>
            <a:off x="7762399" y="7264835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8" name="TextBox 717">
            <a:extLst>
              <a:ext uri="{FF2B5EF4-FFF2-40B4-BE49-F238E27FC236}">
                <a16:creationId xmlns:a16="http://schemas.microsoft.com/office/drawing/2014/main" id="{EBB749BA-5586-4C70-83B5-022A9FAF5ECC}"/>
              </a:ext>
            </a:extLst>
          </p:cNvPr>
          <p:cNvSpPr txBox="1"/>
          <p:nvPr/>
        </p:nvSpPr>
        <p:spPr>
          <a:xfrm>
            <a:off x="7762399" y="7578802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9" name="TextBox 718">
            <a:extLst>
              <a:ext uri="{FF2B5EF4-FFF2-40B4-BE49-F238E27FC236}">
                <a16:creationId xmlns:a16="http://schemas.microsoft.com/office/drawing/2014/main" id="{A8026B92-ACD0-4EE6-BE65-7983DC1BAE91}"/>
              </a:ext>
            </a:extLst>
          </p:cNvPr>
          <p:cNvSpPr txBox="1"/>
          <p:nvPr/>
        </p:nvSpPr>
        <p:spPr>
          <a:xfrm>
            <a:off x="7762399" y="7892769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TextBox 719">
            <a:extLst>
              <a:ext uri="{FF2B5EF4-FFF2-40B4-BE49-F238E27FC236}">
                <a16:creationId xmlns:a16="http://schemas.microsoft.com/office/drawing/2014/main" id="{9D89F040-910E-44D6-9AD9-8C1E0514C95B}"/>
              </a:ext>
            </a:extLst>
          </p:cNvPr>
          <p:cNvSpPr txBox="1"/>
          <p:nvPr/>
        </p:nvSpPr>
        <p:spPr>
          <a:xfrm>
            <a:off x="7762399" y="8206736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651918D1-0753-4EAE-9A63-429F63D3B9E9}"/>
              </a:ext>
            </a:extLst>
          </p:cNvPr>
          <p:cNvSpPr txBox="1"/>
          <p:nvPr/>
        </p:nvSpPr>
        <p:spPr>
          <a:xfrm>
            <a:off x="7762399" y="8520703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TextBox 721">
            <a:extLst>
              <a:ext uri="{FF2B5EF4-FFF2-40B4-BE49-F238E27FC236}">
                <a16:creationId xmlns:a16="http://schemas.microsoft.com/office/drawing/2014/main" id="{FE71FB87-43B2-4BCE-9606-BC6FF4D6A644}"/>
              </a:ext>
            </a:extLst>
          </p:cNvPr>
          <p:cNvSpPr txBox="1"/>
          <p:nvPr/>
        </p:nvSpPr>
        <p:spPr>
          <a:xfrm>
            <a:off x="7762399" y="10090538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TextBox 722">
            <a:extLst>
              <a:ext uri="{FF2B5EF4-FFF2-40B4-BE49-F238E27FC236}">
                <a16:creationId xmlns:a16="http://schemas.microsoft.com/office/drawing/2014/main" id="{6B3AE5B7-811F-4F36-B55D-1FC25A7BC211}"/>
              </a:ext>
            </a:extLst>
          </p:cNvPr>
          <p:cNvSpPr txBox="1"/>
          <p:nvPr/>
        </p:nvSpPr>
        <p:spPr>
          <a:xfrm>
            <a:off x="7762399" y="10404491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TextBox 723">
            <a:extLst>
              <a:ext uri="{FF2B5EF4-FFF2-40B4-BE49-F238E27FC236}">
                <a16:creationId xmlns:a16="http://schemas.microsoft.com/office/drawing/2014/main" id="{CFDE9F73-8AD0-4259-90A4-EEBBE5785CA8}"/>
              </a:ext>
            </a:extLst>
          </p:cNvPr>
          <p:cNvSpPr txBox="1"/>
          <p:nvPr/>
        </p:nvSpPr>
        <p:spPr>
          <a:xfrm>
            <a:off x="7762399" y="8834670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TextBox 724">
            <a:extLst>
              <a:ext uri="{FF2B5EF4-FFF2-40B4-BE49-F238E27FC236}">
                <a16:creationId xmlns:a16="http://schemas.microsoft.com/office/drawing/2014/main" id="{49D460C9-87F0-4D55-91EC-37EEEFAA8CD8}"/>
              </a:ext>
            </a:extLst>
          </p:cNvPr>
          <p:cNvSpPr txBox="1"/>
          <p:nvPr/>
        </p:nvSpPr>
        <p:spPr>
          <a:xfrm>
            <a:off x="7762399" y="9148637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TextBox 725">
            <a:extLst>
              <a:ext uri="{FF2B5EF4-FFF2-40B4-BE49-F238E27FC236}">
                <a16:creationId xmlns:a16="http://schemas.microsoft.com/office/drawing/2014/main" id="{E1689236-F4F6-4807-AA5F-A78C509E94CD}"/>
              </a:ext>
            </a:extLst>
          </p:cNvPr>
          <p:cNvSpPr txBox="1"/>
          <p:nvPr/>
        </p:nvSpPr>
        <p:spPr>
          <a:xfrm>
            <a:off x="7762399" y="9462604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62132AF0-B0E9-475B-A439-9BDECF8E8447}"/>
              </a:ext>
            </a:extLst>
          </p:cNvPr>
          <p:cNvSpPr txBox="1"/>
          <p:nvPr/>
        </p:nvSpPr>
        <p:spPr>
          <a:xfrm>
            <a:off x="7762399" y="9776571"/>
            <a:ext cx="180000" cy="180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ctr"/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28" name="직선 연결선 727">
            <a:extLst>
              <a:ext uri="{FF2B5EF4-FFF2-40B4-BE49-F238E27FC236}">
                <a16:creationId xmlns:a16="http://schemas.microsoft.com/office/drawing/2014/main" id="{0D743F1D-B69B-4116-BD8F-699729660138}"/>
              </a:ext>
            </a:extLst>
          </p:cNvPr>
          <p:cNvCxnSpPr>
            <a:cxnSpLocks/>
          </p:cNvCxnSpPr>
          <p:nvPr/>
        </p:nvCxnSpPr>
        <p:spPr>
          <a:xfrm>
            <a:off x="7596188" y="10028262"/>
            <a:ext cx="15012987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직선 연결선 728">
            <a:extLst>
              <a:ext uri="{FF2B5EF4-FFF2-40B4-BE49-F238E27FC236}">
                <a16:creationId xmlns:a16="http://schemas.microsoft.com/office/drawing/2014/main" id="{04A6232A-1079-4856-A06B-16F70ECE2983}"/>
              </a:ext>
            </a:extLst>
          </p:cNvPr>
          <p:cNvCxnSpPr>
            <a:cxnSpLocks/>
          </p:cNvCxnSpPr>
          <p:nvPr/>
        </p:nvCxnSpPr>
        <p:spPr>
          <a:xfrm>
            <a:off x="18599106" y="526371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30" name="그림 729" descr="표지">
            <a:hlinkClick r:id="rId55" action="ppaction://hlinksldjump"/>
            <a:extLst>
              <a:ext uri="{FF2B5EF4-FFF2-40B4-BE49-F238E27FC236}">
                <a16:creationId xmlns:a16="http://schemas.microsoft.com/office/drawing/2014/main" id="{BEBF158E-0EAB-428D-9CAF-2FBA44631E6C}"/>
              </a:ext>
            </a:extLst>
          </p:cNvPr>
          <p:cNvPicPr>
            <a:picLocks noChangeAspect="1"/>
          </p:cNvPicPr>
          <p:nvPr/>
        </p:nvPicPr>
        <p:blipFill rotWithShape="1">
          <a:blip r:embed="rId56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731" name="TextBox 730">
            <a:extLst>
              <a:ext uri="{FF2B5EF4-FFF2-40B4-BE49-F238E27FC236}">
                <a16:creationId xmlns:a16="http://schemas.microsoft.com/office/drawing/2014/main" id="{B42D869B-B817-41DE-B49A-86EEB2C91494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732" name="그림 731" descr="캘린더 인덱스">
            <a:hlinkClick r:id="rId57" action="ppaction://hlinksldjump"/>
            <a:extLst>
              <a:ext uri="{FF2B5EF4-FFF2-40B4-BE49-F238E27FC236}">
                <a16:creationId xmlns:a16="http://schemas.microsoft.com/office/drawing/2014/main" id="{5589F4AF-DF03-4591-85BF-52338C399CF7}"/>
              </a:ext>
            </a:extLst>
          </p:cNvPr>
          <p:cNvPicPr>
            <a:picLocks noChangeAspect="1"/>
          </p:cNvPicPr>
          <p:nvPr/>
        </p:nvPicPr>
        <p:blipFill rotWithShape="1">
          <a:blip r:embed="rId58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733" name="TextBox 732">
            <a:extLst>
              <a:ext uri="{FF2B5EF4-FFF2-40B4-BE49-F238E27FC236}">
                <a16:creationId xmlns:a16="http://schemas.microsoft.com/office/drawing/2014/main" id="{0D295D2F-D098-4868-94E0-FDD6E8F771A8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734" name="직사각형 733" descr="목표 설정">
            <a:hlinkClick r:id="rId59" action="ppaction://hlinksldjump"/>
            <a:extLst>
              <a:ext uri="{FF2B5EF4-FFF2-40B4-BE49-F238E27FC236}">
                <a16:creationId xmlns:a16="http://schemas.microsoft.com/office/drawing/2014/main" id="{BA7E29A1-4821-49EA-832D-C17FB90CF40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735" name="TextBox 734">
            <a:extLst>
              <a:ext uri="{FF2B5EF4-FFF2-40B4-BE49-F238E27FC236}">
                <a16:creationId xmlns:a16="http://schemas.microsoft.com/office/drawing/2014/main" id="{C9EEDC17-C701-4DB2-8C90-FF0CBF85EABA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736" name="직사각형 735">
            <a:hlinkClick r:id="rId60" action="ppaction://hlinksldjump"/>
            <a:extLst>
              <a:ext uri="{FF2B5EF4-FFF2-40B4-BE49-F238E27FC236}">
                <a16:creationId xmlns:a16="http://schemas.microsoft.com/office/drawing/2014/main" id="{3E33FE9E-73A3-406A-9C3C-7DA7C40C28B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737" name="TextBox 736">
            <a:extLst>
              <a:ext uri="{FF2B5EF4-FFF2-40B4-BE49-F238E27FC236}">
                <a16:creationId xmlns:a16="http://schemas.microsoft.com/office/drawing/2014/main" id="{D54C82CA-EACE-4B4D-8531-7EB00B5266AD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738" name="직사각형 737" descr="목표 설정">
            <a:hlinkClick r:id="rId61" action="ppaction://hlinksldjump"/>
            <a:extLst>
              <a:ext uri="{FF2B5EF4-FFF2-40B4-BE49-F238E27FC236}">
                <a16:creationId xmlns:a16="http://schemas.microsoft.com/office/drawing/2014/main" id="{9ED49A41-058D-4022-991B-48317DD9486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739" name="TextBox 738">
            <a:extLst>
              <a:ext uri="{FF2B5EF4-FFF2-40B4-BE49-F238E27FC236}">
                <a16:creationId xmlns:a16="http://schemas.microsoft.com/office/drawing/2014/main" id="{5DE9E981-9DCA-428D-AB60-9C3B23DE59E0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5865621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943D5AF6-0035-4A3C-ADFA-9C14CB3E54B4}"/>
              </a:ext>
            </a:extLst>
          </p:cNvPr>
          <p:cNvSpPr txBox="1"/>
          <p:nvPr/>
        </p:nvSpPr>
        <p:spPr>
          <a:xfrm>
            <a:off x="294733" y="556354"/>
            <a:ext cx="4540025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Who?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누구인가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스스로에게 던져보는 질문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026222C-4003-4262-8A57-229647D43234}"/>
              </a:ext>
            </a:extLst>
          </p:cNvPr>
          <p:cNvCxnSpPr>
            <a:cxnSpLocks/>
          </p:cNvCxnSpPr>
          <p:nvPr/>
        </p:nvCxnSpPr>
        <p:spPr>
          <a:xfrm>
            <a:off x="2229614" y="2214827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3D646FC-728B-48F8-9A09-BDC499E6C8FB}"/>
              </a:ext>
            </a:extLst>
          </p:cNvPr>
          <p:cNvSpPr txBox="1"/>
          <p:nvPr/>
        </p:nvSpPr>
        <p:spPr>
          <a:xfrm>
            <a:off x="514343" y="1890289"/>
            <a:ext cx="1670649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어떤 사람인가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무엇이 나를 더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나답게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만드는가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3AA2CEE-CEB7-4FB0-9737-1F4DB5DCD361}"/>
              </a:ext>
            </a:extLst>
          </p:cNvPr>
          <p:cNvCxnSpPr>
            <a:cxnSpLocks/>
          </p:cNvCxnSpPr>
          <p:nvPr/>
        </p:nvCxnSpPr>
        <p:spPr>
          <a:xfrm>
            <a:off x="2229614" y="376733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0B6D3FFF-ED37-426D-B17B-47A1190E102B}"/>
              </a:ext>
            </a:extLst>
          </p:cNvPr>
          <p:cNvSpPr txBox="1"/>
          <p:nvPr/>
        </p:nvSpPr>
        <p:spPr>
          <a:xfrm>
            <a:off x="1057698" y="3429169"/>
            <a:ext cx="1127296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무엇을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좋아 하는가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싫어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하는가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6DF6F7C-E649-4638-ACAA-630A6B298993}"/>
              </a:ext>
            </a:extLst>
          </p:cNvPr>
          <p:cNvCxnSpPr>
            <a:cxnSpLocks/>
          </p:cNvCxnSpPr>
          <p:nvPr/>
        </p:nvCxnSpPr>
        <p:spPr>
          <a:xfrm>
            <a:off x="2229614" y="530621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16EA8CB0-409F-415A-B461-768E2E414091}"/>
              </a:ext>
            </a:extLst>
          </p:cNvPr>
          <p:cNvSpPr txBox="1"/>
          <p:nvPr/>
        </p:nvSpPr>
        <p:spPr>
          <a:xfrm>
            <a:off x="294733" y="4968049"/>
            <a:ext cx="1890261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내가 지켜야 할 사람은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나의 든든한 조력자는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누구인가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85E33D91-0DFD-48C5-9C56-AE09332C8A84}"/>
              </a:ext>
            </a:extLst>
          </p:cNvPr>
          <p:cNvCxnSpPr>
            <a:cxnSpLocks/>
          </p:cNvCxnSpPr>
          <p:nvPr/>
        </p:nvCxnSpPr>
        <p:spPr>
          <a:xfrm>
            <a:off x="2229614" y="684509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7F973B54-9444-4DC0-B29C-5750E9A9EBD5}"/>
              </a:ext>
            </a:extLst>
          </p:cNvPr>
          <p:cNvSpPr txBox="1"/>
          <p:nvPr/>
        </p:nvSpPr>
        <p:spPr>
          <a:xfrm>
            <a:off x="514277" y="6506929"/>
            <a:ext cx="1670714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지금까지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이룬 것은 무엇인가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잃은 것은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6C697D6-D581-49A0-B4B6-64D8E020BF8E}"/>
              </a:ext>
            </a:extLst>
          </p:cNvPr>
          <p:cNvCxnSpPr>
            <a:cxnSpLocks/>
          </p:cNvCxnSpPr>
          <p:nvPr/>
        </p:nvCxnSpPr>
        <p:spPr>
          <a:xfrm>
            <a:off x="2229614" y="9922856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E8D3CFDB-99DB-43CD-B1A3-A6AF6BD6D4DD}"/>
              </a:ext>
            </a:extLst>
          </p:cNvPr>
          <p:cNvSpPr txBox="1"/>
          <p:nvPr/>
        </p:nvSpPr>
        <p:spPr>
          <a:xfrm>
            <a:off x="531972" y="9584687"/>
            <a:ext cx="1653017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버려야할 것과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강화 시켜야 할 것은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무엇인가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1409996B-2017-4942-8AA8-7DAC8961081B}"/>
              </a:ext>
            </a:extLst>
          </p:cNvPr>
          <p:cNvCxnSpPr>
            <a:cxnSpLocks/>
          </p:cNvCxnSpPr>
          <p:nvPr/>
        </p:nvCxnSpPr>
        <p:spPr>
          <a:xfrm>
            <a:off x="2229614" y="838397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988EDB61-D3D2-4818-8ACA-BA055508FC33}"/>
              </a:ext>
            </a:extLst>
          </p:cNvPr>
          <p:cNvSpPr txBox="1"/>
          <p:nvPr/>
        </p:nvSpPr>
        <p:spPr>
          <a:xfrm>
            <a:off x="751584" y="8045809"/>
            <a:ext cx="1433405" cy="676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앞으로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이루고 싶은 것은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무엇인가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ED9F799-67ED-4E50-9A0A-7419DD68B674}"/>
              </a:ext>
            </a:extLst>
          </p:cNvPr>
          <p:cNvSpPr txBox="1"/>
          <p:nvPr/>
        </p:nvSpPr>
        <p:spPr>
          <a:xfrm flipH="1">
            <a:off x="2253525" y="1891661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1C1870-0AE9-497C-9679-6165E9F31F2F}"/>
              </a:ext>
            </a:extLst>
          </p:cNvPr>
          <p:cNvSpPr txBox="1"/>
          <p:nvPr/>
        </p:nvSpPr>
        <p:spPr>
          <a:xfrm flipH="1">
            <a:off x="2253525" y="3444172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3574B4B-D918-4956-AEC3-94CE1ADEC88D}"/>
              </a:ext>
            </a:extLst>
          </p:cNvPr>
          <p:cNvSpPr txBox="1"/>
          <p:nvPr/>
        </p:nvSpPr>
        <p:spPr>
          <a:xfrm flipH="1">
            <a:off x="2253525" y="4968049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3BB6ECE-5C5E-4C58-BAE9-2F4C5D66F00B}"/>
              </a:ext>
            </a:extLst>
          </p:cNvPr>
          <p:cNvSpPr txBox="1"/>
          <p:nvPr/>
        </p:nvSpPr>
        <p:spPr>
          <a:xfrm flipH="1">
            <a:off x="2253525" y="6536937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20C3C38-F833-43E5-99E7-5D7F3BF9E11A}"/>
              </a:ext>
            </a:extLst>
          </p:cNvPr>
          <p:cNvSpPr txBox="1"/>
          <p:nvPr/>
        </p:nvSpPr>
        <p:spPr>
          <a:xfrm flipH="1">
            <a:off x="2253525" y="8049421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1C6A5A-8BE1-4E45-828A-081816A8B8F3}"/>
              </a:ext>
            </a:extLst>
          </p:cNvPr>
          <p:cNvSpPr txBox="1"/>
          <p:nvPr/>
        </p:nvSpPr>
        <p:spPr>
          <a:xfrm flipH="1">
            <a:off x="2253525" y="9597387"/>
            <a:ext cx="2530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endParaRPr lang="en-US" altLang="ko-KR" sz="900" dirty="0">
              <a:ea typeface="NanumGothic" panose="020D0604000000000000"/>
            </a:endParaRPr>
          </a:p>
          <a:p>
            <a:r>
              <a:rPr lang="ko-KR" altLang="en-US" sz="900" dirty="0">
                <a:ea typeface="NanumGothic" panose="020D0604000000000000"/>
              </a:rPr>
              <a:t>▪</a:t>
            </a:r>
            <a:endParaRPr lang="en-US" altLang="ko-KR" sz="900" dirty="0">
              <a:ea typeface="NanumGothic" panose="020D0604000000000000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7570BC1-FCC6-4E4D-BD31-D97A66EFAF79}"/>
              </a:ext>
            </a:extLst>
          </p:cNvPr>
          <p:cNvSpPr/>
          <p:nvPr/>
        </p:nvSpPr>
        <p:spPr>
          <a:xfrm>
            <a:off x="9501114" y="2537992"/>
            <a:ext cx="736298" cy="73629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687" dirty="0"/>
              <a:t>나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FA602B2-E49E-44C9-B9E1-65765B242F65}"/>
              </a:ext>
            </a:extLst>
          </p:cNvPr>
          <p:cNvSpPr/>
          <p:nvPr/>
        </p:nvSpPr>
        <p:spPr>
          <a:xfrm>
            <a:off x="12823825" y="2537992"/>
            <a:ext cx="736298" cy="73629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687" dirty="0"/>
              <a:t>일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08FC9F2-EDBE-4DC5-B234-5C2A84DD3ED8}"/>
              </a:ext>
            </a:extLst>
          </p:cNvPr>
          <p:cNvSpPr txBox="1"/>
          <p:nvPr/>
        </p:nvSpPr>
        <p:spPr>
          <a:xfrm>
            <a:off x="7987369" y="556354"/>
            <a:ext cx="3399520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Why?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나는 왜 그 일을 하려 하는가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547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760313D-5188-41C7-A8B9-B7FA53F7976C}"/>
              </a:ext>
            </a:extLst>
          </p:cNvPr>
          <p:cNvSpPr txBox="1"/>
          <p:nvPr/>
        </p:nvSpPr>
        <p:spPr>
          <a:xfrm>
            <a:off x="7987370" y="5061195"/>
            <a:ext cx="2932085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What?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무엇을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할 것인가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547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8391E27-62DE-45CE-A12D-2C323DF0D86E}"/>
              </a:ext>
            </a:extLst>
          </p:cNvPr>
          <p:cNvSpPr txBox="1"/>
          <p:nvPr/>
        </p:nvSpPr>
        <p:spPr>
          <a:xfrm>
            <a:off x="8789839" y="6065700"/>
            <a:ext cx="6671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Object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ECC2CB0-34A0-4348-86A2-4A0151D9A5F9}"/>
              </a:ext>
            </a:extLst>
          </p:cNvPr>
          <p:cNvSpPr txBox="1"/>
          <p:nvPr/>
        </p:nvSpPr>
        <p:spPr>
          <a:xfrm>
            <a:off x="8519388" y="7370251"/>
            <a:ext cx="945259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Key Result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BB00AB5-57C3-4BD6-A89C-361DDBA7EE2A}"/>
              </a:ext>
            </a:extLst>
          </p:cNvPr>
          <p:cNvCxnSpPr>
            <a:cxnSpLocks/>
          </p:cNvCxnSpPr>
          <p:nvPr/>
        </p:nvCxnSpPr>
        <p:spPr>
          <a:xfrm>
            <a:off x="9655526" y="6390241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1B75FE53-DE33-4172-B524-F146DB17CA7F}"/>
              </a:ext>
            </a:extLst>
          </p:cNvPr>
          <p:cNvCxnSpPr>
            <a:cxnSpLocks/>
          </p:cNvCxnSpPr>
          <p:nvPr/>
        </p:nvCxnSpPr>
        <p:spPr>
          <a:xfrm>
            <a:off x="9655526" y="6920622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FF159185-DB38-4DCC-A02A-A771133A3632}"/>
              </a:ext>
            </a:extLst>
          </p:cNvPr>
          <p:cNvCxnSpPr>
            <a:cxnSpLocks/>
          </p:cNvCxnSpPr>
          <p:nvPr/>
        </p:nvCxnSpPr>
        <p:spPr>
          <a:xfrm>
            <a:off x="9655526" y="7931226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2A0591E8-685B-43DF-888C-027E8E995717}"/>
              </a:ext>
            </a:extLst>
          </p:cNvPr>
          <p:cNvCxnSpPr/>
          <p:nvPr/>
        </p:nvCxnSpPr>
        <p:spPr>
          <a:xfrm>
            <a:off x="9655526" y="8481810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81E9953-8B22-406D-BF04-85048BBD0EA0}"/>
              </a:ext>
            </a:extLst>
          </p:cNvPr>
          <p:cNvCxnSpPr/>
          <p:nvPr/>
        </p:nvCxnSpPr>
        <p:spPr>
          <a:xfrm>
            <a:off x="9655526" y="9032394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83C08FC9-1FF7-4405-BF75-AA9FCB2FD2B3}"/>
              </a:ext>
            </a:extLst>
          </p:cNvPr>
          <p:cNvCxnSpPr/>
          <p:nvPr/>
        </p:nvCxnSpPr>
        <p:spPr>
          <a:xfrm>
            <a:off x="9655526" y="9582978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061D2E1-74A0-44FE-B76B-A21010985B8A}"/>
              </a:ext>
            </a:extLst>
          </p:cNvPr>
          <p:cNvCxnSpPr/>
          <p:nvPr/>
        </p:nvCxnSpPr>
        <p:spPr>
          <a:xfrm>
            <a:off x="9655526" y="10133562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AF3AD502-09D1-4E94-9EA4-CC25C475720E}"/>
              </a:ext>
            </a:extLst>
          </p:cNvPr>
          <p:cNvCxnSpPr/>
          <p:nvPr/>
        </p:nvCxnSpPr>
        <p:spPr>
          <a:xfrm>
            <a:off x="9655526" y="10684146"/>
            <a:ext cx="472757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화살표: 아래쪽 60">
            <a:extLst>
              <a:ext uri="{FF2B5EF4-FFF2-40B4-BE49-F238E27FC236}">
                <a16:creationId xmlns:a16="http://schemas.microsoft.com/office/drawing/2014/main" id="{80AAE450-9D3D-45B4-92CC-CBBAE36C9D02}"/>
              </a:ext>
            </a:extLst>
          </p:cNvPr>
          <p:cNvSpPr/>
          <p:nvPr/>
        </p:nvSpPr>
        <p:spPr>
          <a:xfrm>
            <a:off x="11647100" y="7161756"/>
            <a:ext cx="744430" cy="194207"/>
          </a:xfrm>
          <a:prstGeom prst="down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0423F89-2BF6-48C4-8B1C-7299A5D4CA3A}"/>
              </a:ext>
            </a:extLst>
          </p:cNvPr>
          <p:cNvSpPr txBox="1"/>
          <p:nvPr/>
        </p:nvSpPr>
        <p:spPr>
          <a:xfrm>
            <a:off x="9545298" y="7596697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16BB311-4568-4ECF-9009-A36ACFD32494}"/>
              </a:ext>
            </a:extLst>
          </p:cNvPr>
          <p:cNvSpPr txBox="1"/>
          <p:nvPr/>
        </p:nvSpPr>
        <p:spPr>
          <a:xfrm>
            <a:off x="9545298" y="8147282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60D9A95-F142-4F44-BC37-20BE4C2D53CE}"/>
              </a:ext>
            </a:extLst>
          </p:cNvPr>
          <p:cNvSpPr txBox="1"/>
          <p:nvPr/>
        </p:nvSpPr>
        <p:spPr>
          <a:xfrm>
            <a:off x="9545298" y="8697867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A5CE7495-73EF-4D5E-B1AE-45B41BBDEC84}"/>
              </a:ext>
            </a:extLst>
          </p:cNvPr>
          <p:cNvSpPr txBox="1"/>
          <p:nvPr/>
        </p:nvSpPr>
        <p:spPr>
          <a:xfrm>
            <a:off x="9545298" y="9248452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5C578BDD-05E4-4E01-8ED2-BA62C56D3022}"/>
              </a:ext>
            </a:extLst>
          </p:cNvPr>
          <p:cNvSpPr txBox="1"/>
          <p:nvPr/>
        </p:nvSpPr>
        <p:spPr>
          <a:xfrm>
            <a:off x="9545298" y="9799037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F7FE738-1FC7-4C1E-8A00-7AB2ECB87BF8}"/>
              </a:ext>
            </a:extLst>
          </p:cNvPr>
          <p:cNvSpPr txBox="1"/>
          <p:nvPr/>
        </p:nvSpPr>
        <p:spPr>
          <a:xfrm>
            <a:off x="9545298" y="10349623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6F885B90-A3C9-4B33-A431-80D59960B0AD}"/>
              </a:ext>
            </a:extLst>
          </p:cNvPr>
          <p:cNvCxnSpPr>
            <a:cxnSpLocks/>
          </p:cNvCxnSpPr>
          <p:nvPr/>
        </p:nvCxnSpPr>
        <p:spPr>
          <a:xfrm>
            <a:off x="10446138" y="2906141"/>
            <a:ext cx="216897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41AF0DC-EFEA-4B95-9978-9535A7F722EF}"/>
              </a:ext>
            </a:extLst>
          </p:cNvPr>
          <p:cNvSpPr txBox="1"/>
          <p:nvPr/>
        </p:nvSpPr>
        <p:spPr>
          <a:xfrm>
            <a:off x="7987369" y="887328"/>
            <a:ext cx="6561412" cy="222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나에 대한 정의와 내가 해야 하는 관계</a:t>
            </a:r>
            <a:r>
              <a:rPr lang="en-US" altLang="ko-KR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업무</a:t>
            </a:r>
            <a:r>
              <a:rPr lang="en-US" altLang="ko-KR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공부 등 다양한 측면의 키워드들을 적으면서 왜 그 일을 해야 하는지 이유를 찾아보자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A18957A-651D-4D1D-9403-5A4AED66FD1D}"/>
              </a:ext>
            </a:extLst>
          </p:cNvPr>
          <p:cNvSpPr txBox="1"/>
          <p:nvPr/>
        </p:nvSpPr>
        <p:spPr>
          <a:xfrm>
            <a:off x="7987372" y="5344707"/>
            <a:ext cx="4461478" cy="3521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나의 목표는 무엇이고 목표를 이루기 위해 해야 하는 것을 우선순위에 맞게 정리해 보자</a:t>
            </a:r>
            <a:endParaRPr lang="en-US" altLang="ko-KR" sz="844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정답은 없다</a:t>
            </a:r>
            <a:r>
              <a:rPr lang="en-US" altLang="ko-KR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끊임 없이 나의 목표와 해야 할 일들을 </a:t>
            </a:r>
            <a:r>
              <a:rPr lang="ko-KR" altLang="en-US" sz="844" dirty="0" err="1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들여다</a:t>
            </a:r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보면서 수정하자</a:t>
            </a: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FFE21925-3043-4F0D-8812-ED1BA000975C}"/>
              </a:ext>
            </a:extLst>
          </p:cNvPr>
          <p:cNvCxnSpPr/>
          <p:nvPr/>
        </p:nvCxnSpPr>
        <p:spPr>
          <a:xfrm>
            <a:off x="15721852" y="2638133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>
            <a:hlinkClick r:id="rId2" action="ppaction://hlinksldjump"/>
            <a:extLst>
              <a:ext uri="{FF2B5EF4-FFF2-40B4-BE49-F238E27FC236}">
                <a16:creationId xmlns:a16="http://schemas.microsoft.com/office/drawing/2014/main" id="{D22A146F-38C0-4DEC-ACEB-D2259213D98E}"/>
              </a:ext>
            </a:extLst>
          </p:cNvPr>
          <p:cNvSpPr txBox="1"/>
          <p:nvPr/>
        </p:nvSpPr>
        <p:spPr>
          <a:xfrm>
            <a:off x="15450889" y="245389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TextBox 73">
            <a:hlinkClick r:id="rId2" action="ppaction://hlinksldjump"/>
            <a:extLst>
              <a:ext uri="{FF2B5EF4-FFF2-40B4-BE49-F238E27FC236}">
                <a16:creationId xmlns:a16="http://schemas.microsoft.com/office/drawing/2014/main" id="{6D8984F6-728A-492C-8527-EB2DAC6DFB3F}"/>
              </a:ext>
            </a:extLst>
          </p:cNvPr>
          <p:cNvSpPr txBox="1"/>
          <p:nvPr/>
        </p:nvSpPr>
        <p:spPr>
          <a:xfrm>
            <a:off x="15450889" y="3151173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" name="TextBox 74">
            <a:hlinkClick r:id="rId2" action="ppaction://hlinksldjump"/>
            <a:extLst>
              <a:ext uri="{FF2B5EF4-FFF2-40B4-BE49-F238E27FC236}">
                <a16:creationId xmlns:a16="http://schemas.microsoft.com/office/drawing/2014/main" id="{3F93AC47-C0EC-455E-BFF4-472E724CE0DF}"/>
              </a:ext>
            </a:extLst>
          </p:cNvPr>
          <p:cNvSpPr txBox="1"/>
          <p:nvPr/>
        </p:nvSpPr>
        <p:spPr>
          <a:xfrm>
            <a:off x="15450889" y="384845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TextBox 75">
            <a:hlinkClick r:id="rId2" action="ppaction://hlinksldjump"/>
            <a:extLst>
              <a:ext uri="{FF2B5EF4-FFF2-40B4-BE49-F238E27FC236}">
                <a16:creationId xmlns:a16="http://schemas.microsoft.com/office/drawing/2014/main" id="{64FBB73B-66A2-4E28-A202-9ECD96DD39A8}"/>
              </a:ext>
            </a:extLst>
          </p:cNvPr>
          <p:cNvSpPr txBox="1"/>
          <p:nvPr/>
        </p:nvSpPr>
        <p:spPr>
          <a:xfrm>
            <a:off x="15450889" y="454574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TextBox 76">
            <a:hlinkClick r:id="rId2" action="ppaction://hlinksldjump"/>
            <a:extLst>
              <a:ext uri="{FF2B5EF4-FFF2-40B4-BE49-F238E27FC236}">
                <a16:creationId xmlns:a16="http://schemas.microsoft.com/office/drawing/2014/main" id="{9BB6DBF8-3607-4EE8-BD32-5CA076722349}"/>
              </a:ext>
            </a:extLst>
          </p:cNvPr>
          <p:cNvSpPr txBox="1"/>
          <p:nvPr/>
        </p:nvSpPr>
        <p:spPr>
          <a:xfrm>
            <a:off x="15450889" y="524302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TextBox 77">
            <a:hlinkClick r:id="rId2" action="ppaction://hlinksldjump"/>
            <a:extLst>
              <a:ext uri="{FF2B5EF4-FFF2-40B4-BE49-F238E27FC236}">
                <a16:creationId xmlns:a16="http://schemas.microsoft.com/office/drawing/2014/main" id="{B77E744D-0375-4218-85B5-6D8C1048968E}"/>
              </a:ext>
            </a:extLst>
          </p:cNvPr>
          <p:cNvSpPr txBox="1"/>
          <p:nvPr/>
        </p:nvSpPr>
        <p:spPr>
          <a:xfrm>
            <a:off x="15450889" y="594030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TextBox 78">
            <a:hlinkClick r:id="rId2" action="ppaction://hlinksldjump"/>
            <a:extLst>
              <a:ext uri="{FF2B5EF4-FFF2-40B4-BE49-F238E27FC236}">
                <a16:creationId xmlns:a16="http://schemas.microsoft.com/office/drawing/2014/main" id="{FF64FA0E-57CC-4978-B43A-439E160FB479}"/>
              </a:ext>
            </a:extLst>
          </p:cNvPr>
          <p:cNvSpPr txBox="1"/>
          <p:nvPr/>
        </p:nvSpPr>
        <p:spPr>
          <a:xfrm>
            <a:off x="15450889" y="663759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TextBox 79">
            <a:hlinkClick r:id="rId2" action="ppaction://hlinksldjump"/>
            <a:extLst>
              <a:ext uri="{FF2B5EF4-FFF2-40B4-BE49-F238E27FC236}">
                <a16:creationId xmlns:a16="http://schemas.microsoft.com/office/drawing/2014/main" id="{349FBD99-05FA-4383-B94E-23FF3E6573FB}"/>
              </a:ext>
            </a:extLst>
          </p:cNvPr>
          <p:cNvSpPr txBox="1"/>
          <p:nvPr/>
        </p:nvSpPr>
        <p:spPr>
          <a:xfrm>
            <a:off x="15450889" y="733487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TextBox 80">
            <a:hlinkClick r:id="rId2" action="ppaction://hlinksldjump"/>
            <a:extLst>
              <a:ext uri="{FF2B5EF4-FFF2-40B4-BE49-F238E27FC236}">
                <a16:creationId xmlns:a16="http://schemas.microsoft.com/office/drawing/2014/main" id="{BF21575A-BB92-4966-8A7D-C942C3F061A3}"/>
              </a:ext>
            </a:extLst>
          </p:cNvPr>
          <p:cNvSpPr txBox="1"/>
          <p:nvPr/>
        </p:nvSpPr>
        <p:spPr>
          <a:xfrm>
            <a:off x="15450889" y="8032158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TextBox 81">
            <a:hlinkClick r:id="rId2" action="ppaction://hlinksldjump"/>
            <a:extLst>
              <a:ext uri="{FF2B5EF4-FFF2-40B4-BE49-F238E27FC236}">
                <a16:creationId xmlns:a16="http://schemas.microsoft.com/office/drawing/2014/main" id="{4C086969-7F9F-47D0-B78C-80231AC81E15}"/>
              </a:ext>
            </a:extLst>
          </p:cNvPr>
          <p:cNvSpPr txBox="1"/>
          <p:nvPr/>
        </p:nvSpPr>
        <p:spPr>
          <a:xfrm>
            <a:off x="15450889" y="872944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TextBox 82">
            <a:hlinkClick r:id="rId2" action="ppaction://hlinksldjump"/>
            <a:extLst>
              <a:ext uri="{FF2B5EF4-FFF2-40B4-BE49-F238E27FC236}">
                <a16:creationId xmlns:a16="http://schemas.microsoft.com/office/drawing/2014/main" id="{1BFB248E-7EE2-451C-9E55-D25CEE46B7E4}"/>
              </a:ext>
            </a:extLst>
          </p:cNvPr>
          <p:cNvSpPr txBox="1"/>
          <p:nvPr/>
        </p:nvSpPr>
        <p:spPr>
          <a:xfrm>
            <a:off x="15450889" y="9426725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TextBox 83">
            <a:hlinkClick r:id="rId2" action="ppaction://hlinksldjump"/>
            <a:extLst>
              <a:ext uri="{FF2B5EF4-FFF2-40B4-BE49-F238E27FC236}">
                <a16:creationId xmlns:a16="http://schemas.microsoft.com/office/drawing/2014/main" id="{2C8395BE-130A-4B2F-84B9-68AD950B12E9}"/>
              </a:ext>
            </a:extLst>
          </p:cNvPr>
          <p:cNvSpPr txBox="1"/>
          <p:nvPr/>
        </p:nvSpPr>
        <p:spPr>
          <a:xfrm>
            <a:off x="15450889" y="10124006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DE53ED62-78F1-4F41-99EE-05183475CF59}"/>
              </a:ext>
            </a:extLst>
          </p:cNvPr>
          <p:cNvCxnSpPr/>
          <p:nvPr/>
        </p:nvCxnSpPr>
        <p:spPr>
          <a:xfrm>
            <a:off x="15721852" y="3335416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504807D3-0FE7-4C11-9496-F86FACC750D2}"/>
              </a:ext>
            </a:extLst>
          </p:cNvPr>
          <p:cNvCxnSpPr/>
          <p:nvPr/>
        </p:nvCxnSpPr>
        <p:spPr>
          <a:xfrm>
            <a:off x="15721852" y="4032700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B3714CD2-1117-4F77-98B6-C1D26780E2BA}"/>
              </a:ext>
            </a:extLst>
          </p:cNvPr>
          <p:cNvCxnSpPr/>
          <p:nvPr/>
        </p:nvCxnSpPr>
        <p:spPr>
          <a:xfrm>
            <a:off x="15721852" y="4729983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CCA18DFE-CF7A-475C-A29F-23AAF4A592B3}"/>
              </a:ext>
            </a:extLst>
          </p:cNvPr>
          <p:cNvCxnSpPr/>
          <p:nvPr/>
        </p:nvCxnSpPr>
        <p:spPr>
          <a:xfrm>
            <a:off x="15721852" y="5427267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C1C80CAF-A46B-4721-A583-AB87A0D7C933}"/>
              </a:ext>
            </a:extLst>
          </p:cNvPr>
          <p:cNvCxnSpPr/>
          <p:nvPr/>
        </p:nvCxnSpPr>
        <p:spPr>
          <a:xfrm>
            <a:off x="15721852" y="6124550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98E151F2-5CCF-452F-9691-6DC4DD9E2A89}"/>
              </a:ext>
            </a:extLst>
          </p:cNvPr>
          <p:cNvCxnSpPr/>
          <p:nvPr/>
        </p:nvCxnSpPr>
        <p:spPr>
          <a:xfrm>
            <a:off x="15721852" y="6821834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AFF1C829-9BEC-451A-8C96-8D6364630CFB}"/>
              </a:ext>
            </a:extLst>
          </p:cNvPr>
          <p:cNvCxnSpPr/>
          <p:nvPr/>
        </p:nvCxnSpPr>
        <p:spPr>
          <a:xfrm>
            <a:off x="15721852" y="7519117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57B64DBF-9725-4914-A74D-069ABB3AB397}"/>
              </a:ext>
            </a:extLst>
          </p:cNvPr>
          <p:cNvCxnSpPr/>
          <p:nvPr/>
        </p:nvCxnSpPr>
        <p:spPr>
          <a:xfrm>
            <a:off x="15721852" y="8216401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762C5574-5AD7-4035-AB4F-9C449A4E5175}"/>
              </a:ext>
            </a:extLst>
          </p:cNvPr>
          <p:cNvCxnSpPr/>
          <p:nvPr/>
        </p:nvCxnSpPr>
        <p:spPr>
          <a:xfrm>
            <a:off x="15721852" y="8913684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4FA8079E-F5A8-4F6E-B43D-53CF1C212D76}"/>
              </a:ext>
            </a:extLst>
          </p:cNvPr>
          <p:cNvCxnSpPr/>
          <p:nvPr/>
        </p:nvCxnSpPr>
        <p:spPr>
          <a:xfrm>
            <a:off x="15721852" y="9610968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5AB3931-AF57-4625-9B3E-D3ABDB46E52D}"/>
              </a:ext>
            </a:extLst>
          </p:cNvPr>
          <p:cNvCxnSpPr/>
          <p:nvPr/>
        </p:nvCxnSpPr>
        <p:spPr>
          <a:xfrm>
            <a:off x="15721852" y="10308251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FFDCAA63-9CCB-40E5-BBF5-312D9D73C618}"/>
              </a:ext>
            </a:extLst>
          </p:cNvPr>
          <p:cNvCxnSpPr/>
          <p:nvPr/>
        </p:nvCxnSpPr>
        <p:spPr>
          <a:xfrm>
            <a:off x="15372521" y="2289491"/>
            <a:ext cx="7093193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047F7C8F-B2A6-46BD-BA42-BEBCD8C7AABB}"/>
              </a:ext>
            </a:extLst>
          </p:cNvPr>
          <p:cNvCxnSpPr/>
          <p:nvPr/>
        </p:nvCxnSpPr>
        <p:spPr>
          <a:xfrm>
            <a:off x="15372521" y="2986775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20831522-0D39-46D6-8220-4E8397CCB1CA}"/>
              </a:ext>
            </a:extLst>
          </p:cNvPr>
          <p:cNvCxnSpPr/>
          <p:nvPr/>
        </p:nvCxnSpPr>
        <p:spPr>
          <a:xfrm>
            <a:off x="15372522" y="1664824"/>
            <a:ext cx="7093193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FE811A06-1DB6-4595-9FD0-CAF08DD71EF4}"/>
              </a:ext>
            </a:extLst>
          </p:cNvPr>
          <p:cNvCxnSpPr/>
          <p:nvPr/>
        </p:nvCxnSpPr>
        <p:spPr>
          <a:xfrm>
            <a:off x="15372521" y="3684058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9936BEFD-5797-436E-909C-2FB685CAFA62}"/>
              </a:ext>
            </a:extLst>
          </p:cNvPr>
          <p:cNvCxnSpPr/>
          <p:nvPr/>
        </p:nvCxnSpPr>
        <p:spPr>
          <a:xfrm>
            <a:off x="15372521" y="438134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A2C94559-67CC-4AB2-8F2E-18EC7A7905BC}"/>
              </a:ext>
            </a:extLst>
          </p:cNvPr>
          <p:cNvCxnSpPr/>
          <p:nvPr/>
        </p:nvCxnSpPr>
        <p:spPr>
          <a:xfrm>
            <a:off x="15372521" y="5078625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C263EAD8-F7CC-4D5E-B64A-3B861367CAED}"/>
              </a:ext>
            </a:extLst>
          </p:cNvPr>
          <p:cNvCxnSpPr/>
          <p:nvPr/>
        </p:nvCxnSpPr>
        <p:spPr>
          <a:xfrm>
            <a:off x="15372521" y="577590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41302288-CB84-481A-BE2B-EA5E493B6D99}"/>
              </a:ext>
            </a:extLst>
          </p:cNvPr>
          <p:cNvCxnSpPr/>
          <p:nvPr/>
        </p:nvCxnSpPr>
        <p:spPr>
          <a:xfrm>
            <a:off x="15372521" y="647319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CACE16F9-52AB-451D-AC8C-3174297E255C}"/>
              </a:ext>
            </a:extLst>
          </p:cNvPr>
          <p:cNvCxnSpPr/>
          <p:nvPr/>
        </p:nvCxnSpPr>
        <p:spPr>
          <a:xfrm>
            <a:off x="15372521" y="7170476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951532FD-BE53-433F-8859-F5E315512005}"/>
              </a:ext>
            </a:extLst>
          </p:cNvPr>
          <p:cNvCxnSpPr/>
          <p:nvPr/>
        </p:nvCxnSpPr>
        <p:spPr>
          <a:xfrm>
            <a:off x="15372521" y="786775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F54EF9FB-8B77-41EE-9775-8E977B261E13}"/>
              </a:ext>
            </a:extLst>
          </p:cNvPr>
          <p:cNvCxnSpPr/>
          <p:nvPr/>
        </p:nvCxnSpPr>
        <p:spPr>
          <a:xfrm>
            <a:off x="15372521" y="856504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31FF5BF6-8E85-4479-A4BA-6143BC18F2B6}"/>
              </a:ext>
            </a:extLst>
          </p:cNvPr>
          <p:cNvCxnSpPr/>
          <p:nvPr/>
        </p:nvCxnSpPr>
        <p:spPr>
          <a:xfrm>
            <a:off x="15372521" y="9262326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B493FCA9-0664-4E59-99F2-4389CBC98084}"/>
              </a:ext>
            </a:extLst>
          </p:cNvPr>
          <p:cNvCxnSpPr/>
          <p:nvPr/>
        </p:nvCxnSpPr>
        <p:spPr>
          <a:xfrm>
            <a:off x="15372521" y="995960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57826791-0016-4C3A-B374-9CD581DAFD59}"/>
              </a:ext>
            </a:extLst>
          </p:cNvPr>
          <p:cNvCxnSpPr/>
          <p:nvPr/>
        </p:nvCxnSpPr>
        <p:spPr>
          <a:xfrm>
            <a:off x="15372521" y="10656888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2E5DFD70-623F-42CC-A61C-9A45E5423F26}"/>
              </a:ext>
            </a:extLst>
          </p:cNvPr>
          <p:cNvCxnSpPr>
            <a:cxnSpLocks/>
          </p:cNvCxnSpPr>
          <p:nvPr/>
        </p:nvCxnSpPr>
        <p:spPr>
          <a:xfrm>
            <a:off x="17969807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7A95A10-9A26-4966-B777-AB65A5DC39C4}"/>
              </a:ext>
            </a:extLst>
          </p:cNvPr>
          <p:cNvCxnSpPr>
            <a:cxnSpLocks/>
          </p:cNvCxnSpPr>
          <p:nvPr/>
        </p:nvCxnSpPr>
        <p:spPr>
          <a:xfrm>
            <a:off x="20217759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89A1B49-E7FD-4B1D-B340-2C98C40EA828}"/>
              </a:ext>
            </a:extLst>
          </p:cNvPr>
          <p:cNvCxnSpPr>
            <a:cxnSpLocks/>
          </p:cNvCxnSpPr>
          <p:nvPr/>
        </p:nvCxnSpPr>
        <p:spPr>
          <a:xfrm>
            <a:off x="15721852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TextBox 116">
            <a:extLst>
              <a:ext uri="{FF2B5EF4-FFF2-40B4-BE49-F238E27FC236}">
                <a16:creationId xmlns:a16="http://schemas.microsoft.com/office/drawing/2014/main" id="{E621AB93-3395-41DB-A122-17B5EAF4361B}"/>
              </a:ext>
            </a:extLst>
          </p:cNvPr>
          <p:cNvSpPr txBox="1"/>
          <p:nvPr/>
        </p:nvSpPr>
        <p:spPr>
          <a:xfrm>
            <a:off x="15379214" y="556354"/>
            <a:ext cx="3605474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How?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이 일을 어떻게 할 것인가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547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81331C1-0F26-4D2F-A64F-1BA4D1C79D69}"/>
              </a:ext>
            </a:extLst>
          </p:cNvPr>
          <p:cNvSpPr txBox="1"/>
          <p:nvPr/>
        </p:nvSpPr>
        <p:spPr>
          <a:xfrm>
            <a:off x="15752737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F16D401-649D-474B-9BEB-991DAB9BAD92}"/>
              </a:ext>
            </a:extLst>
          </p:cNvPr>
          <p:cNvSpPr txBox="1"/>
          <p:nvPr/>
        </p:nvSpPr>
        <p:spPr>
          <a:xfrm>
            <a:off x="18002624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013B90C-E34C-4568-81D0-CFE468F5F09A}"/>
              </a:ext>
            </a:extLst>
          </p:cNvPr>
          <p:cNvSpPr txBox="1"/>
          <p:nvPr/>
        </p:nvSpPr>
        <p:spPr>
          <a:xfrm>
            <a:off x="20252510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A35B1AB-B3D4-4952-BBC1-A40359C971CB}"/>
              </a:ext>
            </a:extLst>
          </p:cNvPr>
          <p:cNvSpPr txBox="1"/>
          <p:nvPr/>
        </p:nvSpPr>
        <p:spPr>
          <a:xfrm>
            <a:off x="15379220" y="887328"/>
            <a:ext cx="2781531" cy="222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내가 해야 하는 </a:t>
            </a:r>
            <a:r>
              <a:rPr lang="ko-KR" altLang="en-US" sz="844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것을 실행하기 위한 계획을 세워 보자</a:t>
            </a:r>
            <a:endParaRPr lang="ko-KR" altLang="en-US" sz="844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FC26CA64-6838-46D4-B6D4-536062D2A99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926B12D9-8182-4CD6-B904-774E0FCBC58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7" name="그림 146" descr="표지">
            <a:hlinkClick r:id="rId3" action="ppaction://hlinksldjump"/>
            <a:extLst>
              <a:ext uri="{FF2B5EF4-FFF2-40B4-BE49-F238E27FC236}">
                <a16:creationId xmlns:a16="http://schemas.microsoft.com/office/drawing/2014/main" id="{E932DB7D-B7BB-4244-8B75-0F15A24EBC5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8" name="TextBox 147">
            <a:extLst>
              <a:ext uri="{FF2B5EF4-FFF2-40B4-BE49-F238E27FC236}">
                <a16:creationId xmlns:a16="http://schemas.microsoft.com/office/drawing/2014/main" id="{C43C6328-D51A-499F-8762-12286063E125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9" name="그림 148" descr="캘린더 인덱스">
            <a:hlinkClick r:id="rId5" action="ppaction://hlinksldjump"/>
            <a:extLst>
              <a:ext uri="{FF2B5EF4-FFF2-40B4-BE49-F238E27FC236}">
                <a16:creationId xmlns:a16="http://schemas.microsoft.com/office/drawing/2014/main" id="{A9C16FB3-7DCA-4496-B387-6ADB3201251F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0" name="TextBox 149">
            <a:extLst>
              <a:ext uri="{FF2B5EF4-FFF2-40B4-BE49-F238E27FC236}">
                <a16:creationId xmlns:a16="http://schemas.microsoft.com/office/drawing/2014/main" id="{D6A2E371-7176-42F6-8302-294D7B21C297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1" name="직사각형 150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4BB42013-F014-471D-8453-49E06D4AEAC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616C395-D825-41F0-B97E-8F43829CAAD9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53" name="직사각형 152">
            <a:hlinkClick r:id="rId8" action="ppaction://hlinksldjump"/>
            <a:extLst>
              <a:ext uri="{FF2B5EF4-FFF2-40B4-BE49-F238E27FC236}">
                <a16:creationId xmlns:a16="http://schemas.microsoft.com/office/drawing/2014/main" id="{FE96DC71-D70F-4966-AC8D-10C06E7A921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773010AD-18D1-4651-9CB5-A1B6381747CB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5" name="직사각형 154" descr="목표 설정">
            <a:hlinkClick r:id="rId9" action="ppaction://hlinksldjump"/>
            <a:extLst>
              <a:ext uri="{FF2B5EF4-FFF2-40B4-BE49-F238E27FC236}">
                <a16:creationId xmlns:a16="http://schemas.microsoft.com/office/drawing/2014/main" id="{F3E4AC39-8CEF-466B-AC4F-0A1918AA3C40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6613CE02-B9FB-442A-A8F9-BB6B7D8F76AA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1968190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직사각형 53">
            <a:extLst>
              <a:ext uri="{FF2B5EF4-FFF2-40B4-BE49-F238E27FC236}">
                <a16:creationId xmlns:a16="http://schemas.microsoft.com/office/drawing/2014/main" id="{A9FCBF28-AB0A-49B3-BD4C-0F31740C12CD}"/>
              </a:ext>
            </a:extLst>
          </p:cNvPr>
          <p:cNvSpPr/>
          <p:nvPr/>
        </p:nvSpPr>
        <p:spPr>
          <a:xfrm>
            <a:off x="15120937" y="0"/>
            <a:ext cx="7559675" cy="11160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65AFBBF-FE83-4D31-82AD-5CE3F11E6673}"/>
              </a:ext>
            </a:extLst>
          </p:cNvPr>
          <p:cNvSpPr txBox="1"/>
          <p:nvPr/>
        </p:nvSpPr>
        <p:spPr>
          <a:xfrm>
            <a:off x="15522677" y="561363"/>
            <a:ext cx="5035353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See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지난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일년 나는 무엇을 이루었나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미흡했던 것은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 </a:t>
            </a:r>
            <a:endParaRPr lang="ko-KR" altLang="en-US" sz="1547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62A9C39-577F-46BC-BA73-269CBD3765B9}"/>
              </a:ext>
            </a:extLst>
          </p:cNvPr>
          <p:cNvSpPr txBox="1"/>
          <p:nvPr/>
        </p:nvSpPr>
        <p:spPr>
          <a:xfrm>
            <a:off x="15522678" y="882992"/>
            <a:ext cx="3512500" cy="222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44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다음 목표 설정을 위해 내가 이룬 것과 부족했던 부분을 정리해 보자</a:t>
            </a:r>
            <a:endParaRPr lang="ko-KR" altLang="en-US" sz="844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8F4A5C50-CCD8-4C7B-B65A-10EE7B653726}"/>
              </a:ext>
            </a:extLst>
          </p:cNvPr>
          <p:cNvCxnSpPr>
            <a:cxnSpLocks/>
          </p:cNvCxnSpPr>
          <p:nvPr/>
        </p:nvCxnSpPr>
        <p:spPr>
          <a:xfrm>
            <a:off x="15522676" y="211193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8F7224C-97A8-453E-9192-0C2CFA25339C}"/>
              </a:ext>
            </a:extLst>
          </p:cNvPr>
          <p:cNvCxnSpPr/>
          <p:nvPr/>
        </p:nvCxnSpPr>
        <p:spPr>
          <a:xfrm>
            <a:off x="15522676" y="857994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976698D2-6103-4F73-AE42-2EEDF29C2288}"/>
              </a:ext>
            </a:extLst>
          </p:cNvPr>
          <p:cNvCxnSpPr/>
          <p:nvPr/>
        </p:nvCxnSpPr>
        <p:spPr>
          <a:xfrm>
            <a:off x="15522676" y="907748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512392D4-EC6D-41B1-99DE-17E9941282E0}"/>
              </a:ext>
            </a:extLst>
          </p:cNvPr>
          <p:cNvCxnSpPr/>
          <p:nvPr/>
        </p:nvCxnSpPr>
        <p:spPr>
          <a:xfrm>
            <a:off x="15522676" y="957501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C810D5CD-110F-4870-83AB-568903C3EDC8}"/>
              </a:ext>
            </a:extLst>
          </p:cNvPr>
          <p:cNvCxnSpPr/>
          <p:nvPr/>
        </p:nvCxnSpPr>
        <p:spPr>
          <a:xfrm>
            <a:off x="15522676" y="1007255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53556305-4F0C-4E2A-9014-911D6E1F1EC3}"/>
              </a:ext>
            </a:extLst>
          </p:cNvPr>
          <p:cNvCxnSpPr/>
          <p:nvPr/>
        </p:nvCxnSpPr>
        <p:spPr>
          <a:xfrm>
            <a:off x="15522676" y="1057010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2B7D6BBB-5B70-413A-8FE0-2935FF5AF0B0}"/>
              </a:ext>
            </a:extLst>
          </p:cNvPr>
          <p:cNvSpPr txBox="1"/>
          <p:nvPr/>
        </p:nvSpPr>
        <p:spPr>
          <a:xfrm>
            <a:off x="15412449" y="1777405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374EB2B-AE5E-43EA-9B5B-DF5AFE1C947A}"/>
              </a:ext>
            </a:extLst>
          </p:cNvPr>
          <p:cNvSpPr txBox="1"/>
          <p:nvPr/>
        </p:nvSpPr>
        <p:spPr>
          <a:xfrm>
            <a:off x="15412449" y="3279527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8DF5092-516B-4F1E-954A-2465257A08E3}"/>
              </a:ext>
            </a:extLst>
          </p:cNvPr>
          <p:cNvSpPr txBox="1"/>
          <p:nvPr/>
        </p:nvSpPr>
        <p:spPr>
          <a:xfrm>
            <a:off x="15412449" y="4781649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4874CB7-BFEA-4D9E-A5F0-D77C95A38F75}"/>
              </a:ext>
            </a:extLst>
          </p:cNvPr>
          <p:cNvSpPr txBox="1"/>
          <p:nvPr/>
        </p:nvSpPr>
        <p:spPr>
          <a:xfrm>
            <a:off x="15412449" y="6283771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B1126E6-054B-4048-AA7E-1F146B0BE3CC}"/>
              </a:ext>
            </a:extLst>
          </p:cNvPr>
          <p:cNvSpPr txBox="1"/>
          <p:nvPr/>
        </p:nvSpPr>
        <p:spPr>
          <a:xfrm>
            <a:off x="15412449" y="7785893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F797C7-9388-4DAA-AF0B-3C3FF3389FCC}"/>
              </a:ext>
            </a:extLst>
          </p:cNvPr>
          <p:cNvSpPr txBox="1"/>
          <p:nvPr/>
        </p:nvSpPr>
        <p:spPr>
          <a:xfrm>
            <a:off x="15412449" y="9288013"/>
            <a:ext cx="346570" cy="2870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BAB89EC4-B84E-45FB-A6F6-4E57742A3ADB}"/>
              </a:ext>
            </a:extLst>
          </p:cNvPr>
          <p:cNvCxnSpPr>
            <a:cxnSpLocks/>
          </p:cNvCxnSpPr>
          <p:nvPr/>
        </p:nvCxnSpPr>
        <p:spPr>
          <a:xfrm>
            <a:off x="19139880" y="211193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2CEDC552-08EA-4E91-85F1-D03EBF9303A9}"/>
              </a:ext>
            </a:extLst>
          </p:cNvPr>
          <p:cNvCxnSpPr/>
          <p:nvPr/>
        </p:nvCxnSpPr>
        <p:spPr>
          <a:xfrm>
            <a:off x="19139880" y="857994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9B4E275D-DE96-4910-B071-EAD3BBDA8D04}"/>
              </a:ext>
            </a:extLst>
          </p:cNvPr>
          <p:cNvCxnSpPr/>
          <p:nvPr/>
        </p:nvCxnSpPr>
        <p:spPr>
          <a:xfrm>
            <a:off x="19139880" y="907748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F39F545-77F1-47EC-A51E-D8008621CC34}"/>
              </a:ext>
            </a:extLst>
          </p:cNvPr>
          <p:cNvCxnSpPr/>
          <p:nvPr/>
        </p:nvCxnSpPr>
        <p:spPr>
          <a:xfrm>
            <a:off x="19139880" y="957501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A203A009-CD61-4402-9941-141F88839BA7}"/>
              </a:ext>
            </a:extLst>
          </p:cNvPr>
          <p:cNvCxnSpPr/>
          <p:nvPr/>
        </p:nvCxnSpPr>
        <p:spPr>
          <a:xfrm>
            <a:off x="19139880" y="1007255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7E9615E-5D10-47A6-8D23-86C1AFB595C7}"/>
              </a:ext>
            </a:extLst>
          </p:cNvPr>
          <p:cNvCxnSpPr/>
          <p:nvPr/>
        </p:nvCxnSpPr>
        <p:spPr>
          <a:xfrm>
            <a:off x="19139880" y="1057010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2AC0433D-8BA5-49D4-A83F-D60252BA9E83}"/>
              </a:ext>
            </a:extLst>
          </p:cNvPr>
          <p:cNvSpPr txBox="1"/>
          <p:nvPr/>
        </p:nvSpPr>
        <p:spPr>
          <a:xfrm>
            <a:off x="19029653" y="1777405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4BC7C72-9193-4D97-B29C-F192008D619C}"/>
              </a:ext>
            </a:extLst>
          </p:cNvPr>
          <p:cNvSpPr txBox="1"/>
          <p:nvPr/>
        </p:nvSpPr>
        <p:spPr>
          <a:xfrm>
            <a:off x="19029653" y="3279527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A96250D-8AF1-4BE2-8767-91645F8A20BE}"/>
              </a:ext>
            </a:extLst>
          </p:cNvPr>
          <p:cNvSpPr txBox="1"/>
          <p:nvPr/>
        </p:nvSpPr>
        <p:spPr>
          <a:xfrm>
            <a:off x="19029653" y="4781649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838191B-05F0-418A-B875-81F8E6F7EC26}"/>
              </a:ext>
            </a:extLst>
          </p:cNvPr>
          <p:cNvSpPr txBox="1"/>
          <p:nvPr/>
        </p:nvSpPr>
        <p:spPr>
          <a:xfrm>
            <a:off x="19029653" y="6283771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0767AE-0925-41E5-9EFD-D63D2379AF32}"/>
              </a:ext>
            </a:extLst>
          </p:cNvPr>
          <p:cNvSpPr txBox="1"/>
          <p:nvPr/>
        </p:nvSpPr>
        <p:spPr>
          <a:xfrm>
            <a:off x="19029653" y="7785893"/>
            <a:ext cx="346570" cy="2870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5B141ED-71E7-4EDE-9F8B-F0A7166AF181}"/>
              </a:ext>
            </a:extLst>
          </p:cNvPr>
          <p:cNvSpPr txBox="1"/>
          <p:nvPr/>
        </p:nvSpPr>
        <p:spPr>
          <a:xfrm>
            <a:off x="19029653" y="9288013"/>
            <a:ext cx="346570" cy="2870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62DD5D-C074-4690-9450-27845CD690D7}"/>
              </a:ext>
            </a:extLst>
          </p:cNvPr>
          <p:cNvCxnSpPr>
            <a:cxnSpLocks/>
          </p:cNvCxnSpPr>
          <p:nvPr/>
        </p:nvCxnSpPr>
        <p:spPr>
          <a:xfrm>
            <a:off x="15522676" y="260947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9A89F978-EED5-49A5-9020-439C6C1067BC}"/>
              </a:ext>
            </a:extLst>
          </p:cNvPr>
          <p:cNvCxnSpPr>
            <a:cxnSpLocks/>
          </p:cNvCxnSpPr>
          <p:nvPr/>
        </p:nvCxnSpPr>
        <p:spPr>
          <a:xfrm>
            <a:off x="19139880" y="260947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7B1A778D-8DFC-415A-A08C-8C31864B6158}"/>
              </a:ext>
            </a:extLst>
          </p:cNvPr>
          <p:cNvCxnSpPr>
            <a:cxnSpLocks/>
          </p:cNvCxnSpPr>
          <p:nvPr/>
        </p:nvCxnSpPr>
        <p:spPr>
          <a:xfrm>
            <a:off x="15522676" y="310701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A7354794-6C19-4A6B-B826-3697A52F666C}"/>
              </a:ext>
            </a:extLst>
          </p:cNvPr>
          <p:cNvCxnSpPr>
            <a:cxnSpLocks/>
          </p:cNvCxnSpPr>
          <p:nvPr/>
        </p:nvCxnSpPr>
        <p:spPr>
          <a:xfrm>
            <a:off x="19139880" y="310701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610E7E9-F9B2-493B-ACE8-271290B4B257}"/>
              </a:ext>
            </a:extLst>
          </p:cNvPr>
          <p:cNvCxnSpPr>
            <a:cxnSpLocks/>
          </p:cNvCxnSpPr>
          <p:nvPr/>
        </p:nvCxnSpPr>
        <p:spPr>
          <a:xfrm>
            <a:off x="15522676" y="360455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D1FFD7FB-09AF-45F2-B766-50CFCD075865}"/>
              </a:ext>
            </a:extLst>
          </p:cNvPr>
          <p:cNvCxnSpPr>
            <a:cxnSpLocks/>
          </p:cNvCxnSpPr>
          <p:nvPr/>
        </p:nvCxnSpPr>
        <p:spPr>
          <a:xfrm>
            <a:off x="19139880" y="3604551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2A1AE43B-E867-4D12-A947-B9EFCED4EE70}"/>
              </a:ext>
            </a:extLst>
          </p:cNvPr>
          <p:cNvCxnSpPr>
            <a:cxnSpLocks/>
          </p:cNvCxnSpPr>
          <p:nvPr/>
        </p:nvCxnSpPr>
        <p:spPr>
          <a:xfrm>
            <a:off x="15522676" y="459962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39F70FEA-F2B8-4BF5-8CA8-FB9750B872DA}"/>
              </a:ext>
            </a:extLst>
          </p:cNvPr>
          <p:cNvCxnSpPr>
            <a:cxnSpLocks/>
          </p:cNvCxnSpPr>
          <p:nvPr/>
        </p:nvCxnSpPr>
        <p:spPr>
          <a:xfrm>
            <a:off x="19139880" y="4599629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32CB66B4-34CE-418B-B40E-62DE351739C2}"/>
              </a:ext>
            </a:extLst>
          </p:cNvPr>
          <p:cNvCxnSpPr>
            <a:cxnSpLocks/>
          </p:cNvCxnSpPr>
          <p:nvPr/>
        </p:nvCxnSpPr>
        <p:spPr>
          <a:xfrm>
            <a:off x="15522676" y="559470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FB25F506-B427-4873-BD70-B9F7D39FF1D3}"/>
              </a:ext>
            </a:extLst>
          </p:cNvPr>
          <p:cNvCxnSpPr>
            <a:cxnSpLocks/>
          </p:cNvCxnSpPr>
          <p:nvPr/>
        </p:nvCxnSpPr>
        <p:spPr>
          <a:xfrm>
            <a:off x="19139880" y="5594707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B8CAD9EF-4AFB-4609-A269-DFB7E1EE74A7}"/>
              </a:ext>
            </a:extLst>
          </p:cNvPr>
          <p:cNvCxnSpPr>
            <a:cxnSpLocks/>
          </p:cNvCxnSpPr>
          <p:nvPr/>
        </p:nvCxnSpPr>
        <p:spPr>
          <a:xfrm>
            <a:off x="15522676" y="658978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1F89785-8F58-4683-8D3F-97CC35BF4B69}"/>
              </a:ext>
            </a:extLst>
          </p:cNvPr>
          <p:cNvCxnSpPr>
            <a:cxnSpLocks/>
          </p:cNvCxnSpPr>
          <p:nvPr/>
        </p:nvCxnSpPr>
        <p:spPr>
          <a:xfrm>
            <a:off x="19139880" y="6589785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90B6807F-980E-466C-B000-F3B935538C86}"/>
              </a:ext>
            </a:extLst>
          </p:cNvPr>
          <p:cNvCxnSpPr>
            <a:cxnSpLocks/>
          </p:cNvCxnSpPr>
          <p:nvPr/>
        </p:nvCxnSpPr>
        <p:spPr>
          <a:xfrm>
            <a:off x="15522676" y="758486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0B0B252C-5725-4B23-B665-62D335F42979}"/>
              </a:ext>
            </a:extLst>
          </p:cNvPr>
          <p:cNvCxnSpPr>
            <a:cxnSpLocks/>
          </p:cNvCxnSpPr>
          <p:nvPr/>
        </p:nvCxnSpPr>
        <p:spPr>
          <a:xfrm>
            <a:off x="19139880" y="7584863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CCB3B93-AB56-43C6-8DFB-06CD36E99444}"/>
              </a:ext>
            </a:extLst>
          </p:cNvPr>
          <p:cNvCxnSpPr>
            <a:cxnSpLocks/>
          </p:cNvCxnSpPr>
          <p:nvPr/>
        </p:nvCxnSpPr>
        <p:spPr>
          <a:xfrm>
            <a:off x="15522676" y="808240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034AA491-CE75-4CA5-80D6-AD82190C0CEC}"/>
              </a:ext>
            </a:extLst>
          </p:cNvPr>
          <p:cNvCxnSpPr>
            <a:cxnSpLocks/>
          </p:cNvCxnSpPr>
          <p:nvPr/>
        </p:nvCxnSpPr>
        <p:spPr>
          <a:xfrm>
            <a:off x="19139880" y="8082402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FE6A63AB-9A60-439E-838D-9789176FAECC}"/>
              </a:ext>
            </a:extLst>
          </p:cNvPr>
          <p:cNvCxnSpPr>
            <a:cxnSpLocks/>
          </p:cNvCxnSpPr>
          <p:nvPr/>
        </p:nvCxnSpPr>
        <p:spPr>
          <a:xfrm>
            <a:off x="15522676" y="708732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CF54CF27-7E65-4188-829A-E7D3EF2A46A3}"/>
              </a:ext>
            </a:extLst>
          </p:cNvPr>
          <p:cNvCxnSpPr>
            <a:cxnSpLocks/>
          </p:cNvCxnSpPr>
          <p:nvPr/>
        </p:nvCxnSpPr>
        <p:spPr>
          <a:xfrm>
            <a:off x="19139880" y="7087324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569B89A-8F31-45EA-91D8-04DFFE139F34}"/>
              </a:ext>
            </a:extLst>
          </p:cNvPr>
          <p:cNvCxnSpPr>
            <a:cxnSpLocks/>
          </p:cNvCxnSpPr>
          <p:nvPr/>
        </p:nvCxnSpPr>
        <p:spPr>
          <a:xfrm>
            <a:off x="15522676" y="6092246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D22E2381-3C25-40E3-9C02-C8CB5A0F4400}"/>
              </a:ext>
            </a:extLst>
          </p:cNvPr>
          <p:cNvCxnSpPr>
            <a:cxnSpLocks/>
          </p:cNvCxnSpPr>
          <p:nvPr/>
        </p:nvCxnSpPr>
        <p:spPr>
          <a:xfrm>
            <a:off x="19139880" y="6092246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6A211E68-AB00-4F97-8AA6-64560F23BCBD}"/>
              </a:ext>
            </a:extLst>
          </p:cNvPr>
          <p:cNvCxnSpPr>
            <a:cxnSpLocks/>
          </p:cNvCxnSpPr>
          <p:nvPr/>
        </p:nvCxnSpPr>
        <p:spPr>
          <a:xfrm>
            <a:off x="15522676" y="509716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38C7E956-C8B0-4309-98F3-24CA6F41505D}"/>
              </a:ext>
            </a:extLst>
          </p:cNvPr>
          <p:cNvCxnSpPr>
            <a:cxnSpLocks/>
          </p:cNvCxnSpPr>
          <p:nvPr/>
        </p:nvCxnSpPr>
        <p:spPr>
          <a:xfrm>
            <a:off x="19139880" y="5097168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17A7E380-9481-4FFB-97E0-0E0CA23E8B73}"/>
              </a:ext>
            </a:extLst>
          </p:cNvPr>
          <p:cNvCxnSpPr>
            <a:cxnSpLocks/>
          </p:cNvCxnSpPr>
          <p:nvPr/>
        </p:nvCxnSpPr>
        <p:spPr>
          <a:xfrm>
            <a:off x="15522676" y="410209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2955FA2D-88D1-4D40-8D0D-53FBE55E57AE}"/>
              </a:ext>
            </a:extLst>
          </p:cNvPr>
          <p:cNvCxnSpPr>
            <a:cxnSpLocks/>
          </p:cNvCxnSpPr>
          <p:nvPr/>
        </p:nvCxnSpPr>
        <p:spPr>
          <a:xfrm>
            <a:off x="19139880" y="4102090"/>
            <a:ext cx="346929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TextBox 73">
            <a:extLst>
              <a:ext uri="{FF2B5EF4-FFF2-40B4-BE49-F238E27FC236}">
                <a16:creationId xmlns:a16="http://schemas.microsoft.com/office/drawing/2014/main" id="{AC9F02F8-0EED-4EF2-AE04-16E0FBC6F67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8924C273-33A4-46DD-9CBB-1DE990740519}"/>
              </a:ext>
            </a:extLst>
          </p:cNvPr>
          <p:cNvCxnSpPr/>
          <p:nvPr/>
        </p:nvCxnSpPr>
        <p:spPr>
          <a:xfrm>
            <a:off x="582572" y="2638133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>
            <a:hlinkClick r:id="rId2" action="ppaction://hlinksldjump"/>
            <a:extLst>
              <a:ext uri="{FF2B5EF4-FFF2-40B4-BE49-F238E27FC236}">
                <a16:creationId xmlns:a16="http://schemas.microsoft.com/office/drawing/2014/main" id="{7F2DB477-7C63-4238-BDAC-54C9397F2B96}"/>
              </a:ext>
            </a:extLst>
          </p:cNvPr>
          <p:cNvSpPr txBox="1"/>
          <p:nvPr/>
        </p:nvSpPr>
        <p:spPr>
          <a:xfrm>
            <a:off x="311609" y="245389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TextBox 89">
            <a:hlinkClick r:id="rId2" action="ppaction://hlinksldjump"/>
            <a:extLst>
              <a:ext uri="{FF2B5EF4-FFF2-40B4-BE49-F238E27FC236}">
                <a16:creationId xmlns:a16="http://schemas.microsoft.com/office/drawing/2014/main" id="{4BA18486-FD3E-474C-A5E4-5D2F0BD93DB8}"/>
              </a:ext>
            </a:extLst>
          </p:cNvPr>
          <p:cNvSpPr txBox="1"/>
          <p:nvPr/>
        </p:nvSpPr>
        <p:spPr>
          <a:xfrm>
            <a:off x="311609" y="3151173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TextBox 90">
            <a:hlinkClick r:id="rId2" action="ppaction://hlinksldjump"/>
            <a:extLst>
              <a:ext uri="{FF2B5EF4-FFF2-40B4-BE49-F238E27FC236}">
                <a16:creationId xmlns:a16="http://schemas.microsoft.com/office/drawing/2014/main" id="{FC6EC778-FFB9-4CA7-99E3-5C06AACDA213}"/>
              </a:ext>
            </a:extLst>
          </p:cNvPr>
          <p:cNvSpPr txBox="1"/>
          <p:nvPr/>
        </p:nvSpPr>
        <p:spPr>
          <a:xfrm>
            <a:off x="311609" y="384845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TextBox 91">
            <a:hlinkClick r:id="rId2" action="ppaction://hlinksldjump"/>
            <a:extLst>
              <a:ext uri="{FF2B5EF4-FFF2-40B4-BE49-F238E27FC236}">
                <a16:creationId xmlns:a16="http://schemas.microsoft.com/office/drawing/2014/main" id="{7A7ECFB6-92C5-4E48-8F0B-A5E2F95E0E31}"/>
              </a:ext>
            </a:extLst>
          </p:cNvPr>
          <p:cNvSpPr txBox="1"/>
          <p:nvPr/>
        </p:nvSpPr>
        <p:spPr>
          <a:xfrm>
            <a:off x="311609" y="4545740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" name="TextBox 92">
            <a:hlinkClick r:id="rId2" action="ppaction://hlinksldjump"/>
            <a:extLst>
              <a:ext uri="{FF2B5EF4-FFF2-40B4-BE49-F238E27FC236}">
                <a16:creationId xmlns:a16="http://schemas.microsoft.com/office/drawing/2014/main" id="{9806FADA-BE3E-474B-8C1B-78C8A997D601}"/>
              </a:ext>
            </a:extLst>
          </p:cNvPr>
          <p:cNvSpPr txBox="1"/>
          <p:nvPr/>
        </p:nvSpPr>
        <p:spPr>
          <a:xfrm>
            <a:off x="311609" y="524302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TextBox 93">
            <a:hlinkClick r:id="rId2" action="ppaction://hlinksldjump"/>
            <a:extLst>
              <a:ext uri="{FF2B5EF4-FFF2-40B4-BE49-F238E27FC236}">
                <a16:creationId xmlns:a16="http://schemas.microsoft.com/office/drawing/2014/main" id="{D073933A-412A-4958-BDD7-C44391E38064}"/>
              </a:ext>
            </a:extLst>
          </p:cNvPr>
          <p:cNvSpPr txBox="1"/>
          <p:nvPr/>
        </p:nvSpPr>
        <p:spPr>
          <a:xfrm>
            <a:off x="311609" y="5940307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TextBox 94">
            <a:hlinkClick r:id="rId2" action="ppaction://hlinksldjump"/>
            <a:extLst>
              <a:ext uri="{FF2B5EF4-FFF2-40B4-BE49-F238E27FC236}">
                <a16:creationId xmlns:a16="http://schemas.microsoft.com/office/drawing/2014/main" id="{7516081C-B18F-411B-A110-2706E8BD92E9}"/>
              </a:ext>
            </a:extLst>
          </p:cNvPr>
          <p:cNvSpPr txBox="1"/>
          <p:nvPr/>
        </p:nvSpPr>
        <p:spPr>
          <a:xfrm>
            <a:off x="311609" y="663759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TextBox 95">
            <a:hlinkClick r:id="rId2" action="ppaction://hlinksldjump"/>
            <a:extLst>
              <a:ext uri="{FF2B5EF4-FFF2-40B4-BE49-F238E27FC236}">
                <a16:creationId xmlns:a16="http://schemas.microsoft.com/office/drawing/2014/main" id="{E83F0D5E-C34D-4ECB-92B4-D7B8EA2519BB}"/>
              </a:ext>
            </a:extLst>
          </p:cNvPr>
          <p:cNvSpPr txBox="1"/>
          <p:nvPr/>
        </p:nvSpPr>
        <p:spPr>
          <a:xfrm>
            <a:off x="311609" y="7334874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TextBox 96">
            <a:hlinkClick r:id="rId2" action="ppaction://hlinksldjump"/>
            <a:extLst>
              <a:ext uri="{FF2B5EF4-FFF2-40B4-BE49-F238E27FC236}">
                <a16:creationId xmlns:a16="http://schemas.microsoft.com/office/drawing/2014/main" id="{6B037FCE-A743-4A4D-869B-FA19CF57A487}"/>
              </a:ext>
            </a:extLst>
          </p:cNvPr>
          <p:cNvSpPr txBox="1"/>
          <p:nvPr/>
        </p:nvSpPr>
        <p:spPr>
          <a:xfrm>
            <a:off x="311609" y="8032158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" name="TextBox 97">
            <a:hlinkClick r:id="rId2" action="ppaction://hlinksldjump"/>
            <a:extLst>
              <a:ext uri="{FF2B5EF4-FFF2-40B4-BE49-F238E27FC236}">
                <a16:creationId xmlns:a16="http://schemas.microsoft.com/office/drawing/2014/main" id="{A122BB95-23EC-4CAA-9E35-3170C5C68E27}"/>
              </a:ext>
            </a:extLst>
          </p:cNvPr>
          <p:cNvSpPr txBox="1"/>
          <p:nvPr/>
        </p:nvSpPr>
        <p:spPr>
          <a:xfrm>
            <a:off x="311609" y="8729441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" name="TextBox 98">
            <a:hlinkClick r:id="rId2" action="ppaction://hlinksldjump"/>
            <a:extLst>
              <a:ext uri="{FF2B5EF4-FFF2-40B4-BE49-F238E27FC236}">
                <a16:creationId xmlns:a16="http://schemas.microsoft.com/office/drawing/2014/main" id="{049FA91F-A8B5-46B2-B2B0-2D567A79A987}"/>
              </a:ext>
            </a:extLst>
          </p:cNvPr>
          <p:cNvSpPr txBox="1"/>
          <p:nvPr/>
        </p:nvSpPr>
        <p:spPr>
          <a:xfrm>
            <a:off x="311609" y="9426725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" name="TextBox 99">
            <a:hlinkClick r:id="rId2" action="ppaction://hlinksldjump"/>
            <a:extLst>
              <a:ext uri="{FF2B5EF4-FFF2-40B4-BE49-F238E27FC236}">
                <a16:creationId xmlns:a16="http://schemas.microsoft.com/office/drawing/2014/main" id="{6E11D3AD-2CF4-468C-A568-DD12A089DC65}"/>
              </a:ext>
            </a:extLst>
          </p:cNvPr>
          <p:cNvSpPr txBox="1"/>
          <p:nvPr/>
        </p:nvSpPr>
        <p:spPr>
          <a:xfrm>
            <a:off x="311609" y="10124006"/>
            <a:ext cx="144359" cy="3684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/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0229E988-CC99-4B68-8158-21F37C9CD959}"/>
              </a:ext>
            </a:extLst>
          </p:cNvPr>
          <p:cNvCxnSpPr/>
          <p:nvPr/>
        </p:nvCxnSpPr>
        <p:spPr>
          <a:xfrm>
            <a:off x="582572" y="3335416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9B8E68BC-2C05-40FE-BB39-D228F18C5F51}"/>
              </a:ext>
            </a:extLst>
          </p:cNvPr>
          <p:cNvCxnSpPr/>
          <p:nvPr/>
        </p:nvCxnSpPr>
        <p:spPr>
          <a:xfrm>
            <a:off x="582572" y="4032700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07D2B29C-E515-4155-80C5-F4A2EF68976D}"/>
              </a:ext>
            </a:extLst>
          </p:cNvPr>
          <p:cNvCxnSpPr/>
          <p:nvPr/>
        </p:nvCxnSpPr>
        <p:spPr>
          <a:xfrm>
            <a:off x="582572" y="4729983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9D40EAB1-1676-4C87-A0A4-2D4EED425114}"/>
              </a:ext>
            </a:extLst>
          </p:cNvPr>
          <p:cNvCxnSpPr/>
          <p:nvPr/>
        </p:nvCxnSpPr>
        <p:spPr>
          <a:xfrm>
            <a:off x="582572" y="5427267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8F977C34-FBD7-4CD6-A664-2B3A6B8CF507}"/>
              </a:ext>
            </a:extLst>
          </p:cNvPr>
          <p:cNvCxnSpPr/>
          <p:nvPr/>
        </p:nvCxnSpPr>
        <p:spPr>
          <a:xfrm>
            <a:off x="582572" y="6124550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3DD20A74-8F5E-44F3-B7D9-AD244E58AB39}"/>
              </a:ext>
            </a:extLst>
          </p:cNvPr>
          <p:cNvCxnSpPr/>
          <p:nvPr/>
        </p:nvCxnSpPr>
        <p:spPr>
          <a:xfrm>
            <a:off x="582572" y="6821834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8A7FF3CF-BF06-49E9-B9AC-5DDBC150BCC1}"/>
              </a:ext>
            </a:extLst>
          </p:cNvPr>
          <p:cNvCxnSpPr/>
          <p:nvPr/>
        </p:nvCxnSpPr>
        <p:spPr>
          <a:xfrm>
            <a:off x="582572" y="7519117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88F023A3-12C9-4370-9E00-692D09D56660}"/>
              </a:ext>
            </a:extLst>
          </p:cNvPr>
          <p:cNvCxnSpPr/>
          <p:nvPr/>
        </p:nvCxnSpPr>
        <p:spPr>
          <a:xfrm>
            <a:off x="582572" y="8216401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07B3BA73-71AA-4973-A777-D65B450C265C}"/>
              </a:ext>
            </a:extLst>
          </p:cNvPr>
          <p:cNvCxnSpPr/>
          <p:nvPr/>
        </p:nvCxnSpPr>
        <p:spPr>
          <a:xfrm>
            <a:off x="582572" y="8913684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3F916530-C2BD-4EE8-A63C-D27C98703A7B}"/>
              </a:ext>
            </a:extLst>
          </p:cNvPr>
          <p:cNvCxnSpPr/>
          <p:nvPr/>
        </p:nvCxnSpPr>
        <p:spPr>
          <a:xfrm>
            <a:off x="582572" y="9610968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CC56741F-7233-45A5-850F-0E6A06C26A72}"/>
              </a:ext>
            </a:extLst>
          </p:cNvPr>
          <p:cNvCxnSpPr/>
          <p:nvPr/>
        </p:nvCxnSpPr>
        <p:spPr>
          <a:xfrm>
            <a:off x="582572" y="10308251"/>
            <a:ext cx="6743861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2EB4E35E-282C-4591-94C4-7281F6B88A32}"/>
              </a:ext>
            </a:extLst>
          </p:cNvPr>
          <p:cNvCxnSpPr/>
          <p:nvPr/>
        </p:nvCxnSpPr>
        <p:spPr>
          <a:xfrm>
            <a:off x="233241" y="2289491"/>
            <a:ext cx="7093193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C69FA92A-E12B-49A8-8438-727CCA7093F7}"/>
              </a:ext>
            </a:extLst>
          </p:cNvPr>
          <p:cNvCxnSpPr/>
          <p:nvPr/>
        </p:nvCxnSpPr>
        <p:spPr>
          <a:xfrm>
            <a:off x="233241" y="2986775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5E34B7D3-BF49-4F0F-A792-8C3DD180AE8B}"/>
              </a:ext>
            </a:extLst>
          </p:cNvPr>
          <p:cNvCxnSpPr/>
          <p:nvPr/>
        </p:nvCxnSpPr>
        <p:spPr>
          <a:xfrm>
            <a:off x="233242" y="1664824"/>
            <a:ext cx="7093193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D04AD528-C06B-4019-A155-23A138FEE8C5}"/>
              </a:ext>
            </a:extLst>
          </p:cNvPr>
          <p:cNvCxnSpPr/>
          <p:nvPr/>
        </p:nvCxnSpPr>
        <p:spPr>
          <a:xfrm>
            <a:off x="233241" y="3684058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7284AB2F-B20E-4370-B921-5D9719CE45AF}"/>
              </a:ext>
            </a:extLst>
          </p:cNvPr>
          <p:cNvCxnSpPr/>
          <p:nvPr/>
        </p:nvCxnSpPr>
        <p:spPr>
          <a:xfrm>
            <a:off x="233241" y="438134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B0DF42D4-3875-4E59-B4AC-B1F8458505EF}"/>
              </a:ext>
            </a:extLst>
          </p:cNvPr>
          <p:cNvCxnSpPr/>
          <p:nvPr/>
        </p:nvCxnSpPr>
        <p:spPr>
          <a:xfrm>
            <a:off x="233241" y="5078625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6EECDE7A-15CD-4383-9011-5FE3AEE468B0}"/>
              </a:ext>
            </a:extLst>
          </p:cNvPr>
          <p:cNvCxnSpPr/>
          <p:nvPr/>
        </p:nvCxnSpPr>
        <p:spPr>
          <a:xfrm>
            <a:off x="233241" y="577590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359C0A53-31EA-490D-81DA-A93882E4E7F7}"/>
              </a:ext>
            </a:extLst>
          </p:cNvPr>
          <p:cNvCxnSpPr/>
          <p:nvPr/>
        </p:nvCxnSpPr>
        <p:spPr>
          <a:xfrm>
            <a:off x="233241" y="647319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F8D85767-5CF2-4568-8A34-49B9C5D4C297}"/>
              </a:ext>
            </a:extLst>
          </p:cNvPr>
          <p:cNvCxnSpPr/>
          <p:nvPr/>
        </p:nvCxnSpPr>
        <p:spPr>
          <a:xfrm>
            <a:off x="233241" y="7170476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55229102-12EF-4C30-A5D2-D5AE4020CC81}"/>
              </a:ext>
            </a:extLst>
          </p:cNvPr>
          <p:cNvCxnSpPr/>
          <p:nvPr/>
        </p:nvCxnSpPr>
        <p:spPr>
          <a:xfrm>
            <a:off x="233241" y="786775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8C762AF8-3ED4-40AC-A59B-CFE4721B412B}"/>
              </a:ext>
            </a:extLst>
          </p:cNvPr>
          <p:cNvCxnSpPr/>
          <p:nvPr/>
        </p:nvCxnSpPr>
        <p:spPr>
          <a:xfrm>
            <a:off x="233241" y="8565042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B718837A-87D3-4223-AE72-B8530C680BDE}"/>
              </a:ext>
            </a:extLst>
          </p:cNvPr>
          <p:cNvCxnSpPr/>
          <p:nvPr/>
        </p:nvCxnSpPr>
        <p:spPr>
          <a:xfrm>
            <a:off x="233241" y="9262326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D9052A92-4B9D-478B-95D6-0376DD9AB465}"/>
              </a:ext>
            </a:extLst>
          </p:cNvPr>
          <p:cNvCxnSpPr/>
          <p:nvPr/>
        </p:nvCxnSpPr>
        <p:spPr>
          <a:xfrm>
            <a:off x="233241" y="9959609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46ABE49F-1261-4093-935C-92FFB5455CDC}"/>
              </a:ext>
            </a:extLst>
          </p:cNvPr>
          <p:cNvCxnSpPr/>
          <p:nvPr/>
        </p:nvCxnSpPr>
        <p:spPr>
          <a:xfrm>
            <a:off x="233241" y="10656888"/>
            <a:ext cx="7093194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53839FE2-7052-4B34-83BA-862B60F5FCF8}"/>
              </a:ext>
            </a:extLst>
          </p:cNvPr>
          <p:cNvCxnSpPr>
            <a:cxnSpLocks/>
          </p:cNvCxnSpPr>
          <p:nvPr/>
        </p:nvCxnSpPr>
        <p:spPr>
          <a:xfrm>
            <a:off x="2830527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B57BE541-0B4C-4238-9D06-4CC1F5084F6E}"/>
              </a:ext>
            </a:extLst>
          </p:cNvPr>
          <p:cNvCxnSpPr>
            <a:cxnSpLocks/>
          </p:cNvCxnSpPr>
          <p:nvPr/>
        </p:nvCxnSpPr>
        <p:spPr>
          <a:xfrm>
            <a:off x="5078479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FD27C7C7-CFDC-40A8-B332-25E5C1CF4FCF}"/>
              </a:ext>
            </a:extLst>
          </p:cNvPr>
          <p:cNvCxnSpPr>
            <a:cxnSpLocks/>
          </p:cNvCxnSpPr>
          <p:nvPr/>
        </p:nvCxnSpPr>
        <p:spPr>
          <a:xfrm>
            <a:off x="582572" y="1664824"/>
            <a:ext cx="0" cy="899206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5B7A24EF-E382-4A90-B761-F8CFBFBA5020}"/>
              </a:ext>
            </a:extLst>
          </p:cNvPr>
          <p:cNvSpPr txBox="1"/>
          <p:nvPr/>
        </p:nvSpPr>
        <p:spPr>
          <a:xfrm>
            <a:off x="239934" y="556354"/>
            <a:ext cx="3605474" cy="3304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How? </a:t>
            </a:r>
            <a:r>
              <a:rPr lang="ko-KR" altLang="en-US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나는 이 일을 어떻게 할 것인가</a:t>
            </a:r>
            <a:r>
              <a:rPr lang="en-US" altLang="ko-KR" sz="1547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?</a:t>
            </a:r>
            <a:endParaRPr lang="ko-KR" altLang="en-US" sz="1547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197ED5D5-B1A8-4E23-918C-6CA32A1426A8}"/>
              </a:ext>
            </a:extLst>
          </p:cNvPr>
          <p:cNvSpPr txBox="1"/>
          <p:nvPr/>
        </p:nvSpPr>
        <p:spPr>
          <a:xfrm>
            <a:off x="621297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9361D832-A440-4E60-A939-215B82AA07D5}"/>
              </a:ext>
            </a:extLst>
          </p:cNvPr>
          <p:cNvSpPr txBox="1"/>
          <p:nvPr/>
        </p:nvSpPr>
        <p:spPr>
          <a:xfrm>
            <a:off x="2871905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D980EBF6-4E6D-4184-A074-656ACE9CBD30}"/>
              </a:ext>
            </a:extLst>
          </p:cNvPr>
          <p:cNvSpPr txBox="1"/>
          <p:nvPr/>
        </p:nvSpPr>
        <p:spPr>
          <a:xfrm>
            <a:off x="5122514" y="1669910"/>
            <a:ext cx="16190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0F75E893-7EC1-477C-BF37-E8340146FE33}"/>
              </a:ext>
            </a:extLst>
          </p:cNvPr>
          <p:cNvSpPr txBox="1"/>
          <p:nvPr/>
        </p:nvSpPr>
        <p:spPr>
          <a:xfrm>
            <a:off x="239940" y="887328"/>
            <a:ext cx="2781531" cy="222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44" dirty="0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내가 해야 하는 </a:t>
            </a:r>
            <a:r>
              <a:rPr lang="ko-KR" altLang="en-US" sz="844">
                <a:solidFill>
                  <a:schemeClr val="bg1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것을 실행하기 위한 계획을 세워 보자</a:t>
            </a:r>
            <a:endParaRPr lang="ko-KR" altLang="en-US" sz="844" dirty="0">
              <a:solidFill>
                <a:schemeClr val="bg1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434BC9EE-AB63-49E8-8E55-F44F86222E39}"/>
              </a:ext>
            </a:extLst>
          </p:cNvPr>
          <p:cNvSpPr/>
          <p:nvPr/>
        </p:nvSpPr>
        <p:spPr>
          <a:xfrm>
            <a:off x="7728172" y="556354"/>
            <a:ext cx="7189342" cy="10100532"/>
          </a:xfrm>
          <a:prstGeom prst="rect">
            <a:avLst/>
          </a:prstGeom>
          <a:noFill/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8E910A45-C6D5-4016-B9FC-3A363D73A2E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3" action="ppaction://hlinksldjump"/>
            <a:extLst>
              <a:ext uri="{FF2B5EF4-FFF2-40B4-BE49-F238E27FC236}">
                <a16:creationId xmlns:a16="http://schemas.microsoft.com/office/drawing/2014/main" id="{A05FC27A-59D9-4FC8-AB61-A45F326F1F33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4C18CADB-B7AD-43D6-A883-63E300809FDF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5" action="ppaction://hlinksldjump"/>
            <a:extLst>
              <a:ext uri="{FF2B5EF4-FFF2-40B4-BE49-F238E27FC236}">
                <a16:creationId xmlns:a16="http://schemas.microsoft.com/office/drawing/2014/main" id="{0BF9C3C4-9CCD-4D4B-ABEA-C86B6E0B0F22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A8131E76-45E6-48E6-B40D-CE1DC22209E5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7" action="ppaction://hlinksldjump"/>
            <a:extLst>
              <a:ext uri="{FF2B5EF4-FFF2-40B4-BE49-F238E27FC236}">
                <a16:creationId xmlns:a16="http://schemas.microsoft.com/office/drawing/2014/main" id="{FC935DE8-4B6F-4D63-90C4-DB7E81E1148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3A13E648-0428-4A6A-9F31-47D7B63C045E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8" action="ppaction://hlinksldjump"/>
            <a:extLst>
              <a:ext uri="{FF2B5EF4-FFF2-40B4-BE49-F238E27FC236}">
                <a16:creationId xmlns:a16="http://schemas.microsoft.com/office/drawing/2014/main" id="{51AC74D9-9A3A-488E-84D9-FB87228A47D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30F6EBF-665E-426C-AF11-3492BC63722B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9" action="ppaction://hlinksldjump"/>
            <a:extLst>
              <a:ext uri="{FF2B5EF4-FFF2-40B4-BE49-F238E27FC236}">
                <a16:creationId xmlns:a16="http://schemas.microsoft.com/office/drawing/2014/main" id="{82FC31B3-A5AD-4474-9F36-44D988E5D5F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8862AE18-90F4-4229-98FA-25C74831B923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463231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1375599-D2CF-4EF9-9FA9-3CB5BE771B2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3104618-96CF-4079-B2B8-1E73931BA8D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77CD9D2-FEE9-41F5-BA80-7FB1D7B0252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3C3B2A7-0CE9-4D10-9C2E-D91199A4BF6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31248043-FD24-478C-BA28-000EA80EE61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85629C10-DEA5-4FBB-B6E9-14C8C06C00AD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44DF8B9B-D053-47B2-89A8-F77F79BF658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0C54B246-9DF1-4796-84F5-196968222F5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83" name="직선 연결선 282">
            <a:extLst>
              <a:ext uri="{FF2B5EF4-FFF2-40B4-BE49-F238E27FC236}">
                <a16:creationId xmlns:a16="http://schemas.microsoft.com/office/drawing/2014/main" id="{01F09CD3-549B-4EE0-B6FC-53A46198965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4" name="그림 2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6C681C6-2B0B-4AE2-BD48-E9DBD7EDE93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5" name="TextBox 284">
            <a:extLst>
              <a:ext uri="{FF2B5EF4-FFF2-40B4-BE49-F238E27FC236}">
                <a16:creationId xmlns:a16="http://schemas.microsoft.com/office/drawing/2014/main" id="{79972F74-49A6-40A7-8E3D-8575DAF4758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86" name="그림 2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BD8770A-D21E-4B1D-87E8-DFBC2077268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7" name="TextBox 286">
            <a:extLst>
              <a:ext uri="{FF2B5EF4-FFF2-40B4-BE49-F238E27FC236}">
                <a16:creationId xmlns:a16="http://schemas.microsoft.com/office/drawing/2014/main" id="{8D475340-7AC0-4DAA-AFB2-081825A827E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88" name="직사각형 2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ECE817F-59EF-4EC2-864B-5C041F45AAC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D4D43140-5AA6-4A2D-8BF2-078BC5DF4B7A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90" name="직사각형 289">
            <a:hlinkClick r:id="rId7" action="ppaction://hlinksldjump"/>
            <a:extLst>
              <a:ext uri="{FF2B5EF4-FFF2-40B4-BE49-F238E27FC236}">
                <a16:creationId xmlns:a16="http://schemas.microsoft.com/office/drawing/2014/main" id="{0153B9C3-AD78-475D-A2FB-DC8B2DAC8A1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37D752A4-F5B4-4DB6-BAE3-0375CF51C22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92" name="직사각형 2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97B7411-E568-48C4-9292-34EF8476B82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358EA9E5-1C35-4762-A3B9-A876C2AA2F0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2515918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E4DEFA5-9193-4A64-8E09-FCB3352A821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A1576BF6-EF47-413A-B4CC-F32076EC340E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2FADB4B-76F5-4F88-9099-081DCF7A1A6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927E51B-3A93-4DE7-8226-1962084F0A0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D3CFF5E-4E4F-413A-AF50-C230CD217F9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188BFCD-2C06-45F3-BDA4-6EB7B467925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677EFCD5-3B43-4F94-AAF9-787CB7376DA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052A3E43-8B6C-4A5E-9DCD-0A1285A7537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6F507199-5752-47AE-85D7-CEE050BD535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3" name="그림 2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7684635-58DD-45D8-8AEF-C807E8FCBBE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4" name="TextBox 273">
            <a:extLst>
              <a:ext uri="{FF2B5EF4-FFF2-40B4-BE49-F238E27FC236}">
                <a16:creationId xmlns:a16="http://schemas.microsoft.com/office/drawing/2014/main" id="{CA101B98-C151-4D36-8A0F-02576349C24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5" name="그림 27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03DB4E2-F00C-463F-BE91-3EA312958C5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6" name="TextBox 275">
            <a:extLst>
              <a:ext uri="{FF2B5EF4-FFF2-40B4-BE49-F238E27FC236}">
                <a16:creationId xmlns:a16="http://schemas.microsoft.com/office/drawing/2014/main" id="{B218D9FB-E1E0-4C42-B174-1E20EC18BF4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7" name="직사각형 27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51BB93E-365E-478A-B43D-CB37B505C0A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67A0CF56-3217-45E4-8393-1C683428E78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9" name="직사각형 278">
            <a:hlinkClick r:id="rId7" action="ppaction://hlinksldjump"/>
            <a:extLst>
              <a:ext uri="{FF2B5EF4-FFF2-40B4-BE49-F238E27FC236}">
                <a16:creationId xmlns:a16="http://schemas.microsoft.com/office/drawing/2014/main" id="{A5FC3C66-82FE-404B-9998-9D74240DBAA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8D96DE9B-0E01-4640-9EFB-6AD3D1F50FD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1" name="직사각형 28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D1D6C2B-98F8-41A1-BE14-2346601C911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5D4568B6-FC81-4889-803B-3225BDE7DB4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6493963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83E5DDD-3054-4A86-8406-DF1D7F28855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68B1425-11D8-47CF-A768-2DCD8224D1F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0E2C568-134E-4845-8333-7A3D153063D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9F1836A-E539-4E6E-8789-DF41279D47AA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D234F90-8EBB-4BBD-BF26-A73155844FE9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71DAFCB-FAD0-453F-9076-6C88C2E4D96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FF8D8C38-4DF0-4FB9-BAA1-3C53F010091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E35199B-FF9E-41E2-A39D-17FAF6F0C53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3A12FAF8-09D0-4DBB-A3AC-FFEC87AAFDC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3" name="그림 2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99C7960-A218-45F5-AC00-7B4E4080FE4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4" name="TextBox 273">
            <a:extLst>
              <a:ext uri="{FF2B5EF4-FFF2-40B4-BE49-F238E27FC236}">
                <a16:creationId xmlns:a16="http://schemas.microsoft.com/office/drawing/2014/main" id="{DBD2DA07-62AE-4325-8DBF-5D213AB92CED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5" name="그림 27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E4410D72-2150-4E13-9BC3-6656D1E18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6" name="TextBox 275">
            <a:extLst>
              <a:ext uri="{FF2B5EF4-FFF2-40B4-BE49-F238E27FC236}">
                <a16:creationId xmlns:a16="http://schemas.microsoft.com/office/drawing/2014/main" id="{5E692851-7C30-4D31-9193-C17C38F74A82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7" name="직사각형 27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8144D5F-08F2-4F83-AC4F-1B8C847F3870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271883E-F18F-42D6-A367-38B54943AB81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9" name="직사각형 278">
            <a:hlinkClick r:id="rId7" action="ppaction://hlinksldjump"/>
            <a:extLst>
              <a:ext uri="{FF2B5EF4-FFF2-40B4-BE49-F238E27FC236}">
                <a16:creationId xmlns:a16="http://schemas.microsoft.com/office/drawing/2014/main" id="{9D7FF548-616C-4AB5-9573-8C56B06598B6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4B6D73F6-0E6E-485A-AC3B-43B9E2387457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1" name="직사각형 28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E7DD6E3-4F0D-4CB5-9523-4B21B9EE24F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B03AC3A4-D073-43B6-ADDD-1906EC12AFEC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4798175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0538C929-ABB4-47DA-8B1B-2BC59F5E2E7F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92072F7-F099-4F42-A22A-3B26781365D4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87BD3E77-73BF-4FB8-BED8-8496194D542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1056A72B-E813-42F3-A377-697D08A64DF5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577271C-E0CD-4280-8EE5-FD3A974F4FE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934B9EB-0353-43A2-8586-32D0F818C88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2372C7AD-6D51-4EF8-8D8D-522968024CF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EA73E34-7F9E-48EB-91F0-FA8D50948D7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80" name="직선 연결선 279">
            <a:extLst>
              <a:ext uri="{FF2B5EF4-FFF2-40B4-BE49-F238E27FC236}">
                <a16:creationId xmlns:a16="http://schemas.microsoft.com/office/drawing/2014/main" id="{00C2CEB7-586A-4F46-B4F2-58FAA49193C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1" name="그림 280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83A38A5-4CBA-466F-A817-6FF9D899983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2" name="TextBox 281">
            <a:extLst>
              <a:ext uri="{FF2B5EF4-FFF2-40B4-BE49-F238E27FC236}">
                <a16:creationId xmlns:a16="http://schemas.microsoft.com/office/drawing/2014/main" id="{584137B8-2F51-48F9-9D9D-271A9767D06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83" name="그림 282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D00EC8C4-06A8-48F7-8EF8-32506A0E12C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4" name="TextBox 283">
            <a:extLst>
              <a:ext uri="{FF2B5EF4-FFF2-40B4-BE49-F238E27FC236}">
                <a16:creationId xmlns:a16="http://schemas.microsoft.com/office/drawing/2014/main" id="{0291CA24-3EAE-47C8-BFC0-FFB88616CDB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85" name="직사각형 284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DD69E51-C12A-4EDB-9046-6D2F5610DD3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3307B38A-EA1F-42F0-9385-806A21AD9E7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7" name="직사각형 286">
            <a:hlinkClick r:id="rId7" action="ppaction://hlinksldjump"/>
            <a:extLst>
              <a:ext uri="{FF2B5EF4-FFF2-40B4-BE49-F238E27FC236}">
                <a16:creationId xmlns:a16="http://schemas.microsoft.com/office/drawing/2014/main" id="{FCEA6BF1-39CD-46E3-81C2-DFF2066089A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620B8947-3514-4CCB-96A9-E0844B266F7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9" name="직사각형 288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1D507A1-75B6-430C-99C2-9593C709D90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720C0013-515B-4621-9B71-056C0A9A75F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94212242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w5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799ACAD0-3023-4F75-8D07-172C596DE4A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5AF23F9-6744-4901-8A84-6DC713A1044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FF061D8-A4FA-487C-B8A3-5F0DC471D83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9DDEE65-CF8A-44E5-815E-7E71C6BFA8E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B6EF35C-F539-4570-AD3D-C77FF6297B7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C08D6DD-1017-44C7-B86D-AE5449C007DE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4EDE16F-5500-4041-8EDC-05509F46D54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8CED272-EC4C-486C-982A-53741E8E448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87A197D9-95E4-4167-901E-FE9DBE8E3AD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6" name="그림 285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7E9CDEA-2741-489E-8046-41B4D38401E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7" name="TextBox 286">
            <a:extLst>
              <a:ext uri="{FF2B5EF4-FFF2-40B4-BE49-F238E27FC236}">
                <a16:creationId xmlns:a16="http://schemas.microsoft.com/office/drawing/2014/main" id="{AFC1A09A-9E5E-4F63-8867-3EF171EA8DFB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88" name="그림 28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01CA3BB-8DF0-465A-943D-C6EA6B4429B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89" name="TextBox 288">
            <a:extLst>
              <a:ext uri="{FF2B5EF4-FFF2-40B4-BE49-F238E27FC236}">
                <a16:creationId xmlns:a16="http://schemas.microsoft.com/office/drawing/2014/main" id="{AA851260-6362-4E27-8CEB-D9F2C17281E5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90" name="직사각형 28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DE5F332-94DD-4706-B8C2-D097FB948AF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B4DCE560-C73E-4076-8242-126A4279135B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92" name="직사각형 291">
            <a:hlinkClick r:id="rId7" action="ppaction://hlinksldjump"/>
            <a:extLst>
              <a:ext uri="{FF2B5EF4-FFF2-40B4-BE49-F238E27FC236}">
                <a16:creationId xmlns:a16="http://schemas.microsoft.com/office/drawing/2014/main" id="{9A4842D3-2362-46A5-83D3-4FBA8B81FF96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C2073CC3-7E51-448E-A710-F7F511F0AAFB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94" name="직사각형 29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3BB2A4A8-6949-4F49-8129-DB044D4A6B3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5483DA07-ABCA-449A-8DA0-6C1004E40EA3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76767388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w6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E310859-70BC-40AA-B411-5D1D5327B43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EC14095-45E8-4028-9D31-4CFF1E05C6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08C3565-AA15-4CE3-8A18-17A1C52EC86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F8ADDB0-16CF-43BA-AE30-689B27A43F9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ED5F5C7-E972-449F-845D-EB6D7DB9832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932D551-2271-4EA3-A92C-CBE529BD11E7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B19185B-0F55-4C61-A847-9F339FBDA2E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C1B57BE5-FC6B-4FB0-ABA7-2D4BA1B82AB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E9CD59DC-AEB9-4776-9485-254B7A673F6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C9B9612F-BF94-4712-9A79-E5C9626F87C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7204D202-23F9-4EB5-8601-25A02B71AA5D}"/>
              </a:ext>
            </a:extLst>
          </p:cNvPr>
          <p:cNvSpPr txBox="1"/>
          <p:nvPr/>
        </p:nvSpPr>
        <p:spPr>
          <a:xfrm>
            <a:off x="18788611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991C3A6-AF16-4D6D-AA5C-9C2D18053E7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685238C3-E5CE-41D8-9535-B7D1E1353FCA}"/>
              </a:ext>
            </a:extLst>
          </p:cNvPr>
          <p:cNvSpPr txBox="1"/>
          <p:nvPr/>
        </p:nvSpPr>
        <p:spPr>
          <a:xfrm>
            <a:off x="19307258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6183BBA-065F-4C54-BB98-2189F2E219E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060D5DB-D959-4D1E-A53D-A7D04BCF3D3C}"/>
              </a:ext>
            </a:extLst>
          </p:cNvPr>
          <p:cNvSpPr txBox="1"/>
          <p:nvPr/>
        </p:nvSpPr>
        <p:spPr>
          <a:xfrm>
            <a:off x="19829157" y="378347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F9F1B272-FCBF-4082-AD6D-59E1B858E34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320AA22-505C-41DE-B8F6-837B0FB18664}"/>
              </a:ext>
            </a:extLst>
          </p:cNvPr>
          <p:cNvSpPr txBox="1"/>
          <p:nvPr/>
        </p:nvSpPr>
        <p:spPr>
          <a:xfrm>
            <a:off x="20815248" y="378347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EB98804-B841-4CCA-8CD6-E48EC4A1B78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AAD73D1F-AC67-480C-9B8E-6ED076A77E14}"/>
              </a:ext>
            </a:extLst>
          </p:cNvPr>
          <p:cNvSpPr txBox="1"/>
          <p:nvPr/>
        </p:nvSpPr>
        <p:spPr>
          <a:xfrm>
            <a:off x="20351056" y="378347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8602081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w7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3331258-BB30-49FE-AEAC-6A7E7398E7DC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B1E6CBD-2FA3-47FF-92C4-C63B4AF779B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8C4B96F-2A52-4338-B422-3B8696462DE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ED95EC5-2E0C-4BC3-8B7E-F107B70F4D17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FFE64A95-70E5-40CD-A9FA-47DB75C9583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37E742D-B839-488B-8096-CA5DD079ACB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A870F97-5D63-4F67-87C1-1A3702D2323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51594A1D-878B-4A05-ACAB-3902311810F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6256C7BC-2804-4A4C-9795-4D7A263ADE2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96926E7-7FB0-4322-A6BC-E44BE4E0833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14C6EF9C-5427-44B4-A918-52DC43FA4A1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21312EC-2AE6-451E-BDFF-5A383B6843B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7C108A83-27C4-447C-87E2-0AE11300040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70A764C-9D63-4AB1-ADF3-863A17AA1B8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BCAB9492-A2E9-4DB4-87C6-2DA8C121747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252A9754-FE63-49A0-8713-92E28DC5F9D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DD92E2DE-5281-40BF-8222-69BF4CD77BE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B0879D0-892A-4E70-92BE-82FF3EA578F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B291C8BD-56FA-4DE1-AA89-49DCA6A7BCE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35433535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w8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73080EC-AB4B-438E-BFFE-CBE88CBD311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EEF74D9-8A38-4F5F-9964-6A94B121922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9BB8025D-EC56-4D61-BF7E-4164B85C314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BF5E8F4-CC0A-4942-ABDD-D6B6393DB0A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6B1F8C1-891C-4F49-9660-DB1D96B57FF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652D714-E003-4026-AD21-0B7D4933ED6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43E0462-C0DF-4A67-8855-199B79E076F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3CBE4B67-958A-490F-9ED9-748AFDCF369F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99A0C35D-5ED5-40DD-B12D-DAA77D69702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18926EE-FCD5-46C0-A498-CA35E8B7212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46BEB9F-2003-4492-B8C5-97FCA3B8553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2B7A230-3947-47B9-82A3-8AC9C8E3675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55CFC786-DFBB-4F75-8F9D-5691A051220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4E62B79-52B6-4D1C-ABF4-0CFD585E9B0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EC704666-C3DA-4826-BBA0-529F2DB9646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0F3026F-DF5A-4566-BB4E-4D45240C6E3F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58E98A15-8234-41D1-A57D-825DAF76FCE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F8134B3-93D2-4767-9870-E8713568E95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E77F6F9D-EA10-4E2B-97B3-9B69BE8AA876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62053901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w9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February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05F55A5-A790-4A4B-A9E4-ADDFFB8D5C8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3BE2131A-224F-4D6A-9982-D245CD535DB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A520C77-B014-465F-A793-549A8C1EDD31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57EB124-DEF0-47CD-A6FF-C54030DB1B5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97DC8C3-47A8-4CEA-B312-7EC11FB8D50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73CCB29-8B00-4BEB-A3AA-96B051D5688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F0180DD-EA58-415C-9E31-869B0F78FE1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7767E400-EB20-4804-A95A-71FFB45E2E6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A15C46C5-A72F-4F89-AD33-ED4287868CB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5207A3C-A707-4847-A541-4DE2183CA6C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11BDE1D6-8C17-46FE-978E-598AF8E5BD9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3143465-1079-4E26-BC70-60A16E99071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8E855BF-BA62-4B05-A0BB-120B5B41ECC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17C1521-D1D3-431D-9BC4-89C648E60CE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D28AAC4-EEAD-495B-AEB9-E3D0A5E59B3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E69AE83-F48C-401B-A4F0-D013664D7A2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13CA9ADC-4935-44E3-AE14-B36AE6F91F1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3C6199DC-54C4-4EE4-8A2F-3A2FBC4C52E5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6B7EAD1F-B5A2-4838-A929-C57AD707CC2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5490451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w10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978DB0D-1EAC-4416-BA10-E8E3963FA89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D8FC5A1-8777-41AD-8355-918D01C90C0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01FC993-341C-482E-A1CD-BA42007BE7C1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F24549B-33A8-4869-907B-EA65F4B23FA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2860C0B-B0CA-4763-B476-0C46E8C3852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B888F75-FFFE-419B-9F6B-7503C489D5F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4898F94-F587-4F95-A562-688A262E853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7ECDED1-1C57-40AC-8DA6-24DAADA0DA4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4789E50D-6DA1-40BF-A024-2C1AD59CEB3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40249A4-31CE-4D8C-85EB-61EFD9168C1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0F636DDC-8FBA-4CFB-B1DF-04B2AC10275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29D9A52-8705-40D2-8549-3ED316E3D03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AD816F8-DE83-4105-885B-C55017658CB2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2AF8E9C-DA6C-4F64-8865-0ECFBA6703F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00EBD8AF-16C8-484B-825F-26584A32611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A3625423-3E4D-4D34-A344-2995CC0B076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4BB8217-5C9E-4EE1-8436-5D9A793DC50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7C1D58B-FD61-4CCF-9AFD-DE858B7624E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46CF3579-4F7E-4F66-96D2-AD63E8CE033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63953082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EA04A41-AC0C-473F-9B5E-B38506F1E68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DC9F34E-15C2-42AC-8D3A-1D5DC4954C7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6FBA56-54EF-43A9-9609-9C47334F7E0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9E2D65E-3CF8-4113-927C-206CBA9D5CF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AFB501B-0AB5-4973-9005-6B3BA322553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1D96B8A-B2A1-4B7E-BAF4-3BD217C1F97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69B0B83-EDB0-4DAC-A90E-734AC806D88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E4633C2-C1DF-4143-A4A8-083A3889F6C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8D98A224-156E-4EC8-A978-1C4CA049845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70254EB-F29C-4034-935A-7503EF3EED9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3BDA65C-05B0-4647-8FF7-1DD779FF552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C4DCD80-2AE7-4133-A2AF-B8B684EBA07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44469565-807A-477D-9832-F92BF4935A6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3447F32-830A-446C-AF52-E9FCAA35925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C2CF230-6D3D-4806-94E7-796BEE30609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CC3D1860-434E-45C6-9C47-C73E60F67FC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F6EA929-9059-45AD-82C2-9811C1C4CC7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328C160-7A55-462E-95FE-B5F43B22FD8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E43EE139-0322-4852-8E63-CCC0AB94751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864094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4D9C0937-62D8-4B85-B0A5-8A155C63E41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2186664-62DE-48C8-B25C-B6D1400FF7E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D7DEF14-06B2-4B54-9051-7258EA8465A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21C8CE1-54D0-4E5F-827E-0F62F4BD4F37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6312931-1B40-4097-A627-3990309D4ED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ED55907-44DE-4F15-85FC-AADCBE14693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0FDF316C-7800-4544-A6CC-7208EB8AC71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02B665A3-BF0E-4F94-8771-0689D27CE5D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272F4BD7-9E0E-4BC4-BDA0-AD7CF4A14CA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054AC90-5044-45A3-B856-55A4E3223C8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922F3B87-F5BC-406E-9A0C-1BF447455AB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116B910-830C-4B48-81E9-304DBD7313C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7F94A68-6093-447D-AEB4-ED779C0F3230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F233202-4C00-40CD-AB28-43D35CC5645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6628E06-075B-4582-BEA9-4D4A68EBA52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10141D6A-6918-4F65-A8B8-5F23832ECC5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04B1132-A694-4F31-8914-EE8AFAE7A87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142D463-F7BA-4F6A-A40A-F4F4854DE74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625571F-3835-4D97-A288-585CF3883F35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0183820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74658A4-292E-4CBA-82D7-1FCED9EBA9E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9A868F6-E5F6-4803-BD51-737296E211A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5A02CACE-699F-4829-9CA9-89BDB29F381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F915B8E-98A6-4A57-8FC2-792B458F828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D3B7E09-EE68-4C68-833F-8078DCCE4CE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662DEDA-2399-45C3-929B-4C1EDE4AEF5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50FEBE8-086A-48EF-AB54-B6EEBEACAEA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B9DA91F0-674D-4135-BEB7-7E2C6C8048CD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BD29ECD6-326E-43FF-A416-043DB719488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A574767-94CC-4ABA-83D0-E7675FD549E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008BEE21-F852-4E5B-B19B-C2D7BCBE753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D819B45-BC64-403D-ABF5-A1BA286D8D9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8D3770D-073B-4822-A0CB-3080422EAD0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C39844C-6336-4880-8895-F04D57E382C2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6BA0A0B-B708-4E60-8D1A-6C07E8313A7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B73DEEE3-4DD2-4758-8D3C-6CF51698363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60A9A680-E6EE-48BF-AD9E-3342E4A4405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841861A-D309-4FB1-89F4-B59F1CAD74A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15692506-5CC4-4AA1-A680-23DEBD32B16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7062327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w14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March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43F37B2-99D8-416C-B77C-2E0D5330C96A}"/>
              </a:ext>
            </a:extLst>
          </p:cNvPr>
          <p:cNvSpPr txBox="1"/>
          <p:nvPr/>
        </p:nvSpPr>
        <p:spPr>
          <a:xfrm>
            <a:off x="114228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871E073-2ED4-4D85-B4BD-FE119694256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A2BE6CD-5364-4C85-8C23-007A94C510C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1E73B91-4A89-4963-9675-F55D2AB0DDE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B4E4CBA-3B95-4640-ABC8-AD33BA747F5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A057D7C-CD61-4CD1-B4DB-85CC01AA791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6E863BA7-EABE-43EE-8E44-4434521455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8C98D79B-2845-4533-B5EA-1B44C87A244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47A0BA0B-4927-40D8-A501-EEADA3BBEC8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621901E8-52B9-411C-A614-3BBA6C120B6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5" name="그림 27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893719D-7F30-4444-B2B3-5BC22CEA918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6" name="TextBox 275">
            <a:extLst>
              <a:ext uri="{FF2B5EF4-FFF2-40B4-BE49-F238E27FC236}">
                <a16:creationId xmlns:a16="http://schemas.microsoft.com/office/drawing/2014/main" id="{2009EEBB-7CC2-4784-9412-73DC8A2A8C4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7" name="그림 276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DF0E2B2-1D58-4FCE-B441-ED443E0BEC2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8" name="TextBox 277">
            <a:extLst>
              <a:ext uri="{FF2B5EF4-FFF2-40B4-BE49-F238E27FC236}">
                <a16:creationId xmlns:a16="http://schemas.microsoft.com/office/drawing/2014/main" id="{D7F8A480-7DAF-4A61-A9BD-2DD79C4ED09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9" name="직사각형 2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B6FE17E-BA06-42C8-BBA5-568EFA494A3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C9863650-FB24-4CB9-8B07-ABAE331C4F3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1" name="직사각형 280">
            <a:hlinkClick r:id="rId7" action="ppaction://hlinksldjump"/>
            <a:extLst>
              <a:ext uri="{FF2B5EF4-FFF2-40B4-BE49-F238E27FC236}">
                <a16:creationId xmlns:a16="http://schemas.microsoft.com/office/drawing/2014/main" id="{27A38359-1C0C-444C-A53B-F8F744F839B2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6B906D5A-AE37-468B-A2EA-CA7FBC18C9A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3" name="직사각형 282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B0D47BF-2A99-45A0-B875-4EE63D556855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4153531-7A73-4F3F-8475-A7ECCCC42D1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84002067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w15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19375B0-5455-4350-B675-9181CE4B077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1C2116D-CFBC-4176-8BDB-65DC4C723C4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77BC844C-9064-4E2B-8053-C68B6B75A4FC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0B902C5-191F-4EEC-B82E-EDB95F30E76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B0C97CDB-980D-4668-9FBC-3FE2A841DE0C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D0D3C12-B0C7-4447-8D95-AFF25DE6B05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2344A3B-F48C-4283-80CA-53B697086C6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735E8D7-1F08-493D-B50B-EFE9CB309DA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2C0E60C7-3866-452D-9241-FEC325CD2334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8BBCD27-5456-47AE-B263-BE48DE7AD7F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7ED5C4E2-91E3-4211-B191-0EF1F679ECD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4D6D72C-EB04-4B17-A38A-D5FDF051DDE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0D17DD0-7BB7-43EE-A477-3F219FBC552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193972E-8852-4112-A541-33010C75530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63CD27E-F19E-4602-84C0-F4BB402403B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1441975B-AC09-4A1F-923B-5523A625B8C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1187CA5C-A7D1-4D51-B7EF-5A45BF302F7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0852BBA-A153-4FC2-86A9-3F9BBDD7F0E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A7E9E99C-A67F-4B32-8CF1-7E8EE6A9696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3588071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w16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CA1778B-E895-4473-B3B2-6B3765CEEDD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F8A8BF4-E40C-4D2C-939F-C1B907296E3A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EB5865A-FE89-450A-963B-07FFA5D7808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78AC8CE-09F2-4293-95BD-45686738335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02029B9-4E43-4A5B-A7C9-F59D4E87792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D62F94A-9466-4553-9BBA-2D2F3F9B3718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C565B06-CA35-45E8-AC6C-9FDE7366089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3637EE36-4DC5-4D6E-9EE2-6E9996BCA6B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782C773C-8E2F-4E27-AF1A-E426CC18C80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CEFE502E-E2CA-40C2-9A6C-DCC893446CA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0FC2417-02BB-4E9B-AC1D-8487EBBD5BE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D0503A34-64CD-4396-98F5-8905638EB34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3322246-8455-4AB6-8929-ADB80097E231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BFBF001-3267-4B6A-8F15-DF21708915A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3F17B21-013D-41DA-AC75-0B7A8347E8E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FA125C0E-D1E1-4053-9B8E-FF2C6AEB51CD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E73A2EC8-3698-4C12-8551-FC0510CDC37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EA26C5F-1BCD-445F-84DB-59801731D63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03E54FEF-0209-45F9-AD03-7F678F58E975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1168348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w17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93019247-63F2-48D5-BBCC-2664F4281BE1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EB3205D-D57C-4CFB-9420-40C9E3643CA5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4B417D4-EE0D-40F4-84A3-E1C5D222691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B67F3BA-32ED-4DFF-88FE-40E1D5491FA0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7D6715E-B48B-4521-96C1-28C86270675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BF4316E-D00D-4C65-A9DF-4CC850335950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FA47473C-45CC-45D1-87E2-CD7B18EB652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EB8C2CF-0A31-4644-8F03-9D603EC9235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20CED4EC-6A3A-437B-B186-9147831F123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610F5D9-7205-4FC2-A644-6F901F078F3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38A092EB-732E-4083-AA88-B718826EEBE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392F591-9C5E-4831-ACB9-5C949F15287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91BCEF37-5DC8-4E5F-BECF-B2D05D679099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8D0CCD9-5BDF-47C7-81FC-4D3E3D9B5DA2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6C315C1-8A88-4EDD-9BCD-747B45308F9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0195BB72-B306-4D0F-8FB7-EF0F3E9A0CC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8A85ECF-5086-40E3-84F9-108D1022B27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000E519-65BE-4E1C-ADB8-34878B7A838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05DF933-EA5C-4922-8E27-A5A16704C99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7034798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w18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April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4EBAC78-59BF-44A4-80E0-FB71CAFD0EE7}"/>
              </a:ext>
            </a:extLst>
          </p:cNvPr>
          <p:cNvSpPr txBox="1"/>
          <p:nvPr/>
        </p:nvSpPr>
        <p:spPr>
          <a:xfrm>
            <a:off x="190091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C232B18-89A1-4F58-96DA-E2FFA31D3CD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07E6944-3036-440B-AAD6-D7D47BDE183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625AD1CD-6419-407A-9D6C-6242633ADD1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60602B7-FDE3-47E4-8991-8D8E75644B0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AEAE1B1-0B57-4124-8188-6FBB83ABDB9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180FBD3C-9964-4F06-B12D-170E81816804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281504DA-1532-44DB-A557-9C6A9243F8E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B1E7BB1-0DEF-4E98-8FC8-B8F2BC7C745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6ACCE89F-2A78-449B-9975-7E9A5BD27E8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5" name="그림 27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8E6FC94-6378-421F-9EE2-3C9569691C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6" name="TextBox 275">
            <a:extLst>
              <a:ext uri="{FF2B5EF4-FFF2-40B4-BE49-F238E27FC236}">
                <a16:creationId xmlns:a16="http://schemas.microsoft.com/office/drawing/2014/main" id="{5D0A1820-A08A-4C23-A449-F4968978DBF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7" name="그림 276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6DB213B-1C85-4182-B6ED-1234FCF7455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8" name="TextBox 277">
            <a:extLst>
              <a:ext uri="{FF2B5EF4-FFF2-40B4-BE49-F238E27FC236}">
                <a16:creationId xmlns:a16="http://schemas.microsoft.com/office/drawing/2014/main" id="{69CA255B-1E39-42D6-B49D-902EC972E126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9" name="직사각형 2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5E67B8F-69A5-49A4-B072-D53E8E3F520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51991FD5-9BBB-485C-B928-73A8A09691E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1" name="직사각형 280">
            <a:hlinkClick r:id="rId7" action="ppaction://hlinksldjump"/>
            <a:extLst>
              <a:ext uri="{FF2B5EF4-FFF2-40B4-BE49-F238E27FC236}">
                <a16:creationId xmlns:a16="http://schemas.microsoft.com/office/drawing/2014/main" id="{201E3D60-64DF-4AD6-A3ED-B68290634ED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2CCED13B-7991-41C7-8A57-7344EE4D6E2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3" name="직사각형 282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FA8C193-9A76-49BA-AF7A-A2484036088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6EA7A70D-2F02-4DE9-93FC-5D54CBCE232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0461006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w19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A9AC75-493B-4833-8F2E-F688123FCB6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B820DA9-70BE-45FE-BC12-A8963CC1439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B411B62-459A-4CDE-80CE-C430CE00027F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93D5FA0-6C67-4EBA-A482-647ECB4090D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F6ECC15-A8DE-48FC-85DE-A7F00C90D734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2CFD6D28-0999-4209-A56E-98839A13436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771DB73-4B85-4026-99AB-7185F08F1BC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03B415D2-B57B-49B7-8664-0F2F0E8843D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EF91D864-6F1A-416F-990A-03520BFA5FD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65CE980-47F0-4AF5-95F7-405FC4E1BFC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313E6771-B207-49CE-B377-F45E98905FDF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EB2ED40-D911-41F9-83A8-5B8C94DBFEF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55F91557-65C7-4A45-9271-0329FD690BE6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DCA6BB8-9C24-4743-B1D3-2604CC68502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F108546-C78C-4A6F-A8FC-6E3E8F58197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7A0768D4-E61C-4D90-84DE-3FD87B63E2F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F5ADC832-C750-4A42-9B1E-1D30CF7EA0A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4996300-7A60-4827-8AB8-B6DA142220A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56DD62F4-CF36-4D10-A4E7-B379D765E31F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4523907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w20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30391146-33FE-44B3-97FA-9DB18046F69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887CFF9-5BC3-4BDE-BB3A-01527BBC03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6D1D27-E14C-4A9C-BC12-D6FD414E26E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A364410-E066-4478-96AA-714294A0054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A925076-DC88-4714-AB86-33568DB058F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3E2BFD6A-E281-435C-B792-C72B6C9C7B81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11FDF7B-F98E-460B-88A6-B277ED7D96A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18B08D25-8930-4B79-94CE-93EED09C42E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C49A45FD-665B-43A5-95D7-2AA6533C068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8FFFDE4-42E3-4415-ABF9-8AD8D6AD262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B2942614-B3B2-44FD-A4D3-1CF126923FC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F5BF5DF-0AD8-4191-8145-3AFFC74E67F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EA09B41-1986-441B-B8D6-6C53DF02957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23ED122-BA73-4544-BCC2-FB75A171947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D3D7D6F-0EE6-431C-B14C-AE154013E8B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48F07658-5D89-46C8-BD39-DAFC2B20E79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463AF6FB-523C-497B-B576-146475A5DB6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C7AD9DC-198F-4936-8EBE-8990C1DA4B05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EB57018-7B32-4654-A5C4-7473E08AF045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45964936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7900793-A6EA-47E9-9F17-E46B0B2220A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6341EE0-62A5-40C0-B655-683CD52FE75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A2E876A2-6510-4CED-B472-3AE29B54E92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F0473F96-1B5E-465C-AAD7-72CC10C3D98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7EB911-0B98-41E5-A8A0-AA451743B2D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0153D1D-4C63-471F-9A4A-0683D3CBA34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7A86E87-16E1-4C71-8490-7C129D88427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89B64A7-C110-4169-9783-66392F70654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C384172A-7D98-4398-AE25-40043012089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3A277A1-ABFD-4418-8558-C52C2A5439A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E968D007-8C06-4BA4-94BD-7D2A53811FA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ACC5322-008B-468B-8A0E-9806EADA933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47BC92EF-7091-4BC3-8080-8B9C233F6DF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551CBB8-960D-4028-B837-6A7CD3CFB00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F071020-A8CD-405E-BFAE-CF52F7EDC84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4E540C1-5362-48E6-8742-450ED5BF304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23BF740-D01B-4F8B-BFD1-315BE8A59DA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C6A0FE8-2BE7-4D2C-968D-DD4B8DC9F84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031436F-D6CB-42EA-9075-9DA64C6E61E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5522951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837CE96-B8CD-442F-98C7-D15C4115729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8CC4DF2-E204-411E-9A5E-B6F8048B2DE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77BDBB1-4954-43E8-BB7A-72E70C36FD9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5AE283E3-9AE5-4503-A238-395915B008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4260D0E-9843-4A36-BD15-603B6E55391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E5D510D-C71B-4460-BA0B-CCB90C1CE99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8D16D38-19E0-4BB9-8FB1-3011E5E64A8C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4AE35297-B0E1-4BB3-9409-47E5A3C95716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92E1A920-A2EC-49A0-A2B0-681B71DDBCC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A05300D-5BAB-4AEA-9262-36771318A15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E6A9850F-BBE9-487C-A2C7-A3A153981673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1EF5700-93D1-4C1B-8C65-41A85934F68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6D7922F-912B-44DD-A0D2-22655048234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807493F-45A9-4BAA-B247-EE613ED824E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EDB0B007-D0A0-4282-B484-8AF39FC4E7F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051A237E-3183-4F80-8E7A-98345186A08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E0E0D815-EE9C-4FD3-95E4-14D4E02E06F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DF7E6A5-D7DD-4EC1-B9C4-050169CC2E5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0E7C8E23-7C6E-454D-9925-978640AD1E8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68827196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6F89CF5-6D33-4EC3-9186-5B5515303E3C}"/>
              </a:ext>
            </a:extLst>
          </p:cNvPr>
          <p:cNvSpPr txBox="1"/>
          <p:nvPr/>
        </p:nvSpPr>
        <p:spPr>
          <a:xfrm>
            <a:off x="387086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1ED4ABA-EA95-4D44-84ED-CCBDF6C1812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A0AC24CC-771C-4E29-B5A7-73E848A6B06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3915E4B-1627-4324-B018-9D23EAC8747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3B00E62-C4AA-4E61-9174-FB0BE0DA1AA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5C9F183-0D39-49CB-BAF4-E2936315FAD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6D566CFC-B270-4B95-9361-990E9E5D750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9E533759-4131-4F61-9376-7EBA9B711BAB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201900EA-8526-4B33-90ED-C44675417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0B1A3081-578D-4423-BBB0-83F4406F7E6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9A868DA-E027-438F-B1A7-89168A71C3F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9CDD42ED-B060-4FB4-94B9-6A55F6115CE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3243EA5-C2AD-4332-ACAE-7AD01832C14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2B96E735-CDA1-46D2-B3AC-93948CA663C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F8B7F85-41EC-4F35-AEF0-71938D67B6F0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D030B36C-A8A4-4769-B876-C072F3F6B9D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4278B563-175C-4F29-8E97-E8FBCC2B848F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5D110D86-C19C-4E97-B127-CCD729E9083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9FBE254-EE94-472D-AF4A-566AC2D6EA4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CA74114B-8935-4961-83DD-9D2A078B846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9623750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w24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F0E8BC1-4779-47E2-AF86-FFE55832483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C2BA4365-F8C0-4D7B-B19D-5120EACADFA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1B60B9A-B81E-4B1F-9A89-1312D0F2C27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C48C860-DF52-4651-BCC9-5C62C804D98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0D0FF6FE-F6B4-45CE-A4BC-371C56FF424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EDAACBC-9FBF-4BE7-BC5B-2A3513753D1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9D8A6E9-565C-4ADA-8DE9-B9508759517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7288090B-5501-4057-8EC4-069D512B919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16DA9E76-D746-4724-B5AA-9184669A106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A396AB3-2C8D-417E-8E44-FA377EC6DFA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4A50058-4DBD-44D9-9710-2E06002D17F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9901870-2F73-48B2-84D8-6BF178685F5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BD2FD11A-DEA8-422C-BEFE-20428BDB949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F3C8EE0-1425-4671-BAA2-98D3D5C376A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76CC8B7-CC2D-4F4F-A580-8C15709BC8D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6655D537-68A7-4B57-AB24-E70841C593A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F3C9BAE6-1B74-461B-A10F-AB89D8D3724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B2B2A7B-EFE3-4747-9C9A-CA0F0EC1781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52DF8CCA-E254-4E87-8C26-B5068953E5A6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22135396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w25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BBAF0A0-0F2E-4689-9F10-3048A51305F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4A23242-3788-4D69-B174-661E7836637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D7FC903-28DB-4E49-A5F6-226B11C638D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77130C7-041B-475D-A6E1-C0CA37A0213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3CDC0779-A6A5-473E-ACDC-877ADECB7ED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33CDF84-1EF7-4539-9CB2-E2D520894A6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0C70FDD-4302-4BDC-B6B1-A13BE7F95375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3DD04BC5-B6F6-4486-BCBB-F47536911C1F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98C377F4-832A-42A4-B35C-265ACE8BE79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6AAC3C5D-9FCB-40FB-B1F8-3DF14DEE67E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6C558CF8-CE23-4CAD-8C4E-4220F7EDFF8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6163AA8-409C-45C5-8E8E-87DF67B8A78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1720EF98-613D-40B6-932F-F04E851FFB39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13897C7-06E8-40B5-8AF9-594A0CC43DF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EA4E9FC-8A2C-4DA4-8189-58BB0B8D42B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2A910826-D521-4F5D-BB17-8B7E5BBB5BB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81888B10-0390-41F3-9715-0C1E9FCBFEC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0662438-58A1-4766-B69F-86C58E69527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51A52947-90AC-48D3-84A7-A39DB0D0BB2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26782170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w26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76C02F45-7BBC-4DC4-A696-6C03B43607A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4BEC03D-8451-48C1-8938-3EEA50BBB749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46A8CCC-F543-462C-A4FF-6EE36B231AF2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821A25B-A4A2-4509-905E-2254D2919C3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5A0FED1-C194-42CC-A28D-940C6EC11FC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8A930FE-6AE1-404F-B4D6-2A38BF693D3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BD396D5-30E8-4D45-98C7-0ED1200FC70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5291D6D4-47B1-4E4C-8CC2-2AA90AEE3E8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B38C6D61-399E-41E5-9688-E80D727A397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ACB0759-2682-4DE0-A2BE-EFFFBAD5A8F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03721ECF-A571-4805-8025-299A8EBDD1F9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7262F84-ACFE-4CDC-BC91-8879B4E1824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91EA09C-D7BC-4008-ABF9-F2C92F7F54E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11AFA98-2BCF-4829-8B6E-702045A73CF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C3C0513D-9892-4549-BE34-400FAA9662C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4CC397B3-E261-486D-A512-87CB3BC3534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8E40D8B6-BED0-4ECD-84F3-B073CA0D03C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125A235-38C0-45A3-B049-B552A50F76C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0B752438-1C7E-4CAB-A059-B46CA0092EE0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7990728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w27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June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3B661BEE-F7CB-4B4A-B2DF-C9FEA519746E}"/>
              </a:ext>
            </a:extLst>
          </p:cNvPr>
          <p:cNvSpPr txBox="1"/>
          <p:nvPr/>
        </p:nvSpPr>
        <p:spPr>
          <a:xfrm>
            <a:off x="1143684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E01F2C3-D520-45F0-AA76-09B9F46F9BD2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C612069-7E15-4A25-9776-77BC77CF1D89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D1176EF-CBA5-4EE9-9A60-9C2C889F89BD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1ABD1C6F-C928-4822-B4CB-01566E68C0F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77BEF8C-D410-464A-BC95-5ECA5171C574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0EF34B62-CCEA-49AA-916C-B36FA73DAF6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E87755E5-902E-4377-972B-6211D1ABEAE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27CD3273-E0CB-4CAE-875A-51C24C76943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CB971238-957F-426B-85B5-EFC70023051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5B24390-5CE4-4B1C-AD1F-F413E74BC5D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067FD218-04FD-47EF-9F13-AC65FC6722A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4F7BB3F-26E4-4E3A-9B7C-58F39419E63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A0887C2B-829A-4FC3-8565-D0A361FDD9B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6C46288-FCBD-43CB-87F6-4BCEB84A194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BEC26783-FC3E-44C3-A3B5-1653D78A037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1A4EFAF9-097A-4D18-A8F7-C3B252856E7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64524CFC-D54F-45AA-BAE6-51D56311055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EB165653-E777-4CCB-A74D-2C122271578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12729B5-A515-4007-9BD1-AE8AAF6F041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41643762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w28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1F15811-B13B-4ACE-8B8B-087FE6AC973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71998AD-144F-4F08-8839-58A9AF4FC3D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CAC8821-8991-47F3-816B-C32198C1BB05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2559CBA-D40F-4131-AE8A-E7D94747566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64FBD253-E823-44F9-820E-55ED285E2C3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194470F9-79C5-4495-807E-5A76CCEA710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D017AE6-57EE-4E4A-B421-28C1F94CA9F5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F63781F4-24D7-46DD-AB50-D60CC765A19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0334AB49-18B9-4149-A2BF-9075FC3764A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8FAAE04-827E-4880-B1F9-053B219ACBD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C96B9BF-D662-49B7-B54C-78C20E9A7B03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C6E078E-D555-461D-9AEE-95EB46E0A7E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9374A75C-AA52-4721-AC50-AA3AD5F06AE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21C0CAA-A643-4A29-8FE9-CA7EDD71B398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EA9012D4-8EE3-44CB-9E8D-89CC2C1916CA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44D30545-C45E-40A7-A0F4-220602E1295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6D4CD6F8-1824-41C5-B0D1-B2424995ADB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57365EF-DF17-4936-90FA-2D49935D60D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9144488-6F43-48F5-9415-E5975BA557F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65650009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w29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E9E904E-2DB2-40C5-B679-85C8ACC80FC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8AADF5D0-E415-4235-B880-9C7A2DFA25DD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9A570EE-F738-4A87-B822-F4009F3E5BF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8E027A2-E8F4-4954-AA2C-FB063E17B7A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94BC637-CAF3-4F22-A382-3E17E2EA449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7897D776-BA06-457C-9810-1A6CDA1861B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BD16E4D-ED81-479E-B9C5-115BE1A8E8E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86130F8-0D49-418D-9875-D2521309080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96AE3BDC-9321-426C-B882-7339A2489D9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ACD098C-1736-4312-A0E8-544852F0B3E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4513ABBE-3A0E-42F8-957C-A6AB02236EA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74789AE-2CC0-4056-9D76-1E05F0E0FFC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9A0D1544-2562-4D8A-A5D6-D226B24AB6C2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F223588-2573-40D4-98B0-0C705B4C680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FD4DD82-A223-4F0D-94FF-C13DE01B3F5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713E871B-AB90-458A-914B-ADA7C232C5BF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69BDF81-CCF3-4CBD-8A8D-5E0D76E606A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5F294C6-DF59-48A2-8471-1ACF891203B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0DD3993F-140C-4C65-86C7-2A13D364D59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9295222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w30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8D8F4468-9336-44BA-AA5A-EB9C94CCC152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D470BE4-7F93-4D40-B299-6ED7095AF6CF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BA075FCE-7BAC-4998-9FD5-E863DBF265E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FE28F0A-C500-4F9C-8EF3-0A4AC9FFE4B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7FB743E-5DD4-4127-88BD-14BD3E713F0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09A4C4D-2FAB-4E0F-91E8-430ED751D01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B3D1E6E-0A95-423C-8D1A-D482BA106EF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B4E695F-3FFA-49C0-8DFD-32E0ED33603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70F4395C-BF1D-4359-A5A2-684DC647E41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1CC0ECB-4F0D-4546-A730-EEA97C0DFD5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73016233-57CF-4A75-B064-780856F4F55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96EA02C-7680-456A-BB40-D46673260E6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7C69368-277C-46A2-8C69-805F4D809AA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DA158B8-896D-433D-A660-22827B45B89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E4BC87A-6E2F-4D00-BEFA-632140E6513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E18F2774-C7A5-428D-B4FB-2EFD855416C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67E5686C-CC27-4192-8EED-C86E61B8F6B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37FFBD3-0F77-4899-AC08-29AE2CCA6B5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96C5039-D635-4809-895A-9D7BE8189E5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2331296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July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424BD41-4B73-40B3-92BC-E75A9639EE93}"/>
              </a:ext>
            </a:extLst>
          </p:cNvPr>
          <p:cNvSpPr txBox="1"/>
          <p:nvPr/>
        </p:nvSpPr>
        <p:spPr>
          <a:xfrm>
            <a:off x="189927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C00677B-6419-4B3B-8A20-3E4CCD06AEB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8942A036-199D-4D82-9A12-A71D84F35648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EAE0BFC-FFE2-4306-9F2B-438012BC3FD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F5F361E-E25D-49D0-8B38-1490F2D5980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E4BF35C-A98F-4DB3-8EB5-9A70177E005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365868B-72CD-4A75-BC58-4AB582D30B6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60C3C89-3B80-4DA7-B27B-DA5DF61001D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C6A7683F-9165-42B5-9873-7064311467E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4CE35BC0-6BC8-49F9-800B-0A9D0776189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486961B-47B9-49C6-AD5E-92CC7580929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C8B5D237-61E0-4E31-9B2E-D3A6429829C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B169390-64C1-42F0-B15D-738B14D64B7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7E5C6646-2DA5-4903-981D-D84C79DBB99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09D264A-7E53-4400-AA94-ED72E2E7CEB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490402E8-18E1-4A96-BD58-1CA81C0E019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50EA24F7-180E-4291-AD54-2842A2B494B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B3691FB-C735-40FB-B78F-BC7DCF8878E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FE84589-EF35-4A65-B7FB-314FD933B98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9CE37D08-2B94-4F32-85C0-F142BC90D6E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75277230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EB32A7D-2A18-4500-BFA4-59AD79F21F4A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4BA5E1CB-7A6D-4479-A35C-E697232A5597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172974EC-3C35-4CFE-9FD6-3238D85D6207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E410481-39E0-4D16-A41E-FCDB2536AF9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2E06D4-A3BA-4D97-968C-95A5047C4525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9065D92-9446-432D-ADAC-6868CA40AE2B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694A763-895C-49D7-BAE0-0AB07862CA2E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75AD6F3-7614-43BE-9CF0-8E29E8838093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016206D8-A05A-461F-9FE6-6140C895333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3CAEAB6-7073-4CDF-A3EC-EA7FE272347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FC0163CE-F701-4C88-8BED-1D5E7BB541F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626D066-BF67-481D-9729-F84FBDC24A8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64A6B0E-FB81-45DC-8919-D1736F26D7D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5A7B7FB-79FC-47D5-A06A-90C07013EC7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2F7BE726-10C6-4F17-98BE-5A5CD5F6673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3DBB4BFA-5BF2-47FD-BE2C-6D1F1E6772F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55562751-D780-4B59-AB40-D806FC6CA33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B6C2394-A9CE-4CB1-9334-8CAEA3277DC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67A8BC3C-1F13-4656-816F-7C117B903820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79171628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E6A87BEF-FA2F-4D10-89F8-EE5949363A78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51B3712-1FEC-413E-A12C-8F60161F77B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B05B075-00AD-4647-851B-8E27ED22BBB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99D8FDE-DCFE-4584-BE9A-EE23303A7B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F169BCF-4F60-40AC-8E0F-B6002B3BA32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3EEBDBA-E88A-4350-892C-272B046824B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FBD059F-FA5C-4AF8-BB13-9F42051E476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1A3550E-0EB6-4E7E-A406-440C7E3BB47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7D74F2E8-09FA-4318-9579-F60F49F43D4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9068F9A-FA60-4323-91DB-A8A094A7FAE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E1AEDE97-A47D-4A48-BB76-DAAD7AAC09A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A512546-A1CD-4963-B9AE-E3A7AC547E2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F765BB03-785B-4BF5-8B9E-58659E25D7D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C0C27F6-6057-4BD7-9616-C24E22434AD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18A34A6-9BCE-4911-AE99-4C32EC5AAEBA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858B3947-88B5-4C06-A222-3874884C551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F4FA5AF-4113-4693-B6B6-CF456DEC553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A2940B8-FC9F-4096-87B8-957F51052E1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AE7F0745-D9E3-4041-928C-7C3EE8A8F86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52157979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w34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195B9892-87DB-4C3F-9BC0-E0081DD26BDF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81F52E9-E43E-43D5-A17D-2A0A50AA707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6398BFD-DBB7-42ED-9F56-9099F64372A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25592A8-84FC-4C55-8494-E1577FE69BB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CB9E04E-E8AC-489B-8C7F-ED65642A82A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BF67656C-7B78-41CF-9227-0B9C8B645D4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9CC2A751-B2DE-4CBE-B91C-336ADB17D4DC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781C2385-B95A-4ECF-A8A2-3502B1DF0CA6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337DBF7D-2A0D-461B-ABCC-BE71F969D3A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1214C9D-2BCC-4F81-BE9A-573EDC8BFAC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8496E9E8-0262-471D-B00F-8D5782CF68C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48AB19B-8C09-41C3-BCA4-9E0AB125C18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6562A2DE-CFF6-44A5-B7C3-EEE5604F9DE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89A7DD9-E25D-4369-A9C5-81B0A88437A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60F175B-4A01-4C0F-9EEB-AC259384DFD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F8317382-20D7-45B3-A7C6-4200FA2BF4D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8453E85A-BC1C-4DFF-AFDD-9527C045C2C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8B8284B-2060-46AB-8211-B05DD6E7755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7901990-CE0D-42DB-9E6C-8B0516CD617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87102957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w35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B6CADC5D-ABBA-4420-AAFB-9A610DFCD7E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60B907F-AF02-41A7-83E5-9BF7F7A0CFF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6A65063-FCA3-49D4-95CD-AA2E71EEF22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7FA704E-A76E-4585-B6EB-4A191F86B3C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385578B-77D0-4D66-8010-B3DF8FFCE7D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6D2D71B2-CFD3-4B62-8037-1AF861D11E01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8DA0D90-8A9F-4D03-879D-2B31135FCD8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13C89462-4461-40D9-8404-EE2530937CC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D3803AE3-7476-4B14-92E2-9C854E3CF144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BC07997-8568-401B-8A8D-B4A1EA3A67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C6425DA2-BC52-464A-BA1F-54DD77454CF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905C981-083C-483B-90CC-D71130A9588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26101B4-F86D-467F-BFC0-6AD478E328B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B98D122-FDD6-452D-B859-92D2FEB3831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C03169B-0574-4D41-AF43-8475180EB43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E104B180-D556-49E9-AEAA-DCE9E38946A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DBC6B9F-1AD1-405A-A291-53136115593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356A134-01C3-4955-B44F-299C9B8AE34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4437F4E6-0E72-4D23-870E-4F1642FC4EC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11668922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w36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August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B02E86C-8EE4-42CF-99F7-8A6E0B2D2518}"/>
              </a:ext>
            </a:extLst>
          </p:cNvPr>
          <p:cNvSpPr txBox="1"/>
          <p:nvPr/>
        </p:nvSpPr>
        <p:spPr>
          <a:xfrm>
            <a:off x="7668076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14B26B28-90B5-4C70-9151-DB11FB64C823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88DB630-223A-4A38-8ACA-40A88C8D87A8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63740CA-D87E-4619-A2F7-6D7765449D3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B7B365F-3E68-4DCC-8DB7-11E9970252F5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AC334428-40B9-48BA-8FFB-3EEAF212CBE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94D034C-FC2B-47B4-9781-A0288AD801D6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CDCF9E5B-E6AB-4284-B8C0-43481F31E74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9198A5F6-A704-422D-90BA-5C1CA7DCD8E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047996DA-1454-4B36-A2CE-C52E2FDA628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9D391F7-2248-47E6-9ABF-0266BE27791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1F1C4E5-22C5-4DDC-99C5-00E94539F7B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956A813-3198-4C23-8E36-F296DC7FB88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CD10CF0C-AD48-4B3B-8B85-595DC3484F1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B705DEE-E0DB-46FD-BEBD-0967B19555F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B11D61D9-66E8-47EC-868F-143D7E3BA28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D92D485D-EDC6-4503-98AE-D1775EB4017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ED2F098F-303B-49F3-9FD9-D3E76D6997C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098AE65-76BD-4952-B04F-AD273528F1C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257854BA-FAED-4ADC-BCE1-9681A375FC2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91862561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w37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5602133-745A-4FDC-BF10-A509F1B152C6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98EB897-7D1F-4E9D-96AA-B7AB079820F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64FE962-2077-4612-899D-830C7DBB676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CE52D489-A71B-4EDC-B75C-0384B42AC199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F80DAA5-C4FF-4538-A72D-D27BC1FA7149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175F0AA-1ACF-4FF7-9B8D-925073C1F2EA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FBC66BA0-2647-4351-9137-E16F06FD93F4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BF48E98-8F79-42F4-9469-0FB1FD3B89E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F0AB960B-DEE8-45FE-AE38-8F8BF363548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A5882AB-152C-4896-B8FD-210815D9121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1BFA553C-062F-4D6B-BD20-9E24F51BA10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5F7FF64-4131-4FC4-AD64-869F0D5A93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233715A-0EED-461B-A0EA-3FF6C2C63DF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B466222-5C73-4E1C-B419-29B12E84A7D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99377349-DB74-4BE4-94EE-86BEA77CCA6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DB4FB915-6551-4BD9-9F8C-7A60DA84045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39D709D5-243A-48EF-B9E9-CE0208DF202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1754AC8-AA5B-48CA-846D-126C43EC049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BB55A4B8-9D02-4F48-A7D1-4523166572A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71200907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w38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5D9184-29B5-405B-A5D7-275A9BB422A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A31B545-0E50-4F90-8DF5-002996C00743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2129FC13-408D-4D06-B350-6406FCEF203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A2A4BF0-68C1-4B46-9D62-DBE7629F7826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45491E9-75AB-45C5-90D2-8B7012625A01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303828C5-884F-4F75-B5C2-A3B8D712E68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BF392957-02D6-41C3-9729-09B55D1F08B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543CAAE-6481-4318-894F-35D31F23A59F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479954DD-C2A8-49CF-AC67-245D1DF3559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E342A54-31EE-431E-B79A-F699C04F430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8885E965-9752-4A63-B140-E8E82708A76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D16B653-9D55-4048-A9F8-23501805DCE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654B7B6-9F2E-40DE-8D6A-03E4B5DA851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3C382AC-41CA-4BB6-89FE-90EBEEEE420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9513B48-BF73-4587-B924-34ED05DB684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8C2B2EDA-6B39-42A6-AD32-3F188465144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BB824786-4A2F-4EF2-B3D3-0A82740F549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89E7227-6FF5-47F3-92B9-BF6E6A2B895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802CB28-3560-4AB2-89BF-7435A09057E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42485698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w39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E4E66531-E33A-4F01-83B2-875E148BF01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7F9B1F2-9153-400D-8C94-4553197EF346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95AE2F3-8B1D-441D-BB93-B8FEBA671249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3D35C89-AA06-4CDE-88FF-D8621DD69523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E85E6DE-E683-4E14-BD3B-B9EC156AE1AA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601043C-AA79-4044-8D8E-7F56DFD25EF0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851158DC-8971-459D-984C-25ABE953D07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54391655-8F1F-46EA-85EB-F44A32384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7DC30235-44B6-4883-9CD5-CC2978FBAF9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A0DFF87-6968-492D-9E77-C1DE4BB114B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7A2432DD-4637-41FF-A188-2D55DC3CA6E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1072D5C-8A10-4DF7-91D3-8D69E28B412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7F306CF7-5D08-490C-8676-01D120748A19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32432B6-3D88-440B-912A-E6BAD47814F2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0BEC77D-27EA-4072-962F-3E1B8FC563D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35EFDAE-7EE4-4C2F-B760-8432C528BA7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25019D07-80B2-4F01-8553-359B7BDF19E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F5B9655-B027-41F0-B4AA-E4E60205E64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D906934-503E-4EB1-B5D5-D4F304C6184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2391984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00B0F0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rgbClr val="00B0F0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w40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September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rgbClr val="00B0F0"/>
                </a:solidFill>
                <a:latin typeface="nanum"/>
                <a:ea typeface="NanumGothic" panose="020D0604000000000000"/>
              </a:rPr>
              <a:t>금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569CF15-5026-4186-941B-FB8F35D5C6B9}"/>
              </a:ext>
            </a:extLst>
          </p:cNvPr>
          <p:cNvSpPr txBox="1"/>
          <p:nvPr/>
        </p:nvSpPr>
        <p:spPr>
          <a:xfrm>
            <a:off x="152198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36EFCF6-BDB9-4C29-A343-19E8A215054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655CAE3-4889-4FD6-872D-F47C4EFD731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5235100-E1F6-44B5-AAB9-1DC5BD0A02B8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B92A369-B4A8-4632-9CD7-30886B1F8EB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32E4DCD-8D79-4C3C-8A6A-EF94257DDC2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E499EA59-D578-444B-9CE7-0B69D3D9192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3121A336-E43F-4015-9E3F-FF8D14D293BD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7035DDD7-6593-41C6-BE5F-E702ABACBD12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2703C170-21E4-48FE-B323-12CA127A3D7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1E5AD33-C9DB-4D2F-A37E-3061E93792A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F71349B9-347B-4B3C-BD37-C28AADAAA559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E353D27-C964-47DC-90ED-024B6A71FFE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83530AB6-70AD-4FBC-B7FE-9BF58F016AA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317D6B7-3407-4145-B9F1-A1AAB30DF1A8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F2726EA2-0239-4764-B476-C319B83877E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DBD90E42-5263-4481-B0B3-731484B5045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BFD34AF6-D9E5-48C0-92F2-996A7163D76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9FD0247-5885-465B-8692-4393190C654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E0F10E5A-1F25-48EB-804E-857978776736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69721861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ACEC4D3-4677-433B-9C86-4BFF6AC5DC3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F96A51C4-28CA-49CC-AA54-BA0BC6E74B9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F276991-AB11-48FB-AF77-CD82E19776DE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7C482967-8F6D-4FF6-9628-F677B229100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A009851-3B9D-4721-94C2-09808ACF6B46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BA3871F-ECCE-48D0-B2A7-803997FD8BB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CDA8A526-8094-4DF2-B43E-B71EDF469C01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4F75EDE-B129-4E7A-86E1-DB0DBBB0511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0C103F93-845E-47A1-B740-0E0D2350ED8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66DDFD1B-4390-4F27-BA14-D15BD6309E2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9F1493E6-7AB9-491C-8AAD-0D3BC9E6BFA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EACD4375-4B93-4B22-88D0-C10B0B20D38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9E1C0DE-EB6D-4195-A091-B5B5FBEAC21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F2A7231-FE84-4841-BF1B-F740C4E7C76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7DA26150-0A40-434A-89D0-2FAFE6991A8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32BD33FB-D613-4B21-A876-FBA3C9A6762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6EB7880C-E499-48C5-AD2D-930F41BDD05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B372B6E-2235-4386-B659-7495E8D9F5E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2347E3B-AB01-49D1-BF35-486A0071B1F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97193326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7C4D9FC0-366B-4E55-B64E-D5502C2D28C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129C64D-797B-492B-BAC3-2CFC6AB5E44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A9C326C-F470-4725-8C46-E6382FBF295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8823D5D-949A-49E5-A6D5-7A8E0EFEB02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4C3CE2E-50AF-4F7A-83F2-78EC5EBC3D2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C43C0E9-2C9E-40CD-96CF-84678B4005E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B26FE1A-F47A-4317-A5C3-B054355186C2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5E92D722-9C31-4D5B-88B6-7C6FD66C8B67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08121008-E32E-4860-8AF0-42B3C9DA3EC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3EABFBC-AB68-4981-A8C3-46C39CC1A76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D27BE0FE-3B52-4823-8A3E-405E99D4358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A7C02F6-D7B8-48A3-86BD-90E436BF82A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4E413B03-150D-46BC-A1ED-5EB5363CE1E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E3E067E-D06D-4407-9FB7-B94298D6844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0A3EB6FE-707D-4052-A710-9654C8B603E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1BEB8F8F-1AC6-45C7-89A3-63C39BF8725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18CA687-8D07-43E5-AB8D-D62D95A915B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4B78229-653A-48D7-8545-42CB35BE9D1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B83973A1-2C77-42D7-98B7-E8B675A11E2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970002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21F43D8-1811-4517-ACB7-8B27F51799F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2AFADAA-9C4B-4305-B1B6-72D8C997F52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92E55D4-3414-4860-9534-D1B4A60AAF7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9C5EA45E-52D9-4530-83A2-719B2E2E125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76E28235-9877-45FC-859E-6CA91A99228B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D05B9A7-7312-4076-AC76-B0C7E19CA5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01BA7B83-5E27-4890-9592-AA6EF7D7C8E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4F42CBDB-6A79-474C-A9FE-657F355BD1D6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D40AD931-084D-458D-862D-CE2BFDD138F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3B5F757-B0B2-40DE-B6C6-55E3C8EB63C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8CF83D91-9091-41EB-87AF-A360F7C231C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2CBB985-78B9-4BB5-8583-6E04A110E4D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92360461-215C-42C9-B4CC-91F63993367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2CF9E6D-23D3-4F25-837F-8DD5E914369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420A4A5-ACB9-4D0A-8FDF-7776E225A83B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10F92D44-1F79-4B28-995C-1ECABA9DB10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5A79279-1DE3-49DD-9DB5-668C6AD025A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B8842F8-8232-4904-936A-8398F4DC69B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CDEF0CB-DDE8-4B78-938A-72234CCB4F60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5124521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w44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October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017C738-73E5-4582-850C-6F84A3AEE5A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1C5DA81-1D40-4092-AD78-FBB0A33051D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12AD503-DE7B-4288-A123-F40A1788F68D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4B30A5D4-2461-4373-AE4A-87ED52960D24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BF660B0-A557-4B14-AE0A-B4DE646B4ADF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480B2A26-57A8-48A6-9ACB-7DCFDE5B72C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82CDCAA-AF37-4B59-8C5E-436D7168193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3830A716-9EED-42F7-8733-761D5571F36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AB36A8E5-3828-4C2B-839A-A89E9B1092E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F0CE37D-E7DA-40D7-8883-CD9A695812F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BA5E2FA2-E057-467C-BCB2-15E4E561C4F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7E7657D-4166-4B6F-ACD1-C0C1BB83EB0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A232810A-5736-4472-9922-44C6091914C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B4F5A83-2093-4918-9C8F-66C2AA396C9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8BC0203-FA89-4610-8ABC-2F084890B67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DA3CB058-4503-427E-823D-3FF9187C3F8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27A576-CEC1-41DE-B452-6EB74CE906E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F7D137B-B6A5-4E7A-BBDD-EE485DD2D4E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2CFFB9E-707B-4978-826F-B9F6FE30A49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33389247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w45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980A6B51-4128-4C32-A4B5-45069F91E6AD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E1E800DF-F512-4DE9-A48E-40D271DDC244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776299B8-C80C-45D5-A715-FD567E8F57A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DF387105-CF1E-4F5B-BA6F-A19DAAE2025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44B04B2-FAF9-4B59-818D-43EE7671B9A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C88A4D1A-6A10-4379-8333-8816117BFA8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7EE16D9F-253F-472E-9C94-A841B0CA5A67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562DF112-9646-4C93-8329-EF07ED2E9A6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DB901D24-A3E2-4E31-B855-531F15B7FA6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DDA6F75-BACF-4781-8B5B-7635D80DDED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6CE8531D-9F5D-42C6-BD19-709DEB12E4B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D9E8641E-827B-486A-96BA-33E59971596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4162AA10-8B17-4298-A218-66DFB861232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839D56D-E9DB-4848-A250-658E269655A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77A3AB5-98E8-424B-BE36-25F5179DFA4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DCE01EA6-D794-449A-AE6B-07359322308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FB59143-56A4-4DBE-8D55-94177C2CB37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709123B-AA54-455C-95BE-F5928A1BE19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5D7175EC-BAE5-40EB-87FE-7EF7C8003C3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364967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w46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B2C0D06-7C9E-4880-947E-4FD1FA27CFDB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5905372-4FAB-4699-8ED5-DE3781933FC0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3EA0092-B998-40B6-89B5-9380FB0EF18A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96D7ACE-7156-4451-A4C1-9283ED44FEEF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6D81B5C-82C7-444B-B3DE-7C41AB381170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424BE899-E19D-430F-8D6F-6C0EE9F4FA39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64901A8-14F5-4962-AD09-7BF64447DF0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08B2CEF-2237-42CA-B1B5-3F54A675476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204731C2-0F28-4AAA-8460-29C14ECB7B2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683CA68-1F26-47C4-A38A-92B01FC3703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EA272AC0-A3E3-468F-BDD1-C3939FB7143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A1EB754-B8C6-49A1-9DCD-45A36C47BC1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B7F354BC-A827-4448-90BC-08499D051BC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802C7C7-04C0-4D16-8E1C-49146366D51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82F2366-7AAB-46DB-A70C-496637EC2A2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8CFE3CD1-F4A9-419C-95F3-EA93A9B3142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EB7EDCE6-0A5B-47EA-8F1F-C8BD723F7DC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E533235-DEAD-465E-B482-3711A355DE0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456FFDE1-74E8-4C54-A13E-2E898CD5F77F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20776705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w47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5F7806D0-CDA9-4083-BF4E-CBF1A4FE2F27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A814C770-20D0-49F1-8798-32D438E9E11B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861B8B3A-E7E3-41AA-B31A-1E0D06CEE44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F17F05C-7719-4702-9738-E498641488F1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92A28283-FB9D-45D9-A8DD-1B4324E78675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D080D69F-A80D-4F62-BA53-949ABB074BFD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32F31BB7-B8D2-42EA-841D-9C9C1CD7AA03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731A16A4-0380-4088-AD41-44292397783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15FF4DEC-48BC-4077-B764-3665745D328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197EF4A-1928-43C3-B0C6-D38661BBCB8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2B104DF6-FAE8-4D19-92E9-9E7A7D6FD97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0063F9A-02BB-4CF7-8E2B-00B2A32CD8E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3CAA0CF8-468E-45A1-B241-134FD7E59211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28BC8D4-D718-4FC7-8BE4-1F13322C386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EC0E9B4D-4185-4366-818D-5187F109A62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4989E42-C360-4351-B763-74FE6E541D4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8D489423-13F2-4888-B491-1EF6517E6F1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81CE9A7-6389-4711-A492-1DC2151E072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06A9F58B-451C-473A-A9F5-ED17703FC82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5552917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w48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462B335-0583-4E28-AF76-8BC313058170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DE8E2DC1-FB08-486F-B6BD-1A70BF80B7CC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DAAD05E-7A1D-4507-BC8D-B0CC7F6B808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B56E89FE-6025-4C60-B251-98D37FFF0C08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ADFE397F-0FC6-4958-8780-ECF7BC52EBC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F0DD006-0DDB-4479-8FF8-52241429AE8F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4B2241C-9C60-4134-B078-49083DE82379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447512B-AF87-49B2-84E6-5C12AB29167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9907BAC9-8742-4AF0-BFE8-277C50352C8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77DD686-CC38-4523-882E-8C6034A69B4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76459AC7-AF98-4C07-B271-CE9C41DEB4D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D76229A-BA83-49E9-B72C-192D6015A27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5749A187-28A1-4EDC-B382-7BA09EB6A03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74847CB-8920-4DF7-B534-6CA408218CA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294ACFE-F2B2-497A-82AD-9B1134E2732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701DEC38-C2B1-4E0D-83CB-89D828D5083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3DBC4861-D3FF-48D7-B4A4-A39CC7E64FB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79C8800-D891-4278-9902-CD03E5EFCB3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748E3834-AB4D-4940-B2B3-C6151373CF0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43321641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4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w49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November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42FA9C83-4907-4455-AABC-6C199CF02433}"/>
              </a:ext>
            </a:extLst>
          </p:cNvPr>
          <p:cNvSpPr txBox="1"/>
          <p:nvPr/>
        </p:nvSpPr>
        <p:spPr>
          <a:xfrm>
            <a:off x="7653855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417AA745-6B41-4492-9746-15327A4A19D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7331270-8AF3-4189-B450-EB9BD97AA58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DDE5149F-3262-49C0-98F1-D8BC5DB611A3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FA20AC08-A963-4E0B-9415-33D497422E19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286F704-1096-4280-BDE3-5123F4309AE8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94F5A5A3-D0BE-477C-9511-1215EB4AFED5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7E5F0510-3991-49BB-B84C-5123F054ECB8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ED1D10EC-B6CC-4747-B4C0-7DA204897C9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3" name="직선 연결선 272">
            <a:extLst>
              <a:ext uri="{FF2B5EF4-FFF2-40B4-BE49-F238E27FC236}">
                <a16:creationId xmlns:a16="http://schemas.microsoft.com/office/drawing/2014/main" id="{9A6EE778-2AE2-478D-BBC3-8857597576E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4" name="그림 27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BECC283-3FF2-485A-B81C-7ED767AA0A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CC57AF5B-C5AD-4BDC-927E-20299B95513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6" name="그림 2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52666B3-8D22-46F7-BFA1-6971F672FF5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7" name="TextBox 276">
            <a:extLst>
              <a:ext uri="{FF2B5EF4-FFF2-40B4-BE49-F238E27FC236}">
                <a16:creationId xmlns:a16="http://schemas.microsoft.com/office/drawing/2014/main" id="{516054B8-536D-4A92-A00B-023DCD0B508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8" name="직사각형 2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9F34959-2DF3-4193-ACF1-55F78A43892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22D869AC-228B-44B6-B38A-BD06D270E7A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0" name="직사각형 279">
            <a:hlinkClick r:id="rId7" action="ppaction://hlinksldjump"/>
            <a:extLst>
              <a:ext uri="{FF2B5EF4-FFF2-40B4-BE49-F238E27FC236}">
                <a16:creationId xmlns:a16="http://schemas.microsoft.com/office/drawing/2014/main" id="{693EEEB5-3D2C-43E2-A991-CEF992CD070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E274D41F-DF6A-48EE-9398-FC1B547F849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2" name="직사각형 2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EF487593-9EC1-40FE-88CD-31F9C5F9961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08EE508-405E-4E74-AB09-510CFE9CF3D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9556595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w50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F19466BE-4F1A-4F0C-956F-CE571451D8C5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51FE34A-1190-4BFA-9161-DFE326A7A22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6DEFA050-C78B-4CD6-B4FF-177F41AAC495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663FE3A2-70B8-47D9-8826-5C77F68F3BB2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C14D39F-3D59-41F3-9C5B-792C2C17863E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E9D8C2B4-98D2-49CB-BDC5-B73C38B69932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B424497-7CD7-4556-81B4-0AB7E08F7DCA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F102F618-3F81-4F23-B300-1FB4DA8A1C38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3DD55B47-77C9-4D93-9D3B-46EB7CD3748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8DE4005-C3EC-441B-906E-707D1E2C5B2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54262238-9B33-4631-8F51-EF6D1E3E799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8E2344E-4A70-4011-9D66-AAA668C6718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D3D6E802-AAC8-485F-80A1-7830E22F38F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9771473-8A0A-4D95-AB90-12F5F4354E2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7964C6A-E717-483A-9234-DF70B2311B3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385CD228-6CEE-4FDB-AD77-1D5CEDC01CB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F8F6AF7D-80B1-442C-8757-7813DD0BB60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7895B88-F5EB-4479-B2DA-B4FA371D599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7251DF5-407E-4618-A1FD-06A362791B6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6328363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15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16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18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19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w51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7D743EC-08E1-44C9-A806-7A31519EB079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48C0172-5B8A-4A2A-84D9-B50CFAAE597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FA1818D5-8D61-451C-9BDB-3DE2E7DBCE1B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9CB335E-2AA5-4263-87DE-64B543DBD8C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E917D72B-1E6E-435F-8C12-A87F69971247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5A9AE21C-FF02-4B9B-AB6D-00EFEA5D4E5C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5C7DBAB1-E190-406D-AFEA-18439EFA5B90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BCE2C98-BE0C-4B03-A59D-7964E58C5E90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257761F7-09F8-4DDB-B3F9-A490A9C4332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CD4F6B4-B945-4415-9B65-DF1A644D3F8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D54A2DF0-9D0D-49F4-94EC-5E3B1D1A80D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8C192E2-2209-4BE9-94C0-A7EA9E7A837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658D360A-C9F8-463F-8F79-0CD5C1C8F67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F2C90B4-8A00-44A8-BC40-2E191EDB6A5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D5FE467B-812D-4645-A143-FDF7023087C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9E60C91E-3D45-4F64-8510-4FE40203ABF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3C0502C8-7C83-4C90-B191-32877E4B7BF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9A8051E-99D0-461F-ABC6-DECA766FC950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C07B1E0-3612-405B-A910-827B3EF3E94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4703250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22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23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24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25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26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w52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77D5A44-A4B7-4D5E-A0EC-A7900E8703EE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791718BA-8F9A-485C-BBBB-0217273C7162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E0EC6BF-3A98-45A9-A3D3-B993332847A0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97CEE03-F892-4F1B-97FE-4F25B4E93B2C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8D39223-2B2A-455E-8544-104FBD09522D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7AE6442-B73A-409B-B07A-E0D61A98C46E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6E163E3A-DDCF-4CA4-84FE-E63BB35384BF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754EA24-0EA4-4C32-A742-069F36C5FDF1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E4E35697-6E98-48F7-9E58-C4C56A42790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2" name="그림 27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50DF1D9-BA37-4308-85BA-93366508A45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3" name="TextBox 272">
            <a:extLst>
              <a:ext uri="{FF2B5EF4-FFF2-40B4-BE49-F238E27FC236}">
                <a16:creationId xmlns:a16="http://schemas.microsoft.com/office/drawing/2014/main" id="{4CE55EC3-3608-4EE3-923F-2A287EC01AB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4" name="그림 27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7BFED0E-871C-4585-89E4-CC11325B942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5" name="TextBox 274">
            <a:extLst>
              <a:ext uri="{FF2B5EF4-FFF2-40B4-BE49-F238E27FC236}">
                <a16:creationId xmlns:a16="http://schemas.microsoft.com/office/drawing/2014/main" id="{BD2DF87E-3927-494F-B1CE-18F784564FA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6" name="직사각형 27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4D6C7A4-41D0-4D47-BF3D-0B71E0E2C0F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334F17F2-AFE1-40E4-A703-350042D8860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78" name="직사각형 277">
            <a:hlinkClick r:id="rId7" action="ppaction://hlinksldjump"/>
            <a:extLst>
              <a:ext uri="{FF2B5EF4-FFF2-40B4-BE49-F238E27FC236}">
                <a16:creationId xmlns:a16="http://schemas.microsoft.com/office/drawing/2014/main" id="{69543F83-7FC8-45E5-BC23-CA589DEE8E8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3C34422-19AB-4366-B317-9C203ACCD03B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0" name="직사각형 27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B073AD3-8CB3-4737-932F-99885C2CB0A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947079A-1489-45B9-B113-D532AC5C9F1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20141794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E36DDCA-1DB6-40C8-BE1F-9C4F6599F181}"/>
              </a:ext>
            </a:extLst>
          </p:cNvPr>
          <p:cNvCxnSpPr>
            <a:cxnSpLocks/>
          </p:cNvCxnSpPr>
          <p:nvPr/>
        </p:nvCxnSpPr>
        <p:spPr>
          <a:xfrm>
            <a:off x="8787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BCC8872-7B1D-4A6E-862C-ECAB1E02B8F5}"/>
              </a:ext>
            </a:extLst>
          </p:cNvPr>
          <p:cNvCxnSpPr>
            <a:cxnSpLocks/>
          </p:cNvCxnSpPr>
          <p:nvPr/>
        </p:nvCxnSpPr>
        <p:spPr>
          <a:xfrm>
            <a:off x="8787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CDDC3D97-D4D3-4E5A-BFAA-C124695249FD}"/>
              </a:ext>
            </a:extLst>
          </p:cNvPr>
          <p:cNvCxnSpPr>
            <a:cxnSpLocks/>
          </p:cNvCxnSpPr>
          <p:nvPr/>
        </p:nvCxnSpPr>
        <p:spPr>
          <a:xfrm>
            <a:off x="8787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7A6844D4-D7E9-40FE-9BC1-AF47A97EB88E}"/>
              </a:ext>
            </a:extLst>
          </p:cNvPr>
          <p:cNvCxnSpPr>
            <a:cxnSpLocks/>
          </p:cNvCxnSpPr>
          <p:nvPr/>
        </p:nvCxnSpPr>
        <p:spPr>
          <a:xfrm>
            <a:off x="8787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39BE1160-459F-42B5-9891-772523F3C02A}"/>
              </a:ext>
            </a:extLst>
          </p:cNvPr>
          <p:cNvCxnSpPr>
            <a:cxnSpLocks/>
          </p:cNvCxnSpPr>
          <p:nvPr/>
        </p:nvCxnSpPr>
        <p:spPr>
          <a:xfrm>
            <a:off x="8787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15851F-956E-4649-8921-376833F6AB78}"/>
              </a:ext>
            </a:extLst>
          </p:cNvPr>
          <p:cNvCxnSpPr>
            <a:cxnSpLocks/>
          </p:cNvCxnSpPr>
          <p:nvPr/>
        </p:nvCxnSpPr>
        <p:spPr>
          <a:xfrm>
            <a:off x="8787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83D64E97-C725-4F80-A351-5F69045D4263}"/>
              </a:ext>
            </a:extLst>
          </p:cNvPr>
          <p:cNvCxnSpPr>
            <a:cxnSpLocks/>
          </p:cNvCxnSpPr>
          <p:nvPr/>
        </p:nvCxnSpPr>
        <p:spPr>
          <a:xfrm>
            <a:off x="8787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7BFFBFA-EC09-423A-ABFA-C89B9CEDAB25}"/>
              </a:ext>
            </a:extLst>
          </p:cNvPr>
          <p:cNvCxnSpPr>
            <a:cxnSpLocks/>
          </p:cNvCxnSpPr>
          <p:nvPr/>
        </p:nvCxnSpPr>
        <p:spPr>
          <a:xfrm>
            <a:off x="8787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04E24E9-AA7D-4393-BA7B-59AC176ADC4C}"/>
              </a:ext>
            </a:extLst>
          </p:cNvPr>
          <p:cNvCxnSpPr>
            <a:cxnSpLocks/>
          </p:cNvCxnSpPr>
          <p:nvPr/>
        </p:nvCxnSpPr>
        <p:spPr>
          <a:xfrm>
            <a:off x="8787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6934B56F-ABE0-4E3E-B546-950344927DE5}"/>
              </a:ext>
            </a:extLst>
          </p:cNvPr>
          <p:cNvCxnSpPr>
            <a:cxnSpLocks/>
          </p:cNvCxnSpPr>
          <p:nvPr/>
        </p:nvCxnSpPr>
        <p:spPr>
          <a:xfrm>
            <a:off x="8787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4A3496DF-42C0-445F-AB4B-3C8BFAAA15B6}"/>
              </a:ext>
            </a:extLst>
          </p:cNvPr>
          <p:cNvCxnSpPr>
            <a:cxnSpLocks/>
          </p:cNvCxnSpPr>
          <p:nvPr/>
        </p:nvCxnSpPr>
        <p:spPr>
          <a:xfrm>
            <a:off x="8787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72057B9-F7CE-4B84-AE18-13420897CEAF}"/>
              </a:ext>
            </a:extLst>
          </p:cNvPr>
          <p:cNvCxnSpPr>
            <a:cxnSpLocks/>
          </p:cNvCxnSpPr>
          <p:nvPr/>
        </p:nvCxnSpPr>
        <p:spPr>
          <a:xfrm>
            <a:off x="8787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CDF68AE8-E456-4011-ADFC-1851ED078979}"/>
              </a:ext>
            </a:extLst>
          </p:cNvPr>
          <p:cNvCxnSpPr>
            <a:cxnSpLocks/>
          </p:cNvCxnSpPr>
          <p:nvPr/>
        </p:nvCxnSpPr>
        <p:spPr>
          <a:xfrm>
            <a:off x="8787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FA04B36-E0B8-4874-920B-7C12A0C8859F}"/>
              </a:ext>
            </a:extLst>
          </p:cNvPr>
          <p:cNvSpPr/>
          <p:nvPr/>
        </p:nvSpPr>
        <p:spPr>
          <a:xfrm>
            <a:off x="8787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FB8815A-61A4-4397-B08B-2A0A449E5240}"/>
              </a:ext>
            </a:extLst>
          </p:cNvPr>
          <p:cNvSpPr/>
          <p:nvPr/>
        </p:nvSpPr>
        <p:spPr>
          <a:xfrm>
            <a:off x="8787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8A5EA49-D0F3-4D13-8B14-B8027EA77B5E}"/>
              </a:ext>
            </a:extLst>
          </p:cNvPr>
          <p:cNvSpPr/>
          <p:nvPr/>
        </p:nvSpPr>
        <p:spPr>
          <a:xfrm>
            <a:off x="8787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3308FC1-1C63-4E2B-B80B-BCEF6C9E2A90}"/>
              </a:ext>
            </a:extLst>
          </p:cNvPr>
          <p:cNvSpPr/>
          <p:nvPr/>
        </p:nvSpPr>
        <p:spPr>
          <a:xfrm>
            <a:off x="8787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C1E24DC-5289-48DF-AF4A-33701EF1E9C3}"/>
              </a:ext>
            </a:extLst>
          </p:cNvPr>
          <p:cNvSpPr/>
          <p:nvPr/>
        </p:nvSpPr>
        <p:spPr>
          <a:xfrm>
            <a:off x="8787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6F64BE5-A628-4497-A20F-B1DEDCDFE892}"/>
              </a:ext>
            </a:extLst>
          </p:cNvPr>
          <p:cNvSpPr/>
          <p:nvPr/>
        </p:nvSpPr>
        <p:spPr>
          <a:xfrm>
            <a:off x="8787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C4572D5-D986-4587-AEBD-915B713C3E6E}"/>
              </a:ext>
            </a:extLst>
          </p:cNvPr>
          <p:cNvSpPr/>
          <p:nvPr/>
        </p:nvSpPr>
        <p:spPr>
          <a:xfrm>
            <a:off x="8787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EBFC0C-6F5D-4BCC-B5B3-E66F07265F85}"/>
              </a:ext>
            </a:extLst>
          </p:cNvPr>
          <p:cNvSpPr/>
          <p:nvPr/>
        </p:nvSpPr>
        <p:spPr>
          <a:xfrm>
            <a:off x="8787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9C83DD-3D77-432E-A825-2901B523A80F}"/>
              </a:ext>
            </a:extLst>
          </p:cNvPr>
          <p:cNvSpPr/>
          <p:nvPr/>
        </p:nvSpPr>
        <p:spPr>
          <a:xfrm>
            <a:off x="8787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0CFD8EDB-3B23-494C-8D78-4D9409F4CADA}"/>
              </a:ext>
            </a:extLst>
          </p:cNvPr>
          <p:cNvSpPr/>
          <p:nvPr/>
        </p:nvSpPr>
        <p:spPr>
          <a:xfrm>
            <a:off x="8787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B520835-6012-4985-860A-C1AB74387405}"/>
              </a:ext>
            </a:extLst>
          </p:cNvPr>
          <p:cNvSpPr/>
          <p:nvPr/>
        </p:nvSpPr>
        <p:spPr>
          <a:xfrm>
            <a:off x="8787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9F62EEE9-21BE-4298-9301-E9008479FC6E}"/>
              </a:ext>
            </a:extLst>
          </p:cNvPr>
          <p:cNvCxnSpPr>
            <a:cxnSpLocks/>
          </p:cNvCxnSpPr>
          <p:nvPr/>
        </p:nvCxnSpPr>
        <p:spPr>
          <a:xfrm>
            <a:off x="8787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0456B81-5B0A-4BC5-9410-BD933B495FDA}"/>
              </a:ext>
            </a:extLst>
          </p:cNvPr>
          <p:cNvSpPr/>
          <p:nvPr/>
        </p:nvSpPr>
        <p:spPr>
          <a:xfrm>
            <a:off x="8787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8EABE0-5DC1-4E15-993A-464CD6385277}"/>
              </a:ext>
            </a:extLst>
          </p:cNvPr>
          <p:cNvSpPr txBox="1"/>
          <p:nvPr/>
        </p:nvSpPr>
        <p:spPr>
          <a:xfrm>
            <a:off x="8787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27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FF345-7063-4EE0-BE37-B181FBC7C2C9}"/>
              </a:ext>
            </a:extLst>
          </p:cNvPr>
          <p:cNvSpPr/>
          <p:nvPr/>
        </p:nvSpPr>
        <p:spPr>
          <a:xfrm>
            <a:off x="71438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A9026E8F-21A8-4BD8-8B13-C62DA51016DE}"/>
              </a:ext>
            </a:extLst>
          </p:cNvPr>
          <p:cNvCxnSpPr>
            <a:cxnSpLocks/>
          </p:cNvCxnSpPr>
          <p:nvPr/>
        </p:nvCxnSpPr>
        <p:spPr>
          <a:xfrm>
            <a:off x="387086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6614FB92-21F1-4DED-8040-82CCF26E01B0}"/>
              </a:ext>
            </a:extLst>
          </p:cNvPr>
          <p:cNvCxnSpPr>
            <a:cxnSpLocks/>
          </p:cNvCxnSpPr>
          <p:nvPr/>
        </p:nvCxnSpPr>
        <p:spPr>
          <a:xfrm>
            <a:off x="387086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32F6766E-25E6-4829-9D4F-1207F6168C34}"/>
              </a:ext>
            </a:extLst>
          </p:cNvPr>
          <p:cNvCxnSpPr>
            <a:cxnSpLocks/>
          </p:cNvCxnSpPr>
          <p:nvPr/>
        </p:nvCxnSpPr>
        <p:spPr>
          <a:xfrm>
            <a:off x="387086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45938566-E798-4E84-9646-D2B13BAC2159}"/>
              </a:ext>
            </a:extLst>
          </p:cNvPr>
          <p:cNvCxnSpPr>
            <a:cxnSpLocks/>
          </p:cNvCxnSpPr>
          <p:nvPr/>
        </p:nvCxnSpPr>
        <p:spPr>
          <a:xfrm>
            <a:off x="387086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0B140458-5296-4477-9F5B-D8B42ACB33E5}"/>
              </a:ext>
            </a:extLst>
          </p:cNvPr>
          <p:cNvCxnSpPr>
            <a:cxnSpLocks/>
          </p:cNvCxnSpPr>
          <p:nvPr/>
        </p:nvCxnSpPr>
        <p:spPr>
          <a:xfrm>
            <a:off x="387086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8B1FE8FB-96B0-44FA-9A03-4FB673822842}"/>
              </a:ext>
            </a:extLst>
          </p:cNvPr>
          <p:cNvCxnSpPr>
            <a:cxnSpLocks/>
          </p:cNvCxnSpPr>
          <p:nvPr/>
        </p:nvCxnSpPr>
        <p:spPr>
          <a:xfrm>
            <a:off x="387086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237DC8C-6748-4191-B67E-75769800225C}"/>
              </a:ext>
            </a:extLst>
          </p:cNvPr>
          <p:cNvCxnSpPr>
            <a:cxnSpLocks/>
          </p:cNvCxnSpPr>
          <p:nvPr/>
        </p:nvCxnSpPr>
        <p:spPr>
          <a:xfrm>
            <a:off x="387086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77AAA84F-1940-4E04-AF5B-376BBFC8F831}"/>
              </a:ext>
            </a:extLst>
          </p:cNvPr>
          <p:cNvCxnSpPr>
            <a:cxnSpLocks/>
          </p:cNvCxnSpPr>
          <p:nvPr/>
        </p:nvCxnSpPr>
        <p:spPr>
          <a:xfrm>
            <a:off x="387086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0E6B9A3-C26A-4F19-80F2-8BA474B54BAE}"/>
              </a:ext>
            </a:extLst>
          </p:cNvPr>
          <p:cNvCxnSpPr>
            <a:cxnSpLocks/>
          </p:cNvCxnSpPr>
          <p:nvPr/>
        </p:nvCxnSpPr>
        <p:spPr>
          <a:xfrm>
            <a:off x="387086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748F701-1A31-44E1-8961-3008C54F151D}"/>
              </a:ext>
            </a:extLst>
          </p:cNvPr>
          <p:cNvCxnSpPr>
            <a:cxnSpLocks/>
          </p:cNvCxnSpPr>
          <p:nvPr/>
        </p:nvCxnSpPr>
        <p:spPr>
          <a:xfrm>
            <a:off x="387086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C54E740A-9700-493C-A94B-430992C8ED34}"/>
              </a:ext>
            </a:extLst>
          </p:cNvPr>
          <p:cNvCxnSpPr>
            <a:cxnSpLocks/>
          </p:cNvCxnSpPr>
          <p:nvPr/>
        </p:nvCxnSpPr>
        <p:spPr>
          <a:xfrm>
            <a:off x="387086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DF74DB89-346B-40A5-BF64-FB54F1D48ADD}"/>
              </a:ext>
            </a:extLst>
          </p:cNvPr>
          <p:cNvCxnSpPr>
            <a:cxnSpLocks/>
          </p:cNvCxnSpPr>
          <p:nvPr/>
        </p:nvCxnSpPr>
        <p:spPr>
          <a:xfrm>
            <a:off x="387086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95808A84-6044-432D-AA43-D9F4B4E7B4D2}"/>
              </a:ext>
            </a:extLst>
          </p:cNvPr>
          <p:cNvCxnSpPr>
            <a:cxnSpLocks/>
          </p:cNvCxnSpPr>
          <p:nvPr/>
        </p:nvCxnSpPr>
        <p:spPr>
          <a:xfrm>
            <a:off x="387086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2BF00AB-F852-4466-8202-7F208C71A115}"/>
              </a:ext>
            </a:extLst>
          </p:cNvPr>
          <p:cNvSpPr/>
          <p:nvPr/>
        </p:nvSpPr>
        <p:spPr>
          <a:xfrm>
            <a:off x="387086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EF2F00-7BA8-4353-B812-DC4F171A3E53}"/>
              </a:ext>
            </a:extLst>
          </p:cNvPr>
          <p:cNvSpPr/>
          <p:nvPr/>
        </p:nvSpPr>
        <p:spPr>
          <a:xfrm>
            <a:off x="387086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12622E9-354B-4AD3-85F5-A4DC266EF324}"/>
              </a:ext>
            </a:extLst>
          </p:cNvPr>
          <p:cNvSpPr/>
          <p:nvPr/>
        </p:nvSpPr>
        <p:spPr>
          <a:xfrm>
            <a:off x="387086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845724F-68DB-4CCD-B790-AA4BF98A7038}"/>
              </a:ext>
            </a:extLst>
          </p:cNvPr>
          <p:cNvSpPr/>
          <p:nvPr/>
        </p:nvSpPr>
        <p:spPr>
          <a:xfrm>
            <a:off x="387086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92053730-837A-4B70-9D47-45A7D730DF39}"/>
              </a:ext>
            </a:extLst>
          </p:cNvPr>
          <p:cNvSpPr/>
          <p:nvPr/>
        </p:nvSpPr>
        <p:spPr>
          <a:xfrm>
            <a:off x="387086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C5EBBC3-B129-4AB8-95E9-954E046D43FB}"/>
              </a:ext>
            </a:extLst>
          </p:cNvPr>
          <p:cNvSpPr/>
          <p:nvPr/>
        </p:nvSpPr>
        <p:spPr>
          <a:xfrm>
            <a:off x="387086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1F0CD5A2-5E21-4EC9-A454-33B02D6A5F57}"/>
              </a:ext>
            </a:extLst>
          </p:cNvPr>
          <p:cNvSpPr/>
          <p:nvPr/>
        </p:nvSpPr>
        <p:spPr>
          <a:xfrm>
            <a:off x="387086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92D9F1D-C5D1-4CAD-9381-93B97A776DBE}"/>
              </a:ext>
            </a:extLst>
          </p:cNvPr>
          <p:cNvSpPr/>
          <p:nvPr/>
        </p:nvSpPr>
        <p:spPr>
          <a:xfrm>
            <a:off x="387086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AFBF54B-C86E-4E95-A639-2AD615982EC3}"/>
              </a:ext>
            </a:extLst>
          </p:cNvPr>
          <p:cNvSpPr/>
          <p:nvPr/>
        </p:nvSpPr>
        <p:spPr>
          <a:xfrm>
            <a:off x="387086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C64AA2C-107A-4E19-9390-E62184254E10}"/>
              </a:ext>
            </a:extLst>
          </p:cNvPr>
          <p:cNvSpPr/>
          <p:nvPr/>
        </p:nvSpPr>
        <p:spPr>
          <a:xfrm>
            <a:off x="387086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B79DCF5-E8FF-4604-B411-E3484B65B944}"/>
              </a:ext>
            </a:extLst>
          </p:cNvPr>
          <p:cNvSpPr/>
          <p:nvPr/>
        </p:nvSpPr>
        <p:spPr>
          <a:xfrm>
            <a:off x="387086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0D32EB0C-0FB9-4A40-AE49-818BF755B173}"/>
              </a:ext>
            </a:extLst>
          </p:cNvPr>
          <p:cNvCxnSpPr>
            <a:cxnSpLocks/>
          </p:cNvCxnSpPr>
          <p:nvPr/>
        </p:nvCxnSpPr>
        <p:spPr>
          <a:xfrm>
            <a:off x="387086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E599216-9E94-4CD1-921B-0605D9CB5494}"/>
              </a:ext>
            </a:extLst>
          </p:cNvPr>
          <p:cNvSpPr/>
          <p:nvPr/>
        </p:nvSpPr>
        <p:spPr>
          <a:xfrm>
            <a:off x="387086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BB06B3-8020-4AF8-867B-EA336823BFF8}"/>
              </a:ext>
            </a:extLst>
          </p:cNvPr>
          <p:cNvSpPr txBox="1"/>
          <p:nvPr/>
        </p:nvSpPr>
        <p:spPr>
          <a:xfrm>
            <a:off x="387086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28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592D5F44-F710-43A4-B660-8B321D9CCAA0}"/>
              </a:ext>
            </a:extLst>
          </p:cNvPr>
          <p:cNvSpPr/>
          <p:nvPr/>
        </p:nvSpPr>
        <p:spPr>
          <a:xfrm>
            <a:off x="387086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F422A9F-8811-4F99-BCD1-E6AE2B43DE02}"/>
              </a:ext>
            </a:extLst>
          </p:cNvPr>
          <p:cNvCxnSpPr>
            <a:cxnSpLocks/>
          </p:cNvCxnSpPr>
          <p:nvPr/>
        </p:nvCxnSpPr>
        <p:spPr>
          <a:xfrm>
            <a:off x="765385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1E3F2E6A-A9C9-4FE6-A6E0-3E60A830ABA3}"/>
              </a:ext>
            </a:extLst>
          </p:cNvPr>
          <p:cNvCxnSpPr>
            <a:cxnSpLocks/>
          </p:cNvCxnSpPr>
          <p:nvPr/>
        </p:nvCxnSpPr>
        <p:spPr>
          <a:xfrm>
            <a:off x="765385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1627A1B2-8625-45A8-8F10-1ED83B8AE14E}"/>
              </a:ext>
            </a:extLst>
          </p:cNvPr>
          <p:cNvCxnSpPr>
            <a:cxnSpLocks/>
          </p:cNvCxnSpPr>
          <p:nvPr/>
        </p:nvCxnSpPr>
        <p:spPr>
          <a:xfrm>
            <a:off x="765385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FB00E9A4-E8FC-42E3-A37F-587A26361F72}"/>
              </a:ext>
            </a:extLst>
          </p:cNvPr>
          <p:cNvCxnSpPr>
            <a:cxnSpLocks/>
          </p:cNvCxnSpPr>
          <p:nvPr/>
        </p:nvCxnSpPr>
        <p:spPr>
          <a:xfrm>
            <a:off x="765385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CCEEC17-12AE-42BF-A204-620D78E3873F}"/>
              </a:ext>
            </a:extLst>
          </p:cNvPr>
          <p:cNvCxnSpPr>
            <a:cxnSpLocks/>
          </p:cNvCxnSpPr>
          <p:nvPr/>
        </p:nvCxnSpPr>
        <p:spPr>
          <a:xfrm>
            <a:off x="765385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0B41AFFE-3245-4B4E-A425-0CECFE5CB8CF}"/>
              </a:ext>
            </a:extLst>
          </p:cNvPr>
          <p:cNvCxnSpPr>
            <a:cxnSpLocks/>
          </p:cNvCxnSpPr>
          <p:nvPr/>
        </p:nvCxnSpPr>
        <p:spPr>
          <a:xfrm>
            <a:off x="765385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61FE0B09-3B02-4BBB-A4FA-87AE2BF0DC3E}"/>
              </a:ext>
            </a:extLst>
          </p:cNvPr>
          <p:cNvCxnSpPr>
            <a:cxnSpLocks/>
          </p:cNvCxnSpPr>
          <p:nvPr/>
        </p:nvCxnSpPr>
        <p:spPr>
          <a:xfrm>
            <a:off x="765385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E2177CFE-636A-48A5-917D-EB1A23D2F38B}"/>
              </a:ext>
            </a:extLst>
          </p:cNvPr>
          <p:cNvCxnSpPr>
            <a:cxnSpLocks/>
          </p:cNvCxnSpPr>
          <p:nvPr/>
        </p:nvCxnSpPr>
        <p:spPr>
          <a:xfrm>
            <a:off x="765385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280505-FDD9-4650-8091-071FCDB16CC5}"/>
              </a:ext>
            </a:extLst>
          </p:cNvPr>
          <p:cNvCxnSpPr>
            <a:cxnSpLocks/>
          </p:cNvCxnSpPr>
          <p:nvPr/>
        </p:nvCxnSpPr>
        <p:spPr>
          <a:xfrm>
            <a:off x="765385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DF5FF71D-A72A-4DB7-AA27-B48E0DE2A7F6}"/>
              </a:ext>
            </a:extLst>
          </p:cNvPr>
          <p:cNvCxnSpPr>
            <a:cxnSpLocks/>
          </p:cNvCxnSpPr>
          <p:nvPr/>
        </p:nvCxnSpPr>
        <p:spPr>
          <a:xfrm>
            <a:off x="765385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21ADA395-15CB-4223-8222-28673E3B2B55}"/>
              </a:ext>
            </a:extLst>
          </p:cNvPr>
          <p:cNvCxnSpPr>
            <a:cxnSpLocks/>
          </p:cNvCxnSpPr>
          <p:nvPr/>
        </p:nvCxnSpPr>
        <p:spPr>
          <a:xfrm>
            <a:off x="765385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5C19F480-4624-454F-BFED-4A52EA5937D4}"/>
              </a:ext>
            </a:extLst>
          </p:cNvPr>
          <p:cNvCxnSpPr>
            <a:cxnSpLocks/>
          </p:cNvCxnSpPr>
          <p:nvPr/>
        </p:nvCxnSpPr>
        <p:spPr>
          <a:xfrm>
            <a:off x="765385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4D05A32-878D-43AB-B6E0-210712FF856C}"/>
              </a:ext>
            </a:extLst>
          </p:cNvPr>
          <p:cNvCxnSpPr>
            <a:cxnSpLocks/>
          </p:cNvCxnSpPr>
          <p:nvPr/>
        </p:nvCxnSpPr>
        <p:spPr>
          <a:xfrm>
            <a:off x="765385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1B8CDDF1-3ADF-4AA1-BD25-373500935458}"/>
              </a:ext>
            </a:extLst>
          </p:cNvPr>
          <p:cNvSpPr/>
          <p:nvPr/>
        </p:nvSpPr>
        <p:spPr>
          <a:xfrm>
            <a:off x="765385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79535A0-2932-44D2-86F7-16EC1891640E}"/>
              </a:ext>
            </a:extLst>
          </p:cNvPr>
          <p:cNvSpPr/>
          <p:nvPr/>
        </p:nvSpPr>
        <p:spPr>
          <a:xfrm>
            <a:off x="765385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1FD79FB-EC1B-45C2-958D-6188EDD71D46}"/>
              </a:ext>
            </a:extLst>
          </p:cNvPr>
          <p:cNvSpPr/>
          <p:nvPr/>
        </p:nvSpPr>
        <p:spPr>
          <a:xfrm>
            <a:off x="765385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786618E3-7457-4F53-BFBC-B5A2A3A2D43B}"/>
              </a:ext>
            </a:extLst>
          </p:cNvPr>
          <p:cNvSpPr/>
          <p:nvPr/>
        </p:nvSpPr>
        <p:spPr>
          <a:xfrm>
            <a:off x="765385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0954411-2CAF-49FB-B55B-252BE55EFBCF}"/>
              </a:ext>
            </a:extLst>
          </p:cNvPr>
          <p:cNvSpPr/>
          <p:nvPr/>
        </p:nvSpPr>
        <p:spPr>
          <a:xfrm>
            <a:off x="765385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782353-166D-47D6-A875-E38ED76EA523}"/>
              </a:ext>
            </a:extLst>
          </p:cNvPr>
          <p:cNvSpPr/>
          <p:nvPr/>
        </p:nvSpPr>
        <p:spPr>
          <a:xfrm>
            <a:off x="765385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CF6D83F-9463-4618-911B-C51BBDE9247D}"/>
              </a:ext>
            </a:extLst>
          </p:cNvPr>
          <p:cNvSpPr/>
          <p:nvPr/>
        </p:nvSpPr>
        <p:spPr>
          <a:xfrm>
            <a:off x="765385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F63DB210-F50F-40C5-BD98-235B414998C6}"/>
              </a:ext>
            </a:extLst>
          </p:cNvPr>
          <p:cNvSpPr/>
          <p:nvPr/>
        </p:nvSpPr>
        <p:spPr>
          <a:xfrm>
            <a:off x="765385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BCED6FA-ED2E-4424-AEE9-A1E5809D37B5}"/>
              </a:ext>
            </a:extLst>
          </p:cNvPr>
          <p:cNvSpPr/>
          <p:nvPr/>
        </p:nvSpPr>
        <p:spPr>
          <a:xfrm>
            <a:off x="765385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52890BD-13EE-4847-9ABB-3884959C1A40}"/>
              </a:ext>
            </a:extLst>
          </p:cNvPr>
          <p:cNvSpPr/>
          <p:nvPr/>
        </p:nvSpPr>
        <p:spPr>
          <a:xfrm>
            <a:off x="765385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28FA14F-E1EA-491C-BF9F-FA3CD8DCB0CB}"/>
              </a:ext>
            </a:extLst>
          </p:cNvPr>
          <p:cNvSpPr/>
          <p:nvPr/>
        </p:nvSpPr>
        <p:spPr>
          <a:xfrm>
            <a:off x="765385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41D7FA51-7107-4D93-A5BD-352FE9F37F2E}"/>
              </a:ext>
            </a:extLst>
          </p:cNvPr>
          <p:cNvCxnSpPr>
            <a:cxnSpLocks/>
          </p:cNvCxnSpPr>
          <p:nvPr/>
        </p:nvCxnSpPr>
        <p:spPr>
          <a:xfrm>
            <a:off x="765385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9E098CB-9211-49C4-9CAC-068CFFE842D0}"/>
              </a:ext>
            </a:extLst>
          </p:cNvPr>
          <p:cNvSpPr/>
          <p:nvPr/>
        </p:nvSpPr>
        <p:spPr>
          <a:xfrm>
            <a:off x="765385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0175F70-6C93-44A0-AB67-502708A51DCF}"/>
              </a:ext>
            </a:extLst>
          </p:cNvPr>
          <p:cNvSpPr txBox="1"/>
          <p:nvPr/>
        </p:nvSpPr>
        <p:spPr>
          <a:xfrm>
            <a:off x="765385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29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6BCBD5E-2478-4881-8DB2-47AD4EDAB5C3}"/>
              </a:ext>
            </a:extLst>
          </p:cNvPr>
          <p:cNvSpPr/>
          <p:nvPr/>
        </p:nvSpPr>
        <p:spPr>
          <a:xfrm>
            <a:off x="765385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E696CC0-FD81-4CCD-A353-2316EF30A54F}"/>
              </a:ext>
            </a:extLst>
          </p:cNvPr>
          <p:cNvCxnSpPr>
            <a:cxnSpLocks/>
          </p:cNvCxnSpPr>
          <p:nvPr/>
        </p:nvCxnSpPr>
        <p:spPr>
          <a:xfrm>
            <a:off x="1143684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4C315919-7587-42D7-BE6A-814233726CF5}"/>
              </a:ext>
            </a:extLst>
          </p:cNvPr>
          <p:cNvCxnSpPr>
            <a:cxnSpLocks/>
          </p:cNvCxnSpPr>
          <p:nvPr/>
        </p:nvCxnSpPr>
        <p:spPr>
          <a:xfrm>
            <a:off x="1143684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8C1DB38C-BD7B-4BE0-A38D-05DD88B48CD1}"/>
              </a:ext>
            </a:extLst>
          </p:cNvPr>
          <p:cNvCxnSpPr>
            <a:cxnSpLocks/>
          </p:cNvCxnSpPr>
          <p:nvPr/>
        </p:nvCxnSpPr>
        <p:spPr>
          <a:xfrm>
            <a:off x="1143684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AFAA208E-2677-428B-837E-2333DD7B8901}"/>
              </a:ext>
            </a:extLst>
          </p:cNvPr>
          <p:cNvCxnSpPr>
            <a:cxnSpLocks/>
          </p:cNvCxnSpPr>
          <p:nvPr/>
        </p:nvCxnSpPr>
        <p:spPr>
          <a:xfrm>
            <a:off x="1143684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FFB2D8B8-5BEE-4C76-9369-6DEE7A8E9FE1}"/>
              </a:ext>
            </a:extLst>
          </p:cNvPr>
          <p:cNvCxnSpPr>
            <a:cxnSpLocks/>
          </p:cNvCxnSpPr>
          <p:nvPr/>
        </p:nvCxnSpPr>
        <p:spPr>
          <a:xfrm>
            <a:off x="1143684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986B629-2EE9-4A58-AAA7-671154C508EF}"/>
              </a:ext>
            </a:extLst>
          </p:cNvPr>
          <p:cNvCxnSpPr>
            <a:cxnSpLocks/>
          </p:cNvCxnSpPr>
          <p:nvPr/>
        </p:nvCxnSpPr>
        <p:spPr>
          <a:xfrm>
            <a:off x="1143684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3CEC2259-4D28-4C48-9820-2D8D483CABDF}"/>
              </a:ext>
            </a:extLst>
          </p:cNvPr>
          <p:cNvCxnSpPr>
            <a:cxnSpLocks/>
          </p:cNvCxnSpPr>
          <p:nvPr/>
        </p:nvCxnSpPr>
        <p:spPr>
          <a:xfrm>
            <a:off x="1143684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33787DAB-2760-42DE-8726-41AFB24689D7}"/>
              </a:ext>
            </a:extLst>
          </p:cNvPr>
          <p:cNvCxnSpPr>
            <a:cxnSpLocks/>
          </p:cNvCxnSpPr>
          <p:nvPr/>
        </p:nvCxnSpPr>
        <p:spPr>
          <a:xfrm>
            <a:off x="1143684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6F8411D3-A229-4D2B-B258-D0BC096E6373}"/>
              </a:ext>
            </a:extLst>
          </p:cNvPr>
          <p:cNvCxnSpPr>
            <a:cxnSpLocks/>
          </p:cNvCxnSpPr>
          <p:nvPr/>
        </p:nvCxnSpPr>
        <p:spPr>
          <a:xfrm>
            <a:off x="1143684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99C1944C-1346-46D4-B43D-BC8352088AAD}"/>
              </a:ext>
            </a:extLst>
          </p:cNvPr>
          <p:cNvCxnSpPr>
            <a:cxnSpLocks/>
          </p:cNvCxnSpPr>
          <p:nvPr/>
        </p:nvCxnSpPr>
        <p:spPr>
          <a:xfrm>
            <a:off x="1143684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E390092E-DB34-442C-9149-5D9A6224AD63}"/>
              </a:ext>
            </a:extLst>
          </p:cNvPr>
          <p:cNvCxnSpPr>
            <a:cxnSpLocks/>
          </p:cNvCxnSpPr>
          <p:nvPr/>
        </p:nvCxnSpPr>
        <p:spPr>
          <a:xfrm>
            <a:off x="1143684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0760A3B7-D6DE-4CEC-A887-862328C221A7}"/>
              </a:ext>
            </a:extLst>
          </p:cNvPr>
          <p:cNvCxnSpPr>
            <a:cxnSpLocks/>
          </p:cNvCxnSpPr>
          <p:nvPr/>
        </p:nvCxnSpPr>
        <p:spPr>
          <a:xfrm>
            <a:off x="1143684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8CD6C93C-24DB-4D60-9CC4-206C24BC8EEC}"/>
              </a:ext>
            </a:extLst>
          </p:cNvPr>
          <p:cNvCxnSpPr>
            <a:cxnSpLocks/>
          </p:cNvCxnSpPr>
          <p:nvPr/>
        </p:nvCxnSpPr>
        <p:spPr>
          <a:xfrm>
            <a:off x="1143684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78A747FD-EDD0-4A95-A38A-A635547E9AA2}"/>
              </a:ext>
            </a:extLst>
          </p:cNvPr>
          <p:cNvSpPr/>
          <p:nvPr/>
        </p:nvSpPr>
        <p:spPr>
          <a:xfrm>
            <a:off x="1143684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8F2D5845-C001-4808-9008-14A1144C20B5}"/>
              </a:ext>
            </a:extLst>
          </p:cNvPr>
          <p:cNvSpPr/>
          <p:nvPr/>
        </p:nvSpPr>
        <p:spPr>
          <a:xfrm>
            <a:off x="1143684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1C1CF547-E2DA-4B58-BE51-87402A4B6352}"/>
              </a:ext>
            </a:extLst>
          </p:cNvPr>
          <p:cNvSpPr/>
          <p:nvPr/>
        </p:nvSpPr>
        <p:spPr>
          <a:xfrm>
            <a:off x="1143684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7F1FDC-E60C-49C7-8FE2-BD1928AD47BA}"/>
              </a:ext>
            </a:extLst>
          </p:cNvPr>
          <p:cNvSpPr/>
          <p:nvPr/>
        </p:nvSpPr>
        <p:spPr>
          <a:xfrm>
            <a:off x="1143684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26E631A-DDCB-43B6-8F0A-2309927F4FFD}"/>
              </a:ext>
            </a:extLst>
          </p:cNvPr>
          <p:cNvSpPr/>
          <p:nvPr/>
        </p:nvSpPr>
        <p:spPr>
          <a:xfrm>
            <a:off x="1143684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CA4F5FB-0F26-47C8-9034-ACA6A3F729D9}"/>
              </a:ext>
            </a:extLst>
          </p:cNvPr>
          <p:cNvSpPr/>
          <p:nvPr/>
        </p:nvSpPr>
        <p:spPr>
          <a:xfrm>
            <a:off x="1143684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C3BA2671-9D3C-4DF0-8B2B-5C93B1261EC2}"/>
              </a:ext>
            </a:extLst>
          </p:cNvPr>
          <p:cNvSpPr/>
          <p:nvPr/>
        </p:nvSpPr>
        <p:spPr>
          <a:xfrm>
            <a:off x="1143684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5BFC907-5912-40F6-9AE9-E385FD94FC23}"/>
              </a:ext>
            </a:extLst>
          </p:cNvPr>
          <p:cNvSpPr/>
          <p:nvPr/>
        </p:nvSpPr>
        <p:spPr>
          <a:xfrm>
            <a:off x="1143684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0A0BBE39-9513-4534-B0B9-A910A0F4255E}"/>
              </a:ext>
            </a:extLst>
          </p:cNvPr>
          <p:cNvSpPr/>
          <p:nvPr/>
        </p:nvSpPr>
        <p:spPr>
          <a:xfrm>
            <a:off x="1143684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4850C2CE-A6A4-41DC-BB0F-6D26D539C214}"/>
              </a:ext>
            </a:extLst>
          </p:cNvPr>
          <p:cNvSpPr/>
          <p:nvPr/>
        </p:nvSpPr>
        <p:spPr>
          <a:xfrm>
            <a:off x="1143684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637E665-18CA-47BD-BF59-B3B9AC0AC8B6}"/>
              </a:ext>
            </a:extLst>
          </p:cNvPr>
          <p:cNvSpPr/>
          <p:nvPr/>
        </p:nvSpPr>
        <p:spPr>
          <a:xfrm>
            <a:off x="1143684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3FF726DF-6454-44FA-8528-1AEF1FE697AD}"/>
              </a:ext>
            </a:extLst>
          </p:cNvPr>
          <p:cNvCxnSpPr>
            <a:cxnSpLocks/>
          </p:cNvCxnSpPr>
          <p:nvPr/>
        </p:nvCxnSpPr>
        <p:spPr>
          <a:xfrm>
            <a:off x="1143684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576F7CB-3BB7-4A55-B161-1CE4A2460178}"/>
              </a:ext>
            </a:extLst>
          </p:cNvPr>
          <p:cNvSpPr/>
          <p:nvPr/>
        </p:nvSpPr>
        <p:spPr>
          <a:xfrm>
            <a:off x="1143684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B32374-AD75-407C-BCEF-8497B828FBC5}"/>
              </a:ext>
            </a:extLst>
          </p:cNvPr>
          <p:cNvSpPr txBox="1"/>
          <p:nvPr/>
        </p:nvSpPr>
        <p:spPr>
          <a:xfrm>
            <a:off x="1143684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30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C2BC6CBE-3CED-4FCF-9A39-1A078A2151DF}"/>
              </a:ext>
            </a:extLst>
          </p:cNvPr>
          <p:cNvSpPr/>
          <p:nvPr/>
        </p:nvSpPr>
        <p:spPr>
          <a:xfrm>
            <a:off x="1143684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ECF5DBDB-EEE3-435E-A004-8353F977DC97}"/>
              </a:ext>
            </a:extLst>
          </p:cNvPr>
          <p:cNvCxnSpPr>
            <a:cxnSpLocks/>
          </p:cNvCxnSpPr>
          <p:nvPr/>
        </p:nvCxnSpPr>
        <p:spPr>
          <a:xfrm>
            <a:off x="15219836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FA25485-AF27-4820-AAA3-48BFB059304B}"/>
              </a:ext>
            </a:extLst>
          </p:cNvPr>
          <p:cNvCxnSpPr>
            <a:cxnSpLocks/>
          </p:cNvCxnSpPr>
          <p:nvPr/>
        </p:nvCxnSpPr>
        <p:spPr>
          <a:xfrm>
            <a:off x="15219836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직선 연결선 230">
            <a:extLst>
              <a:ext uri="{FF2B5EF4-FFF2-40B4-BE49-F238E27FC236}">
                <a16:creationId xmlns:a16="http://schemas.microsoft.com/office/drawing/2014/main" id="{4C0137A1-32A0-4AE5-8399-372EAE51B71F}"/>
              </a:ext>
            </a:extLst>
          </p:cNvPr>
          <p:cNvCxnSpPr>
            <a:cxnSpLocks/>
          </p:cNvCxnSpPr>
          <p:nvPr/>
        </p:nvCxnSpPr>
        <p:spPr>
          <a:xfrm>
            <a:off x="15219836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B5BC647C-8295-4C88-AE84-4DAC00EBBBA1}"/>
              </a:ext>
            </a:extLst>
          </p:cNvPr>
          <p:cNvCxnSpPr>
            <a:cxnSpLocks/>
          </p:cNvCxnSpPr>
          <p:nvPr/>
        </p:nvCxnSpPr>
        <p:spPr>
          <a:xfrm>
            <a:off x="15219836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91D9CE1F-DF00-4CA5-B6F7-41AC5C9B3E14}"/>
              </a:ext>
            </a:extLst>
          </p:cNvPr>
          <p:cNvCxnSpPr>
            <a:cxnSpLocks/>
          </p:cNvCxnSpPr>
          <p:nvPr/>
        </p:nvCxnSpPr>
        <p:spPr>
          <a:xfrm>
            <a:off x="15219836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FBD688CA-E9BD-4593-9B64-2C15464432D9}"/>
              </a:ext>
            </a:extLst>
          </p:cNvPr>
          <p:cNvCxnSpPr>
            <a:cxnSpLocks/>
          </p:cNvCxnSpPr>
          <p:nvPr/>
        </p:nvCxnSpPr>
        <p:spPr>
          <a:xfrm>
            <a:off x="15219836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403480CF-CF85-4959-A475-532CF024F64D}"/>
              </a:ext>
            </a:extLst>
          </p:cNvPr>
          <p:cNvCxnSpPr>
            <a:cxnSpLocks/>
          </p:cNvCxnSpPr>
          <p:nvPr/>
        </p:nvCxnSpPr>
        <p:spPr>
          <a:xfrm>
            <a:off x="15219836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9D698F64-FDEE-4154-99E6-3613CEB419B7}"/>
              </a:ext>
            </a:extLst>
          </p:cNvPr>
          <p:cNvCxnSpPr>
            <a:cxnSpLocks/>
          </p:cNvCxnSpPr>
          <p:nvPr/>
        </p:nvCxnSpPr>
        <p:spPr>
          <a:xfrm>
            <a:off x="15219836" y="4659995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61B7B5B2-180C-41AC-9443-6B6A01950913}"/>
              </a:ext>
            </a:extLst>
          </p:cNvPr>
          <p:cNvCxnSpPr>
            <a:cxnSpLocks/>
          </p:cNvCxnSpPr>
          <p:nvPr/>
        </p:nvCxnSpPr>
        <p:spPr>
          <a:xfrm>
            <a:off x="15219836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BEF95FDA-7213-4671-98CB-0A4CA75B1F80}"/>
              </a:ext>
            </a:extLst>
          </p:cNvPr>
          <p:cNvCxnSpPr>
            <a:cxnSpLocks/>
          </p:cNvCxnSpPr>
          <p:nvPr/>
        </p:nvCxnSpPr>
        <p:spPr>
          <a:xfrm>
            <a:off x="15219836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1436782-FEFA-430B-B16E-AFC5A0461981}"/>
              </a:ext>
            </a:extLst>
          </p:cNvPr>
          <p:cNvCxnSpPr>
            <a:cxnSpLocks/>
          </p:cNvCxnSpPr>
          <p:nvPr/>
        </p:nvCxnSpPr>
        <p:spPr>
          <a:xfrm>
            <a:off x="15219836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52A18F09-2205-47B9-8EE4-D0277C970DE9}"/>
              </a:ext>
            </a:extLst>
          </p:cNvPr>
          <p:cNvCxnSpPr>
            <a:cxnSpLocks/>
          </p:cNvCxnSpPr>
          <p:nvPr/>
        </p:nvCxnSpPr>
        <p:spPr>
          <a:xfrm>
            <a:off x="15219836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C541EEA1-4AEA-4A4B-881F-86C5F7BA2F86}"/>
              </a:ext>
            </a:extLst>
          </p:cNvPr>
          <p:cNvCxnSpPr>
            <a:cxnSpLocks/>
          </p:cNvCxnSpPr>
          <p:nvPr/>
        </p:nvCxnSpPr>
        <p:spPr>
          <a:xfrm>
            <a:off x="15219836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4445C7F2-7A7A-481D-8F3A-11543316887D}"/>
              </a:ext>
            </a:extLst>
          </p:cNvPr>
          <p:cNvSpPr/>
          <p:nvPr/>
        </p:nvSpPr>
        <p:spPr>
          <a:xfrm>
            <a:off x="15219836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CC47E686-125D-4E1E-B90E-8B4F9737179C}"/>
              </a:ext>
            </a:extLst>
          </p:cNvPr>
          <p:cNvSpPr/>
          <p:nvPr/>
        </p:nvSpPr>
        <p:spPr>
          <a:xfrm>
            <a:off x="15219836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BBE1DDA1-0847-477C-93D9-DED9059B1BEC}"/>
              </a:ext>
            </a:extLst>
          </p:cNvPr>
          <p:cNvSpPr/>
          <p:nvPr/>
        </p:nvSpPr>
        <p:spPr>
          <a:xfrm>
            <a:off x="15219836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1FC94FB9-650F-46FE-8329-4FCEE87EE188}"/>
              </a:ext>
            </a:extLst>
          </p:cNvPr>
          <p:cNvSpPr/>
          <p:nvPr/>
        </p:nvSpPr>
        <p:spPr>
          <a:xfrm>
            <a:off x="15219836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B2E479E8-8598-41E0-94BE-DDF844F1B4C9}"/>
              </a:ext>
            </a:extLst>
          </p:cNvPr>
          <p:cNvSpPr/>
          <p:nvPr/>
        </p:nvSpPr>
        <p:spPr>
          <a:xfrm>
            <a:off x="15219836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CF461BA8-0043-4CEC-B6E2-4DD10E348CD3}"/>
              </a:ext>
            </a:extLst>
          </p:cNvPr>
          <p:cNvSpPr/>
          <p:nvPr/>
        </p:nvSpPr>
        <p:spPr>
          <a:xfrm>
            <a:off x="15219836" y="4346348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8A4F3D8A-99D1-4C03-831C-CAD19E6B573D}"/>
              </a:ext>
            </a:extLst>
          </p:cNvPr>
          <p:cNvSpPr/>
          <p:nvPr/>
        </p:nvSpPr>
        <p:spPr>
          <a:xfrm>
            <a:off x="15219836" y="4837264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8B7D8EC-31E4-45B4-8E9C-B85C7750D2BC}"/>
              </a:ext>
            </a:extLst>
          </p:cNvPr>
          <p:cNvSpPr/>
          <p:nvPr/>
        </p:nvSpPr>
        <p:spPr>
          <a:xfrm>
            <a:off x="15219836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B13FB2B3-89A4-44FB-A199-D4BBAC375C38}"/>
              </a:ext>
            </a:extLst>
          </p:cNvPr>
          <p:cNvSpPr/>
          <p:nvPr/>
        </p:nvSpPr>
        <p:spPr>
          <a:xfrm>
            <a:off x="15219836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A14E16CC-834E-41CB-BEFE-1226DB1A6CFE}"/>
              </a:ext>
            </a:extLst>
          </p:cNvPr>
          <p:cNvSpPr/>
          <p:nvPr/>
        </p:nvSpPr>
        <p:spPr>
          <a:xfrm>
            <a:off x="15219836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4BAAA2A0-7AF3-4FCA-AB46-2D31CCB7E8E5}"/>
              </a:ext>
            </a:extLst>
          </p:cNvPr>
          <p:cNvSpPr/>
          <p:nvPr/>
        </p:nvSpPr>
        <p:spPr>
          <a:xfrm>
            <a:off x="15219836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ABE631A4-5689-48F6-8078-BC711958E2D4}"/>
              </a:ext>
            </a:extLst>
          </p:cNvPr>
          <p:cNvCxnSpPr>
            <a:cxnSpLocks/>
          </p:cNvCxnSpPr>
          <p:nvPr/>
        </p:nvCxnSpPr>
        <p:spPr>
          <a:xfrm>
            <a:off x="15219836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0581DD59-434D-4C64-8C23-F6CDBEF342AC}"/>
              </a:ext>
            </a:extLst>
          </p:cNvPr>
          <p:cNvSpPr/>
          <p:nvPr/>
        </p:nvSpPr>
        <p:spPr>
          <a:xfrm>
            <a:off x="15219836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DD5DEBF9-F177-4292-940B-5DC9A7F50E4B}"/>
              </a:ext>
            </a:extLst>
          </p:cNvPr>
          <p:cNvSpPr txBox="1"/>
          <p:nvPr/>
        </p:nvSpPr>
        <p:spPr>
          <a:xfrm>
            <a:off x="15219836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31</a:t>
            </a:r>
            <a:endParaRPr lang="ko-KR" altLang="en-US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9DB5BDAC-28CF-49FE-8D5E-7F6B02DBED5D}"/>
              </a:ext>
            </a:extLst>
          </p:cNvPr>
          <p:cNvSpPr/>
          <p:nvPr/>
        </p:nvSpPr>
        <p:spPr>
          <a:xfrm>
            <a:off x="15219836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5E632AFA-687A-4AED-A82A-86D472FDD4F3}"/>
              </a:ext>
            </a:extLst>
          </p:cNvPr>
          <p:cNvCxnSpPr>
            <a:cxnSpLocks/>
          </p:cNvCxnSpPr>
          <p:nvPr/>
        </p:nvCxnSpPr>
        <p:spPr>
          <a:xfrm>
            <a:off x="19002825" y="1087224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89BDE85B-DC91-4497-856A-E1DDB56DBA5B}"/>
              </a:ext>
            </a:extLst>
          </p:cNvPr>
          <p:cNvCxnSpPr>
            <a:cxnSpLocks/>
          </p:cNvCxnSpPr>
          <p:nvPr/>
        </p:nvCxnSpPr>
        <p:spPr>
          <a:xfrm>
            <a:off x="19002825" y="171450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F1624118-9EF5-4A48-89B4-96D6B1DF4A22}"/>
              </a:ext>
            </a:extLst>
          </p:cNvPr>
          <p:cNvCxnSpPr>
            <a:cxnSpLocks/>
          </p:cNvCxnSpPr>
          <p:nvPr/>
        </p:nvCxnSpPr>
        <p:spPr>
          <a:xfrm>
            <a:off x="19002825" y="220541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46AAC6C3-57BA-481F-BF3E-1AD3EBBDA47F}"/>
              </a:ext>
            </a:extLst>
          </p:cNvPr>
          <p:cNvCxnSpPr>
            <a:cxnSpLocks/>
          </p:cNvCxnSpPr>
          <p:nvPr/>
        </p:nvCxnSpPr>
        <p:spPr>
          <a:xfrm>
            <a:off x="19002825" y="269633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23D34125-6AE6-44E8-B09C-CDB86DD9A471}"/>
              </a:ext>
            </a:extLst>
          </p:cNvPr>
          <p:cNvCxnSpPr>
            <a:cxnSpLocks/>
          </p:cNvCxnSpPr>
          <p:nvPr/>
        </p:nvCxnSpPr>
        <p:spPr>
          <a:xfrm>
            <a:off x="19002825" y="3187247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1B14C1D1-7707-4140-8A79-1E8A5B2BC960}"/>
              </a:ext>
            </a:extLst>
          </p:cNvPr>
          <p:cNvCxnSpPr>
            <a:cxnSpLocks/>
          </p:cNvCxnSpPr>
          <p:nvPr/>
        </p:nvCxnSpPr>
        <p:spPr>
          <a:xfrm>
            <a:off x="19002825" y="367816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DC069661-3CC5-4ECA-94F3-2074FDAC74B9}"/>
              </a:ext>
            </a:extLst>
          </p:cNvPr>
          <p:cNvCxnSpPr>
            <a:cxnSpLocks/>
          </p:cNvCxnSpPr>
          <p:nvPr/>
        </p:nvCxnSpPr>
        <p:spPr>
          <a:xfrm>
            <a:off x="19002825" y="4169079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D2701F5D-AB64-4783-8075-138107A48E89}"/>
              </a:ext>
            </a:extLst>
          </p:cNvPr>
          <p:cNvCxnSpPr>
            <a:cxnSpLocks/>
          </p:cNvCxnSpPr>
          <p:nvPr/>
        </p:nvCxnSpPr>
        <p:spPr>
          <a:xfrm>
            <a:off x="19002825" y="5150910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9AE9B32B-EB4D-42B3-82AD-E8FEDACC4897}"/>
              </a:ext>
            </a:extLst>
          </p:cNvPr>
          <p:cNvCxnSpPr>
            <a:cxnSpLocks/>
          </p:cNvCxnSpPr>
          <p:nvPr/>
        </p:nvCxnSpPr>
        <p:spPr>
          <a:xfrm>
            <a:off x="19002825" y="5641826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057D7E9-BFA9-41F4-B3DE-6C1D3399C9EE}"/>
              </a:ext>
            </a:extLst>
          </p:cNvPr>
          <p:cNvCxnSpPr>
            <a:cxnSpLocks/>
          </p:cNvCxnSpPr>
          <p:nvPr/>
        </p:nvCxnSpPr>
        <p:spPr>
          <a:xfrm>
            <a:off x="19002825" y="613274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DA44BC58-3B43-40C0-A975-0A5C807F6B6C}"/>
              </a:ext>
            </a:extLst>
          </p:cNvPr>
          <p:cNvCxnSpPr>
            <a:cxnSpLocks/>
          </p:cNvCxnSpPr>
          <p:nvPr/>
        </p:nvCxnSpPr>
        <p:spPr>
          <a:xfrm>
            <a:off x="19002825" y="6623658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7969373F-C45D-4CCC-96FD-1E172964AC0E}"/>
              </a:ext>
            </a:extLst>
          </p:cNvPr>
          <p:cNvCxnSpPr>
            <a:cxnSpLocks/>
          </p:cNvCxnSpPr>
          <p:nvPr/>
        </p:nvCxnSpPr>
        <p:spPr>
          <a:xfrm>
            <a:off x="19002825" y="7114573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38C60C4-A0B3-427B-91BB-E85BCFF936A9}"/>
              </a:ext>
            </a:extLst>
          </p:cNvPr>
          <p:cNvSpPr/>
          <p:nvPr/>
        </p:nvSpPr>
        <p:spPr>
          <a:xfrm>
            <a:off x="19002825" y="1891769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C4BDF82-839B-4F5C-AB16-E15809146415}"/>
              </a:ext>
            </a:extLst>
          </p:cNvPr>
          <p:cNvSpPr/>
          <p:nvPr/>
        </p:nvSpPr>
        <p:spPr>
          <a:xfrm>
            <a:off x="19002825" y="238268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37115F5-74EB-4EE7-A7DF-CC2F4647893F}"/>
              </a:ext>
            </a:extLst>
          </p:cNvPr>
          <p:cNvSpPr/>
          <p:nvPr/>
        </p:nvSpPr>
        <p:spPr>
          <a:xfrm>
            <a:off x="19002825" y="287360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18A93550-33E6-4F9C-BB7F-1D5FAF1BEE07}"/>
              </a:ext>
            </a:extLst>
          </p:cNvPr>
          <p:cNvSpPr/>
          <p:nvPr/>
        </p:nvSpPr>
        <p:spPr>
          <a:xfrm>
            <a:off x="19002825" y="336451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BE4CA00A-0183-4ED8-A120-FD45BA9F8508}"/>
              </a:ext>
            </a:extLst>
          </p:cNvPr>
          <p:cNvSpPr/>
          <p:nvPr/>
        </p:nvSpPr>
        <p:spPr>
          <a:xfrm>
            <a:off x="19002825" y="3855432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D1306B9-7062-49EC-9242-20069B68A236}"/>
              </a:ext>
            </a:extLst>
          </p:cNvPr>
          <p:cNvSpPr/>
          <p:nvPr/>
        </p:nvSpPr>
        <p:spPr>
          <a:xfrm>
            <a:off x="19002825" y="5328180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07E5D0C-0D3E-4934-B600-F8ACD9454C83}"/>
              </a:ext>
            </a:extLst>
          </p:cNvPr>
          <p:cNvSpPr/>
          <p:nvPr/>
        </p:nvSpPr>
        <p:spPr>
          <a:xfrm>
            <a:off x="19002825" y="6310011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13C44FB3-44BE-4D87-8FF3-0207BE94E7B1}"/>
              </a:ext>
            </a:extLst>
          </p:cNvPr>
          <p:cNvSpPr/>
          <p:nvPr/>
        </p:nvSpPr>
        <p:spPr>
          <a:xfrm>
            <a:off x="19002825" y="6800927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888A85F-CABF-49B1-A52C-D75D92A19AD1}"/>
              </a:ext>
            </a:extLst>
          </p:cNvPr>
          <p:cNvSpPr/>
          <p:nvPr/>
        </p:nvSpPr>
        <p:spPr>
          <a:xfrm>
            <a:off x="19002825" y="5819095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61AA68E6-BF6C-4920-AF90-EA2017D43E68}"/>
              </a:ext>
            </a:extLst>
          </p:cNvPr>
          <p:cNvCxnSpPr>
            <a:cxnSpLocks/>
          </p:cNvCxnSpPr>
          <p:nvPr/>
        </p:nvCxnSpPr>
        <p:spPr>
          <a:xfrm>
            <a:off x="19002825" y="7605482"/>
            <a:ext cx="3600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B6A73BB2-F5D5-45BB-B5C8-84C00FC088CE}"/>
              </a:ext>
            </a:extLst>
          </p:cNvPr>
          <p:cNvSpPr/>
          <p:nvPr/>
        </p:nvSpPr>
        <p:spPr>
          <a:xfrm>
            <a:off x="19002825" y="7291843"/>
            <a:ext cx="151844" cy="136377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>
              <a:solidFill>
                <a:schemeClr val="bg1">
                  <a:lumMod val="65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03875D7A-1543-47E8-AA7F-B53D26C8168C}"/>
              </a:ext>
            </a:extLst>
          </p:cNvPr>
          <p:cNvSpPr txBox="1"/>
          <p:nvPr/>
        </p:nvSpPr>
        <p:spPr>
          <a:xfrm>
            <a:off x="19002825" y="109894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7F448B4-E95E-4877-A378-07DC6F7536E1}"/>
              </a:ext>
            </a:extLst>
          </p:cNvPr>
          <p:cNvSpPr txBox="1"/>
          <p:nvPr/>
        </p:nvSpPr>
        <p:spPr>
          <a:xfrm>
            <a:off x="19002825" y="4535357"/>
            <a:ext cx="593111" cy="615553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dirty="0">
                <a:solidFill>
                  <a:srgbClr val="FF8B8B"/>
                </a:solidFill>
                <a:latin typeface="nanum"/>
                <a:ea typeface="NanumGothic" panose="020D0604000000000000"/>
              </a:rPr>
              <a:t>2</a:t>
            </a:r>
            <a:endParaRPr lang="ko-KR" altLang="en-US" dirty="0">
              <a:solidFill>
                <a:srgbClr val="FF8B8B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B8256A2A-8ABD-4B16-860A-60E9A81BF3F4}"/>
              </a:ext>
            </a:extLst>
          </p:cNvPr>
          <p:cNvSpPr/>
          <p:nvPr/>
        </p:nvSpPr>
        <p:spPr>
          <a:xfrm>
            <a:off x="19002825" y="8147179"/>
            <a:ext cx="3600000" cy="2520000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atin typeface="nanum"/>
              <a:ea typeface="NanumGothic" panose="020D060400000000000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59C95E3-EA0B-4A0D-AA56-AD39AE8D26D1}"/>
              </a:ext>
            </a:extLst>
          </p:cNvPr>
          <p:cNvSpPr/>
          <p:nvPr/>
        </p:nvSpPr>
        <p:spPr>
          <a:xfrm>
            <a:off x="3004912" y="674456"/>
            <a:ext cx="682964" cy="32767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2000" dirty="0">
                <a:latin typeface="nanum"/>
                <a:ea typeface="NanumGothic" panose="020D0604000000000000"/>
              </a:rPr>
              <a:t>w53</a:t>
            </a:r>
            <a:endParaRPr lang="ko-KR" altLang="en-US" sz="2000" dirty="0">
              <a:latin typeface="nanum"/>
              <a:ea typeface="NanumGothic" panose="020D060400000000000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BD429C-7724-4AFD-9FB1-E8FDFFA72FF1}"/>
              </a:ext>
            </a:extLst>
          </p:cNvPr>
          <p:cNvSpPr txBox="1"/>
          <p:nvPr/>
        </p:nvSpPr>
        <p:spPr>
          <a:xfrm>
            <a:off x="8787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December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EF1E518C-68FF-47D9-8588-76BA87A3AFD6}"/>
              </a:ext>
            </a:extLst>
          </p:cNvPr>
          <p:cNvSpPr txBox="1"/>
          <p:nvPr/>
        </p:nvSpPr>
        <p:spPr>
          <a:xfrm>
            <a:off x="86397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월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C024C8F7-ED80-4C72-AF67-CD74BC3A3382}"/>
              </a:ext>
            </a:extLst>
          </p:cNvPr>
          <p:cNvSpPr txBox="1"/>
          <p:nvPr/>
        </p:nvSpPr>
        <p:spPr>
          <a:xfrm>
            <a:off x="464696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화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2AA2DD2-B3D7-4F3E-97D1-405ECB19CD0F}"/>
              </a:ext>
            </a:extLst>
          </p:cNvPr>
          <p:cNvSpPr txBox="1"/>
          <p:nvPr/>
        </p:nvSpPr>
        <p:spPr>
          <a:xfrm>
            <a:off x="8425307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수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C3764BC5-3CAC-4731-A620-222B8AAAB6FC}"/>
              </a:ext>
            </a:extLst>
          </p:cNvPr>
          <p:cNvSpPr txBox="1"/>
          <p:nvPr/>
        </p:nvSpPr>
        <p:spPr>
          <a:xfrm>
            <a:off x="1221294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목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883B1562-67DE-4900-B7F2-6664B79332A1}"/>
              </a:ext>
            </a:extLst>
          </p:cNvPr>
          <p:cNvSpPr txBox="1"/>
          <p:nvPr/>
        </p:nvSpPr>
        <p:spPr>
          <a:xfrm>
            <a:off x="15995936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금</a:t>
            </a:r>
            <a:endParaRPr lang="ko-KR" altLang="en-US" sz="2400" b="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EB93768E-09F3-40C7-9FFC-2F5843F5C023}"/>
              </a:ext>
            </a:extLst>
          </p:cNvPr>
          <p:cNvSpPr txBox="1"/>
          <p:nvPr/>
        </p:nvSpPr>
        <p:spPr>
          <a:xfrm>
            <a:off x="19778925" y="1354500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>
                <a:solidFill>
                  <a:schemeClr val="accent2"/>
                </a:solidFill>
                <a:latin typeface="nanum"/>
                <a:ea typeface="NanumGothic" panose="020D0604000000000000"/>
              </a:rPr>
              <a:t>토</a:t>
            </a:r>
            <a:endParaRPr lang="ko-KR" altLang="en-US" sz="2400" b="0" dirty="0">
              <a:solidFill>
                <a:schemeClr val="accent2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E95B55BF-0B80-49A6-8273-CE37AA159BB2}"/>
              </a:ext>
            </a:extLst>
          </p:cNvPr>
          <p:cNvSpPr txBox="1"/>
          <p:nvPr/>
        </p:nvSpPr>
        <p:spPr>
          <a:xfrm>
            <a:off x="19778925" y="4765261"/>
            <a:ext cx="360000" cy="360000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ko-KR" altLang="en-US" sz="2400" b="0" dirty="0">
                <a:solidFill>
                  <a:schemeClr val="accent2"/>
                </a:solidFill>
                <a:latin typeface="nanum"/>
                <a:ea typeface="NanumGothic" panose="020D0604000000000000"/>
              </a:rPr>
              <a:t>일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80B864C-9D65-4BE6-8E75-8BF323049969}"/>
              </a:ext>
            </a:extLst>
          </p:cNvPr>
          <p:cNvSpPr txBox="1"/>
          <p:nvPr/>
        </p:nvSpPr>
        <p:spPr>
          <a:xfrm>
            <a:off x="18992737" y="468116"/>
            <a:ext cx="2717608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January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96141F82-CBF9-4557-906D-AA460C377551}"/>
              </a:ext>
            </a:extLst>
          </p:cNvPr>
          <p:cNvSpPr txBox="1"/>
          <p:nvPr/>
        </p:nvSpPr>
        <p:spPr>
          <a:xfrm>
            <a:off x="18992736" y="468116"/>
            <a:ext cx="962247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2022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2AED4C5C-2911-4AD6-9804-1D16C8D08F34}"/>
              </a:ext>
            </a:extLst>
          </p:cNvPr>
          <p:cNvSpPr txBox="1"/>
          <p:nvPr/>
        </p:nvSpPr>
        <p:spPr>
          <a:xfrm>
            <a:off x="878530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41C21CD4-E0AA-462B-9F3B-A6E3D714A771}"/>
              </a:ext>
            </a:extLst>
          </p:cNvPr>
          <p:cNvSpPr txBox="1"/>
          <p:nvPr/>
        </p:nvSpPr>
        <p:spPr>
          <a:xfrm>
            <a:off x="500231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7731BBE-A7F1-4C9A-95B3-5669DA45D8B6}"/>
              </a:ext>
            </a:extLst>
          </p:cNvPr>
          <p:cNvSpPr txBox="1"/>
          <p:nvPr/>
        </p:nvSpPr>
        <p:spPr>
          <a:xfrm>
            <a:off x="122464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EF8CC42C-5A36-45DB-B795-73F1084B395E}"/>
              </a:ext>
            </a:extLst>
          </p:cNvPr>
          <p:cNvSpPr txBox="1"/>
          <p:nvPr/>
        </p:nvSpPr>
        <p:spPr>
          <a:xfrm>
            <a:off x="12568297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8BD1E02-4ECD-4949-98E7-3C54FF92F7D2}"/>
              </a:ext>
            </a:extLst>
          </p:cNvPr>
          <p:cNvSpPr txBox="1"/>
          <p:nvPr/>
        </p:nvSpPr>
        <p:spPr>
          <a:xfrm>
            <a:off x="16353612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EBD56E0F-0ED8-4E69-A295-21E5367BEF33}"/>
              </a:ext>
            </a:extLst>
          </p:cNvPr>
          <p:cNvSpPr txBox="1"/>
          <p:nvPr/>
        </p:nvSpPr>
        <p:spPr>
          <a:xfrm>
            <a:off x="20140626" y="1406723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6A579E1C-531B-420F-9E46-235B0BA5FBF6}"/>
              </a:ext>
            </a:extLst>
          </p:cNvPr>
          <p:cNvSpPr txBox="1"/>
          <p:nvPr/>
        </p:nvSpPr>
        <p:spPr>
          <a:xfrm>
            <a:off x="20140626" y="4765261"/>
            <a:ext cx="24685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   </a:t>
            </a:r>
            <a:endParaRPr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4A0461F-EE35-42CC-A812-57754D63BEEE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12576962-0279-411A-9014-3B29A6F5819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5" name="그림 27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D2FD4BE-C83D-44C6-B8EC-84074A8132F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6" name="TextBox 275">
            <a:extLst>
              <a:ext uri="{FF2B5EF4-FFF2-40B4-BE49-F238E27FC236}">
                <a16:creationId xmlns:a16="http://schemas.microsoft.com/office/drawing/2014/main" id="{D03F732A-6FB4-40A3-94AB-1404E542B25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77" name="그림 276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18CFAD50-039E-4D65-B06D-2F2FAA322EB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78" name="TextBox 277">
            <a:extLst>
              <a:ext uri="{FF2B5EF4-FFF2-40B4-BE49-F238E27FC236}">
                <a16:creationId xmlns:a16="http://schemas.microsoft.com/office/drawing/2014/main" id="{E5FA4A8D-8F2E-46C4-9CBB-2266CB1AE7E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79" name="직사각형 278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7189875-7DEE-4FB0-853C-A798C88F67F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842019BC-B221-419C-9D28-264E8421B77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81" name="직사각형 280">
            <a:hlinkClick r:id="rId7" action="ppaction://hlinksldjump"/>
            <a:extLst>
              <a:ext uri="{FF2B5EF4-FFF2-40B4-BE49-F238E27FC236}">
                <a16:creationId xmlns:a16="http://schemas.microsoft.com/office/drawing/2014/main" id="{10550914-9706-420F-9AF9-CB9FD66C47C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AD18FFD1-12B2-4961-9FAB-1D66560E584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83" name="직사각형 282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0417C35-A3CD-455B-B0A9-1748070C474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8A5D152D-7023-492D-848B-605944B00A3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47294870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42500C9-55BE-45DC-9DB0-578A0904BDA3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ACA3E4-38E7-4F21-972F-8B136C98D862}"/>
              </a:ext>
            </a:extLst>
          </p:cNvPr>
          <p:cNvCxnSpPr>
            <a:cxnSpLocks/>
          </p:cNvCxnSpPr>
          <p:nvPr/>
        </p:nvCxnSpPr>
        <p:spPr>
          <a:xfrm>
            <a:off x="786384" y="199113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hlinkClick r:id="rId2" action="ppaction://hlinksldjump"/>
            <a:extLst>
              <a:ext uri="{FF2B5EF4-FFF2-40B4-BE49-F238E27FC236}">
                <a16:creationId xmlns:a16="http://schemas.microsoft.com/office/drawing/2014/main" id="{1D47DCF4-7919-453A-A6DF-214A1C265582}"/>
              </a:ext>
            </a:extLst>
          </p:cNvPr>
          <p:cNvSpPr txBox="1"/>
          <p:nvPr/>
        </p:nvSpPr>
        <p:spPr>
          <a:xfrm>
            <a:off x="6265463" y="108366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58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8" name="TextBox 177">
            <a:hlinkClick r:id="rId3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65463" y="156553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59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9" name="TextBox 178">
            <a:hlinkClick r:id="rId4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265463" y="204740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0" name="TextBox 179">
            <a:hlinkClick r:id="rId5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265463" y="252927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1" name="TextBox 180">
            <a:hlinkClick r:id="rId6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265463" y="301114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2" name="TextBox 181">
            <a:hlinkClick r:id="rId7" action="ppaction://hlinksldjump"/>
            <a:extLst>
              <a:ext uri="{FF2B5EF4-FFF2-40B4-BE49-F238E27FC236}">
                <a16:creationId xmlns:a16="http://schemas.microsoft.com/office/drawing/2014/main" id="{9381F8BD-3C9D-4795-B682-C29C76483F9F}"/>
              </a:ext>
            </a:extLst>
          </p:cNvPr>
          <p:cNvSpPr txBox="1"/>
          <p:nvPr/>
        </p:nvSpPr>
        <p:spPr>
          <a:xfrm>
            <a:off x="6265463" y="349300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3" name="TextBox 182">
            <a:hlinkClick r:id="rId8" action="ppaction://hlinksldjump"/>
            <a:extLst>
              <a:ext uri="{FF2B5EF4-FFF2-40B4-BE49-F238E27FC236}">
                <a16:creationId xmlns:a16="http://schemas.microsoft.com/office/drawing/2014/main" id="{9E1BBC90-EA58-454B-943F-B1E67C110746}"/>
              </a:ext>
            </a:extLst>
          </p:cNvPr>
          <p:cNvSpPr txBox="1"/>
          <p:nvPr/>
        </p:nvSpPr>
        <p:spPr>
          <a:xfrm>
            <a:off x="6265463" y="397487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4" name="TextBox 183">
            <a:hlinkClick r:id="rId9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265463" y="445674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5" name="TextBox 184">
            <a:hlinkClick r:id="rId10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265463" y="493861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6" name="TextBox 185">
            <a:hlinkClick r:id="rId11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265463" y="542048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67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7" name="TextBox 186">
            <a:hlinkClick r:id="rId12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265463" y="590234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8" name="TextBox 187">
            <a:hlinkClick r:id="rId13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265463" y="638421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69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9" name="TextBox 188">
            <a:hlinkClick r:id="rId14" action="ppaction://hlinksldjump"/>
            <a:extLst>
              <a:ext uri="{FF2B5EF4-FFF2-40B4-BE49-F238E27FC236}">
                <a16:creationId xmlns:a16="http://schemas.microsoft.com/office/drawing/2014/main" id="{6397D937-A82A-440B-A318-C6ECFAF63BE7}"/>
              </a:ext>
            </a:extLst>
          </p:cNvPr>
          <p:cNvSpPr txBox="1"/>
          <p:nvPr/>
        </p:nvSpPr>
        <p:spPr>
          <a:xfrm>
            <a:off x="6265463" y="686608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0" name="TextBox 189">
            <a:hlinkClick r:id="rId15" action="ppaction://hlinksldjump"/>
            <a:extLst>
              <a:ext uri="{FF2B5EF4-FFF2-40B4-BE49-F238E27FC236}">
                <a16:creationId xmlns:a16="http://schemas.microsoft.com/office/drawing/2014/main" id="{CEDFE96D-A0AE-4B82-9E4B-E21DEF4AE110}"/>
              </a:ext>
            </a:extLst>
          </p:cNvPr>
          <p:cNvSpPr txBox="1"/>
          <p:nvPr/>
        </p:nvSpPr>
        <p:spPr>
          <a:xfrm>
            <a:off x="6265463" y="734795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1" name="TextBox 190">
            <a:hlinkClick r:id="rId16" action="ppaction://hlinksldjump"/>
            <a:extLst>
              <a:ext uri="{FF2B5EF4-FFF2-40B4-BE49-F238E27FC236}">
                <a16:creationId xmlns:a16="http://schemas.microsoft.com/office/drawing/2014/main" id="{D905522D-444B-4CFC-BDE0-C092AB6641CF}"/>
              </a:ext>
            </a:extLst>
          </p:cNvPr>
          <p:cNvSpPr txBox="1"/>
          <p:nvPr/>
        </p:nvSpPr>
        <p:spPr>
          <a:xfrm>
            <a:off x="6265463" y="782982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2" name="TextBox 191">
            <a:hlinkClick r:id="rId17" action="ppaction://hlinksldjump"/>
            <a:extLst>
              <a:ext uri="{FF2B5EF4-FFF2-40B4-BE49-F238E27FC236}">
                <a16:creationId xmlns:a16="http://schemas.microsoft.com/office/drawing/2014/main" id="{4A2644DB-AD04-44FD-95B3-94368E886C02}"/>
              </a:ext>
            </a:extLst>
          </p:cNvPr>
          <p:cNvSpPr txBox="1"/>
          <p:nvPr/>
        </p:nvSpPr>
        <p:spPr>
          <a:xfrm>
            <a:off x="6265463" y="831168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3" name="TextBox 192">
            <a:hlinkClick r:id="rId18" action="ppaction://hlinksldjump"/>
            <a:extLst>
              <a:ext uri="{FF2B5EF4-FFF2-40B4-BE49-F238E27FC236}">
                <a16:creationId xmlns:a16="http://schemas.microsoft.com/office/drawing/2014/main" id="{6A62B1C7-EE9E-45BF-AE57-4F5DF947258A}"/>
              </a:ext>
            </a:extLst>
          </p:cNvPr>
          <p:cNvSpPr txBox="1"/>
          <p:nvPr/>
        </p:nvSpPr>
        <p:spPr>
          <a:xfrm>
            <a:off x="6265463" y="879355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4" name="TextBox 193">
            <a:hlinkClick r:id="rId19" action="ppaction://hlinksldjump"/>
            <a:extLst>
              <a:ext uri="{FF2B5EF4-FFF2-40B4-BE49-F238E27FC236}">
                <a16:creationId xmlns:a16="http://schemas.microsoft.com/office/drawing/2014/main" id="{62C0BB06-272B-443E-9BA9-BC90716C8101}"/>
              </a:ext>
            </a:extLst>
          </p:cNvPr>
          <p:cNvSpPr txBox="1"/>
          <p:nvPr/>
        </p:nvSpPr>
        <p:spPr>
          <a:xfrm>
            <a:off x="6265463" y="927542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5" name="TextBox 194">
            <a:hlinkClick r:id="rId20" action="ppaction://hlinksldjump"/>
            <a:extLst>
              <a:ext uri="{FF2B5EF4-FFF2-40B4-BE49-F238E27FC236}">
                <a16:creationId xmlns:a16="http://schemas.microsoft.com/office/drawing/2014/main" id="{44B94182-A84C-413D-862A-F88DD9E326FF}"/>
              </a:ext>
            </a:extLst>
          </p:cNvPr>
          <p:cNvSpPr txBox="1"/>
          <p:nvPr/>
        </p:nvSpPr>
        <p:spPr>
          <a:xfrm>
            <a:off x="6265463" y="975729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6" name="TextBox 195">
            <a:hlinkClick r:id="rId21" action="ppaction://hlinksldjump"/>
            <a:extLst>
              <a:ext uri="{FF2B5EF4-FFF2-40B4-BE49-F238E27FC236}">
                <a16:creationId xmlns:a16="http://schemas.microsoft.com/office/drawing/2014/main" id="{D98CE4F8-AE0B-4EF2-859B-EAADC5F804E6}"/>
              </a:ext>
            </a:extLst>
          </p:cNvPr>
          <p:cNvSpPr txBox="1"/>
          <p:nvPr/>
        </p:nvSpPr>
        <p:spPr>
          <a:xfrm>
            <a:off x="6265463" y="1023916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77</a:t>
            </a:r>
            <a:endParaRPr lang="ko-KR" altLang="en-US" dirty="0">
              <a:ea typeface="NanumGothic" panose="020D0604000000000000"/>
            </a:endParaRPr>
          </a:p>
        </p:txBody>
      </p: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3E262D01-39E2-4018-8739-94AB4FA0220A}"/>
              </a:ext>
            </a:extLst>
          </p:cNvPr>
          <p:cNvCxnSpPr>
            <a:cxnSpLocks/>
          </p:cNvCxnSpPr>
          <p:nvPr/>
        </p:nvCxnSpPr>
        <p:spPr>
          <a:xfrm>
            <a:off x="786383" y="247300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A7EB1176-14C6-463C-9304-3008B4A1E376}"/>
              </a:ext>
            </a:extLst>
          </p:cNvPr>
          <p:cNvCxnSpPr>
            <a:cxnSpLocks/>
          </p:cNvCxnSpPr>
          <p:nvPr/>
        </p:nvCxnSpPr>
        <p:spPr>
          <a:xfrm>
            <a:off x="786384" y="150926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05F03E9A-641D-4536-AF23-3A6749BA8913}"/>
              </a:ext>
            </a:extLst>
          </p:cNvPr>
          <p:cNvCxnSpPr>
            <a:cxnSpLocks/>
          </p:cNvCxnSpPr>
          <p:nvPr/>
        </p:nvCxnSpPr>
        <p:spPr>
          <a:xfrm>
            <a:off x="786383" y="295487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D9E07596-DC6B-4E9F-8C8A-938C11D5AB3D}"/>
              </a:ext>
            </a:extLst>
          </p:cNvPr>
          <p:cNvCxnSpPr>
            <a:cxnSpLocks/>
          </p:cNvCxnSpPr>
          <p:nvPr/>
        </p:nvCxnSpPr>
        <p:spPr>
          <a:xfrm>
            <a:off x="786383" y="343674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9F64D876-56C2-47DE-9C86-BC7731A6793C}"/>
              </a:ext>
            </a:extLst>
          </p:cNvPr>
          <p:cNvCxnSpPr>
            <a:cxnSpLocks/>
          </p:cNvCxnSpPr>
          <p:nvPr/>
        </p:nvCxnSpPr>
        <p:spPr>
          <a:xfrm>
            <a:off x="786383" y="391860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5F6C6105-6C68-4250-B107-7C795504CC93}"/>
              </a:ext>
            </a:extLst>
          </p:cNvPr>
          <p:cNvCxnSpPr>
            <a:cxnSpLocks/>
          </p:cNvCxnSpPr>
          <p:nvPr/>
        </p:nvCxnSpPr>
        <p:spPr>
          <a:xfrm>
            <a:off x="786383" y="440047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C0F0B27C-9E8F-4A6C-8DEB-548B696AD0F7}"/>
              </a:ext>
            </a:extLst>
          </p:cNvPr>
          <p:cNvCxnSpPr>
            <a:cxnSpLocks/>
          </p:cNvCxnSpPr>
          <p:nvPr/>
        </p:nvCxnSpPr>
        <p:spPr>
          <a:xfrm>
            <a:off x="786383" y="488234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1F9C6114-0329-47E0-AE7E-DF8A5D48DEE5}"/>
              </a:ext>
            </a:extLst>
          </p:cNvPr>
          <p:cNvCxnSpPr>
            <a:cxnSpLocks/>
          </p:cNvCxnSpPr>
          <p:nvPr/>
        </p:nvCxnSpPr>
        <p:spPr>
          <a:xfrm>
            <a:off x="786383" y="536421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F6B33B45-1397-4121-A3BC-71DA43486BEE}"/>
              </a:ext>
            </a:extLst>
          </p:cNvPr>
          <p:cNvCxnSpPr>
            <a:cxnSpLocks/>
          </p:cNvCxnSpPr>
          <p:nvPr/>
        </p:nvCxnSpPr>
        <p:spPr>
          <a:xfrm>
            <a:off x="786383" y="584608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BBBC6F90-43B8-4192-A6AD-A3AB334F80AF}"/>
              </a:ext>
            </a:extLst>
          </p:cNvPr>
          <p:cNvCxnSpPr>
            <a:cxnSpLocks/>
          </p:cNvCxnSpPr>
          <p:nvPr/>
        </p:nvCxnSpPr>
        <p:spPr>
          <a:xfrm>
            <a:off x="786383" y="632794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52210309-A4A1-4D31-938F-F14EDE222B7F}"/>
              </a:ext>
            </a:extLst>
          </p:cNvPr>
          <p:cNvCxnSpPr>
            <a:cxnSpLocks/>
          </p:cNvCxnSpPr>
          <p:nvPr/>
        </p:nvCxnSpPr>
        <p:spPr>
          <a:xfrm>
            <a:off x="786383" y="680981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직선 연결선 215">
            <a:extLst>
              <a:ext uri="{FF2B5EF4-FFF2-40B4-BE49-F238E27FC236}">
                <a16:creationId xmlns:a16="http://schemas.microsoft.com/office/drawing/2014/main" id="{A51B5386-1638-4E2B-A81E-8BAC0784C095}"/>
              </a:ext>
            </a:extLst>
          </p:cNvPr>
          <p:cNvCxnSpPr>
            <a:cxnSpLocks/>
          </p:cNvCxnSpPr>
          <p:nvPr/>
        </p:nvCxnSpPr>
        <p:spPr>
          <a:xfrm>
            <a:off x="786383" y="729168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직선 연결선 216">
            <a:extLst>
              <a:ext uri="{FF2B5EF4-FFF2-40B4-BE49-F238E27FC236}">
                <a16:creationId xmlns:a16="http://schemas.microsoft.com/office/drawing/2014/main" id="{D52089F8-C00D-48E4-9F04-303B1E3F2063}"/>
              </a:ext>
            </a:extLst>
          </p:cNvPr>
          <p:cNvCxnSpPr>
            <a:cxnSpLocks/>
          </p:cNvCxnSpPr>
          <p:nvPr/>
        </p:nvCxnSpPr>
        <p:spPr>
          <a:xfrm>
            <a:off x="786383" y="77735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1581EED0-BD75-47CC-BD93-2E31E909EB69}"/>
              </a:ext>
            </a:extLst>
          </p:cNvPr>
          <p:cNvCxnSpPr>
            <a:cxnSpLocks/>
          </p:cNvCxnSpPr>
          <p:nvPr/>
        </p:nvCxnSpPr>
        <p:spPr>
          <a:xfrm>
            <a:off x="786383" y="825542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528C0196-065D-4FF6-83B8-776C38C3EA65}"/>
              </a:ext>
            </a:extLst>
          </p:cNvPr>
          <p:cNvCxnSpPr>
            <a:cxnSpLocks/>
          </p:cNvCxnSpPr>
          <p:nvPr/>
        </p:nvCxnSpPr>
        <p:spPr>
          <a:xfrm>
            <a:off x="786383" y="873728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AFB2FFF6-32C0-40C2-B953-61DADAF5E160}"/>
              </a:ext>
            </a:extLst>
          </p:cNvPr>
          <p:cNvCxnSpPr>
            <a:cxnSpLocks/>
          </p:cNvCxnSpPr>
          <p:nvPr/>
        </p:nvCxnSpPr>
        <p:spPr>
          <a:xfrm>
            <a:off x="786383" y="921915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3CC7D79E-4235-4059-9F05-761E941F00B2}"/>
              </a:ext>
            </a:extLst>
          </p:cNvPr>
          <p:cNvCxnSpPr>
            <a:cxnSpLocks/>
          </p:cNvCxnSpPr>
          <p:nvPr/>
        </p:nvCxnSpPr>
        <p:spPr>
          <a:xfrm>
            <a:off x="786383" y="970102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CDFD6FD8-80E6-4B9F-B794-DCA48FDA36C8}"/>
              </a:ext>
            </a:extLst>
          </p:cNvPr>
          <p:cNvCxnSpPr>
            <a:cxnSpLocks/>
          </p:cNvCxnSpPr>
          <p:nvPr/>
        </p:nvCxnSpPr>
        <p:spPr>
          <a:xfrm>
            <a:off x="786383" y="1018289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265FD008-EF51-413A-9E8B-9F388F9B09EC}"/>
              </a:ext>
            </a:extLst>
          </p:cNvPr>
          <p:cNvCxnSpPr>
            <a:cxnSpLocks/>
          </p:cNvCxnSpPr>
          <p:nvPr/>
        </p:nvCxnSpPr>
        <p:spPr>
          <a:xfrm>
            <a:off x="786383" y="106647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2B4D953A-E050-415C-8BD5-5CF189A4EA8C}"/>
              </a:ext>
            </a:extLst>
          </p:cNvPr>
          <p:cNvSpPr txBox="1"/>
          <p:nvPr/>
        </p:nvSpPr>
        <p:spPr>
          <a:xfrm>
            <a:off x="761307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Note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36" name="TextBox 235">
            <a:hlinkClick r:id="rId2" action="ppaction://hlinksldjump"/>
            <a:extLst>
              <a:ext uri="{FF2B5EF4-FFF2-40B4-BE49-F238E27FC236}">
                <a16:creationId xmlns:a16="http://schemas.microsoft.com/office/drawing/2014/main" id="{72C91344-2791-4395-AB5E-F525B5EC3E15}"/>
              </a:ext>
            </a:extLst>
          </p:cNvPr>
          <p:cNvSpPr txBox="1"/>
          <p:nvPr/>
        </p:nvSpPr>
        <p:spPr>
          <a:xfrm>
            <a:off x="1908492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rgbClr val="FF0000"/>
                </a:solidFill>
                <a:latin typeface="nanum"/>
                <a:ea typeface="NanumGothic" panose="020D0604000000000000"/>
              </a:rPr>
              <a:t>1</a:t>
            </a:r>
            <a:endParaRPr lang="ko-KR" altLang="en-US" sz="3600" dirty="0">
              <a:solidFill>
                <a:srgbClr val="FF0000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37" name="TextBox 236">
            <a:hlinkClick r:id="rId22" action="ppaction://hlinksldjump"/>
            <a:extLst>
              <a:ext uri="{FF2B5EF4-FFF2-40B4-BE49-F238E27FC236}">
                <a16:creationId xmlns:a16="http://schemas.microsoft.com/office/drawing/2014/main" id="{A0BC61A1-8272-47A0-B4EE-DB9C728E6DEF}"/>
              </a:ext>
            </a:extLst>
          </p:cNvPr>
          <p:cNvSpPr txBox="1"/>
          <p:nvPr/>
        </p:nvSpPr>
        <p:spPr>
          <a:xfrm>
            <a:off x="2579679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38" name="TextBox 237">
            <a:hlinkClick r:id="rId23" action="ppaction://hlinksldjump"/>
            <a:extLst>
              <a:ext uri="{FF2B5EF4-FFF2-40B4-BE49-F238E27FC236}">
                <a16:creationId xmlns:a16="http://schemas.microsoft.com/office/drawing/2014/main" id="{C45CABC5-9F62-4235-BC3F-7BBFA49019F8}"/>
              </a:ext>
            </a:extLst>
          </p:cNvPr>
          <p:cNvSpPr txBox="1"/>
          <p:nvPr/>
        </p:nvSpPr>
        <p:spPr>
          <a:xfrm>
            <a:off x="3250866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03D1D06D-3171-46DC-95C1-F6977A8F1C49}"/>
              </a:ext>
            </a:extLst>
          </p:cNvPr>
          <p:cNvSpPr txBox="1"/>
          <p:nvPr/>
        </p:nvSpPr>
        <p:spPr>
          <a:xfrm>
            <a:off x="1947364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  <a:ea typeface="NanumGothic" panose="020D0604000000000000"/>
              </a:rPr>
              <a:t>Line</a:t>
            </a:r>
            <a:endParaRPr lang="ko-KR" altLang="en-US" dirty="0">
              <a:solidFill>
                <a:srgbClr val="FF0000"/>
              </a:solidFill>
              <a:ea typeface="NanumGothic" panose="020D060400000000000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6965DD3C-EA85-40CB-AF83-4C7FECD2B6E7}"/>
              </a:ext>
            </a:extLst>
          </p:cNvPr>
          <p:cNvSpPr txBox="1"/>
          <p:nvPr/>
        </p:nvSpPr>
        <p:spPr>
          <a:xfrm>
            <a:off x="2597021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Line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8B7E6344-8FAF-42B3-803B-A1E997EF68D4}"/>
              </a:ext>
            </a:extLst>
          </p:cNvPr>
          <p:cNvSpPr txBox="1"/>
          <p:nvPr/>
        </p:nvSpPr>
        <p:spPr>
          <a:xfrm>
            <a:off x="3095229" y="927137"/>
            <a:ext cx="776944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Ideation</a:t>
            </a:r>
            <a:endParaRPr lang="ko-KR" altLang="en-US" dirty="0">
              <a:ea typeface="NanumGothic" panose="020D0604000000000000"/>
            </a:endParaRPr>
          </a:p>
        </p:txBody>
      </p: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96EB3A0F-1A9B-461B-9F67-2FA16FEA510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3" name="그림 242" descr="표지">
            <a:hlinkClick r:id="rId24" action="ppaction://hlinksldjump"/>
            <a:extLst>
              <a:ext uri="{FF2B5EF4-FFF2-40B4-BE49-F238E27FC236}">
                <a16:creationId xmlns:a16="http://schemas.microsoft.com/office/drawing/2014/main" id="{6457EF95-65DC-4EE8-8153-8529229B375E}"/>
              </a:ext>
            </a:extLst>
          </p:cNvPr>
          <p:cNvPicPr>
            <a:picLocks noChangeAspect="1"/>
          </p:cNvPicPr>
          <p:nvPr/>
        </p:nvPicPr>
        <p:blipFill rotWithShape="1">
          <a:blip r:embed="rId25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44" name="TextBox 243">
            <a:extLst>
              <a:ext uri="{FF2B5EF4-FFF2-40B4-BE49-F238E27FC236}">
                <a16:creationId xmlns:a16="http://schemas.microsoft.com/office/drawing/2014/main" id="{347E8542-B507-431D-B901-55A1CF65A87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45" name="그림 244" descr="캘린더 인덱스">
            <a:hlinkClick r:id="rId26" action="ppaction://hlinksldjump"/>
            <a:extLst>
              <a:ext uri="{FF2B5EF4-FFF2-40B4-BE49-F238E27FC236}">
                <a16:creationId xmlns:a16="http://schemas.microsoft.com/office/drawing/2014/main" id="{3B025C33-3B3D-4F71-BC77-69F6F3C7FEE2}"/>
              </a:ext>
            </a:extLst>
          </p:cNvPr>
          <p:cNvPicPr>
            <a:picLocks noChangeAspect="1"/>
          </p:cNvPicPr>
          <p:nvPr/>
        </p:nvPicPr>
        <p:blipFill rotWithShape="1">
          <a:blip r:embed="rId27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46" name="TextBox 245">
            <a:extLst>
              <a:ext uri="{FF2B5EF4-FFF2-40B4-BE49-F238E27FC236}">
                <a16:creationId xmlns:a16="http://schemas.microsoft.com/office/drawing/2014/main" id="{834A2193-1F3D-42F7-A236-02495E0B46E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47" name="직사각형 246" descr="목표 설정">
            <a:hlinkClick r:id="rId28" action="ppaction://hlinksldjump"/>
            <a:extLst>
              <a:ext uri="{FF2B5EF4-FFF2-40B4-BE49-F238E27FC236}">
                <a16:creationId xmlns:a16="http://schemas.microsoft.com/office/drawing/2014/main" id="{89DB682D-E5AD-48DE-BC2F-2B902857F85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19C8F00F-4691-4F39-95BC-86EC00BA47E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49" name="직사각형 248">
            <a:hlinkClick r:id="rId29" action="ppaction://hlinksldjump"/>
            <a:extLst>
              <a:ext uri="{FF2B5EF4-FFF2-40B4-BE49-F238E27FC236}">
                <a16:creationId xmlns:a16="http://schemas.microsoft.com/office/drawing/2014/main" id="{64381B40-0BC7-4022-A77D-0F3A7E0FC23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E910D216-CBB2-4290-96A0-5604BB5EC9B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51" name="직사각형 250" descr="목표 설정">
            <a:hlinkClick r:id="rId2" action="ppaction://hlinksldjump"/>
            <a:extLst>
              <a:ext uri="{FF2B5EF4-FFF2-40B4-BE49-F238E27FC236}">
                <a16:creationId xmlns:a16="http://schemas.microsoft.com/office/drawing/2014/main" id="{AF8703BC-11B6-4783-B326-CF820D38684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DEEB3CA7-BD87-4F5D-AD06-E0243FEF8BA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10559617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735D1470-BC7F-4780-A7EB-07AF455013D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6" name="그림 175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CB43C840-EB05-4C5D-9683-58F46F38552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835A5CA0-A15F-4885-9E0F-4C38DBE9138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8" name="그림 17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5D4A523-C07A-451B-B026-7D3448C3F4F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9" name="TextBox 178">
            <a:extLst>
              <a:ext uri="{FF2B5EF4-FFF2-40B4-BE49-F238E27FC236}">
                <a16:creationId xmlns:a16="http://schemas.microsoft.com/office/drawing/2014/main" id="{4FC9EDE9-3AC1-4392-AA0E-F6D7E5E2BE4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0" name="직사각형 17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BC974D0-1B74-44F0-9E69-5866C35E198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2F99006-ED89-4E7D-9E36-FC3018E698AB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2" name="직사각형 181">
            <a:hlinkClick r:id="rId7" action="ppaction://hlinksldjump"/>
            <a:extLst>
              <a:ext uri="{FF2B5EF4-FFF2-40B4-BE49-F238E27FC236}">
                <a16:creationId xmlns:a16="http://schemas.microsoft.com/office/drawing/2014/main" id="{4C995DD6-FC12-41B6-B82A-F1AFCC5D54F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D7AEBD9D-3A17-49A8-8F55-D137F7CF94D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4" name="직사각형 18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60120A66-F320-4E31-AF4C-64BA5E9DA68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FDAE0C8-25FE-4BA1-B6B0-0AF23E42262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27819950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E2527724-8433-4E89-A558-3D8BF914E47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1576638-8E04-4376-A760-46BC08197CB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73D29F0F-C808-4665-9038-FA8B0C63D953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D59903B-4A54-45DB-A732-0F4037F8E23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4B2A690E-3B43-44BC-84C0-C00964433C1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722FC46-5E69-4212-BED9-5EA1D5EF36D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6F0495E6-89CA-434D-8244-BD9D5E0F7EF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1B01AD1B-3A6F-4139-AA83-90BDDF565F1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AEDD6D9-2D28-4F80-92E7-D587F513ABA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F15F67F-D743-4F2F-B4A0-C0ECBC4B2C3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0996170-FB36-4563-9CC9-4095844E596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69820214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98550866-441D-4EF3-BEB2-43514FDD0D5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7F7258D-B28D-4D94-8EEB-4678120937B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83431D8A-2DF1-41BD-87A8-4ED37D4FEF3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2F0B32F-B057-48A1-8129-BA9DD6061D3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8421D3AE-6435-4A12-894F-9365200D70E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2136F5B-D91A-4A6D-AC96-5208AC7083C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50FCF883-DB2E-48A6-8673-DAFBDDFF5D6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5525BA00-30F4-4336-9F93-C8C1C8D0ABE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985482C-EC69-498E-A686-C21351CB064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9AF9502-16CF-4B89-AC45-DB69770752E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80C043F-52FD-42F0-8D4C-6714A76A613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4956930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F0158B8-59EE-4930-B3E7-E3B2A052FDF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78A65B0-0231-480F-9DDE-55D6095820B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478C3959-FA4D-43D2-BDEF-0B66CBE10B5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17915516-7A6A-4C76-8C53-E908F604540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0FB318BD-55F0-4CAD-B4A3-E77C1655168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F85A46C-A3DF-4F2C-9071-D0B9E2E7F10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E25E066-1E70-4286-AE70-49FDEDF0F9A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A17A59B8-EFBD-4867-A53E-F364E860910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9E37986-207F-4079-AA5C-56F43ED560D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79617BC-B645-41C4-9956-ACD8FBC912E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88210D4-E9B2-4B51-9491-2F46B90DCF5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46229484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9232367-C439-411D-B561-7F074351558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5AEBB53-C126-49A6-BBD1-4D33E0765ED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194A96D2-0BB6-42C0-B8E7-982CE37EB1A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387D930-BD3B-463F-B807-CF98B07DAAB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9EB6D33D-6A89-470B-AA55-E2A76FF1C4C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4D4C279-FF98-4A53-B540-895874F31F4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FC7EA91-5F84-4715-A2C3-115AA8CD343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C8B2C70-BDEA-4D20-9021-21DED569EBD2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0CCBFD0B-2135-4C20-91BF-0B2B00C7A1C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1880F85-558F-40BB-8DAE-085DE31F096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0A0461A3-A78E-4634-91E0-B377B940389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16708522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97605C8-ADC0-4353-B1C2-4EC73BD010D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EF37A8C-B9EF-4342-965F-35CF544451A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DD2724DC-F882-49C3-8D1E-4E6BFB735B2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12A98E0C-C530-4C60-BE2B-292585A37DE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A8BB6859-2EF7-4EFA-A68A-C596D687DCB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57107C6-21F2-4CEB-9257-8107E9697D5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95A9116-A3A4-480C-BCF2-FA40D5F57A5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DA54B3B5-A29D-4F4C-9B66-EBE99827623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CC5BB4B0-A8E1-43E7-A353-ADD861EF12F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4292428-171B-4C37-BE92-FB150A853C3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5208076-E606-4718-A05D-DA0077CCD18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4104687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A8170AD-BD52-4C0E-8491-245466904CEB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8A31626-9C5E-47CB-9059-F4DB06C9D95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C147464-3711-4EDD-A847-2B56C934FEF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9DAE234-8042-4BA1-ACAA-F5E1433B7BF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89FBB840-3CDC-4E87-9537-0CE95B11F98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4BA7591-1A63-4A3E-A88E-0F57F375D9D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9BAF7519-6DB9-4F3B-A8F2-E5DD5B932CA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BD454ACB-0ED9-4F28-A54A-EF4E39321E16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4C24984-46FE-4FAB-A9C5-0AF102FF556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6CB43C72-738A-44AB-B6F5-E6C25AD9A93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EF2DC48-69B6-478C-8717-58336466187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653176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6ADB392-58A0-4108-A712-E94809E86556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06531B5-CA85-4E2B-A01D-8BA84290B13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E314CAFA-C86A-48B4-A4D8-324D3BC0F6E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D178672E-FA6D-43E5-A999-BA4692A0785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601BBFF0-AF13-47D5-8D5B-5A9332B2AC7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E575EA9-3720-499C-8E16-82EA058CB4E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78EABDF-5FE3-4532-B182-6FD28DDAF70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5AC14071-1535-41C7-8149-7494E15D349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769F3AA5-44B5-45C8-8F02-99675C33442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B086496-990B-4859-99B3-F67D133293B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89D6CC3-641E-4697-8D57-8FA5517FE5B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6139369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B550B7F9-87ED-4E5D-8BE9-F7AA470F4B2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8B2FEAD-8512-47D1-A319-4E94709C29E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4BCE90AF-6DCD-437D-AF70-375B013A1C6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E63CDF7E-2BFF-44FA-81FF-71DAD6DD81A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E43FCA86-485C-412E-89C0-F6377DAB851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CEA3760-D90E-44EB-AF86-6AA30BBD333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BA2E0BB-FFA4-41B7-835C-B5CF4D8028B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0F69FFC6-8A72-4244-A779-21A3BACDE69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743F781F-3D09-4114-BF55-9409E0A0284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5D4CEB5-9453-46BA-AB6A-2C243BC2329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17120AF-9851-401E-ABA2-BA3152F23AE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23596378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7C9323F-3BC4-40EE-9B35-BED8E6C231A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70C4D3B-0ACC-49A2-A79B-94602A79AA7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F3A96624-E1BF-43D7-9158-9648E15FDCE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17AEC07-EC65-4DBB-B6A8-17CD6005BBC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B441E6F8-2825-48DE-A654-EE2D7C3EBB2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58BFE20-7FB5-429D-810E-A3B1F3B9725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AE7A1ED2-0661-4F7D-9BD9-C42C48E3C80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ABBB1E59-CBC7-4BEC-8199-8109BEB4622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4F2015B-C622-46E9-9482-909F2E6B336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ACCFA2B-60C2-4C85-94D1-544DFDEDD69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414A16B-0E48-4B09-894D-3D90FBD3AE9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68435639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9ECAA94-C568-43DF-8A0E-0D77FCDD6B4C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1386195-F8F0-4319-8868-489A1681EB5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66ECD816-B59B-41ED-A87B-70825DEF486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9ACE982-F04E-4FA0-940E-45FD07C951D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798CD8F4-41BB-450E-9787-5E3EEE22E1F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A5264DB-C644-49F0-9D27-7C7C6CEC140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C690A628-8BE8-4048-B624-D3F34F8795B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DBC73F79-BDF5-438E-91D9-916BB016532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26DC2B6-6F32-4D5C-9C3F-36A2D1E2D0F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BB3BE6C-F24E-49A9-84B5-516A55DA375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1472F22-83A7-4BFD-9B74-9D6CA4AAF2D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8393453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E5EE811-3640-4494-8CDF-72D0981C137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D0BCB6A-D402-4FDF-8AFB-37969CD6B5E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5239B750-5DCD-4F13-8A3A-2BFDC700F02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ED12C66-A403-45FA-AE31-27B2A812FB9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670B04F7-CB7D-42A9-951E-52D07891E40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F9E26F2-CC04-4F01-A8F8-91C72AE5209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985277B9-27AE-467F-9310-A4F251BDAD7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0E163709-0710-4DD7-B330-5CAAF9A0428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451E27C-AD13-4EAE-8CF6-688210E314A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12A03BC-6DA9-4242-8405-B787125CDE0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514CB6C-3AF5-498A-81AB-2A3C97743D6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1951083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ADB998B9-52F0-4780-AD5E-BFC4237371E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700E057-F9BB-41BD-BF5B-28C4D9F328C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BBF9709A-7968-466E-BCA9-48FB320D214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EA389AF-C89B-4C0F-AB11-40CFA3968CB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5AB61A33-9F7F-46BA-8034-DF52EC458D26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2651DA0-6538-4900-ADDF-CA1EF235DEF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C5AB685-3FD4-460E-8238-409B544DB57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9F50BE6B-E130-4B5B-ADFB-D8A741D844FF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C5A8953-CF10-4531-BA00-7B9694F50E6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35BE7EC-559E-43C4-B26B-2B90E55E0E9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3614A0B-9F83-444C-9D34-492C751D59E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1701466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6CBCB40-B2B1-4F8E-83A8-0A1B453C3D1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6CC51A4-97B7-4D37-AA3D-BC4B4C08D6F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919661CA-9619-45A1-8651-5625DB639BEF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98D4102D-AC11-42FC-8EFB-59AD1D08F33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366578C2-D806-47EC-B1B2-F8B358E6E2F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BFB592B-0DAC-41CF-80BC-7BB385E216D0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6E6EFF60-06E8-4833-AC84-C925BBE0D5C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9C5B74A1-FEC4-4EB2-A9FA-5C04FB2831B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FC28589-25CA-4394-BBC7-7D6B523F5F4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612A442-21F0-474D-BB84-4880E0225A7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C762D185-4364-453D-B3EE-5DECFCC6419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48368120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E244D1C2-CDD3-493C-B5D3-EF587F60BD3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424CAD1-DB4A-475D-83B8-F3BDCCF1D9D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65FFE528-459A-4F57-9834-836CC7A23EF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6A0A9D7-7071-4E77-96F0-E51150CB428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92A5984B-4425-43CA-8A92-53EC68C7B31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831F81F-E718-4B40-9D54-1D594FC00C4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E42D044F-8693-4F9D-A0C2-377869A4D0C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3DF5B10D-D37B-4575-AF19-1E21EEB8DA9D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CE3AD6A-F675-4CA8-9598-72E2361E41D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331C7CED-18FC-41E9-A419-105D9F1DC5D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AC41E51-828C-49D5-9046-F1C3813802B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29800940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1BD5D65-6D4A-49A1-98A8-FD508FF15CD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220E484-1081-464D-8DD9-1304C5D66DA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0B0AB950-048F-41BF-A14A-63C1D87A675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03C7435-682B-48B2-B2CA-D5B8D618AA5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30511E36-4F00-43BF-BDE3-ECD79A3CD31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05CBA5C-D3B6-4E1F-802C-D3398D69D51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51C7F7A4-4C7B-456F-B52E-21A458651AD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7BAA42EE-C1B0-4114-8A50-140CF0304FE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7FB4817-80B8-42FF-A24C-49BA1C7B96B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789433A-4EB6-4865-A61B-9280B06DAF3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417B3B9-A0A3-46D4-87C9-A8EF7943845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06811177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938FB173-503B-4774-84E4-557B054CCF6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9A6AD2B-F454-4A16-8B91-7BFEE63E522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CCFD587-F8EF-4725-892C-686C6FD6731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AF45F20-A24B-4857-8188-B41E5EF3D42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6DB5C2D9-A558-43E6-AD8D-7329366C8A9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AD48F04-CBFA-4622-AF38-CB8194C90C6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63BAF9C-39A1-47CB-815E-0BCDF3C8B2F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8A887A1-E2B0-4FC2-9C9F-66DD74755AF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BF5C543-7FB2-4CA7-B709-2E4ED639C8D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C1C7F56-42D3-4D85-80B9-6B7C59955E0A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D35578F-3542-48B4-86C7-23F23129121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17340758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E6A1D1B-1B4C-419B-A4B1-76879EB5D72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21F6F92-3FB5-42F5-8727-6B6399F97BD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977E519C-8A3E-4807-BE25-C840C991BF41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34CE932-67C2-4F15-B43C-47E517C15A9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69C58608-036C-41D8-9B5F-1A193EEE74B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9BBCC29-7B93-42F0-AC0D-78BA8E14FEE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E5F1B9D3-7CF3-4CD4-B886-9230F3679FA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093850CD-E4B4-4BBB-BF1B-FCB7F531C3E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498D35AF-7558-4DB5-9B15-0E10D4C255F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A50D7236-363E-4580-8143-3116EDB2BA7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40B584B-7A1B-43F0-B783-A9E6C2030DB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5100000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1BFB09F0-5558-4148-A866-A43C09716F6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B648452-A489-4BAE-A3AE-E973A52A42F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16E5D387-38AB-4B3D-BF1A-87E304B28E3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48A33454-FA51-4731-98B6-5E0300EE62B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05EC65F6-49BD-4199-AB22-AEBE7E71179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22CDBD1-DED8-4822-B120-78B1E1EB1FF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5311CE4A-555C-42C0-862E-5A1957F1A8F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E588FB96-D977-4F31-A53E-9EF7B71575C2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8641CA7-A729-4600-89C9-C2D9862A722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BEF0F1B-EBF3-466E-A2AB-6DF880D03070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FC44F3F-FCCD-418A-BFE8-F7975082942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239974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17D5C420-B303-402E-8456-BD249D78C0D5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ACA3E4-38E7-4F21-972F-8B136C98D862}"/>
              </a:ext>
            </a:extLst>
          </p:cNvPr>
          <p:cNvCxnSpPr>
            <a:cxnSpLocks/>
          </p:cNvCxnSpPr>
          <p:nvPr/>
        </p:nvCxnSpPr>
        <p:spPr>
          <a:xfrm>
            <a:off x="786384" y="199113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hlinkClick r:id="rId2" action="ppaction://hlinksldjump"/>
            <a:extLst>
              <a:ext uri="{FF2B5EF4-FFF2-40B4-BE49-F238E27FC236}">
                <a16:creationId xmlns:a16="http://schemas.microsoft.com/office/drawing/2014/main" id="{1D47DCF4-7919-453A-A6DF-214A1C265582}"/>
              </a:ext>
            </a:extLst>
          </p:cNvPr>
          <p:cNvSpPr txBox="1"/>
          <p:nvPr/>
        </p:nvSpPr>
        <p:spPr>
          <a:xfrm>
            <a:off x="6265463" y="108366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8" name="TextBox 177">
            <a:hlinkClick r:id="rId3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65463" y="156553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79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9" name="TextBox 178">
            <a:hlinkClick r:id="rId4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265463" y="204740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0" name="TextBox 179">
            <a:hlinkClick r:id="rId5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265463" y="252927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1" name="TextBox 180">
            <a:hlinkClick r:id="rId6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265463" y="301114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2" name="TextBox 181">
            <a:hlinkClick r:id="rId7" action="ppaction://hlinksldjump"/>
            <a:extLst>
              <a:ext uri="{FF2B5EF4-FFF2-40B4-BE49-F238E27FC236}">
                <a16:creationId xmlns:a16="http://schemas.microsoft.com/office/drawing/2014/main" id="{9381F8BD-3C9D-4795-B682-C29C76483F9F}"/>
              </a:ext>
            </a:extLst>
          </p:cNvPr>
          <p:cNvSpPr txBox="1"/>
          <p:nvPr/>
        </p:nvSpPr>
        <p:spPr>
          <a:xfrm>
            <a:off x="6265463" y="349300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3" name="TextBox 182">
            <a:hlinkClick r:id="rId8" action="ppaction://hlinksldjump"/>
            <a:extLst>
              <a:ext uri="{FF2B5EF4-FFF2-40B4-BE49-F238E27FC236}">
                <a16:creationId xmlns:a16="http://schemas.microsoft.com/office/drawing/2014/main" id="{9E1BBC90-EA58-454B-943F-B1E67C110746}"/>
              </a:ext>
            </a:extLst>
          </p:cNvPr>
          <p:cNvSpPr txBox="1"/>
          <p:nvPr/>
        </p:nvSpPr>
        <p:spPr>
          <a:xfrm>
            <a:off x="6265463" y="397487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4" name="TextBox 183">
            <a:hlinkClick r:id="rId9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265463" y="445674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5" name="TextBox 184">
            <a:hlinkClick r:id="rId10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265463" y="493861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6" name="TextBox 185">
            <a:hlinkClick r:id="rId11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265463" y="542048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87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7" name="TextBox 186">
            <a:hlinkClick r:id="rId12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265463" y="590234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8" name="TextBox 187">
            <a:hlinkClick r:id="rId13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265463" y="638421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89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9" name="TextBox 188">
            <a:hlinkClick r:id="rId14" action="ppaction://hlinksldjump"/>
            <a:extLst>
              <a:ext uri="{FF2B5EF4-FFF2-40B4-BE49-F238E27FC236}">
                <a16:creationId xmlns:a16="http://schemas.microsoft.com/office/drawing/2014/main" id="{6397D937-A82A-440B-A318-C6ECFAF63BE7}"/>
              </a:ext>
            </a:extLst>
          </p:cNvPr>
          <p:cNvSpPr txBox="1"/>
          <p:nvPr/>
        </p:nvSpPr>
        <p:spPr>
          <a:xfrm>
            <a:off x="6265463" y="686608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0" name="TextBox 189">
            <a:hlinkClick r:id="rId15" action="ppaction://hlinksldjump"/>
            <a:extLst>
              <a:ext uri="{FF2B5EF4-FFF2-40B4-BE49-F238E27FC236}">
                <a16:creationId xmlns:a16="http://schemas.microsoft.com/office/drawing/2014/main" id="{CEDFE96D-A0AE-4B82-9E4B-E21DEF4AE110}"/>
              </a:ext>
            </a:extLst>
          </p:cNvPr>
          <p:cNvSpPr txBox="1"/>
          <p:nvPr/>
        </p:nvSpPr>
        <p:spPr>
          <a:xfrm>
            <a:off x="6265463" y="734795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1" name="TextBox 190">
            <a:hlinkClick r:id="rId16" action="ppaction://hlinksldjump"/>
            <a:extLst>
              <a:ext uri="{FF2B5EF4-FFF2-40B4-BE49-F238E27FC236}">
                <a16:creationId xmlns:a16="http://schemas.microsoft.com/office/drawing/2014/main" id="{D905522D-444B-4CFC-BDE0-C092AB6641CF}"/>
              </a:ext>
            </a:extLst>
          </p:cNvPr>
          <p:cNvSpPr txBox="1"/>
          <p:nvPr/>
        </p:nvSpPr>
        <p:spPr>
          <a:xfrm>
            <a:off x="6265463" y="782982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2" name="TextBox 191">
            <a:hlinkClick r:id="rId17" action="ppaction://hlinksldjump"/>
            <a:extLst>
              <a:ext uri="{FF2B5EF4-FFF2-40B4-BE49-F238E27FC236}">
                <a16:creationId xmlns:a16="http://schemas.microsoft.com/office/drawing/2014/main" id="{4A2644DB-AD04-44FD-95B3-94368E886C02}"/>
              </a:ext>
            </a:extLst>
          </p:cNvPr>
          <p:cNvSpPr txBox="1"/>
          <p:nvPr/>
        </p:nvSpPr>
        <p:spPr>
          <a:xfrm>
            <a:off x="6265463" y="8311689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3" name="TextBox 192">
            <a:hlinkClick r:id="rId18" action="ppaction://hlinksldjump"/>
            <a:extLst>
              <a:ext uri="{FF2B5EF4-FFF2-40B4-BE49-F238E27FC236}">
                <a16:creationId xmlns:a16="http://schemas.microsoft.com/office/drawing/2014/main" id="{6A62B1C7-EE9E-45BF-AE57-4F5DF947258A}"/>
              </a:ext>
            </a:extLst>
          </p:cNvPr>
          <p:cNvSpPr txBox="1"/>
          <p:nvPr/>
        </p:nvSpPr>
        <p:spPr>
          <a:xfrm>
            <a:off x="6265463" y="879355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4" name="TextBox 193">
            <a:hlinkClick r:id="rId19" action="ppaction://hlinksldjump"/>
            <a:extLst>
              <a:ext uri="{FF2B5EF4-FFF2-40B4-BE49-F238E27FC236}">
                <a16:creationId xmlns:a16="http://schemas.microsoft.com/office/drawing/2014/main" id="{62C0BB06-272B-443E-9BA9-BC90716C8101}"/>
              </a:ext>
            </a:extLst>
          </p:cNvPr>
          <p:cNvSpPr txBox="1"/>
          <p:nvPr/>
        </p:nvSpPr>
        <p:spPr>
          <a:xfrm>
            <a:off x="6265463" y="927542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5" name="TextBox 194">
            <a:hlinkClick r:id="rId20" action="ppaction://hlinksldjump"/>
            <a:extLst>
              <a:ext uri="{FF2B5EF4-FFF2-40B4-BE49-F238E27FC236}">
                <a16:creationId xmlns:a16="http://schemas.microsoft.com/office/drawing/2014/main" id="{44B94182-A84C-413D-862A-F88DD9E326FF}"/>
              </a:ext>
            </a:extLst>
          </p:cNvPr>
          <p:cNvSpPr txBox="1"/>
          <p:nvPr/>
        </p:nvSpPr>
        <p:spPr>
          <a:xfrm>
            <a:off x="6265463" y="9757293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96" name="TextBox 195">
            <a:hlinkClick r:id="rId21" action="ppaction://hlinksldjump"/>
            <a:extLst>
              <a:ext uri="{FF2B5EF4-FFF2-40B4-BE49-F238E27FC236}">
                <a16:creationId xmlns:a16="http://schemas.microsoft.com/office/drawing/2014/main" id="{D98CE4F8-AE0B-4EF2-859B-EAADC5F804E6}"/>
              </a:ext>
            </a:extLst>
          </p:cNvPr>
          <p:cNvSpPr txBox="1"/>
          <p:nvPr/>
        </p:nvSpPr>
        <p:spPr>
          <a:xfrm>
            <a:off x="6265463" y="10239161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ea typeface="NanumGothic" panose="020D0604000000000000"/>
              </a:rPr>
              <a:t>97</a:t>
            </a:r>
            <a:endParaRPr lang="ko-KR" altLang="en-US" dirty="0">
              <a:ea typeface="NanumGothic" panose="020D0604000000000000"/>
            </a:endParaRPr>
          </a:p>
        </p:txBody>
      </p: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3E262D01-39E2-4018-8739-94AB4FA0220A}"/>
              </a:ext>
            </a:extLst>
          </p:cNvPr>
          <p:cNvCxnSpPr>
            <a:cxnSpLocks/>
          </p:cNvCxnSpPr>
          <p:nvPr/>
        </p:nvCxnSpPr>
        <p:spPr>
          <a:xfrm>
            <a:off x="786383" y="247300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A7EB1176-14C6-463C-9304-3008B4A1E376}"/>
              </a:ext>
            </a:extLst>
          </p:cNvPr>
          <p:cNvCxnSpPr>
            <a:cxnSpLocks/>
          </p:cNvCxnSpPr>
          <p:nvPr/>
        </p:nvCxnSpPr>
        <p:spPr>
          <a:xfrm>
            <a:off x="786384" y="150926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연결선 206">
            <a:extLst>
              <a:ext uri="{FF2B5EF4-FFF2-40B4-BE49-F238E27FC236}">
                <a16:creationId xmlns:a16="http://schemas.microsoft.com/office/drawing/2014/main" id="{05F03E9A-641D-4536-AF23-3A6749BA8913}"/>
              </a:ext>
            </a:extLst>
          </p:cNvPr>
          <p:cNvCxnSpPr>
            <a:cxnSpLocks/>
          </p:cNvCxnSpPr>
          <p:nvPr/>
        </p:nvCxnSpPr>
        <p:spPr>
          <a:xfrm>
            <a:off x="786383" y="295487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D9E07596-DC6B-4E9F-8C8A-938C11D5AB3D}"/>
              </a:ext>
            </a:extLst>
          </p:cNvPr>
          <p:cNvCxnSpPr>
            <a:cxnSpLocks/>
          </p:cNvCxnSpPr>
          <p:nvPr/>
        </p:nvCxnSpPr>
        <p:spPr>
          <a:xfrm>
            <a:off x="786383" y="343674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08">
            <a:extLst>
              <a:ext uri="{FF2B5EF4-FFF2-40B4-BE49-F238E27FC236}">
                <a16:creationId xmlns:a16="http://schemas.microsoft.com/office/drawing/2014/main" id="{9F64D876-56C2-47DE-9C86-BC7731A6793C}"/>
              </a:ext>
            </a:extLst>
          </p:cNvPr>
          <p:cNvCxnSpPr>
            <a:cxnSpLocks/>
          </p:cNvCxnSpPr>
          <p:nvPr/>
        </p:nvCxnSpPr>
        <p:spPr>
          <a:xfrm>
            <a:off x="786383" y="391860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5F6C6105-6C68-4250-B107-7C795504CC93}"/>
              </a:ext>
            </a:extLst>
          </p:cNvPr>
          <p:cNvCxnSpPr>
            <a:cxnSpLocks/>
          </p:cNvCxnSpPr>
          <p:nvPr/>
        </p:nvCxnSpPr>
        <p:spPr>
          <a:xfrm>
            <a:off x="786383" y="440047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C0F0B27C-9E8F-4A6C-8DEB-548B696AD0F7}"/>
              </a:ext>
            </a:extLst>
          </p:cNvPr>
          <p:cNvCxnSpPr>
            <a:cxnSpLocks/>
          </p:cNvCxnSpPr>
          <p:nvPr/>
        </p:nvCxnSpPr>
        <p:spPr>
          <a:xfrm>
            <a:off x="786383" y="488234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1F9C6114-0329-47E0-AE7E-DF8A5D48DEE5}"/>
              </a:ext>
            </a:extLst>
          </p:cNvPr>
          <p:cNvCxnSpPr>
            <a:cxnSpLocks/>
          </p:cNvCxnSpPr>
          <p:nvPr/>
        </p:nvCxnSpPr>
        <p:spPr>
          <a:xfrm>
            <a:off x="786383" y="536421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F6B33B45-1397-4121-A3BC-71DA43486BEE}"/>
              </a:ext>
            </a:extLst>
          </p:cNvPr>
          <p:cNvCxnSpPr>
            <a:cxnSpLocks/>
          </p:cNvCxnSpPr>
          <p:nvPr/>
        </p:nvCxnSpPr>
        <p:spPr>
          <a:xfrm>
            <a:off x="786383" y="584608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BBBC6F90-43B8-4192-A6AD-A3AB334F80AF}"/>
              </a:ext>
            </a:extLst>
          </p:cNvPr>
          <p:cNvCxnSpPr>
            <a:cxnSpLocks/>
          </p:cNvCxnSpPr>
          <p:nvPr/>
        </p:nvCxnSpPr>
        <p:spPr>
          <a:xfrm>
            <a:off x="786383" y="632794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52210309-A4A1-4D31-938F-F14EDE222B7F}"/>
              </a:ext>
            </a:extLst>
          </p:cNvPr>
          <p:cNvCxnSpPr>
            <a:cxnSpLocks/>
          </p:cNvCxnSpPr>
          <p:nvPr/>
        </p:nvCxnSpPr>
        <p:spPr>
          <a:xfrm>
            <a:off x="786383" y="680981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직선 연결선 215">
            <a:extLst>
              <a:ext uri="{FF2B5EF4-FFF2-40B4-BE49-F238E27FC236}">
                <a16:creationId xmlns:a16="http://schemas.microsoft.com/office/drawing/2014/main" id="{A51B5386-1638-4E2B-A81E-8BAC0784C095}"/>
              </a:ext>
            </a:extLst>
          </p:cNvPr>
          <p:cNvCxnSpPr>
            <a:cxnSpLocks/>
          </p:cNvCxnSpPr>
          <p:nvPr/>
        </p:nvCxnSpPr>
        <p:spPr>
          <a:xfrm>
            <a:off x="786383" y="729168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직선 연결선 216">
            <a:extLst>
              <a:ext uri="{FF2B5EF4-FFF2-40B4-BE49-F238E27FC236}">
                <a16:creationId xmlns:a16="http://schemas.microsoft.com/office/drawing/2014/main" id="{D52089F8-C00D-48E4-9F04-303B1E3F2063}"/>
              </a:ext>
            </a:extLst>
          </p:cNvPr>
          <p:cNvCxnSpPr>
            <a:cxnSpLocks/>
          </p:cNvCxnSpPr>
          <p:nvPr/>
        </p:nvCxnSpPr>
        <p:spPr>
          <a:xfrm>
            <a:off x="786383" y="77735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1581EED0-BD75-47CC-BD93-2E31E909EB69}"/>
              </a:ext>
            </a:extLst>
          </p:cNvPr>
          <p:cNvCxnSpPr>
            <a:cxnSpLocks/>
          </p:cNvCxnSpPr>
          <p:nvPr/>
        </p:nvCxnSpPr>
        <p:spPr>
          <a:xfrm>
            <a:off x="786383" y="8255421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528C0196-065D-4FF6-83B8-776C38C3EA65}"/>
              </a:ext>
            </a:extLst>
          </p:cNvPr>
          <p:cNvCxnSpPr>
            <a:cxnSpLocks/>
          </p:cNvCxnSpPr>
          <p:nvPr/>
        </p:nvCxnSpPr>
        <p:spPr>
          <a:xfrm>
            <a:off x="786383" y="8737289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AFB2FFF6-32C0-40C2-B953-61DADAF5E160}"/>
              </a:ext>
            </a:extLst>
          </p:cNvPr>
          <p:cNvCxnSpPr>
            <a:cxnSpLocks/>
          </p:cNvCxnSpPr>
          <p:nvPr/>
        </p:nvCxnSpPr>
        <p:spPr>
          <a:xfrm>
            <a:off x="786383" y="9219157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3CC7D79E-4235-4059-9F05-761E941F00B2}"/>
              </a:ext>
            </a:extLst>
          </p:cNvPr>
          <p:cNvCxnSpPr>
            <a:cxnSpLocks/>
          </p:cNvCxnSpPr>
          <p:nvPr/>
        </p:nvCxnSpPr>
        <p:spPr>
          <a:xfrm>
            <a:off x="786383" y="9701025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CDFD6FD8-80E6-4B9F-B794-DCA48FDA36C8}"/>
              </a:ext>
            </a:extLst>
          </p:cNvPr>
          <p:cNvCxnSpPr>
            <a:cxnSpLocks/>
          </p:cNvCxnSpPr>
          <p:nvPr/>
        </p:nvCxnSpPr>
        <p:spPr>
          <a:xfrm>
            <a:off x="786383" y="1018289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265FD008-EF51-413A-9E8B-9F388F9B09EC}"/>
              </a:ext>
            </a:extLst>
          </p:cNvPr>
          <p:cNvCxnSpPr>
            <a:cxnSpLocks/>
          </p:cNvCxnSpPr>
          <p:nvPr/>
        </p:nvCxnSpPr>
        <p:spPr>
          <a:xfrm>
            <a:off x="786383" y="10664753"/>
            <a:ext cx="589778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27A97C76-7904-4764-9EB7-56DBA29B47A4}"/>
              </a:ext>
            </a:extLst>
          </p:cNvPr>
          <p:cNvSpPr txBox="1"/>
          <p:nvPr/>
        </p:nvSpPr>
        <p:spPr>
          <a:xfrm>
            <a:off x="761307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Note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3" name="TextBox 202">
            <a:hlinkClick r:id="rId22" action="ppaction://hlinksldjump"/>
            <a:extLst>
              <a:ext uri="{FF2B5EF4-FFF2-40B4-BE49-F238E27FC236}">
                <a16:creationId xmlns:a16="http://schemas.microsoft.com/office/drawing/2014/main" id="{8CF2CA2B-860E-4B22-B12F-F7CCF1BF6D8B}"/>
              </a:ext>
            </a:extLst>
          </p:cNvPr>
          <p:cNvSpPr txBox="1"/>
          <p:nvPr/>
        </p:nvSpPr>
        <p:spPr>
          <a:xfrm>
            <a:off x="1908492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04" name="TextBox 203">
            <a:hlinkClick r:id="rId2" action="ppaction://hlinksldjump"/>
            <a:extLst>
              <a:ext uri="{FF2B5EF4-FFF2-40B4-BE49-F238E27FC236}">
                <a16:creationId xmlns:a16="http://schemas.microsoft.com/office/drawing/2014/main" id="{33B83A3C-7A7E-4C32-8497-8DBC232D7141}"/>
              </a:ext>
            </a:extLst>
          </p:cNvPr>
          <p:cNvSpPr txBox="1"/>
          <p:nvPr/>
        </p:nvSpPr>
        <p:spPr>
          <a:xfrm>
            <a:off x="2579679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rgbClr val="FF0000"/>
                </a:solidFill>
                <a:latin typeface="nanum"/>
                <a:ea typeface="NanumGothic" panose="020D0604000000000000"/>
              </a:rPr>
              <a:t>2</a:t>
            </a:r>
            <a:endParaRPr lang="ko-KR" altLang="en-US" sz="3600" dirty="0">
              <a:solidFill>
                <a:srgbClr val="FF0000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24" name="TextBox 223">
            <a:hlinkClick r:id="rId23" action="ppaction://hlinksldjump"/>
            <a:extLst>
              <a:ext uri="{FF2B5EF4-FFF2-40B4-BE49-F238E27FC236}">
                <a16:creationId xmlns:a16="http://schemas.microsoft.com/office/drawing/2014/main" id="{5991A50B-6946-4967-B81F-07C663609DB0}"/>
              </a:ext>
            </a:extLst>
          </p:cNvPr>
          <p:cNvSpPr txBox="1"/>
          <p:nvPr/>
        </p:nvSpPr>
        <p:spPr>
          <a:xfrm>
            <a:off x="3250866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3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17E594D8-DAA2-4710-B368-6FD1669E87D3}"/>
              </a:ext>
            </a:extLst>
          </p:cNvPr>
          <p:cNvSpPr txBox="1"/>
          <p:nvPr/>
        </p:nvSpPr>
        <p:spPr>
          <a:xfrm>
            <a:off x="1947364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Line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59E498D-7046-4B9A-B21F-95D23362F844}"/>
              </a:ext>
            </a:extLst>
          </p:cNvPr>
          <p:cNvSpPr txBox="1"/>
          <p:nvPr/>
        </p:nvSpPr>
        <p:spPr>
          <a:xfrm>
            <a:off x="2597021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  <a:ea typeface="NanumGothic" panose="020D0604000000000000"/>
              </a:rPr>
              <a:t>Line</a:t>
            </a:r>
            <a:endParaRPr lang="ko-KR" altLang="en-US" dirty="0">
              <a:solidFill>
                <a:srgbClr val="FF0000"/>
              </a:solidFill>
              <a:ea typeface="NanumGothic" panose="020D060400000000000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7304869A-7EBC-4109-8D1F-C078AE6BAF81}"/>
              </a:ext>
            </a:extLst>
          </p:cNvPr>
          <p:cNvSpPr txBox="1"/>
          <p:nvPr/>
        </p:nvSpPr>
        <p:spPr>
          <a:xfrm>
            <a:off x="3095229" y="927137"/>
            <a:ext cx="776944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Ideation</a:t>
            </a:r>
            <a:endParaRPr lang="ko-KR" altLang="en-US" dirty="0">
              <a:ea typeface="NanumGothic" panose="020D0604000000000000"/>
            </a:endParaRPr>
          </a:p>
        </p:txBody>
      </p: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11B202DF-717A-4BB3-A389-F17C81537E9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5" name="그림 234" descr="표지">
            <a:hlinkClick r:id="rId24" action="ppaction://hlinksldjump"/>
            <a:extLst>
              <a:ext uri="{FF2B5EF4-FFF2-40B4-BE49-F238E27FC236}">
                <a16:creationId xmlns:a16="http://schemas.microsoft.com/office/drawing/2014/main" id="{F184BE69-3710-471D-B0EE-1FC2258E7A9B}"/>
              </a:ext>
            </a:extLst>
          </p:cNvPr>
          <p:cNvPicPr>
            <a:picLocks noChangeAspect="1"/>
          </p:cNvPicPr>
          <p:nvPr/>
        </p:nvPicPr>
        <p:blipFill rotWithShape="1">
          <a:blip r:embed="rId25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36" name="TextBox 235">
            <a:extLst>
              <a:ext uri="{FF2B5EF4-FFF2-40B4-BE49-F238E27FC236}">
                <a16:creationId xmlns:a16="http://schemas.microsoft.com/office/drawing/2014/main" id="{14F55BA0-AD96-4683-86A8-939D68CC551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237" name="그림 236" descr="캘린더 인덱스">
            <a:hlinkClick r:id="rId26" action="ppaction://hlinksldjump"/>
            <a:extLst>
              <a:ext uri="{FF2B5EF4-FFF2-40B4-BE49-F238E27FC236}">
                <a16:creationId xmlns:a16="http://schemas.microsoft.com/office/drawing/2014/main" id="{9208BA90-3C86-4D5A-83FC-917C2E52CD82}"/>
              </a:ext>
            </a:extLst>
          </p:cNvPr>
          <p:cNvPicPr>
            <a:picLocks noChangeAspect="1"/>
          </p:cNvPicPr>
          <p:nvPr/>
        </p:nvPicPr>
        <p:blipFill rotWithShape="1">
          <a:blip r:embed="rId27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38" name="TextBox 237">
            <a:extLst>
              <a:ext uri="{FF2B5EF4-FFF2-40B4-BE49-F238E27FC236}">
                <a16:creationId xmlns:a16="http://schemas.microsoft.com/office/drawing/2014/main" id="{8B871B98-7C5E-457D-BEAF-92B0C46F521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239" name="직사각형 238" descr="목표 설정">
            <a:hlinkClick r:id="rId28" action="ppaction://hlinksldjump"/>
            <a:extLst>
              <a:ext uri="{FF2B5EF4-FFF2-40B4-BE49-F238E27FC236}">
                <a16:creationId xmlns:a16="http://schemas.microsoft.com/office/drawing/2014/main" id="{1DF5ECF5-A642-400A-8467-25ACF8DFB19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B68B7E83-F669-485A-A506-9E9DD11D038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241" name="직사각형 240">
            <a:hlinkClick r:id="rId29" action="ppaction://hlinksldjump"/>
            <a:extLst>
              <a:ext uri="{FF2B5EF4-FFF2-40B4-BE49-F238E27FC236}">
                <a16:creationId xmlns:a16="http://schemas.microsoft.com/office/drawing/2014/main" id="{7899D10A-3746-4A33-BEA5-E507FA690E0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20F1753A-C0C1-4F30-B273-14EA38670FB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243" name="직사각형 242" descr="목표 설정">
            <a:hlinkClick r:id="rId22" action="ppaction://hlinksldjump"/>
            <a:extLst>
              <a:ext uri="{FF2B5EF4-FFF2-40B4-BE49-F238E27FC236}">
                <a16:creationId xmlns:a16="http://schemas.microsoft.com/office/drawing/2014/main" id="{7F3AFD73-0A7A-40BF-9A2C-36BF64AE40C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7BC369CF-2529-4599-A42A-1D2AC3FB3CA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88185225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769BA869-3CAB-4A6F-8131-A22090722C3C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E44E5E6-9DEE-43C8-95EC-C8CB8C398C5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86A665B-4D59-40C3-8B35-632706C94CF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5178946-8208-4F06-975D-94C66FAD867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D649CC95-BD61-4E00-90BF-B78243D3FC8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2A7E3AE-3719-429E-817C-22C86E178000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E9FA3D4-CB46-44FB-AA1D-92D801BAE14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CA42CBE-D811-4BBA-A63C-1A4583873F7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D1163DB6-43D8-4882-A910-A92E6EB6096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56DB03E-7940-40AA-84C6-D30411559EF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402375B-7736-4F96-BFF1-833E886A7D2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78711442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2E1CD2A9-1CA3-42D6-A01D-8E77B647B20C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C9F90EC-04C6-400F-B0B4-0694884A38A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A3682D45-ABBF-4759-85AF-075E51C8228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BD05031-AF04-4AE0-8C50-8C7831E6831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85958666-01A5-4E87-9FA6-EF4F01A1A3C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D23D495-A4E8-4344-96DE-17CED64707F8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A28CDB1E-3280-409E-8977-4484C6C1614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A5546045-5E59-4323-B362-8BEEF9C97BC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31CC9D4A-850C-44D7-809E-E51CAF943B4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BA30592-1B55-480F-AF36-69CB79A2346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B1F32D4-4491-4839-8455-8E8BD72672D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80919791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1CE7189-F12B-4F4C-B96D-42501EB9A4B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B052BFC-4DC4-454E-89F5-0F051E24D0A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26D6DC86-D452-43E1-A3EC-757AB748638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F3886C5-587C-424C-94C1-E015FC11A6D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F8310BD0-E4B7-40DA-9526-0C39498EACB0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7F7462C-CCF3-435B-B5ED-9459DCD0E61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1DC51AE-742D-4513-8CE6-FBA7FCDF605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FE534B90-33CD-484B-820E-B29F4256A46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F70EFE4-72DB-4BC4-A502-821A816146C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76D0FD1-4360-47C1-9DC1-6C94B7226C6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7959AEC-1E5F-45B2-BBBF-510CBB14A34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3120338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C2368197-01E1-4157-920A-6BE8EA36F82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2B2C2AA-AC80-4AA3-8415-1C2FE758602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76B15908-8996-4CAF-88F8-9F37CD4EE7D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0192FFB-079E-4077-9E0C-AA82B4BA581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53333A2E-F39E-4494-8F32-879940580289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932C589-8CCC-4513-8C1A-28FB7D0293D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0FCE2ED0-52F6-4F73-9C85-CC9199403B5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80325703-52F0-4CED-8068-00CD24731B5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DC677C96-80C0-48F9-8C3D-8F93D8EFA95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CFDFB6D-08A6-459F-B650-4F14BD9F0C8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B499426-C509-4B9E-AA32-1F7970666C5F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92083832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B6BE9178-10AB-4F5F-843B-979858FF437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2C0FEAD-6F21-4C6A-8009-7418E8BF9A7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853E86ED-906D-4ABA-A9A8-CC76C4BBEBD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3714E0B-5365-493D-B407-FB70CF11632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E24C222F-3B47-4530-B58D-C47D7A4CC23D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A238194-FE1B-4C3A-9A54-FE75E7E1A38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084FD28D-38EC-4376-9A4A-D058909866E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53BDF79A-6EB6-4A5B-9C00-5E3946DEE08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FB3E135-F730-4DBE-88F0-1E4D6994AB5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94050EC-8CF2-4C83-9461-D95BB8050C1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54334CC-AFB1-4B9C-82A8-7A28B682442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4350981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E8FB278-5C2E-4529-9146-BE668A32F03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ACCD13F-648D-4B65-9D3F-41463841BC9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050EB875-5A3B-4A00-8CA9-EAF686CE0E9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6342FB5-0588-4056-AF84-C43F96882D3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EE2AACD5-72C2-4F7A-858E-F97CB9E1711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F754C63-6CE2-4B52-B112-98E1901C6372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95D35288-DB00-4C2D-AB1A-D9B1E497518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86844DD-687A-4700-9C56-0CFD21AF2BD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DAD4234-379B-43C4-8672-2A507A29E4A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A0A06C6-03D0-4A5B-9744-905D682E462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F2A0F42-0697-4EE7-A2AC-32458DCEC68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4622248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AEC045D7-B516-46D3-B9F9-9D0C98B3B47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B62CFC8-B0D4-459A-9F3C-48F02EE56B3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E3B9736D-9256-4D85-8F07-CF6867B3D169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8A60223-B417-418B-AA44-A2E865F4913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5A0F050C-012B-448F-AD2B-70FF972FE5D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A1C1AAD-B31B-47A4-877B-E3A4ED2059B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D1F4F96-ED95-4B87-8E92-7D45EE2147F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16A65887-230A-4B05-B748-ADBE03A429D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F176ECD4-3809-4B80-B652-158E97562D5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65B3A12A-C66E-4FEA-BC33-9D0BECF509E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D85FC05B-CD19-442D-9802-2B5AF819A46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95831116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C8A5744-81AF-4423-9B22-BEE0482D4AEB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D552132-3692-44F5-A201-218242F9BAA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1BDC5726-8BB5-43E7-B664-8044A3ECBBD9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5F00580-95FF-4CED-9AB1-30834BA0EEF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04757ED4-5FBF-460C-AC45-1618BD25532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975351E-189D-44FB-A8D0-1515931FADB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B8A4D65-427F-4913-A29E-836896D57B5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C504D65-8076-4676-9A47-0EB849C5CB94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41EF5FB-8BE3-4288-97AA-B8D184A25E1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8C92EC49-B1BC-4D12-9A93-D98BE178CB4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6FFE92D-5F49-4416-81B0-D2C050D69F55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10915851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E0F680DF-32C0-45DE-9BAA-71604CDEF36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8B047D4-777F-4676-BDD8-AB8C78419F3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E2E15EC-14F9-4A59-BEAC-9D7284EEC686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985C90F-D5CB-4204-B4D8-1A219BDBE14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1397824E-82AC-43EE-927E-CE217DB8B02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A176526-D3F6-45C6-95EA-D2C7124DB14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865073C-67F8-4516-9FA9-433F76FC00B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C2C17492-F38A-43B2-B025-5926D2A1514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B451C25-FD3E-4624-B0A5-EDFF0FDF9E2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AB5E05D-A0A5-4A9D-8AB6-DEF5E8CAA41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D8474A9E-23AA-4B70-B225-3CBA476106B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41253202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191D382-E14D-49C2-9DC6-C0CD6CF0CDB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241E5DD-6022-4E19-AB6D-2CE846A35B7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81EB9C74-302D-444A-8B8C-E3C133D525D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AA90324-6E81-46DD-BA56-EEDC3EE11FA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7DA3C468-FB76-450B-B5CC-79AE6449C6A1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3242D3E-EFB4-4440-A59C-3DFA20756B1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0525FCEC-9B05-407E-B035-B540A919E79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A43B1B70-C867-4E60-9CE5-473D0A01E442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98632C7-0270-4C8C-A1C5-651F204B65D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109FBB0-0633-417F-BDA7-70F040CDA4B5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BA6DF6DA-27BB-435A-B033-74220D84188B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62476878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766BB99-5E21-4B09-ADAF-94A42413566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87C5644-44E4-4113-939F-1831BECA9A0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151BA8E8-0C5D-4891-BC59-09676170F8C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825C919-3745-4C48-A0CF-7FFBBB4A952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F339BDF0-CDAF-44CA-9672-ACFC09936EB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383C3BF-220D-44A5-A515-B8A7A114E2A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66D203F-B1CE-4737-AC3F-777FAF2DF8F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C3E5E537-A4F8-440E-8BE8-0ACC3DBA41F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3A92DAB-96E5-4037-A921-2CC71CFB0CA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6DA54E3F-3755-4195-8C77-B3BEAEB4834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EE084387-AE6A-4860-984D-2741DF2DE566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3640036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EA0E1D6-9ADC-4732-9AAD-2D8631104A6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F9BCCA5-1FB0-4965-9893-70F972A826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CC7921C6-F06F-4964-9F40-271D933E093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E0BA9CC-C2F9-4364-8CB9-5C334198E4A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7B730396-1921-4D85-A5F6-3AB10821FF5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B831DC3-0AA8-49F6-A5F0-8F9256892317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037243FC-7D47-4BB3-BABA-227D4D343EB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01CF9B0E-462F-4F0B-AB71-BD361386BD8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FA3A4C2-4676-4DC1-AB0D-A840D3D8BA0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FF4921A-0F40-42B0-9A48-84266937C6B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CBF05981-FD60-45B3-948F-6738CAC7B18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2845875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7C68464-5F3E-4F64-B34D-D73F641AA90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D3543C3-BD58-40FF-A57C-77444F31E4D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8C4BCFC0-9492-4B3B-90A7-83E727B091E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60F1ACC-29A6-45D0-9F84-E7C972C9B1A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8F859657-6068-454A-AA55-FEDE6FD9BF7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BCA0994-587C-4DD8-9129-AC207DE5B46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24E81F9F-8542-4091-BDB1-6E06308FFE3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22EF39A-1265-4782-A992-D2649E3C696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A720198-0947-43F9-A6B5-BAF5D952864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1963353-3205-4FE0-8E49-86452ED5779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730562C6-CC5E-4295-BC0C-B14CC335556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15696054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6F2F7B08-54A8-48EC-908C-6E9695F718B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758A42F-5063-4795-8683-8915FBF3B0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BFFBEE69-7802-4415-9C16-F0FBAD87B32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3C7BC0A-F4FD-44CB-B24E-69570C1FE23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2D90D4ED-9BE0-48B2-89B7-428EEECB559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27D32EE-666B-451A-8AA8-173141CF9878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9E5F8C10-13AA-4CCE-A8CE-7657DBED2B6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1CDB1439-E6B2-4B66-B946-65F8E9702E3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C79BE5BC-0B23-47B0-A7DE-54B6A7B4039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EBBFC23A-D91B-45D4-A3A1-B2B0A68B8BC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30F4C9E-DEE9-4916-A0AB-7E98C0D3B9B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88769298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32398B0B-10DF-42A5-91D9-71BDBC20221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155D3FF-F8EC-4FD5-B84C-E81FC2FC2EF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251C0F30-6E67-48E4-B16D-C6741EE7321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3B9F823-5838-4688-8150-F792E5F5F12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F5F4ECC8-49D4-490D-A14A-9D69F67F5F1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376E11C-5CAE-4340-BE1A-84AB1EC0DE6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3945028D-AB42-4F1C-86B2-17CC1E3C0F3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426ABF2C-BF0A-453D-9371-FE6195FE6A6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B7B44D1-2E79-4A25-9A52-689FBACB61B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2DCE8EA-AB44-4700-A858-0633F62EF6A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65F3107-0393-420C-B3E6-C80F084BA8BF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14275833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61111FF-50CA-4203-B522-28E89BA2A87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16D7682-B311-4CE6-B2FA-7A873F05CBA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25AB8050-1742-45FB-8BF3-33D26C09FC3F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953ED2A-A70C-4DDC-B27A-30C6A772BAA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41C36AD3-C51E-4798-AFEB-36C81FE37AA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F4D18C7-C4A0-40A5-B3AA-A1F9E255D32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6BD857F-2F8C-48A7-A852-6B55099E6B8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A4A34C46-F31F-4FB6-81D8-CD1E1C02DDF8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5256DBF8-2182-4506-ABBD-872051A8C71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648D388-EB83-491C-92BD-F8E9A52962D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CA0F827-65E6-4666-95E8-05C012EDEC3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9202168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15F7664-CCB4-4E80-83B9-F471C44AACE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595A56C-7B19-472B-B64A-E582B97A00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F09E7974-F910-4090-BDE5-F22072F1C8F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382C67AB-2A50-4EB8-AD34-30F89670308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B7ABDF8B-52B6-4305-B142-FF0EA1BD6A3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BC1FACC-6E55-4880-A064-88879BECF15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356E4C33-6E98-40F9-A16A-8D82F0F9BF6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E9AA380-671F-437D-8AC5-CACB4D40862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C6BC780-8A31-4C2D-9B70-7A444BDC5D4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00C6477-804E-43C1-9F8C-55CAC10033E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9B3C860E-ACA2-49DD-85FB-B7B30EC1FAF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22388766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4788A808-7A41-48CD-9B1B-69EF0BD486C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B3900E2-5528-48C4-8120-160B2416E5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BC575CF-5A20-4D5C-8045-E8E7FF0ADD2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353DC30-8869-4DB7-AE0E-2739F894F5C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6DF301C9-6190-4D7C-913F-4FA858A68F7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EF6FB5E-660A-4541-A179-110994A120F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E59CCC95-E454-4162-974A-C3B235463B5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77234E98-C042-4AE8-9B59-69B991F671D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C486E42-20A7-48D5-9FE0-D1911D05B07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30E52528-4601-4BF7-ADB0-2C20B61ADBE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F7D6617-8295-4F51-8EBC-50EE370A1DB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223500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그룹 58">
            <a:extLst>
              <a:ext uri="{FF2B5EF4-FFF2-40B4-BE49-F238E27FC236}">
                <a16:creationId xmlns:a16="http://schemas.microsoft.com/office/drawing/2014/main" id="{5B2DCD8F-595F-4E10-9547-253566249076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4" name="모서리가 둥근 직사각형 499">
              <a:extLst>
                <a:ext uri="{FF2B5EF4-FFF2-40B4-BE49-F238E27FC236}">
                  <a16:creationId xmlns:a16="http://schemas.microsoft.com/office/drawing/2014/main" id="{A5C31342-873A-4AF7-B4DD-BD4C13BD526A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BB63FF3A-4D96-430F-87CB-1B2670AD198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856AB198-ACB7-4538-A34B-2B618F5BBCC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8E00D5FC-4B05-4406-8441-731A3A10291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6BC5FA8D-D317-4860-B886-1197B2998592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76EB7312-293A-40CA-B94D-55AF39174EA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F20B5784-B46F-42AC-BF15-16B928D8DA7A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BDB9184C-385E-4023-A569-C90EF78D323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D625FAD1-8912-4357-8C8B-ABCE60B7088C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23B00A50-57A3-40B8-B217-FD0135DB1BD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4C4DFC2-EEA1-4C99-810C-66843098D3C6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20D95B6B-FE4C-44BC-9F5E-6BF784FF93E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547C6684-221F-4DD4-BC5D-1AC4BD577B5E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1570B061-56E4-4901-BFE4-D191FB19A116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E67D5C39-9CBA-4F4E-B811-6ED8158B1C00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CC31B9D-0BA5-4728-A098-AE8EF482C294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C0F20DE5-30B8-46DA-AED5-7DC7BE8592E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C527697B-5575-4DE6-83FD-0627DE71F2B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9524A493-849A-4A5E-9868-921FA089FA1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9F8E0D5-2216-4C47-BFDD-60B29997FDE6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9CE2515C-4740-410F-A1C9-9F98F7EF17C1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599A293-E39F-49A7-9435-E5CA0899FA9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FB90B5C-DD57-478C-B448-BB5123D6FEE7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F3DACA-52D6-497C-A069-44F6183188C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349DAD-DC55-4677-BB9B-F7FB22FFDC78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79674C4-92BF-4707-94B8-20CA35E3EF3B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8FF4C014-5634-4E30-A07C-DD815E1D5675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CB8BAD34-420B-4673-9814-05593137BE7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B238275C-8B68-46AC-AB09-F24E1BF53FFE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63CAD96F-68FD-46AF-8C95-846A4771244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C8C50A48-57E1-45ED-AFD6-B745EA05DC0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3313006-1CEE-4294-A10A-BDBA0E31D6F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8611B2A5-F0D1-4968-BFF5-4B3CCF465F4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B14A3EDF-67C8-441E-AF29-10C70FEBB1A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C4204DC-C88D-482F-99A2-AC0F50C9465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23600D92-0D27-4FC5-9A7A-828F3A05DFA6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2CE70B87-F25D-4571-98AD-D3F10E6A5A7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6EA4FCE-5CFE-4518-8EE1-16282E0B08F1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1E6DC445-6C1B-411D-9153-328833606AAC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73DBC33-99D5-4CB7-BDF9-6D45B9A3453A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C3D6A966-30F2-47F7-9528-693783C7C7B6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F75592B-68DF-4479-BBF0-A0FA41F07FA3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CDF1636A-5876-4141-B31F-9F1FC62054A3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319D854B-520B-418B-8C09-034937BCBD6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F1FF5F56-E1C0-4F10-93D4-FD431CFF78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B3A9EC9-0F0C-4F1C-9508-4005B3C6E226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1AB90E47-732B-4176-8462-01182C4ED7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4616A6B2-BA19-4B86-8736-BD2CA56F3737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AC994F0A-3FB6-460C-A47F-F0D04F3C837C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4DAF07ED-C64F-4439-9835-0B1D4FF6239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3EE95B8-2F52-4FEC-A016-DCDEE1295C34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1E26159-3070-4462-85F8-D01D91B95291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71557B3-B29B-4AA0-B122-25695B8F3F1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886FD53E-68A0-47B4-B297-F2A6E65ADD2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023E2D3D-D307-416E-9C24-716202DB3AAC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120273B-1BD2-4DD9-8D33-7BAF768CA0BA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61" name="모서리가 둥근 직사각형 499">
              <a:extLst>
                <a:ext uri="{FF2B5EF4-FFF2-40B4-BE49-F238E27FC236}">
                  <a16:creationId xmlns:a16="http://schemas.microsoft.com/office/drawing/2014/main" id="{D80BD77C-F60A-46F4-BAD4-621674C836BB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14EB947A-DE8A-477C-90FB-569FB425AAC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96D5C58-AA55-439E-9489-DACD1202962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D08B066-CF5D-4FF6-AB2E-8A55E986AB1D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A5851C9-B6D4-4B6A-9700-8464A3965F6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F15102F-28A5-4420-B324-A9A7906219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C7D01511-EB14-435E-B5A2-BE06A07A19C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1C3312D5-D82E-4C65-9E48-B692A8BDEF6A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50B33133-57FD-48D9-A2BE-A2E09D293B9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E9807D5-A453-402B-A2EC-093316A059BE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A984180-AFB1-4F80-84B0-5AE4AC47150B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25790E1-41A6-42B5-B164-F96101D1614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796EC36D-2D03-4FE2-9FB4-238D1D42B544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C0894DC4-FAB3-4F75-912D-376A7CF72CCA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D19026-DA13-4963-9369-FEAC59BE95D3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DE7D8172-A2C5-4226-A385-60597E22D365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92CAE610-9F11-4AC3-91B8-A55E7049A83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86753E-1061-4BC8-85F5-6F6567EF475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CF03CB-D453-454C-837F-D59650A463F8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BE8B2EF5-B4D6-460C-97B0-4853CEB02B40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202766C8-EC10-491E-84AD-B9BEC31C92C3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44B5350-2E37-4D52-859C-C7C61FCB9A5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743BC13-07F1-4238-9D5E-0C40AD1AC80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1099A8C8-A4A6-4590-86DF-70D313DFD9BE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F8C9EBE-62A3-462C-B40A-6610D98149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D4E097C4-DB97-4D81-AE99-2DF64454CAB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917DA745-B26F-46AA-A641-2E5AAA985EED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9C28A81A-8F48-45B8-A443-F3E406067646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42A31CB2-A984-4B24-BE4B-BDEAB4E8E1E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CC9C4C0-81AF-4103-AC89-131099FF2C5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CA9D45A6-F4DC-437F-96D3-A0916A053D46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D304BF6F-A450-4B3D-B251-11C8555B449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C016A9AA-47A3-48CD-BFDC-5E5AC8094F0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5BE9B396-2391-4EFA-AB11-50833F755B5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77E36A5-BBAD-4E22-B659-B10DED9994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88E16299-B8BC-496B-97A6-A1774AC44961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677D7523-A44F-4A2B-949D-34D24C371A56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05BB26F9-FF83-4663-8972-B952F158F26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B00108FD-CF74-4127-8848-0B79F698554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A0347BCF-BEDA-4F50-AEB8-21C8EBBD7E2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79638B1-EF76-47D3-A058-DF161D15B07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0DA72587-93CF-42C4-B848-E6BA91EB29E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7E47D82A-B038-4A5E-8034-D0337442266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3F5F163C-F485-458E-9966-7B011328ADF8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20C77D76-3923-4FEC-BD12-4BA9C8D120D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F03F0428-644E-4199-A16B-A41BC6C1D33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8CC70561-742E-4A44-A650-2B0029B38F2D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111E921-EC29-4D9A-8F64-D255AC89747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82662E64-B867-4D1F-AACC-CF4C90E97C8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4E40B91-D052-4D97-9B11-1916FFE2F0D2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297CD8F3-8A6A-4CAA-A0B0-6EC522D36135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AC11DF1E-59BE-44DA-A495-F4F12941ABA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0B60473-FE6A-4984-BC0F-747C76C7163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879F73F3-A1EC-4A32-AF9F-590C6686DDD0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A0951A2-A21E-4102-8507-428BD0B275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F7ADF97-0228-4559-B98F-E48E2B7A7D56}"/>
              </a:ext>
            </a:extLst>
          </p:cNvPr>
          <p:cNvGrpSpPr/>
          <p:nvPr/>
        </p:nvGrpSpPr>
        <p:grpSpPr>
          <a:xfrm>
            <a:off x="15192376" y="539750"/>
            <a:ext cx="7416789" cy="10117137"/>
            <a:chOff x="236587" y="1417857"/>
            <a:chExt cx="7086505" cy="9010456"/>
          </a:xfrm>
        </p:grpSpPr>
        <p:sp>
          <p:nvSpPr>
            <p:cNvPr id="117" name="모서리가 둥근 직사각형 499">
              <a:extLst>
                <a:ext uri="{FF2B5EF4-FFF2-40B4-BE49-F238E27FC236}">
                  <a16:creationId xmlns:a16="http://schemas.microsoft.com/office/drawing/2014/main" id="{FFB52CB5-1E9C-4509-BDEE-130BA4FDCCC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901787C-5588-45BF-BA78-E6B31C5C4A3D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D0DB587-F181-43D3-A6FC-7F09D6A820E4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E081D54-72DC-4A3D-8960-45A48DF700B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2BA6520B-0653-4233-B57B-0333A0645D8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397B8AF4-2C6F-45A3-B4A7-E6DB640CE032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4A069100-E157-4DA7-A5FB-1E041F379B65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CCE49D-B841-408F-9425-63393F5A2B3B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A01FEB00-900D-4A39-BB0E-D22B5A0BCAAF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CDE819C2-72E8-4E1D-BD6B-9C28F8B6630F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8F161D57-F547-4307-BD0E-DD07030A9FB7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73ED3CF8-1143-4426-9095-D4047464DD8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3851B12C-6AAA-48A6-B629-CEEAD75A76F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694D740-7970-43AD-BE8D-CD0E33AC6E49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F7C5FFDE-4F77-4961-868E-0A80081452B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C82A4237-448F-4B65-A698-92195881841F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F5FCDA7-D2C0-47D6-883D-15CDC4EC4451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EE09C05-A943-43C6-ADF2-64CC5733BF3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9F0397E-9979-4E6B-9C23-5784A061DF3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B3CB29C-FA1D-43C2-B226-3CC772E5E442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5C0AEA0-0983-42BC-B10F-71BF93439247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7C2F540A-6D7A-4CF3-B7D6-D8D10B76DECA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59139740-FECA-4CCE-88EA-F5A9FA38F08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558AF9A5-DF0D-4A42-8C73-1A971184EB2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9F547C34-C024-49AA-B370-EAA356EAD610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50EB2704-B248-4364-B77D-E2D19316FFE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D90CBD1-E464-471A-8E77-2EDBA51A2A38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8E7E2C1B-077A-454F-94DB-678512954C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0776D04-E385-454A-8405-D7ED06AE6AC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33C127AB-9CBC-4E2D-BD58-F010B01967AF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4D43D4AD-CA37-48CF-A6F2-1FF0801BC55D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46A4116-BBB7-4251-BEA1-010FA007A7B3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B5347FF3-27EE-4BB6-BFD7-8D70F6142FBE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45ED3BB-4A08-417B-8C5C-E55AA6D1693D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7D49B7B-1887-4361-97DB-B044BCF8E86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D7A79E83-EB3D-4963-B8F5-BA43CF3F7392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A860F40-A356-4858-AB01-DEBB883ABC5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1D7DDA65-4443-4854-A20C-CB748E4F687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B5C35985-E09D-4D59-AFA0-357D7EF63BCA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7979A906-EE66-4297-874D-ECFEA7DF990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A49BE901-486F-45EC-B86B-FEB037153645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202B524-D9ED-49A8-A49D-AE5E7B2B2430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DBCEC5A-ED32-46B5-B910-FD4E85E2683C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8EA8D643-5130-4E6F-AB36-AE490A691E4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0FA55612-E19E-4327-9FF0-6F81FBB9007E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FE1B9234-59A8-473B-8FE6-68D02E635168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9E5F65C1-E7C5-4B2C-A5F7-3217B9A757E8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90DC098A-9876-4655-AC8E-108A9FAACFB3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5D2FE240-258F-4778-82EB-BD8C098A867E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C91B9B7-DFED-458B-8830-7D6E483F590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3A28401E-9411-45C5-B194-C61F43C7BBBA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D0FCAC6E-01C4-4578-BDCE-51FD7113EA8C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32B29CBA-4B94-4AAD-BA74-64E88525D7D7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09BAFE9A-0960-416E-80CB-0D6CB15D32AE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F6BA6DDE-8FEF-41D6-90DA-6DA98B76B4D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31273068-5A71-45FD-A1AB-40BC55A4FEE9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83ECC6C0-BBA9-4E38-B4E7-BB0EF9E06FBA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그림 17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E341943-8869-4742-A2C9-93E33E1FEB7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32606200-01B8-4A94-9F51-50E84ABA30B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6" name="그림 17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D9034E5-91D8-432F-9D1A-ADD4F45E6C7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2C99B195-83BC-455F-AAAE-AA0EDF184F6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78" name="직사각형 17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AA558DB-0A1C-4E00-A4B7-24814C6BAB2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55272820-FD65-46E1-B4BF-FDE0063B7E2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0" name="직사각형 179">
            <a:hlinkClick r:id="rId7" action="ppaction://hlinksldjump"/>
            <a:extLst>
              <a:ext uri="{FF2B5EF4-FFF2-40B4-BE49-F238E27FC236}">
                <a16:creationId xmlns:a16="http://schemas.microsoft.com/office/drawing/2014/main" id="{635BA27E-5DAC-439B-8D0D-69DDCBE7734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117DA77-EBF4-458E-96EF-7082E8EE442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2" name="직사각형 18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496B854-CCAD-48C2-94A4-85B95B59C05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881A12F-7C4C-4F6F-9F5B-8F4DAFA6074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48094418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42500C9-55BE-45DC-9DB0-578A0904BDA3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3435AB7-6776-47E1-AF89-127C0F5B687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177" name="TextBox 176">
            <a:hlinkClick r:id="rId2" action="ppaction://hlinksldjump"/>
            <a:extLst>
              <a:ext uri="{FF2B5EF4-FFF2-40B4-BE49-F238E27FC236}">
                <a16:creationId xmlns:a16="http://schemas.microsoft.com/office/drawing/2014/main" id="{1D47DCF4-7919-453A-A6DF-214A1C265582}"/>
              </a:ext>
            </a:extLst>
          </p:cNvPr>
          <p:cNvSpPr txBox="1"/>
          <p:nvPr/>
        </p:nvSpPr>
        <p:spPr>
          <a:xfrm>
            <a:off x="6265463" y="1903587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98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8" name="TextBox 177">
            <a:hlinkClick r:id="rId3" action="ppaction://hlinksldjump"/>
            <a:extLst>
              <a:ext uri="{FF2B5EF4-FFF2-40B4-BE49-F238E27FC236}">
                <a16:creationId xmlns:a16="http://schemas.microsoft.com/office/drawing/2014/main" id="{84725130-3194-4032-9509-A5C930A99B4D}"/>
              </a:ext>
            </a:extLst>
          </p:cNvPr>
          <p:cNvSpPr txBox="1"/>
          <p:nvPr/>
        </p:nvSpPr>
        <p:spPr>
          <a:xfrm>
            <a:off x="6265463" y="2385455"/>
            <a:ext cx="4187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99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79" name="TextBox 178">
            <a:hlinkClick r:id="rId4" action="ppaction://hlinksldjump"/>
            <a:extLst>
              <a:ext uri="{FF2B5EF4-FFF2-40B4-BE49-F238E27FC236}">
                <a16:creationId xmlns:a16="http://schemas.microsoft.com/office/drawing/2014/main" id="{70644112-6003-4D4F-B576-87BD65D2485B}"/>
              </a:ext>
            </a:extLst>
          </p:cNvPr>
          <p:cNvSpPr txBox="1"/>
          <p:nvPr/>
        </p:nvSpPr>
        <p:spPr>
          <a:xfrm>
            <a:off x="6148443" y="2867323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0" name="TextBox 179">
            <a:hlinkClick r:id="rId5" action="ppaction://hlinksldjump"/>
            <a:extLst>
              <a:ext uri="{FF2B5EF4-FFF2-40B4-BE49-F238E27FC236}">
                <a16:creationId xmlns:a16="http://schemas.microsoft.com/office/drawing/2014/main" id="{09ECFE59-ABA2-421F-BED0-C6AA639DBF6E}"/>
              </a:ext>
            </a:extLst>
          </p:cNvPr>
          <p:cNvSpPr txBox="1"/>
          <p:nvPr/>
        </p:nvSpPr>
        <p:spPr>
          <a:xfrm>
            <a:off x="6148443" y="3349191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1" name="TextBox 180">
            <a:hlinkClick r:id="rId6" action="ppaction://hlinksldjump"/>
            <a:extLst>
              <a:ext uri="{FF2B5EF4-FFF2-40B4-BE49-F238E27FC236}">
                <a16:creationId xmlns:a16="http://schemas.microsoft.com/office/drawing/2014/main" id="{A781E49D-5924-4448-B5D9-2D86542C972C}"/>
              </a:ext>
            </a:extLst>
          </p:cNvPr>
          <p:cNvSpPr txBox="1"/>
          <p:nvPr/>
        </p:nvSpPr>
        <p:spPr>
          <a:xfrm>
            <a:off x="6148443" y="3831059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4" name="TextBox 183">
            <a:hlinkClick r:id="rId7" action="ppaction://hlinksldjump"/>
            <a:extLst>
              <a:ext uri="{FF2B5EF4-FFF2-40B4-BE49-F238E27FC236}">
                <a16:creationId xmlns:a16="http://schemas.microsoft.com/office/drawing/2014/main" id="{1DB71A81-56BB-4A08-A041-D77E8F4A7344}"/>
              </a:ext>
            </a:extLst>
          </p:cNvPr>
          <p:cNvSpPr txBox="1"/>
          <p:nvPr/>
        </p:nvSpPr>
        <p:spPr>
          <a:xfrm>
            <a:off x="6148443" y="5144131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5" name="TextBox 184">
            <a:hlinkClick r:id="rId8" action="ppaction://hlinksldjump"/>
            <a:extLst>
              <a:ext uri="{FF2B5EF4-FFF2-40B4-BE49-F238E27FC236}">
                <a16:creationId xmlns:a16="http://schemas.microsoft.com/office/drawing/2014/main" id="{695352D8-8F90-439E-BFD1-9D48B6F909B4}"/>
              </a:ext>
            </a:extLst>
          </p:cNvPr>
          <p:cNvSpPr txBox="1"/>
          <p:nvPr/>
        </p:nvSpPr>
        <p:spPr>
          <a:xfrm>
            <a:off x="6148443" y="5625999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6" name="TextBox 185">
            <a:hlinkClick r:id="rId9" action="ppaction://hlinksldjump"/>
            <a:extLst>
              <a:ext uri="{FF2B5EF4-FFF2-40B4-BE49-F238E27FC236}">
                <a16:creationId xmlns:a16="http://schemas.microsoft.com/office/drawing/2014/main" id="{6B6F96AD-9076-461A-9787-9BF2A7416F44}"/>
              </a:ext>
            </a:extLst>
          </p:cNvPr>
          <p:cNvSpPr txBox="1"/>
          <p:nvPr/>
        </p:nvSpPr>
        <p:spPr>
          <a:xfrm>
            <a:off x="6148443" y="6107867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7" name="TextBox 186">
            <a:hlinkClick r:id="rId10" action="ppaction://hlinksldjump"/>
            <a:extLst>
              <a:ext uri="{FF2B5EF4-FFF2-40B4-BE49-F238E27FC236}">
                <a16:creationId xmlns:a16="http://schemas.microsoft.com/office/drawing/2014/main" id="{FE0E363A-6BD8-46CD-8C2C-88442B52613B}"/>
              </a:ext>
            </a:extLst>
          </p:cNvPr>
          <p:cNvSpPr txBox="1"/>
          <p:nvPr/>
        </p:nvSpPr>
        <p:spPr>
          <a:xfrm>
            <a:off x="6148443" y="6589735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88" name="TextBox 187">
            <a:hlinkClick r:id="rId11" action="ppaction://hlinksldjump"/>
            <a:extLst>
              <a:ext uri="{FF2B5EF4-FFF2-40B4-BE49-F238E27FC236}">
                <a16:creationId xmlns:a16="http://schemas.microsoft.com/office/drawing/2014/main" id="{1C1972AF-0804-450A-B29D-F2A57B6BCF0D}"/>
              </a:ext>
            </a:extLst>
          </p:cNvPr>
          <p:cNvSpPr txBox="1"/>
          <p:nvPr/>
        </p:nvSpPr>
        <p:spPr>
          <a:xfrm>
            <a:off x="6148443" y="7071603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107</a:t>
            </a:r>
            <a:endParaRPr lang="ko-KR" altLang="en-US" dirty="0">
              <a:ea typeface="NanumGothic" panose="020D0604000000000000"/>
            </a:endParaRPr>
          </a:p>
        </p:txBody>
      </p: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C33D5059-CC48-4690-9D70-6C9DC4CE8926}"/>
              </a:ext>
            </a:extLst>
          </p:cNvPr>
          <p:cNvGrpSpPr/>
          <p:nvPr/>
        </p:nvGrpSpPr>
        <p:grpSpPr>
          <a:xfrm>
            <a:off x="7363826" y="539748"/>
            <a:ext cx="15232249" cy="10117140"/>
            <a:chOff x="7363826" y="539748"/>
            <a:chExt cx="15232249" cy="10117140"/>
          </a:xfrm>
        </p:grpSpPr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5E5CF4A3-3769-46D3-9AE0-8DE944F82D01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7353F6D7-D53B-4F2E-8ECF-E048877EE78E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06911719-01F2-4E3F-B7CF-81331AD44E01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1F9B8D15-3FC0-4002-909F-6C186916DD43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FBCA70DE-D435-45A7-88CA-2BCDE5A627D3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CB746BE8-6D07-4ED8-B082-0364C9C86A2A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3EC15E3E-E13C-4A2C-8760-D2155AB3B2EF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529AD341-2B55-4EA6-A5DB-3430635CBC3D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842F00BB-5E6B-456F-B262-FF708FD64A2D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9537C638-71CC-4889-8D1D-0A738A086CB8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FA6A0F48-CA30-4534-A036-B264ECFF0363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0ED777FD-5AFA-4B53-A981-A0C69AFE2CA8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B14A1FFD-ABCD-46B1-B8A3-90E3EBA7AF20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38D88836-193B-4237-AEB9-725232258958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0B6C10B6-60F0-4256-83BA-2597BF1011A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D6895AB1-FE8F-46DC-8499-029066B45F61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3A64552A-6678-4FA0-9E2E-751A96D75911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08E0E09F-385F-4177-8992-E1A830C36B44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191EF92C-5DD3-44F7-89C5-DF7D0D3B6B4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1CF11CD-0367-49A0-B519-2F160CBD8959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66AEB935-F334-4336-A2AA-A0DA88B22E4D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227B0008-3CE9-4E05-9B07-2BA0712E89A2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5C5A2646-C0F9-46BF-BB75-602363CDACB0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9160C582-506B-439F-953F-53BA8E430EEC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003104B0-8FF0-4FA0-9451-623F54A9745F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D34812F6-3BB0-4A00-92A7-BA8B4E143AA6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2DBF703E-F173-46B7-836D-17B9EFDB5C2C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E6A28BD-9785-4F72-9131-6671B8C4EAE8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440DD4CF-C5DF-4E19-A408-8E747614C4F5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CA090AD-538E-49B9-BA95-6D6A0822CF29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D704553B-48B7-47DA-A71E-D40D15F13DF8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111A1E8E-E688-4354-ABE9-6F3426D0864A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99474578-8BA1-4A14-9B75-7C170E2F0D9A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D5D0F09-23BA-4078-B256-72DDA485D6E7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2A975FF4-4049-457F-BA69-194B28FF8DDD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322236E9-911B-444E-A6B2-0F122D272540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49ABCE2B-D61A-4666-84DF-9D8D4605DB95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7149965C-9993-4E37-BB46-F530B34D19A0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E6A9A5B-0F01-43F3-B9BC-E3D8BFF63494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B02B3852-926F-4D4E-9814-5A66EA6E49B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7082287-60C0-4CCA-9EB7-92C9EEB5CEE5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967483AA-EFC4-4FC0-9C11-991E6D1A56B5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B1CD2285-AAFC-4E48-9A99-3E1A6AACC8E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200966FE-1D07-4C12-8448-AABBF193E667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0A485BC0-B782-4FE2-8A32-45CE67B837F7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B9F3499-9985-4A85-945F-7805D8312C2E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ADB40913-47E6-4746-9BFC-01718A65893C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91E63AC4-1049-40AE-B584-CE50FE8F3C7E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직선 연결선 270">
              <a:extLst>
                <a:ext uri="{FF2B5EF4-FFF2-40B4-BE49-F238E27FC236}">
                  <a16:creationId xmlns:a16="http://schemas.microsoft.com/office/drawing/2014/main" id="{053D78CF-7BB8-48BC-821F-7980C64C59A3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4AA2D032-19B1-47C4-B605-9F2704A84122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872796D4-18DA-4478-BD42-054CDF15B286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8C08F16C-7064-46C3-9D90-4932839DCD42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5A2CAA26-EBC4-4F70-9AEF-C97D3409A759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7D4BF8B0-D196-4344-80EA-D0F06045233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직선 연결선 276">
              <a:extLst>
                <a:ext uri="{FF2B5EF4-FFF2-40B4-BE49-F238E27FC236}">
                  <a16:creationId xmlns:a16="http://schemas.microsoft.com/office/drawing/2014/main" id="{4C7E77A1-385E-42B4-B4B0-2FA1F95A64D7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EF6CEC1-20D1-4279-AB0F-51BD86611521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직선 연결선 278">
              <a:extLst>
                <a:ext uri="{FF2B5EF4-FFF2-40B4-BE49-F238E27FC236}">
                  <a16:creationId xmlns:a16="http://schemas.microsoft.com/office/drawing/2014/main" id="{2349DEE2-EC16-414E-BF2B-3D25DC7B7F79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47851229-03E2-40DB-A458-8070B44A71F2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9D7BDA79-2AE2-4E89-A0BD-CB7F1469E3C7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BBEB6BDC-1012-4C6F-B98A-27715829F4F6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01414275-A67D-4655-A85F-79AAFF1D03FD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20AEEDD5-E02E-4A60-98F5-5EB87C578011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A266C6E2-B96C-4485-A759-072C9246BB30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BA0DA5E9-5EFE-43E2-B3C6-3A58AC3F68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2400CB14-059C-46B8-8E00-6BB4A2E3A106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316085A3-4008-4EB7-914B-C9DC1ACCCD11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288">
              <a:extLst>
                <a:ext uri="{FF2B5EF4-FFF2-40B4-BE49-F238E27FC236}">
                  <a16:creationId xmlns:a16="http://schemas.microsoft.com/office/drawing/2014/main" id="{BDD6A2ED-3103-474D-A6E0-0CC93C042E87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3F7FD176-F58B-4FA7-BD03-89630E9C5D4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7149A3ED-F43D-40C3-8D0A-2A55203AAC2C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4A576756-F784-4AFE-A628-8F603D9CEF47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EA45392C-8218-429E-9B7C-E7B23F03AB8E}"/>
                </a:ext>
              </a:extLst>
            </p:cNvPr>
            <p:cNvGrpSpPr/>
            <p:nvPr/>
          </p:nvGrpSpPr>
          <p:grpSpPr>
            <a:xfrm>
              <a:off x="7596190" y="547454"/>
              <a:ext cx="14999863" cy="10109434"/>
              <a:chOff x="78850" y="547454"/>
              <a:chExt cx="22517203" cy="10109434"/>
            </a:xfrm>
          </p:grpSpPr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3BC8678-02EF-462E-9CD6-AB447054D067}"/>
                  </a:ext>
                </a:extLst>
              </p:cNvPr>
              <p:cNvCxnSpPr/>
              <p:nvPr/>
            </p:nvCxnSpPr>
            <p:spPr>
              <a:xfrm>
                <a:off x="78850" y="54745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73B7AF66-55EC-446F-89C7-C2F16E117CA4}"/>
                  </a:ext>
                </a:extLst>
              </p:cNvPr>
              <p:cNvCxnSpPr/>
              <p:nvPr/>
            </p:nvCxnSpPr>
            <p:spPr>
              <a:xfrm>
                <a:off x="78850" y="939536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51133C46-2FAB-4490-8298-A2DD224D742F}"/>
                  </a:ext>
                </a:extLst>
              </p:cNvPr>
              <p:cNvCxnSpPr/>
              <p:nvPr/>
            </p:nvCxnSpPr>
            <p:spPr>
              <a:xfrm>
                <a:off x="78850" y="1331615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DB67F395-5418-485C-AA6B-127607517A96}"/>
                  </a:ext>
                </a:extLst>
              </p:cNvPr>
              <p:cNvCxnSpPr/>
              <p:nvPr/>
            </p:nvCxnSpPr>
            <p:spPr>
              <a:xfrm>
                <a:off x="78850" y="1723696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51DEDB2C-AB58-42A1-A209-9DDCB4480F65}"/>
                  </a:ext>
                </a:extLst>
              </p:cNvPr>
              <p:cNvCxnSpPr/>
              <p:nvPr/>
            </p:nvCxnSpPr>
            <p:spPr>
              <a:xfrm>
                <a:off x="78850" y="211577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101948F-A196-4575-86A9-5627BAE9E5FA}"/>
                  </a:ext>
                </a:extLst>
              </p:cNvPr>
              <p:cNvCxnSpPr/>
              <p:nvPr/>
            </p:nvCxnSpPr>
            <p:spPr>
              <a:xfrm>
                <a:off x="78853" y="2899939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D5BA3DC1-18BE-4D50-8E66-0BD609BEBEE7}"/>
                  </a:ext>
                </a:extLst>
              </p:cNvPr>
              <p:cNvCxnSpPr/>
              <p:nvPr/>
            </p:nvCxnSpPr>
            <p:spPr>
              <a:xfrm>
                <a:off x="78853" y="3684100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2002400A-CA28-4543-8EF8-0104FFD90304}"/>
                  </a:ext>
                </a:extLst>
              </p:cNvPr>
              <p:cNvCxnSpPr/>
              <p:nvPr/>
            </p:nvCxnSpPr>
            <p:spPr>
              <a:xfrm>
                <a:off x="78853" y="4076182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C5B5B259-BF7A-4FFA-B6C1-738DF2D7D5C7}"/>
                  </a:ext>
                </a:extLst>
              </p:cNvPr>
              <p:cNvCxnSpPr/>
              <p:nvPr/>
            </p:nvCxnSpPr>
            <p:spPr>
              <a:xfrm>
                <a:off x="78853" y="4468261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EF660E1C-F22E-43DF-9352-0D794C0CE326}"/>
                  </a:ext>
                </a:extLst>
              </p:cNvPr>
              <p:cNvCxnSpPr/>
              <p:nvPr/>
            </p:nvCxnSpPr>
            <p:spPr>
              <a:xfrm>
                <a:off x="78853" y="486034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C9EB4785-8677-4B85-8C85-538E9E2B53CD}"/>
                  </a:ext>
                </a:extLst>
              </p:cNvPr>
              <p:cNvCxnSpPr/>
              <p:nvPr/>
            </p:nvCxnSpPr>
            <p:spPr>
              <a:xfrm>
                <a:off x="78853" y="525242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49C933EE-C5ED-4EE3-B2AC-EB8880797C43}"/>
                  </a:ext>
                </a:extLst>
              </p:cNvPr>
              <p:cNvCxnSpPr/>
              <p:nvPr/>
            </p:nvCxnSpPr>
            <p:spPr>
              <a:xfrm>
                <a:off x="78853" y="564450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1013012C-0CF1-4EE4-9D2E-1B0157639460}"/>
                  </a:ext>
                </a:extLst>
              </p:cNvPr>
              <p:cNvCxnSpPr/>
              <p:nvPr/>
            </p:nvCxnSpPr>
            <p:spPr>
              <a:xfrm>
                <a:off x="78853" y="6036585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21D1E51D-1361-4420-9877-74E72B08F140}"/>
                  </a:ext>
                </a:extLst>
              </p:cNvPr>
              <p:cNvCxnSpPr/>
              <p:nvPr/>
            </p:nvCxnSpPr>
            <p:spPr>
              <a:xfrm>
                <a:off x="78853" y="6428665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57FCD74F-4EB0-4824-B411-CF967E131F3F}"/>
                  </a:ext>
                </a:extLst>
              </p:cNvPr>
              <p:cNvCxnSpPr/>
              <p:nvPr/>
            </p:nvCxnSpPr>
            <p:spPr>
              <a:xfrm>
                <a:off x="78853" y="682074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ECA10854-8FB3-4898-9C2A-591EC13528EC}"/>
                  </a:ext>
                </a:extLst>
              </p:cNvPr>
              <p:cNvCxnSpPr/>
              <p:nvPr/>
            </p:nvCxnSpPr>
            <p:spPr>
              <a:xfrm>
                <a:off x="78853" y="721282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7F580BBD-80F3-4BBC-8782-624D6B47B3EF}"/>
                  </a:ext>
                </a:extLst>
              </p:cNvPr>
              <p:cNvCxnSpPr/>
              <p:nvPr/>
            </p:nvCxnSpPr>
            <p:spPr>
              <a:xfrm>
                <a:off x="78853" y="760490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9E463325-D8EC-484C-A655-BD5E30C5AC45}"/>
                  </a:ext>
                </a:extLst>
              </p:cNvPr>
              <p:cNvCxnSpPr/>
              <p:nvPr/>
            </p:nvCxnSpPr>
            <p:spPr>
              <a:xfrm>
                <a:off x="78853" y="7996989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1A88EFCC-9E0C-41B6-B31F-C651C16675D2}"/>
                  </a:ext>
                </a:extLst>
              </p:cNvPr>
              <p:cNvCxnSpPr/>
              <p:nvPr/>
            </p:nvCxnSpPr>
            <p:spPr>
              <a:xfrm>
                <a:off x="78853" y="8389069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직선 연결선 312">
                <a:extLst>
                  <a:ext uri="{FF2B5EF4-FFF2-40B4-BE49-F238E27FC236}">
                    <a16:creationId xmlns:a16="http://schemas.microsoft.com/office/drawing/2014/main" id="{9A4FCF5C-96D7-4D8C-823A-68A4B7B2CC14}"/>
                  </a:ext>
                </a:extLst>
              </p:cNvPr>
              <p:cNvCxnSpPr/>
              <p:nvPr/>
            </p:nvCxnSpPr>
            <p:spPr>
              <a:xfrm>
                <a:off x="78850" y="8781151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A7D09591-8347-4068-8439-2D28D05089AA}"/>
                  </a:ext>
                </a:extLst>
              </p:cNvPr>
              <p:cNvCxnSpPr/>
              <p:nvPr/>
            </p:nvCxnSpPr>
            <p:spPr>
              <a:xfrm>
                <a:off x="78850" y="9173232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직선 연결선 314">
                <a:extLst>
                  <a:ext uri="{FF2B5EF4-FFF2-40B4-BE49-F238E27FC236}">
                    <a16:creationId xmlns:a16="http://schemas.microsoft.com/office/drawing/2014/main" id="{5EA04882-A1C2-4868-9DC3-7B4C03E1F449}"/>
                  </a:ext>
                </a:extLst>
              </p:cNvPr>
              <p:cNvCxnSpPr/>
              <p:nvPr/>
            </p:nvCxnSpPr>
            <p:spPr>
              <a:xfrm>
                <a:off x="78850" y="9565312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직선 연결선 315">
                <a:extLst>
                  <a:ext uri="{FF2B5EF4-FFF2-40B4-BE49-F238E27FC236}">
                    <a16:creationId xmlns:a16="http://schemas.microsoft.com/office/drawing/2014/main" id="{985A4EF6-C64F-4C42-B854-5D2993A3D179}"/>
                  </a:ext>
                </a:extLst>
              </p:cNvPr>
              <p:cNvCxnSpPr/>
              <p:nvPr/>
            </p:nvCxnSpPr>
            <p:spPr>
              <a:xfrm>
                <a:off x="78850" y="995739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직선 연결선 316">
                <a:extLst>
                  <a:ext uri="{FF2B5EF4-FFF2-40B4-BE49-F238E27FC236}">
                    <a16:creationId xmlns:a16="http://schemas.microsoft.com/office/drawing/2014/main" id="{E9BEF687-3306-41A0-9B57-CC12399CD0BA}"/>
                  </a:ext>
                </a:extLst>
              </p:cNvPr>
              <p:cNvCxnSpPr/>
              <p:nvPr/>
            </p:nvCxnSpPr>
            <p:spPr>
              <a:xfrm>
                <a:off x="78853" y="3292019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직선 연결선 317">
                <a:extLst>
                  <a:ext uri="{FF2B5EF4-FFF2-40B4-BE49-F238E27FC236}">
                    <a16:creationId xmlns:a16="http://schemas.microsoft.com/office/drawing/2014/main" id="{BE29B8C1-28A0-4414-BF2F-BDF9FED14F06}"/>
                  </a:ext>
                </a:extLst>
              </p:cNvPr>
              <p:cNvCxnSpPr/>
              <p:nvPr/>
            </p:nvCxnSpPr>
            <p:spPr>
              <a:xfrm>
                <a:off x="78853" y="250785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직선 연결선 318">
                <a:extLst>
                  <a:ext uri="{FF2B5EF4-FFF2-40B4-BE49-F238E27FC236}">
                    <a16:creationId xmlns:a16="http://schemas.microsoft.com/office/drawing/2014/main" id="{E7185756-C57F-456A-B5E3-E5FFC420BD64}"/>
                  </a:ext>
                </a:extLst>
              </p:cNvPr>
              <p:cNvCxnSpPr/>
              <p:nvPr/>
            </p:nvCxnSpPr>
            <p:spPr>
              <a:xfrm>
                <a:off x="78850" y="75248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직선 연결선 319">
                <a:extLst>
                  <a:ext uri="{FF2B5EF4-FFF2-40B4-BE49-F238E27FC236}">
                    <a16:creationId xmlns:a16="http://schemas.microsoft.com/office/drawing/2014/main" id="{31BF3F39-20A3-439E-9013-A7CBB1C03124}"/>
                  </a:ext>
                </a:extLst>
              </p:cNvPr>
              <p:cNvCxnSpPr/>
              <p:nvPr/>
            </p:nvCxnSpPr>
            <p:spPr>
              <a:xfrm>
                <a:off x="78850" y="1144570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직선 연결선 320">
                <a:extLst>
                  <a:ext uri="{FF2B5EF4-FFF2-40B4-BE49-F238E27FC236}">
                    <a16:creationId xmlns:a16="http://schemas.microsoft.com/office/drawing/2014/main" id="{5044549E-2E20-481D-8A6C-5C98D4050EAB}"/>
                  </a:ext>
                </a:extLst>
              </p:cNvPr>
              <p:cNvCxnSpPr/>
              <p:nvPr/>
            </p:nvCxnSpPr>
            <p:spPr>
              <a:xfrm>
                <a:off x="78850" y="1536651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>
                <a:extLst>
                  <a:ext uri="{FF2B5EF4-FFF2-40B4-BE49-F238E27FC236}">
                    <a16:creationId xmlns:a16="http://schemas.microsoft.com/office/drawing/2014/main" id="{8102E3AA-805F-471B-B25A-1CCCAA254547}"/>
                  </a:ext>
                </a:extLst>
              </p:cNvPr>
              <p:cNvCxnSpPr/>
              <p:nvPr/>
            </p:nvCxnSpPr>
            <p:spPr>
              <a:xfrm>
                <a:off x="78850" y="1928730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직선 연결선 322">
                <a:extLst>
                  <a:ext uri="{FF2B5EF4-FFF2-40B4-BE49-F238E27FC236}">
                    <a16:creationId xmlns:a16="http://schemas.microsoft.com/office/drawing/2014/main" id="{6E51C455-FB78-4769-8A37-8DA208D6909E}"/>
                  </a:ext>
                </a:extLst>
              </p:cNvPr>
              <p:cNvCxnSpPr/>
              <p:nvPr/>
            </p:nvCxnSpPr>
            <p:spPr>
              <a:xfrm>
                <a:off x="78853" y="2320812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직선 연결선 323">
                <a:extLst>
                  <a:ext uri="{FF2B5EF4-FFF2-40B4-BE49-F238E27FC236}">
                    <a16:creationId xmlns:a16="http://schemas.microsoft.com/office/drawing/2014/main" id="{A6913073-CE2B-4311-A9C1-1B2F0A111977}"/>
                  </a:ext>
                </a:extLst>
              </p:cNvPr>
              <p:cNvCxnSpPr/>
              <p:nvPr/>
            </p:nvCxnSpPr>
            <p:spPr>
              <a:xfrm>
                <a:off x="78853" y="310497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직선 연결선 324">
                <a:extLst>
                  <a:ext uri="{FF2B5EF4-FFF2-40B4-BE49-F238E27FC236}">
                    <a16:creationId xmlns:a16="http://schemas.microsoft.com/office/drawing/2014/main" id="{AB1A6A18-6B42-4079-8BAD-97ECBADB9C4B}"/>
                  </a:ext>
                </a:extLst>
              </p:cNvPr>
              <p:cNvCxnSpPr/>
              <p:nvPr/>
            </p:nvCxnSpPr>
            <p:spPr>
              <a:xfrm>
                <a:off x="78853" y="388913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직선 연결선 325">
                <a:extLst>
                  <a:ext uri="{FF2B5EF4-FFF2-40B4-BE49-F238E27FC236}">
                    <a16:creationId xmlns:a16="http://schemas.microsoft.com/office/drawing/2014/main" id="{BF8964E5-DBEC-4023-A129-33594660E420}"/>
                  </a:ext>
                </a:extLst>
              </p:cNvPr>
              <p:cNvCxnSpPr/>
              <p:nvPr/>
            </p:nvCxnSpPr>
            <p:spPr>
              <a:xfrm>
                <a:off x="78853" y="4281216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직선 연결선 326">
                <a:extLst>
                  <a:ext uri="{FF2B5EF4-FFF2-40B4-BE49-F238E27FC236}">
                    <a16:creationId xmlns:a16="http://schemas.microsoft.com/office/drawing/2014/main" id="{92E97B6D-969C-4246-A19B-0B3BEF0F8D87}"/>
                  </a:ext>
                </a:extLst>
              </p:cNvPr>
              <p:cNvCxnSpPr/>
              <p:nvPr/>
            </p:nvCxnSpPr>
            <p:spPr>
              <a:xfrm>
                <a:off x="78853" y="467329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직선 연결선 327">
                <a:extLst>
                  <a:ext uri="{FF2B5EF4-FFF2-40B4-BE49-F238E27FC236}">
                    <a16:creationId xmlns:a16="http://schemas.microsoft.com/office/drawing/2014/main" id="{6CBDED28-BE20-4B24-B2BA-9042A13DA066}"/>
                  </a:ext>
                </a:extLst>
              </p:cNvPr>
              <p:cNvCxnSpPr/>
              <p:nvPr/>
            </p:nvCxnSpPr>
            <p:spPr>
              <a:xfrm>
                <a:off x="78853" y="5065377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직선 연결선 328">
                <a:extLst>
                  <a:ext uri="{FF2B5EF4-FFF2-40B4-BE49-F238E27FC236}">
                    <a16:creationId xmlns:a16="http://schemas.microsoft.com/office/drawing/2014/main" id="{C8DED763-D094-489B-84E4-9A570474E4D9}"/>
                  </a:ext>
                </a:extLst>
              </p:cNvPr>
              <p:cNvCxnSpPr/>
              <p:nvPr/>
            </p:nvCxnSpPr>
            <p:spPr>
              <a:xfrm>
                <a:off x="78853" y="545745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직선 연결선 329">
                <a:extLst>
                  <a:ext uri="{FF2B5EF4-FFF2-40B4-BE49-F238E27FC236}">
                    <a16:creationId xmlns:a16="http://schemas.microsoft.com/office/drawing/2014/main" id="{5DACB50B-4C03-41CC-BA1D-103663507A46}"/>
                  </a:ext>
                </a:extLst>
              </p:cNvPr>
              <p:cNvCxnSpPr/>
              <p:nvPr/>
            </p:nvCxnSpPr>
            <p:spPr>
              <a:xfrm>
                <a:off x="78853" y="5849540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직선 연결선 330">
                <a:extLst>
                  <a:ext uri="{FF2B5EF4-FFF2-40B4-BE49-F238E27FC236}">
                    <a16:creationId xmlns:a16="http://schemas.microsoft.com/office/drawing/2014/main" id="{AC03DB20-BE63-4A23-A371-66505E209862}"/>
                  </a:ext>
                </a:extLst>
              </p:cNvPr>
              <p:cNvCxnSpPr/>
              <p:nvPr/>
            </p:nvCxnSpPr>
            <p:spPr>
              <a:xfrm>
                <a:off x="78853" y="6241620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직선 연결선 331">
                <a:extLst>
                  <a:ext uri="{FF2B5EF4-FFF2-40B4-BE49-F238E27FC236}">
                    <a16:creationId xmlns:a16="http://schemas.microsoft.com/office/drawing/2014/main" id="{FD299751-C66D-46AD-B263-C9948A78E20F}"/>
                  </a:ext>
                </a:extLst>
              </p:cNvPr>
              <p:cNvCxnSpPr/>
              <p:nvPr/>
            </p:nvCxnSpPr>
            <p:spPr>
              <a:xfrm>
                <a:off x="78853" y="6633701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직선 연결선 332">
                <a:extLst>
                  <a:ext uri="{FF2B5EF4-FFF2-40B4-BE49-F238E27FC236}">
                    <a16:creationId xmlns:a16="http://schemas.microsoft.com/office/drawing/2014/main" id="{FB16D35C-9761-40B7-940C-AB5C2A7AA85F}"/>
                  </a:ext>
                </a:extLst>
              </p:cNvPr>
              <p:cNvCxnSpPr/>
              <p:nvPr/>
            </p:nvCxnSpPr>
            <p:spPr>
              <a:xfrm>
                <a:off x="78853" y="702578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직선 연결선 333">
                <a:extLst>
                  <a:ext uri="{FF2B5EF4-FFF2-40B4-BE49-F238E27FC236}">
                    <a16:creationId xmlns:a16="http://schemas.microsoft.com/office/drawing/2014/main" id="{5939462A-89F3-461E-8015-4021AE03ACB4}"/>
                  </a:ext>
                </a:extLst>
              </p:cNvPr>
              <p:cNvCxnSpPr/>
              <p:nvPr/>
            </p:nvCxnSpPr>
            <p:spPr>
              <a:xfrm>
                <a:off x="78853" y="7417862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직선 연결선 334">
                <a:extLst>
                  <a:ext uri="{FF2B5EF4-FFF2-40B4-BE49-F238E27FC236}">
                    <a16:creationId xmlns:a16="http://schemas.microsoft.com/office/drawing/2014/main" id="{8BF59893-737C-47FD-B175-0E61298ED1C1}"/>
                  </a:ext>
                </a:extLst>
              </p:cNvPr>
              <p:cNvCxnSpPr/>
              <p:nvPr/>
            </p:nvCxnSpPr>
            <p:spPr>
              <a:xfrm>
                <a:off x="78853" y="780994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직선 연결선 335">
                <a:extLst>
                  <a:ext uri="{FF2B5EF4-FFF2-40B4-BE49-F238E27FC236}">
                    <a16:creationId xmlns:a16="http://schemas.microsoft.com/office/drawing/2014/main" id="{FEF5BDF1-2B6C-4A3B-BD90-DD136648D2F4}"/>
                  </a:ext>
                </a:extLst>
              </p:cNvPr>
              <p:cNvCxnSpPr/>
              <p:nvPr/>
            </p:nvCxnSpPr>
            <p:spPr>
              <a:xfrm>
                <a:off x="78853" y="820202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직선 연결선 336">
                <a:extLst>
                  <a:ext uri="{FF2B5EF4-FFF2-40B4-BE49-F238E27FC236}">
                    <a16:creationId xmlns:a16="http://schemas.microsoft.com/office/drawing/2014/main" id="{3509BB09-4014-450C-B2B2-45FC82684686}"/>
                  </a:ext>
                </a:extLst>
              </p:cNvPr>
              <p:cNvCxnSpPr/>
              <p:nvPr/>
            </p:nvCxnSpPr>
            <p:spPr>
              <a:xfrm>
                <a:off x="78850" y="8594104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직선 연결선 337">
                <a:extLst>
                  <a:ext uri="{FF2B5EF4-FFF2-40B4-BE49-F238E27FC236}">
                    <a16:creationId xmlns:a16="http://schemas.microsoft.com/office/drawing/2014/main" id="{257F5017-53D8-4BE3-95E2-6E41F96D185C}"/>
                  </a:ext>
                </a:extLst>
              </p:cNvPr>
              <p:cNvCxnSpPr/>
              <p:nvPr/>
            </p:nvCxnSpPr>
            <p:spPr>
              <a:xfrm>
                <a:off x="78850" y="8986186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직선 연결선 338">
                <a:extLst>
                  <a:ext uri="{FF2B5EF4-FFF2-40B4-BE49-F238E27FC236}">
                    <a16:creationId xmlns:a16="http://schemas.microsoft.com/office/drawing/2014/main" id="{13A1D4F7-2267-42A0-A079-5A26D3A0723E}"/>
                  </a:ext>
                </a:extLst>
              </p:cNvPr>
              <p:cNvCxnSpPr/>
              <p:nvPr/>
            </p:nvCxnSpPr>
            <p:spPr>
              <a:xfrm>
                <a:off x="78850" y="9378266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직선 연결선 339">
                <a:extLst>
                  <a:ext uri="{FF2B5EF4-FFF2-40B4-BE49-F238E27FC236}">
                    <a16:creationId xmlns:a16="http://schemas.microsoft.com/office/drawing/2014/main" id="{81B18103-E03C-457A-B4B2-466E44A72F76}"/>
                  </a:ext>
                </a:extLst>
              </p:cNvPr>
              <p:cNvCxnSpPr/>
              <p:nvPr/>
            </p:nvCxnSpPr>
            <p:spPr>
              <a:xfrm>
                <a:off x="78850" y="977034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직선 연결선 340">
                <a:extLst>
                  <a:ext uri="{FF2B5EF4-FFF2-40B4-BE49-F238E27FC236}">
                    <a16:creationId xmlns:a16="http://schemas.microsoft.com/office/drawing/2014/main" id="{D1D8A3FB-B31D-4128-921A-4E58963E5F9D}"/>
                  </a:ext>
                </a:extLst>
              </p:cNvPr>
              <p:cNvCxnSpPr/>
              <p:nvPr/>
            </p:nvCxnSpPr>
            <p:spPr>
              <a:xfrm>
                <a:off x="78853" y="3497055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2" name="직선 연결선 341">
                <a:extLst>
                  <a:ext uri="{FF2B5EF4-FFF2-40B4-BE49-F238E27FC236}">
                    <a16:creationId xmlns:a16="http://schemas.microsoft.com/office/drawing/2014/main" id="{6944E194-E566-4D67-9A53-22275D36D1C0}"/>
                  </a:ext>
                </a:extLst>
              </p:cNvPr>
              <p:cNvCxnSpPr/>
              <p:nvPr/>
            </p:nvCxnSpPr>
            <p:spPr>
              <a:xfrm>
                <a:off x="78853" y="271289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직선 연결선 342">
                <a:extLst>
                  <a:ext uri="{FF2B5EF4-FFF2-40B4-BE49-F238E27FC236}">
                    <a16:creationId xmlns:a16="http://schemas.microsoft.com/office/drawing/2014/main" id="{87F974A4-5089-4B92-9690-EED12AAAA93C}"/>
                  </a:ext>
                </a:extLst>
              </p:cNvPr>
              <p:cNvCxnSpPr/>
              <p:nvPr/>
            </p:nvCxnSpPr>
            <p:spPr>
              <a:xfrm>
                <a:off x="78850" y="1030664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직선 연결선 343">
                <a:extLst>
                  <a:ext uri="{FF2B5EF4-FFF2-40B4-BE49-F238E27FC236}">
                    <a16:creationId xmlns:a16="http://schemas.microsoft.com/office/drawing/2014/main" id="{A9969C7B-006A-46A4-BA66-27AC86A57E04}"/>
                  </a:ext>
                </a:extLst>
              </p:cNvPr>
              <p:cNvCxnSpPr/>
              <p:nvPr/>
            </p:nvCxnSpPr>
            <p:spPr>
              <a:xfrm>
                <a:off x="78850" y="1011959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5" name="직선 연결선 344">
                <a:extLst>
                  <a:ext uri="{FF2B5EF4-FFF2-40B4-BE49-F238E27FC236}">
                    <a16:creationId xmlns:a16="http://schemas.microsoft.com/office/drawing/2014/main" id="{D6BA9595-651A-4A95-BFB3-0422C4347920}"/>
                  </a:ext>
                </a:extLst>
              </p:cNvPr>
              <p:cNvCxnSpPr/>
              <p:nvPr/>
            </p:nvCxnSpPr>
            <p:spPr>
              <a:xfrm>
                <a:off x="78850" y="10656888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직선 연결선 345">
                <a:extLst>
                  <a:ext uri="{FF2B5EF4-FFF2-40B4-BE49-F238E27FC236}">
                    <a16:creationId xmlns:a16="http://schemas.microsoft.com/office/drawing/2014/main" id="{4A1AB575-7AD2-45B4-A356-2AA123F678C0}"/>
                  </a:ext>
                </a:extLst>
              </p:cNvPr>
              <p:cNvCxnSpPr/>
              <p:nvPr/>
            </p:nvCxnSpPr>
            <p:spPr>
              <a:xfrm>
                <a:off x="78850" y="10469843"/>
                <a:ext cx="225172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A8D31A17-04EA-469C-978D-F6DC446DF6C6}"/>
              </a:ext>
            </a:extLst>
          </p:cNvPr>
          <p:cNvSpPr txBox="1"/>
          <p:nvPr/>
        </p:nvSpPr>
        <p:spPr>
          <a:xfrm>
            <a:off x="761307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Note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48" name="TextBox 347">
            <a:hlinkClick r:id="rId12" action="ppaction://hlinksldjump"/>
            <a:extLst>
              <a:ext uri="{FF2B5EF4-FFF2-40B4-BE49-F238E27FC236}">
                <a16:creationId xmlns:a16="http://schemas.microsoft.com/office/drawing/2014/main" id="{E85A938F-1886-43A7-A4CB-B5257B70773D}"/>
              </a:ext>
            </a:extLst>
          </p:cNvPr>
          <p:cNvSpPr txBox="1"/>
          <p:nvPr/>
        </p:nvSpPr>
        <p:spPr>
          <a:xfrm>
            <a:off x="1908492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1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49" name="TextBox 348">
            <a:hlinkClick r:id="rId13" action="ppaction://hlinksldjump"/>
            <a:extLst>
              <a:ext uri="{FF2B5EF4-FFF2-40B4-BE49-F238E27FC236}">
                <a16:creationId xmlns:a16="http://schemas.microsoft.com/office/drawing/2014/main" id="{6B9FC39C-8754-455D-BC6B-A7E4DCD8D4EA}"/>
              </a:ext>
            </a:extLst>
          </p:cNvPr>
          <p:cNvSpPr txBox="1"/>
          <p:nvPr/>
        </p:nvSpPr>
        <p:spPr>
          <a:xfrm>
            <a:off x="2579679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2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50" name="TextBox 349">
            <a:hlinkClick r:id="rId2" action="ppaction://hlinksldjump"/>
            <a:extLst>
              <a:ext uri="{FF2B5EF4-FFF2-40B4-BE49-F238E27FC236}">
                <a16:creationId xmlns:a16="http://schemas.microsoft.com/office/drawing/2014/main" id="{6FD9240A-7B25-4A86-B0A2-D93C833CD1BB}"/>
              </a:ext>
            </a:extLst>
          </p:cNvPr>
          <p:cNvSpPr txBox="1"/>
          <p:nvPr/>
        </p:nvSpPr>
        <p:spPr>
          <a:xfrm>
            <a:off x="3250866" y="468116"/>
            <a:ext cx="465671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r>
              <a:rPr lang="en-US" altLang="ko-KR" sz="3600" dirty="0">
                <a:solidFill>
                  <a:srgbClr val="FF0000"/>
                </a:solidFill>
                <a:latin typeface="nanum"/>
                <a:ea typeface="NanumGothic" panose="020D0604000000000000"/>
              </a:rPr>
              <a:t>3</a:t>
            </a:r>
            <a:endParaRPr lang="ko-KR" altLang="en-US" sz="3600" dirty="0">
              <a:solidFill>
                <a:srgbClr val="FF0000"/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3820ABC1-986C-4388-8C30-943A9265E55C}"/>
              </a:ext>
            </a:extLst>
          </p:cNvPr>
          <p:cNvSpPr txBox="1"/>
          <p:nvPr/>
        </p:nvSpPr>
        <p:spPr>
          <a:xfrm>
            <a:off x="1947364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Line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99EA068A-846F-4876-AF1E-C69D9B1C3689}"/>
              </a:ext>
            </a:extLst>
          </p:cNvPr>
          <p:cNvSpPr txBox="1"/>
          <p:nvPr/>
        </p:nvSpPr>
        <p:spPr>
          <a:xfrm>
            <a:off x="2597021" y="927137"/>
            <a:ext cx="3879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ea typeface="NanumGothic" panose="020D0604000000000000"/>
              </a:rPr>
              <a:t>Line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3EE45486-560F-43CD-9B3D-98C5433ABA58}"/>
              </a:ext>
            </a:extLst>
          </p:cNvPr>
          <p:cNvSpPr txBox="1"/>
          <p:nvPr/>
        </p:nvSpPr>
        <p:spPr>
          <a:xfrm>
            <a:off x="3095231" y="927137"/>
            <a:ext cx="776943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  <a:ea typeface="NanumGothic" panose="020D0604000000000000"/>
              </a:rPr>
              <a:t>Ideation</a:t>
            </a:r>
            <a:endParaRPr lang="ko-KR" altLang="en-US" dirty="0">
              <a:solidFill>
                <a:srgbClr val="FF0000"/>
              </a:solidFill>
              <a:ea typeface="NanumGothic" panose="020D0604000000000000"/>
            </a:endParaRPr>
          </a:p>
        </p:txBody>
      </p:sp>
      <p:sp>
        <p:nvSpPr>
          <p:cNvPr id="354" name="TextBox 353">
            <a:hlinkClick r:id="rId14" action="ppaction://hlinksldjump"/>
            <a:extLst>
              <a:ext uri="{FF2B5EF4-FFF2-40B4-BE49-F238E27FC236}">
                <a16:creationId xmlns:a16="http://schemas.microsoft.com/office/drawing/2014/main" id="{7E62B943-6665-4C47-8ED4-BF89B87D2C07}"/>
              </a:ext>
            </a:extLst>
          </p:cNvPr>
          <p:cNvSpPr txBox="1"/>
          <p:nvPr/>
        </p:nvSpPr>
        <p:spPr>
          <a:xfrm>
            <a:off x="6148443" y="8303816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5" name="TextBox 354">
            <a:hlinkClick r:id="rId15" action="ppaction://hlinksldjump"/>
            <a:extLst>
              <a:ext uri="{FF2B5EF4-FFF2-40B4-BE49-F238E27FC236}">
                <a16:creationId xmlns:a16="http://schemas.microsoft.com/office/drawing/2014/main" id="{7E505EEC-F939-4FBE-8AB1-3A007379CC05}"/>
              </a:ext>
            </a:extLst>
          </p:cNvPr>
          <p:cNvSpPr txBox="1"/>
          <p:nvPr/>
        </p:nvSpPr>
        <p:spPr>
          <a:xfrm>
            <a:off x="6148443" y="8785684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109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6" name="TextBox 355">
            <a:hlinkClick r:id="rId16" action="ppaction://hlinksldjump"/>
            <a:extLst>
              <a:ext uri="{FF2B5EF4-FFF2-40B4-BE49-F238E27FC236}">
                <a16:creationId xmlns:a16="http://schemas.microsoft.com/office/drawing/2014/main" id="{C40EADCF-D0B3-43E1-8043-E1BB12E8FF21}"/>
              </a:ext>
            </a:extLst>
          </p:cNvPr>
          <p:cNvSpPr txBox="1"/>
          <p:nvPr/>
        </p:nvSpPr>
        <p:spPr>
          <a:xfrm>
            <a:off x="6148443" y="9267552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7" name="TextBox 356">
            <a:hlinkClick r:id="rId17" action="ppaction://hlinksldjump"/>
            <a:extLst>
              <a:ext uri="{FF2B5EF4-FFF2-40B4-BE49-F238E27FC236}">
                <a16:creationId xmlns:a16="http://schemas.microsoft.com/office/drawing/2014/main" id="{1522DBA0-38DE-4E7D-80EB-0505F5B0E541}"/>
              </a:ext>
            </a:extLst>
          </p:cNvPr>
          <p:cNvSpPr txBox="1"/>
          <p:nvPr/>
        </p:nvSpPr>
        <p:spPr>
          <a:xfrm>
            <a:off x="6148443" y="9749420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8" name="TextBox 357">
            <a:hlinkClick r:id="rId18" action="ppaction://hlinksldjump"/>
            <a:extLst>
              <a:ext uri="{FF2B5EF4-FFF2-40B4-BE49-F238E27FC236}">
                <a16:creationId xmlns:a16="http://schemas.microsoft.com/office/drawing/2014/main" id="{FBC6D195-89F4-4E0C-85E9-0AD1A2672414}"/>
              </a:ext>
            </a:extLst>
          </p:cNvPr>
          <p:cNvSpPr txBox="1"/>
          <p:nvPr/>
        </p:nvSpPr>
        <p:spPr>
          <a:xfrm>
            <a:off x="6148443" y="10231288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112</a:t>
            </a:r>
            <a:endParaRPr lang="ko-KR" altLang="en-US" dirty="0">
              <a:ea typeface="NanumGothic" panose="020D060400000000000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D114DE9-B71E-413C-B95C-AFAFB4A88DE7}"/>
              </a:ext>
            </a:extLst>
          </p:cNvPr>
          <p:cNvGrpSpPr/>
          <p:nvPr/>
        </p:nvGrpSpPr>
        <p:grpSpPr>
          <a:xfrm>
            <a:off x="1512425" y="2329187"/>
            <a:ext cx="5171742" cy="8327701"/>
            <a:chOff x="786383" y="2329187"/>
            <a:chExt cx="5897784" cy="8327701"/>
          </a:xfrm>
        </p:grpSpPr>
        <p:cxnSp>
          <p:nvCxnSpPr>
            <p:cNvPr id="3" name="직선 연결선 2">
              <a:extLst>
                <a:ext uri="{FF2B5EF4-FFF2-40B4-BE49-F238E27FC236}">
                  <a16:creationId xmlns:a16="http://schemas.microsoft.com/office/drawing/2014/main" id="{9DACA3E4-38E7-4F21-972F-8B136C98D862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4" y="2811055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3E262D01-39E2-4018-8739-94AB4FA0220A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3292923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A7EB1176-14C6-463C-9304-3008B4A1E376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4" y="2329187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05F03E9A-641D-4536-AF23-3A6749BA8913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3774791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D9E07596-DC6B-4E9F-8C8A-938C11D5AB3D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4256659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C0F0B27C-9E8F-4A6C-8DEB-548B696AD0F7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5569731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1F9C6114-0329-47E0-AE7E-DF8A5D48DEE5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6051599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F6B33B45-1397-4121-A3BC-71DA43486BEE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6533467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BBBC6F90-43B8-4192-A6AD-A3AB334F80AF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7015335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52210309-A4A1-4D31-938F-F14EDE222B7F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7497203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직선 연결선 358">
              <a:extLst>
                <a:ext uri="{FF2B5EF4-FFF2-40B4-BE49-F238E27FC236}">
                  <a16:creationId xmlns:a16="http://schemas.microsoft.com/office/drawing/2014/main" id="{0F079FAD-FC82-42B1-AACB-501DC83B8D9A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8729416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직선 연결선 359">
              <a:extLst>
                <a:ext uri="{FF2B5EF4-FFF2-40B4-BE49-F238E27FC236}">
                  <a16:creationId xmlns:a16="http://schemas.microsoft.com/office/drawing/2014/main" id="{760E8FCF-38EC-4E79-9DA2-60D7E8E5060B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9211284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943BA8C7-DE23-420E-99CE-660AE2AB0953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9693152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직선 연결선 361">
              <a:extLst>
                <a:ext uri="{FF2B5EF4-FFF2-40B4-BE49-F238E27FC236}">
                  <a16:creationId xmlns:a16="http://schemas.microsoft.com/office/drawing/2014/main" id="{2C25B635-B341-48E4-A4C3-C81740E84845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10175020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3FA1518B-B3E0-4478-B472-E0C46507BC43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3" y="10656888"/>
              <a:ext cx="5897783" cy="0"/>
            </a:xfrm>
            <a:prstGeom prst="line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4" name="TextBox 363">
            <a:extLst>
              <a:ext uri="{FF2B5EF4-FFF2-40B4-BE49-F238E27FC236}">
                <a16:creationId xmlns:a16="http://schemas.microsoft.com/office/drawing/2014/main" id="{0AD2FDCB-BCDE-4401-B341-C5820A1961A4}"/>
              </a:ext>
            </a:extLst>
          </p:cNvPr>
          <p:cNvSpPr txBox="1"/>
          <p:nvPr/>
        </p:nvSpPr>
        <p:spPr>
          <a:xfrm>
            <a:off x="220722" y="1751942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Grid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783630FF-8BA7-43D1-8B8E-9D3B842078EA}"/>
              </a:ext>
            </a:extLst>
          </p:cNvPr>
          <p:cNvSpPr txBox="1"/>
          <p:nvPr/>
        </p:nvSpPr>
        <p:spPr>
          <a:xfrm>
            <a:off x="220722" y="4968760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Mandarin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26FF520-3977-4A2B-A013-4AA909760D2E}"/>
              </a:ext>
            </a:extLst>
          </p:cNvPr>
          <p:cNvSpPr txBox="1"/>
          <p:nvPr/>
        </p:nvSpPr>
        <p:spPr>
          <a:xfrm>
            <a:off x="220722" y="8280152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Conti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367" name="직선 연결선 366">
            <a:extLst>
              <a:ext uri="{FF2B5EF4-FFF2-40B4-BE49-F238E27FC236}">
                <a16:creationId xmlns:a16="http://schemas.microsoft.com/office/drawing/2014/main" id="{E7EAD4EF-4125-4EDB-8BAD-7EE2E074FD3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68" name="그림 367" descr="표지">
            <a:hlinkClick r:id="rId19" action="ppaction://hlinksldjump"/>
            <a:extLst>
              <a:ext uri="{FF2B5EF4-FFF2-40B4-BE49-F238E27FC236}">
                <a16:creationId xmlns:a16="http://schemas.microsoft.com/office/drawing/2014/main" id="{A306CF5C-AFCE-40C2-8FC1-1952078AEF05}"/>
              </a:ext>
            </a:extLst>
          </p:cNvPr>
          <p:cNvPicPr>
            <a:picLocks noChangeAspect="1"/>
          </p:cNvPicPr>
          <p:nvPr/>
        </p:nvPicPr>
        <p:blipFill rotWithShape="1">
          <a:blip r:embed="rId20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369" name="TextBox 368">
            <a:extLst>
              <a:ext uri="{FF2B5EF4-FFF2-40B4-BE49-F238E27FC236}">
                <a16:creationId xmlns:a16="http://schemas.microsoft.com/office/drawing/2014/main" id="{5FE9BED6-AB78-4A60-B552-1972EBF602A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370" name="그림 369" descr="캘린더 인덱스">
            <a:hlinkClick r:id="rId21" action="ppaction://hlinksldjump"/>
            <a:extLst>
              <a:ext uri="{FF2B5EF4-FFF2-40B4-BE49-F238E27FC236}">
                <a16:creationId xmlns:a16="http://schemas.microsoft.com/office/drawing/2014/main" id="{73F6E3EA-133E-4175-928F-AEDBE8C68F81}"/>
              </a:ext>
            </a:extLst>
          </p:cNvPr>
          <p:cNvPicPr>
            <a:picLocks noChangeAspect="1"/>
          </p:cNvPicPr>
          <p:nvPr/>
        </p:nvPicPr>
        <p:blipFill rotWithShape="1">
          <a:blip r:embed="rId22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371" name="TextBox 370">
            <a:extLst>
              <a:ext uri="{FF2B5EF4-FFF2-40B4-BE49-F238E27FC236}">
                <a16:creationId xmlns:a16="http://schemas.microsoft.com/office/drawing/2014/main" id="{1D8E710B-EEEE-4D69-99B4-A16E122FDF8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372" name="직사각형 371" descr="목표 설정">
            <a:hlinkClick r:id="rId23" action="ppaction://hlinksldjump"/>
            <a:extLst>
              <a:ext uri="{FF2B5EF4-FFF2-40B4-BE49-F238E27FC236}">
                <a16:creationId xmlns:a16="http://schemas.microsoft.com/office/drawing/2014/main" id="{9DF45EBF-ED16-4629-8311-76059276FA8D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1C6D8377-F67E-442E-9234-A2A3FD67446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374" name="직사각형 373">
            <a:hlinkClick r:id="rId24" action="ppaction://hlinksldjump"/>
            <a:extLst>
              <a:ext uri="{FF2B5EF4-FFF2-40B4-BE49-F238E27FC236}">
                <a16:creationId xmlns:a16="http://schemas.microsoft.com/office/drawing/2014/main" id="{DCD1436D-AB5C-4C00-A548-B7C21E52F8D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375B3F07-6B32-4E94-85F8-2B8C43F4ABA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376" name="직사각형 375" descr="목표 설정">
            <a:hlinkClick r:id="rId12" action="ppaction://hlinksldjump"/>
            <a:extLst>
              <a:ext uri="{FF2B5EF4-FFF2-40B4-BE49-F238E27FC236}">
                <a16:creationId xmlns:a16="http://schemas.microsoft.com/office/drawing/2014/main" id="{BBBD603D-67DD-4594-8F9B-66065D2FDEB4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FD028203-61BA-4182-B939-EED64D689BA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52593191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2919625E-24B9-455B-AF92-6957A9864A68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7" name="그림 176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C51DBB73-D321-4823-998A-76A75BEE012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5EBE20E9-1850-4322-A3E2-EC07F166D8F2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9" name="그림 178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6CD991E-759E-411C-815C-373B3E7BC52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0" name="TextBox 179">
            <a:extLst>
              <a:ext uri="{FF2B5EF4-FFF2-40B4-BE49-F238E27FC236}">
                <a16:creationId xmlns:a16="http://schemas.microsoft.com/office/drawing/2014/main" id="{A621EB1E-7F0A-43B1-BC1F-E98652E5E6DC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0F7AE35-2DAE-4B51-AF28-C40ACBA623F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04418168-F675-446B-82BD-F8F4B809910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3" name="직사각형 182">
            <a:hlinkClick r:id="rId7" action="ppaction://hlinksldjump"/>
            <a:extLst>
              <a:ext uri="{FF2B5EF4-FFF2-40B4-BE49-F238E27FC236}">
                <a16:creationId xmlns:a16="http://schemas.microsoft.com/office/drawing/2014/main" id="{D179F265-FD74-41DE-AB17-DCEA518678ED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956962F-60D0-4D20-B7EF-B4F63CC28B0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5" name="직사각형 184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5D6D8B8-4E83-4D0A-A7F5-79D3DA8090E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4C36983A-211E-4E5B-ABDA-554D7C8DF42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81053721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7ADE3D19-B419-429C-AD94-D443FF483C2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7" name="그림 176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BA5FE8B-4165-41F7-B45C-892AFA0414D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A35EC9CB-39E4-4736-B51A-C0881DAC3D8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9" name="그림 178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15B07469-4B4C-46E4-A0D5-D594FEC1C21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0" name="TextBox 179">
            <a:extLst>
              <a:ext uri="{FF2B5EF4-FFF2-40B4-BE49-F238E27FC236}">
                <a16:creationId xmlns:a16="http://schemas.microsoft.com/office/drawing/2014/main" id="{223525AA-DC33-4DAE-BAD4-712A48C6FDF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AF2528D-EC09-4524-A06D-1A046D2AFCED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4DC5E9B7-1902-4D75-817F-6094498C75F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3" name="직사각형 182">
            <a:hlinkClick r:id="rId7" action="ppaction://hlinksldjump"/>
            <a:extLst>
              <a:ext uri="{FF2B5EF4-FFF2-40B4-BE49-F238E27FC236}">
                <a16:creationId xmlns:a16="http://schemas.microsoft.com/office/drawing/2014/main" id="{51A1D424-C040-4E7B-AF62-60990E14F4D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97CFD170-F2A3-46C4-8E6C-84E97DCBA3A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5" name="직사각형 184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2266189-0762-4A6E-9CFC-61FFB424F12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880A46E-7D89-4DA0-961A-7947761E5468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6995907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F6DFF9F2-BC13-4EE4-ABE0-4DDC714C0AC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7" name="그림 176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27C55D9-46F2-49CE-A43C-61B38708206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E50DE1A3-D2D0-4562-BCE9-5A5787C31DA3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9" name="그림 178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A02DA20-8C5E-47F2-9666-BC7B1C9BC9B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0" name="TextBox 179">
            <a:extLst>
              <a:ext uri="{FF2B5EF4-FFF2-40B4-BE49-F238E27FC236}">
                <a16:creationId xmlns:a16="http://schemas.microsoft.com/office/drawing/2014/main" id="{09C21C4D-17F3-4F53-9D83-9A0DCECD7686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2AA6518-3623-4E08-9FC7-35DA55DED10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B157DB80-C9F3-4FFA-AB28-50BA0EC33DF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3" name="직사각형 182">
            <a:hlinkClick r:id="rId7" action="ppaction://hlinksldjump"/>
            <a:extLst>
              <a:ext uri="{FF2B5EF4-FFF2-40B4-BE49-F238E27FC236}">
                <a16:creationId xmlns:a16="http://schemas.microsoft.com/office/drawing/2014/main" id="{0C0DE1F1-6E45-4B41-BC93-5CE02FD45DA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FEB04E95-B025-4455-A88B-66A9C96C9C38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5" name="직사각형 184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EFC7699-01C5-48CF-A10D-60C68E8F5CCA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2B6F092-2257-4539-9994-4B09010F2CF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8655342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13D61993-5E8D-421A-A2C9-D1D834046D14}"/>
              </a:ext>
            </a:extLst>
          </p:cNvPr>
          <p:cNvGrpSpPr/>
          <p:nvPr/>
        </p:nvGrpSpPr>
        <p:grpSpPr>
          <a:xfrm>
            <a:off x="78850" y="539748"/>
            <a:ext cx="22517225" cy="10117140"/>
            <a:chOff x="78850" y="539748"/>
            <a:chExt cx="22517225" cy="10117140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89FF75C5-5470-4B4D-9F92-81F981CAA756}"/>
                </a:ext>
              </a:extLst>
            </p:cNvPr>
            <p:cNvCxnSpPr/>
            <p:nvPr/>
          </p:nvCxnSpPr>
          <p:spPr>
            <a:xfrm>
              <a:off x="78850" y="54745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D9D90EA7-81B2-4B79-803A-4E38E7B15C05}"/>
                </a:ext>
              </a:extLst>
            </p:cNvPr>
            <p:cNvCxnSpPr/>
            <p:nvPr/>
          </p:nvCxnSpPr>
          <p:spPr>
            <a:xfrm>
              <a:off x="78850" y="93953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48033E8-07ED-4B2A-96AD-385231721C14}"/>
                </a:ext>
              </a:extLst>
            </p:cNvPr>
            <p:cNvCxnSpPr/>
            <p:nvPr/>
          </p:nvCxnSpPr>
          <p:spPr>
            <a:xfrm>
              <a:off x="78850" y="133161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1D0928DE-E202-4970-85FC-9E0EB0970506}"/>
                </a:ext>
              </a:extLst>
            </p:cNvPr>
            <p:cNvCxnSpPr/>
            <p:nvPr/>
          </p:nvCxnSpPr>
          <p:spPr>
            <a:xfrm>
              <a:off x="78850" y="1723696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C5C1A735-CAEE-452C-A13D-FD3B9EF17C0E}"/>
                </a:ext>
              </a:extLst>
            </p:cNvPr>
            <p:cNvCxnSpPr/>
            <p:nvPr/>
          </p:nvCxnSpPr>
          <p:spPr>
            <a:xfrm>
              <a:off x="78850" y="21157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2DE93B6-12DC-4F9E-B032-32D3088FCABF}"/>
                </a:ext>
              </a:extLst>
            </p:cNvPr>
            <p:cNvCxnSpPr/>
            <p:nvPr/>
          </p:nvCxnSpPr>
          <p:spPr>
            <a:xfrm>
              <a:off x="78853" y="289993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48172413-FFA0-4613-BF7D-8CDFB7FD7DAB}"/>
                </a:ext>
              </a:extLst>
            </p:cNvPr>
            <p:cNvCxnSpPr/>
            <p:nvPr/>
          </p:nvCxnSpPr>
          <p:spPr>
            <a:xfrm>
              <a:off x="78853" y="3684100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06F9280-8163-4DEE-97B2-F4D50A069EE3}"/>
                </a:ext>
              </a:extLst>
            </p:cNvPr>
            <p:cNvCxnSpPr/>
            <p:nvPr/>
          </p:nvCxnSpPr>
          <p:spPr>
            <a:xfrm>
              <a:off x="78853" y="407618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9B4A061-D3B3-4A60-AAC5-FB739E22292C}"/>
                </a:ext>
              </a:extLst>
            </p:cNvPr>
            <p:cNvCxnSpPr/>
            <p:nvPr/>
          </p:nvCxnSpPr>
          <p:spPr>
            <a:xfrm>
              <a:off x="78853" y="446826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58E7545-F9E6-4E9F-BBA9-F88306C27AF6}"/>
                </a:ext>
              </a:extLst>
            </p:cNvPr>
            <p:cNvCxnSpPr/>
            <p:nvPr/>
          </p:nvCxnSpPr>
          <p:spPr>
            <a:xfrm>
              <a:off x="78853" y="48603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82F0CA8-D41B-40C5-A33E-D2AEAD6B0A91}"/>
                </a:ext>
              </a:extLst>
            </p:cNvPr>
            <p:cNvCxnSpPr/>
            <p:nvPr/>
          </p:nvCxnSpPr>
          <p:spPr>
            <a:xfrm>
              <a:off x="78853" y="525242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B57673F8-8001-4FEC-8766-592CD88315BE}"/>
                </a:ext>
              </a:extLst>
            </p:cNvPr>
            <p:cNvCxnSpPr/>
            <p:nvPr/>
          </p:nvCxnSpPr>
          <p:spPr>
            <a:xfrm>
              <a:off x="78853" y="56445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649FFF4F-83C3-4186-8656-579A2B49B1D3}"/>
                </a:ext>
              </a:extLst>
            </p:cNvPr>
            <p:cNvCxnSpPr/>
            <p:nvPr/>
          </p:nvCxnSpPr>
          <p:spPr>
            <a:xfrm>
              <a:off x="78853" y="603658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0C4EC707-6321-47FE-BFF9-F57A8966BB27}"/>
                </a:ext>
              </a:extLst>
            </p:cNvPr>
            <p:cNvCxnSpPr/>
            <p:nvPr/>
          </p:nvCxnSpPr>
          <p:spPr>
            <a:xfrm>
              <a:off x="78853" y="6428665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C1A589E-03E6-4917-B078-20949EFDE9BE}"/>
                </a:ext>
              </a:extLst>
            </p:cNvPr>
            <p:cNvCxnSpPr/>
            <p:nvPr/>
          </p:nvCxnSpPr>
          <p:spPr>
            <a:xfrm>
              <a:off x="78853" y="682074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6D6C453-23DE-4A37-BD9B-D2EDCCC38D9B}"/>
                </a:ext>
              </a:extLst>
            </p:cNvPr>
            <p:cNvCxnSpPr/>
            <p:nvPr/>
          </p:nvCxnSpPr>
          <p:spPr>
            <a:xfrm>
              <a:off x="78853" y="721282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613F02-D598-4F86-BE4E-40CBA697CA22}"/>
                </a:ext>
              </a:extLst>
            </p:cNvPr>
            <p:cNvCxnSpPr/>
            <p:nvPr/>
          </p:nvCxnSpPr>
          <p:spPr>
            <a:xfrm>
              <a:off x="78853" y="760490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AB8A5030-DC6F-4BB7-A4CF-84483BE717E7}"/>
                </a:ext>
              </a:extLst>
            </p:cNvPr>
            <p:cNvCxnSpPr/>
            <p:nvPr/>
          </p:nvCxnSpPr>
          <p:spPr>
            <a:xfrm>
              <a:off x="78853" y="799698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D8997130-092E-442D-BAAD-3CF0CE644FE0}"/>
                </a:ext>
              </a:extLst>
            </p:cNvPr>
            <p:cNvCxnSpPr/>
            <p:nvPr/>
          </p:nvCxnSpPr>
          <p:spPr>
            <a:xfrm>
              <a:off x="78853" y="838906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D2F96732-23FF-43FA-ACC2-C9B64FD4D2B2}"/>
                </a:ext>
              </a:extLst>
            </p:cNvPr>
            <p:cNvCxnSpPr/>
            <p:nvPr/>
          </p:nvCxnSpPr>
          <p:spPr>
            <a:xfrm>
              <a:off x="78850" y="87811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A647488F-B468-4170-8A83-68490C8C8853}"/>
                </a:ext>
              </a:extLst>
            </p:cNvPr>
            <p:cNvCxnSpPr/>
            <p:nvPr/>
          </p:nvCxnSpPr>
          <p:spPr>
            <a:xfrm>
              <a:off x="78850" y="917323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727D384-6147-4C7C-8B28-C6025D9769D9}"/>
                </a:ext>
              </a:extLst>
            </p:cNvPr>
            <p:cNvCxnSpPr/>
            <p:nvPr/>
          </p:nvCxnSpPr>
          <p:spPr>
            <a:xfrm>
              <a:off x="78850" y="95653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13B019D-7E2B-4F78-9B5C-886339B5DDC4}"/>
                </a:ext>
              </a:extLst>
            </p:cNvPr>
            <p:cNvCxnSpPr/>
            <p:nvPr/>
          </p:nvCxnSpPr>
          <p:spPr>
            <a:xfrm>
              <a:off x="78850" y="99573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DDEDADB-E605-4DB8-BBDD-2495B6BC9F13}"/>
                </a:ext>
              </a:extLst>
            </p:cNvPr>
            <p:cNvCxnSpPr/>
            <p:nvPr/>
          </p:nvCxnSpPr>
          <p:spPr>
            <a:xfrm>
              <a:off x="78853" y="3292019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52520D8-9C45-4437-A11B-7ACF642C71C0}"/>
                </a:ext>
              </a:extLst>
            </p:cNvPr>
            <p:cNvCxnSpPr/>
            <p:nvPr/>
          </p:nvCxnSpPr>
          <p:spPr>
            <a:xfrm>
              <a:off x="78853" y="2507857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BE013AB-25B3-47AA-89DB-D75D44EBC887}"/>
                </a:ext>
              </a:extLst>
            </p:cNvPr>
            <p:cNvCxnSpPr/>
            <p:nvPr/>
          </p:nvCxnSpPr>
          <p:spPr>
            <a:xfrm>
              <a:off x="78850" y="7524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6A54A478-A315-4B96-B290-90BDB2BC9091}"/>
                </a:ext>
              </a:extLst>
            </p:cNvPr>
            <p:cNvCxnSpPr/>
            <p:nvPr/>
          </p:nvCxnSpPr>
          <p:spPr>
            <a:xfrm>
              <a:off x="78850" y="114457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0487B729-C5C3-4D46-B10C-2EB002F3E5B6}"/>
                </a:ext>
              </a:extLst>
            </p:cNvPr>
            <p:cNvCxnSpPr/>
            <p:nvPr/>
          </p:nvCxnSpPr>
          <p:spPr>
            <a:xfrm>
              <a:off x="78850" y="153665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75FA2AAC-A2C0-4D7F-9320-601E330C16A2}"/>
                </a:ext>
              </a:extLst>
            </p:cNvPr>
            <p:cNvCxnSpPr/>
            <p:nvPr/>
          </p:nvCxnSpPr>
          <p:spPr>
            <a:xfrm>
              <a:off x="78850" y="192873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DA6C5F10-F171-4305-AA78-55357062ECCB}"/>
                </a:ext>
              </a:extLst>
            </p:cNvPr>
            <p:cNvCxnSpPr/>
            <p:nvPr/>
          </p:nvCxnSpPr>
          <p:spPr>
            <a:xfrm>
              <a:off x="78853" y="232081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887D414-10A7-4B35-8B01-89B9AC237E68}"/>
                </a:ext>
              </a:extLst>
            </p:cNvPr>
            <p:cNvCxnSpPr/>
            <p:nvPr/>
          </p:nvCxnSpPr>
          <p:spPr>
            <a:xfrm>
              <a:off x="78853" y="310497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CA6BEA60-376B-4711-A79C-D9397DE24791}"/>
                </a:ext>
              </a:extLst>
            </p:cNvPr>
            <p:cNvCxnSpPr/>
            <p:nvPr/>
          </p:nvCxnSpPr>
          <p:spPr>
            <a:xfrm>
              <a:off x="78853" y="388913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F60E268-F8AE-4DA9-899C-044EF6861454}"/>
                </a:ext>
              </a:extLst>
            </p:cNvPr>
            <p:cNvCxnSpPr/>
            <p:nvPr/>
          </p:nvCxnSpPr>
          <p:spPr>
            <a:xfrm>
              <a:off x="78853" y="428121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112604E-33AC-46E3-973D-33A34B1B5836}"/>
                </a:ext>
              </a:extLst>
            </p:cNvPr>
            <p:cNvCxnSpPr/>
            <p:nvPr/>
          </p:nvCxnSpPr>
          <p:spPr>
            <a:xfrm>
              <a:off x="78853" y="467329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673FF41-BECC-40B3-AE0F-9B714840D03F}"/>
                </a:ext>
              </a:extLst>
            </p:cNvPr>
            <p:cNvCxnSpPr/>
            <p:nvPr/>
          </p:nvCxnSpPr>
          <p:spPr>
            <a:xfrm>
              <a:off x="78853" y="5065377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F2EFF1EE-903D-41C4-BBDD-07ED34AF6527}"/>
                </a:ext>
              </a:extLst>
            </p:cNvPr>
            <p:cNvCxnSpPr/>
            <p:nvPr/>
          </p:nvCxnSpPr>
          <p:spPr>
            <a:xfrm>
              <a:off x="78853" y="545745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4227DF87-D787-4B49-93B1-132C95522C7B}"/>
                </a:ext>
              </a:extLst>
            </p:cNvPr>
            <p:cNvCxnSpPr/>
            <p:nvPr/>
          </p:nvCxnSpPr>
          <p:spPr>
            <a:xfrm>
              <a:off x="78853" y="584954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C8C5B4EF-B916-4AD8-AF68-93FD1B587BCD}"/>
                </a:ext>
              </a:extLst>
            </p:cNvPr>
            <p:cNvCxnSpPr/>
            <p:nvPr/>
          </p:nvCxnSpPr>
          <p:spPr>
            <a:xfrm>
              <a:off x="78853" y="6241620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255BB7E6-D004-4D42-B2E5-8618FBA9345E}"/>
                </a:ext>
              </a:extLst>
            </p:cNvPr>
            <p:cNvCxnSpPr/>
            <p:nvPr/>
          </p:nvCxnSpPr>
          <p:spPr>
            <a:xfrm>
              <a:off x="78853" y="6633701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FCFD00E1-B308-4B75-957E-20D48F82D562}"/>
                </a:ext>
              </a:extLst>
            </p:cNvPr>
            <p:cNvCxnSpPr/>
            <p:nvPr/>
          </p:nvCxnSpPr>
          <p:spPr>
            <a:xfrm>
              <a:off x="78853" y="702578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152C33DD-86E7-45AF-AF65-92DEABDB6058}"/>
                </a:ext>
              </a:extLst>
            </p:cNvPr>
            <p:cNvCxnSpPr/>
            <p:nvPr/>
          </p:nvCxnSpPr>
          <p:spPr>
            <a:xfrm>
              <a:off x="78853" y="7417862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2F590CD6-E9AE-47FF-A449-0B43AFEC6664}"/>
                </a:ext>
              </a:extLst>
            </p:cNvPr>
            <p:cNvCxnSpPr/>
            <p:nvPr/>
          </p:nvCxnSpPr>
          <p:spPr>
            <a:xfrm>
              <a:off x="78853" y="780994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85160E99-5001-4336-AA29-A44D9E9FBD45}"/>
                </a:ext>
              </a:extLst>
            </p:cNvPr>
            <p:cNvCxnSpPr/>
            <p:nvPr/>
          </p:nvCxnSpPr>
          <p:spPr>
            <a:xfrm>
              <a:off x="78853" y="820202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4A0F0B3-366B-4600-96F4-2DB53F5F22F1}"/>
                </a:ext>
              </a:extLst>
            </p:cNvPr>
            <p:cNvCxnSpPr/>
            <p:nvPr/>
          </p:nvCxnSpPr>
          <p:spPr>
            <a:xfrm>
              <a:off x="78850" y="8594104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7C9EC9-967A-4B9E-B916-970E5E372218}"/>
                </a:ext>
              </a:extLst>
            </p:cNvPr>
            <p:cNvCxnSpPr/>
            <p:nvPr/>
          </p:nvCxnSpPr>
          <p:spPr>
            <a:xfrm>
              <a:off x="78850" y="898618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86BA661-7CAE-49CF-BFF6-8A2001229E8E}"/>
                </a:ext>
              </a:extLst>
            </p:cNvPr>
            <p:cNvCxnSpPr/>
            <p:nvPr/>
          </p:nvCxnSpPr>
          <p:spPr>
            <a:xfrm>
              <a:off x="78850" y="9378266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55101F6A-74FF-4F34-9CBF-1E2048C6CBCA}"/>
                </a:ext>
              </a:extLst>
            </p:cNvPr>
            <p:cNvCxnSpPr/>
            <p:nvPr/>
          </p:nvCxnSpPr>
          <p:spPr>
            <a:xfrm>
              <a:off x="78850" y="977034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3CC7AB24-9D5A-470C-A6F5-52B75A088E08}"/>
                </a:ext>
              </a:extLst>
            </p:cNvPr>
            <p:cNvCxnSpPr/>
            <p:nvPr/>
          </p:nvCxnSpPr>
          <p:spPr>
            <a:xfrm>
              <a:off x="78853" y="3497055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E879BA8-D6CA-4FD7-AC19-E9E0C6377F23}"/>
                </a:ext>
              </a:extLst>
            </p:cNvPr>
            <p:cNvCxnSpPr/>
            <p:nvPr/>
          </p:nvCxnSpPr>
          <p:spPr>
            <a:xfrm>
              <a:off x="78853" y="271289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B0C9799D-B6BC-4193-9A5C-D3342865E3AB}"/>
                </a:ext>
              </a:extLst>
            </p:cNvPr>
            <p:cNvCxnSpPr>
              <a:cxnSpLocks/>
            </p:cNvCxnSpPr>
            <p:nvPr/>
          </p:nvCxnSpPr>
          <p:spPr>
            <a:xfrm>
              <a:off x="22596075" y="539749"/>
              <a:ext cx="0" cy="10117139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6550A32-A2DD-453F-872C-A8B04F4879AB}"/>
                </a:ext>
              </a:extLst>
            </p:cNvPr>
            <p:cNvCxnSpPr/>
            <p:nvPr/>
          </p:nvCxnSpPr>
          <p:spPr>
            <a:xfrm>
              <a:off x="5203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63745111-A2B5-4553-8B77-C80E69D4ACD5}"/>
                </a:ext>
              </a:extLst>
            </p:cNvPr>
            <p:cNvCxnSpPr/>
            <p:nvPr/>
          </p:nvCxnSpPr>
          <p:spPr>
            <a:xfrm>
              <a:off x="9618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42850F0-BC29-4E32-9F79-A8CCC6922C24}"/>
                </a:ext>
              </a:extLst>
            </p:cNvPr>
            <p:cNvCxnSpPr/>
            <p:nvPr/>
          </p:nvCxnSpPr>
          <p:spPr>
            <a:xfrm>
              <a:off x="14033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75A35B8B-6375-41AB-96EB-B05FF5C3CE64}"/>
                </a:ext>
              </a:extLst>
            </p:cNvPr>
            <p:cNvCxnSpPr/>
            <p:nvPr/>
          </p:nvCxnSpPr>
          <p:spPr>
            <a:xfrm>
              <a:off x="18449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6A849F4-1762-4F94-81B8-3959189C51F8}"/>
                </a:ext>
              </a:extLst>
            </p:cNvPr>
            <p:cNvCxnSpPr/>
            <p:nvPr/>
          </p:nvCxnSpPr>
          <p:spPr>
            <a:xfrm>
              <a:off x="22864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19A59251-25A0-4DB8-9191-96AF11B96FEE}"/>
                </a:ext>
              </a:extLst>
            </p:cNvPr>
            <p:cNvCxnSpPr/>
            <p:nvPr/>
          </p:nvCxnSpPr>
          <p:spPr>
            <a:xfrm>
              <a:off x="27279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A4C5D6F3-2895-42A9-A70B-F71DE75F701E}"/>
                </a:ext>
              </a:extLst>
            </p:cNvPr>
            <p:cNvCxnSpPr/>
            <p:nvPr/>
          </p:nvCxnSpPr>
          <p:spPr>
            <a:xfrm>
              <a:off x="31694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BFC1F1C-0430-4909-8B9E-7250AEDE2052}"/>
                </a:ext>
              </a:extLst>
            </p:cNvPr>
            <p:cNvCxnSpPr/>
            <p:nvPr/>
          </p:nvCxnSpPr>
          <p:spPr>
            <a:xfrm>
              <a:off x="361095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9AA69C31-483C-4EF6-9202-74DDA9C4C0A1}"/>
                </a:ext>
              </a:extLst>
            </p:cNvPr>
            <p:cNvCxnSpPr/>
            <p:nvPr/>
          </p:nvCxnSpPr>
          <p:spPr>
            <a:xfrm>
              <a:off x="40524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3C03A75A-D205-4F38-8C81-06E30F2700AC}"/>
                </a:ext>
              </a:extLst>
            </p:cNvPr>
            <p:cNvCxnSpPr/>
            <p:nvPr/>
          </p:nvCxnSpPr>
          <p:spPr>
            <a:xfrm>
              <a:off x="44939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0A5BE1BB-3394-47F1-BD93-18EE3A7EA719}"/>
                </a:ext>
              </a:extLst>
            </p:cNvPr>
            <p:cNvCxnSpPr/>
            <p:nvPr/>
          </p:nvCxnSpPr>
          <p:spPr>
            <a:xfrm>
              <a:off x="49355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D9691C8D-F470-45BD-B03E-D0B858A3581D}"/>
                </a:ext>
              </a:extLst>
            </p:cNvPr>
            <p:cNvCxnSpPr/>
            <p:nvPr/>
          </p:nvCxnSpPr>
          <p:spPr>
            <a:xfrm>
              <a:off x="53770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9D93979-3860-43CF-BF7B-B7D7AA02874C}"/>
                </a:ext>
              </a:extLst>
            </p:cNvPr>
            <p:cNvCxnSpPr/>
            <p:nvPr/>
          </p:nvCxnSpPr>
          <p:spPr>
            <a:xfrm>
              <a:off x="58185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4C036FBA-0C7F-4F61-BBE5-95B47B0F78E0}"/>
                </a:ext>
              </a:extLst>
            </p:cNvPr>
            <p:cNvCxnSpPr/>
            <p:nvPr/>
          </p:nvCxnSpPr>
          <p:spPr>
            <a:xfrm>
              <a:off x="62600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5ACD04E-1591-43C8-93AC-380A6AB6B39C}"/>
                </a:ext>
              </a:extLst>
            </p:cNvPr>
            <p:cNvCxnSpPr/>
            <p:nvPr/>
          </p:nvCxnSpPr>
          <p:spPr>
            <a:xfrm>
              <a:off x="670155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9223B57-4B86-4B39-9E75-82F61B09E644}"/>
                </a:ext>
              </a:extLst>
            </p:cNvPr>
            <p:cNvCxnSpPr/>
            <p:nvPr/>
          </p:nvCxnSpPr>
          <p:spPr>
            <a:xfrm>
              <a:off x="714306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A3425A0E-0209-4794-8302-863A63AD9E4C}"/>
                </a:ext>
              </a:extLst>
            </p:cNvPr>
            <p:cNvCxnSpPr/>
            <p:nvPr/>
          </p:nvCxnSpPr>
          <p:spPr>
            <a:xfrm>
              <a:off x="75846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142C1E0A-F272-4E89-89C5-B14F161B3502}"/>
                </a:ext>
              </a:extLst>
            </p:cNvPr>
            <p:cNvCxnSpPr/>
            <p:nvPr/>
          </p:nvCxnSpPr>
          <p:spPr>
            <a:xfrm>
              <a:off x="29960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7D27341-7B40-4FE4-A59A-AD72C3CBEEC4}"/>
                </a:ext>
              </a:extLst>
            </p:cNvPr>
            <p:cNvCxnSpPr/>
            <p:nvPr/>
          </p:nvCxnSpPr>
          <p:spPr>
            <a:xfrm>
              <a:off x="7411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1D9F0D1-0CE0-47D0-91E2-0D2465E94DDB}"/>
                </a:ext>
              </a:extLst>
            </p:cNvPr>
            <p:cNvCxnSpPr/>
            <p:nvPr/>
          </p:nvCxnSpPr>
          <p:spPr>
            <a:xfrm>
              <a:off x="11826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25A8DF2-2C31-4309-9A83-03F3708B9153}"/>
                </a:ext>
              </a:extLst>
            </p:cNvPr>
            <p:cNvCxnSpPr/>
            <p:nvPr/>
          </p:nvCxnSpPr>
          <p:spPr>
            <a:xfrm>
              <a:off x="16241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4C135326-84D5-4FBE-85D9-FCE92AABF66C}"/>
                </a:ext>
              </a:extLst>
            </p:cNvPr>
            <p:cNvCxnSpPr/>
            <p:nvPr/>
          </p:nvCxnSpPr>
          <p:spPr>
            <a:xfrm>
              <a:off x="20656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50F0F3D-BF6E-4069-AC98-62B6724EA2F6}"/>
                </a:ext>
              </a:extLst>
            </p:cNvPr>
            <p:cNvCxnSpPr/>
            <p:nvPr/>
          </p:nvCxnSpPr>
          <p:spPr>
            <a:xfrm>
              <a:off x="25071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DC947173-F540-46FB-A1BF-F4BD40643575}"/>
                </a:ext>
              </a:extLst>
            </p:cNvPr>
            <p:cNvCxnSpPr/>
            <p:nvPr/>
          </p:nvCxnSpPr>
          <p:spPr>
            <a:xfrm>
              <a:off x="29486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871A5BF8-AF8C-4691-9805-F2DF756F2457}"/>
                </a:ext>
              </a:extLst>
            </p:cNvPr>
            <p:cNvCxnSpPr/>
            <p:nvPr/>
          </p:nvCxnSpPr>
          <p:spPr>
            <a:xfrm>
              <a:off x="33902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2C904D49-7B67-4912-86AD-7F9556AEA625}"/>
                </a:ext>
              </a:extLst>
            </p:cNvPr>
            <p:cNvCxnSpPr/>
            <p:nvPr/>
          </p:nvCxnSpPr>
          <p:spPr>
            <a:xfrm>
              <a:off x="383171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189A5C41-C29D-4956-B743-E241CA177721}"/>
                </a:ext>
              </a:extLst>
            </p:cNvPr>
            <p:cNvCxnSpPr/>
            <p:nvPr/>
          </p:nvCxnSpPr>
          <p:spPr>
            <a:xfrm>
              <a:off x="42732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5ECCADD9-CC3F-45AE-B500-1A7D376C8102}"/>
                </a:ext>
              </a:extLst>
            </p:cNvPr>
            <p:cNvCxnSpPr/>
            <p:nvPr/>
          </p:nvCxnSpPr>
          <p:spPr>
            <a:xfrm>
              <a:off x="47147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46A45777-64BB-43AC-B0AB-902426958799}"/>
                </a:ext>
              </a:extLst>
            </p:cNvPr>
            <p:cNvCxnSpPr/>
            <p:nvPr/>
          </p:nvCxnSpPr>
          <p:spPr>
            <a:xfrm>
              <a:off x="51562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DC88713-02DD-4259-AD4D-C4C39FCA4429}"/>
                </a:ext>
              </a:extLst>
            </p:cNvPr>
            <p:cNvCxnSpPr/>
            <p:nvPr/>
          </p:nvCxnSpPr>
          <p:spPr>
            <a:xfrm>
              <a:off x="55977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E99AD0D-765C-4A2E-8214-430338095F8E}"/>
                </a:ext>
              </a:extLst>
            </p:cNvPr>
            <p:cNvCxnSpPr/>
            <p:nvPr/>
          </p:nvCxnSpPr>
          <p:spPr>
            <a:xfrm>
              <a:off x="60392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6E59582D-42FA-4D9B-8E4B-1C97C6FC1010}"/>
                </a:ext>
              </a:extLst>
            </p:cNvPr>
            <p:cNvCxnSpPr/>
            <p:nvPr/>
          </p:nvCxnSpPr>
          <p:spPr>
            <a:xfrm>
              <a:off x="64807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806179A-2AD8-4291-B0F4-07DF328CB874}"/>
                </a:ext>
              </a:extLst>
            </p:cNvPr>
            <p:cNvCxnSpPr/>
            <p:nvPr/>
          </p:nvCxnSpPr>
          <p:spPr>
            <a:xfrm>
              <a:off x="692231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518259B-5D42-405C-B639-CD8F10DD7CB0}"/>
                </a:ext>
              </a:extLst>
            </p:cNvPr>
            <p:cNvCxnSpPr/>
            <p:nvPr/>
          </p:nvCxnSpPr>
          <p:spPr>
            <a:xfrm>
              <a:off x="736382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C8D4208-67FA-4575-BA20-633FF78D5C7B}"/>
                </a:ext>
              </a:extLst>
            </p:cNvPr>
            <p:cNvCxnSpPr/>
            <p:nvPr/>
          </p:nvCxnSpPr>
          <p:spPr>
            <a:xfrm>
              <a:off x="788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F0FCDF3-B854-44A1-8266-1DD9A77859D0}"/>
                </a:ext>
              </a:extLst>
            </p:cNvPr>
            <p:cNvCxnSpPr/>
            <p:nvPr/>
          </p:nvCxnSpPr>
          <p:spPr>
            <a:xfrm>
              <a:off x="802609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1A3E8F5B-8F63-45C9-8867-0BD4989B1E90}"/>
                </a:ext>
              </a:extLst>
            </p:cNvPr>
            <p:cNvCxnSpPr/>
            <p:nvPr/>
          </p:nvCxnSpPr>
          <p:spPr>
            <a:xfrm>
              <a:off x="84676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5C153601-285C-4557-9872-26E094FCF976}"/>
                </a:ext>
              </a:extLst>
            </p:cNvPr>
            <p:cNvCxnSpPr/>
            <p:nvPr/>
          </p:nvCxnSpPr>
          <p:spPr>
            <a:xfrm>
              <a:off x="89091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1631023-7AD6-4958-90DA-8CEDB68A6A1B}"/>
                </a:ext>
              </a:extLst>
            </p:cNvPr>
            <p:cNvCxnSpPr/>
            <p:nvPr/>
          </p:nvCxnSpPr>
          <p:spPr>
            <a:xfrm>
              <a:off x="93506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28DD67D1-47EF-439C-AA53-A983315D7415}"/>
                </a:ext>
              </a:extLst>
            </p:cNvPr>
            <p:cNvCxnSpPr/>
            <p:nvPr/>
          </p:nvCxnSpPr>
          <p:spPr>
            <a:xfrm>
              <a:off x="979215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62799406-915E-43F1-A757-64E0C9ABC4C1}"/>
                </a:ext>
              </a:extLst>
            </p:cNvPr>
            <p:cNvCxnSpPr/>
            <p:nvPr/>
          </p:nvCxnSpPr>
          <p:spPr>
            <a:xfrm>
              <a:off x="1023366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79442787-0B25-4DDF-BC6E-27E23886D763}"/>
                </a:ext>
              </a:extLst>
            </p:cNvPr>
            <p:cNvCxnSpPr/>
            <p:nvPr/>
          </p:nvCxnSpPr>
          <p:spPr>
            <a:xfrm>
              <a:off x="106751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F36303E9-398D-40F2-B9E7-ECF70E9DED54}"/>
                </a:ext>
              </a:extLst>
            </p:cNvPr>
            <p:cNvCxnSpPr/>
            <p:nvPr/>
          </p:nvCxnSpPr>
          <p:spPr>
            <a:xfrm>
              <a:off x="1111669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689F7877-1F9D-414E-8796-0F400EDB17DA}"/>
                </a:ext>
              </a:extLst>
            </p:cNvPr>
            <p:cNvCxnSpPr/>
            <p:nvPr/>
          </p:nvCxnSpPr>
          <p:spPr>
            <a:xfrm>
              <a:off x="1155820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9DC24A34-30D3-4717-9983-6C1587D3647C}"/>
                </a:ext>
              </a:extLst>
            </p:cNvPr>
            <p:cNvCxnSpPr/>
            <p:nvPr/>
          </p:nvCxnSpPr>
          <p:spPr>
            <a:xfrm>
              <a:off x="119997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6DD8466F-653F-4F98-A4D9-80981427A716}"/>
                </a:ext>
              </a:extLst>
            </p:cNvPr>
            <p:cNvCxnSpPr/>
            <p:nvPr/>
          </p:nvCxnSpPr>
          <p:spPr>
            <a:xfrm>
              <a:off x="1244123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1E82A3-957F-4112-80AF-DDCD2EB502BE}"/>
                </a:ext>
              </a:extLst>
            </p:cNvPr>
            <p:cNvCxnSpPr/>
            <p:nvPr/>
          </p:nvCxnSpPr>
          <p:spPr>
            <a:xfrm>
              <a:off x="1288274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04AEF0-650D-484C-8E51-04BCCE574E8A}"/>
                </a:ext>
              </a:extLst>
            </p:cNvPr>
            <p:cNvCxnSpPr/>
            <p:nvPr/>
          </p:nvCxnSpPr>
          <p:spPr>
            <a:xfrm>
              <a:off x="1332426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C1F9935D-3E89-4DD4-8CA6-D4D25886F65A}"/>
                </a:ext>
              </a:extLst>
            </p:cNvPr>
            <p:cNvCxnSpPr/>
            <p:nvPr/>
          </p:nvCxnSpPr>
          <p:spPr>
            <a:xfrm>
              <a:off x="1376577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CB16A33-9B9B-44D7-9E20-6EC206B1D251}"/>
                </a:ext>
              </a:extLst>
            </p:cNvPr>
            <p:cNvCxnSpPr/>
            <p:nvPr/>
          </p:nvCxnSpPr>
          <p:spPr>
            <a:xfrm>
              <a:off x="1420728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AB9DAEB6-73FB-4E1A-8A66-658E4EDA3EAD}"/>
                </a:ext>
              </a:extLst>
            </p:cNvPr>
            <p:cNvCxnSpPr/>
            <p:nvPr/>
          </p:nvCxnSpPr>
          <p:spPr>
            <a:xfrm>
              <a:off x="1464880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81F01DB9-7DA0-4CA1-8A13-43CDE8298948}"/>
                </a:ext>
              </a:extLst>
            </p:cNvPr>
            <p:cNvCxnSpPr/>
            <p:nvPr/>
          </p:nvCxnSpPr>
          <p:spPr>
            <a:xfrm>
              <a:off x="150903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A416B9F-D647-43F3-A661-F14AD696EC37}"/>
                </a:ext>
              </a:extLst>
            </p:cNvPr>
            <p:cNvCxnSpPr/>
            <p:nvPr/>
          </p:nvCxnSpPr>
          <p:spPr>
            <a:xfrm>
              <a:off x="780533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EBC50AB-C6F6-4FB9-ADF1-84575C06E23F}"/>
                </a:ext>
              </a:extLst>
            </p:cNvPr>
            <p:cNvCxnSpPr/>
            <p:nvPr/>
          </p:nvCxnSpPr>
          <p:spPr>
            <a:xfrm>
              <a:off x="824685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23328D47-7A7C-4679-87F0-CD265E0752CC}"/>
                </a:ext>
              </a:extLst>
            </p:cNvPr>
            <p:cNvCxnSpPr/>
            <p:nvPr/>
          </p:nvCxnSpPr>
          <p:spPr>
            <a:xfrm>
              <a:off x="868836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C50C66C-7E4F-48FA-8D10-C7099C5D03C6}"/>
                </a:ext>
              </a:extLst>
            </p:cNvPr>
            <p:cNvCxnSpPr/>
            <p:nvPr/>
          </p:nvCxnSpPr>
          <p:spPr>
            <a:xfrm>
              <a:off x="912988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0159571E-05B0-49C0-935F-1610D9B7204E}"/>
                </a:ext>
              </a:extLst>
            </p:cNvPr>
            <p:cNvCxnSpPr/>
            <p:nvPr/>
          </p:nvCxnSpPr>
          <p:spPr>
            <a:xfrm>
              <a:off x="95713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CBE3997F-C108-45BD-948A-0CD33648ADC4}"/>
                </a:ext>
              </a:extLst>
            </p:cNvPr>
            <p:cNvCxnSpPr/>
            <p:nvPr/>
          </p:nvCxnSpPr>
          <p:spPr>
            <a:xfrm>
              <a:off x="1001290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0DEFAE6F-1A56-4CAA-BEB6-4AABA59A8478}"/>
                </a:ext>
              </a:extLst>
            </p:cNvPr>
            <p:cNvCxnSpPr/>
            <p:nvPr/>
          </p:nvCxnSpPr>
          <p:spPr>
            <a:xfrm>
              <a:off x="1045442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17149F7-59CB-4071-9CF2-A3F095F63AC6}"/>
                </a:ext>
              </a:extLst>
            </p:cNvPr>
            <p:cNvCxnSpPr/>
            <p:nvPr/>
          </p:nvCxnSpPr>
          <p:spPr>
            <a:xfrm>
              <a:off x="1089593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95121811-1A42-4778-9FCC-C322B2615B62}"/>
                </a:ext>
              </a:extLst>
            </p:cNvPr>
            <p:cNvCxnSpPr/>
            <p:nvPr/>
          </p:nvCxnSpPr>
          <p:spPr>
            <a:xfrm>
              <a:off x="1133744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6633EB62-F81E-47BF-9460-FEE5C83DA1F6}"/>
                </a:ext>
              </a:extLst>
            </p:cNvPr>
            <p:cNvCxnSpPr/>
            <p:nvPr/>
          </p:nvCxnSpPr>
          <p:spPr>
            <a:xfrm>
              <a:off x="1177896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4C39A726-AC7F-493E-BD12-3DE9E0316946}"/>
                </a:ext>
              </a:extLst>
            </p:cNvPr>
            <p:cNvCxnSpPr/>
            <p:nvPr/>
          </p:nvCxnSpPr>
          <p:spPr>
            <a:xfrm>
              <a:off x="1222047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D4748120-6AF0-4A82-A83F-95F0521B4CB2}"/>
                </a:ext>
              </a:extLst>
            </p:cNvPr>
            <p:cNvCxnSpPr/>
            <p:nvPr/>
          </p:nvCxnSpPr>
          <p:spPr>
            <a:xfrm>
              <a:off x="1266199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1BAD4725-39F5-4FBF-8C58-0D099FDFC894}"/>
                </a:ext>
              </a:extLst>
            </p:cNvPr>
            <p:cNvCxnSpPr/>
            <p:nvPr/>
          </p:nvCxnSpPr>
          <p:spPr>
            <a:xfrm>
              <a:off x="1310350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D26D2B4E-5824-490D-96C1-D791B607BC94}"/>
                </a:ext>
              </a:extLst>
            </p:cNvPr>
            <p:cNvCxnSpPr/>
            <p:nvPr/>
          </p:nvCxnSpPr>
          <p:spPr>
            <a:xfrm>
              <a:off x="1354501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3C1A53CC-6ECD-41DC-96E5-BEA927A19082}"/>
                </a:ext>
              </a:extLst>
            </p:cNvPr>
            <p:cNvCxnSpPr/>
            <p:nvPr/>
          </p:nvCxnSpPr>
          <p:spPr>
            <a:xfrm>
              <a:off x="1398653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34E471D0-1F5D-4410-AD18-1C750A4D39D9}"/>
                </a:ext>
              </a:extLst>
            </p:cNvPr>
            <p:cNvCxnSpPr/>
            <p:nvPr/>
          </p:nvCxnSpPr>
          <p:spPr>
            <a:xfrm>
              <a:off x="1442804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972845E4-AD11-4EE5-B4E2-6666B1C82768}"/>
                </a:ext>
              </a:extLst>
            </p:cNvPr>
            <p:cNvCxnSpPr/>
            <p:nvPr/>
          </p:nvCxnSpPr>
          <p:spPr>
            <a:xfrm>
              <a:off x="148695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A63E5D55-79BA-45C6-9F8F-C11B85F35F94}"/>
                </a:ext>
              </a:extLst>
            </p:cNvPr>
            <p:cNvCxnSpPr/>
            <p:nvPr/>
          </p:nvCxnSpPr>
          <p:spPr>
            <a:xfrm>
              <a:off x="15531837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BCE643BD-7CD2-4A90-B372-1E4793C50E41}"/>
                </a:ext>
              </a:extLst>
            </p:cNvPr>
            <p:cNvCxnSpPr/>
            <p:nvPr/>
          </p:nvCxnSpPr>
          <p:spPr>
            <a:xfrm>
              <a:off x="1597335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2547C60E-2D55-4BE6-B579-836074761C66}"/>
                </a:ext>
              </a:extLst>
            </p:cNvPr>
            <p:cNvCxnSpPr/>
            <p:nvPr/>
          </p:nvCxnSpPr>
          <p:spPr>
            <a:xfrm>
              <a:off x="164148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2C33EC8-89CB-46C4-B28F-BF8F651EE51C}"/>
                </a:ext>
              </a:extLst>
            </p:cNvPr>
            <p:cNvCxnSpPr/>
            <p:nvPr/>
          </p:nvCxnSpPr>
          <p:spPr>
            <a:xfrm>
              <a:off x="1685637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F3688860-5B20-4B56-B01A-0139FB54D5BA}"/>
                </a:ext>
              </a:extLst>
            </p:cNvPr>
            <p:cNvCxnSpPr/>
            <p:nvPr/>
          </p:nvCxnSpPr>
          <p:spPr>
            <a:xfrm>
              <a:off x="1729789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76E66C00-FE5E-4830-8B81-8AD769436306}"/>
                </a:ext>
              </a:extLst>
            </p:cNvPr>
            <p:cNvCxnSpPr/>
            <p:nvPr/>
          </p:nvCxnSpPr>
          <p:spPr>
            <a:xfrm>
              <a:off x="177394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BFD2AEE-D934-408B-9921-0F57659A773C}"/>
                </a:ext>
              </a:extLst>
            </p:cNvPr>
            <p:cNvCxnSpPr/>
            <p:nvPr/>
          </p:nvCxnSpPr>
          <p:spPr>
            <a:xfrm>
              <a:off x="1818091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F18E84B9-B6C0-4DC7-89D9-4C0285234058}"/>
                </a:ext>
              </a:extLst>
            </p:cNvPr>
            <p:cNvCxnSpPr/>
            <p:nvPr/>
          </p:nvCxnSpPr>
          <p:spPr>
            <a:xfrm>
              <a:off x="1862243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F84A147A-1A6B-42F0-AD86-2D6573D4D1A9}"/>
                </a:ext>
              </a:extLst>
            </p:cNvPr>
            <p:cNvCxnSpPr/>
            <p:nvPr/>
          </p:nvCxnSpPr>
          <p:spPr>
            <a:xfrm>
              <a:off x="1906394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77C7AD3-251C-4244-AECA-8E158A99EB94}"/>
                </a:ext>
              </a:extLst>
            </p:cNvPr>
            <p:cNvCxnSpPr/>
            <p:nvPr/>
          </p:nvCxnSpPr>
          <p:spPr>
            <a:xfrm>
              <a:off x="1950546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CC763EAA-8C85-4C1F-8FE1-A969864F25A1}"/>
                </a:ext>
              </a:extLst>
            </p:cNvPr>
            <p:cNvCxnSpPr/>
            <p:nvPr/>
          </p:nvCxnSpPr>
          <p:spPr>
            <a:xfrm>
              <a:off x="199469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8057CA85-FA17-46A2-88A3-413A864A3D45}"/>
                </a:ext>
              </a:extLst>
            </p:cNvPr>
            <p:cNvCxnSpPr/>
            <p:nvPr/>
          </p:nvCxnSpPr>
          <p:spPr>
            <a:xfrm>
              <a:off x="2038848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4F558419-B1C4-4BBB-9768-586206898EB8}"/>
                </a:ext>
              </a:extLst>
            </p:cNvPr>
            <p:cNvCxnSpPr/>
            <p:nvPr/>
          </p:nvCxnSpPr>
          <p:spPr>
            <a:xfrm>
              <a:off x="2083000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CD5F3B71-CBA6-4EE5-B097-FB736F5789D3}"/>
                </a:ext>
              </a:extLst>
            </p:cNvPr>
            <p:cNvCxnSpPr/>
            <p:nvPr/>
          </p:nvCxnSpPr>
          <p:spPr>
            <a:xfrm>
              <a:off x="2127151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7D834B6D-8D15-4F0C-B76A-60CB76EFCD7C}"/>
                </a:ext>
              </a:extLst>
            </p:cNvPr>
            <p:cNvCxnSpPr/>
            <p:nvPr/>
          </p:nvCxnSpPr>
          <p:spPr>
            <a:xfrm>
              <a:off x="2171302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8BB45BD8-F6EA-4277-B96F-B1777DC2750F}"/>
                </a:ext>
              </a:extLst>
            </p:cNvPr>
            <p:cNvCxnSpPr/>
            <p:nvPr/>
          </p:nvCxnSpPr>
          <p:spPr>
            <a:xfrm>
              <a:off x="2215454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B60BDBCB-B562-4597-B4AA-14978BD3FB16}"/>
                </a:ext>
              </a:extLst>
            </p:cNvPr>
            <p:cNvCxnSpPr/>
            <p:nvPr/>
          </p:nvCxnSpPr>
          <p:spPr>
            <a:xfrm>
              <a:off x="15311080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3C259FA-7332-419F-88F8-1152035F4626}"/>
                </a:ext>
              </a:extLst>
            </p:cNvPr>
            <p:cNvCxnSpPr/>
            <p:nvPr/>
          </p:nvCxnSpPr>
          <p:spPr>
            <a:xfrm>
              <a:off x="15752594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B84E19A5-65E6-4161-A0AD-FA5E00F20E4E}"/>
                </a:ext>
              </a:extLst>
            </p:cNvPr>
            <p:cNvCxnSpPr/>
            <p:nvPr/>
          </p:nvCxnSpPr>
          <p:spPr>
            <a:xfrm>
              <a:off x="16194106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7BBB753-3784-4129-98E1-B3A23A68DF38}"/>
                </a:ext>
              </a:extLst>
            </p:cNvPr>
            <p:cNvCxnSpPr/>
            <p:nvPr/>
          </p:nvCxnSpPr>
          <p:spPr>
            <a:xfrm>
              <a:off x="1663562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031D7C27-0B3B-4AD3-AFDD-2B6BBBA05D7D}"/>
                </a:ext>
              </a:extLst>
            </p:cNvPr>
            <p:cNvCxnSpPr/>
            <p:nvPr/>
          </p:nvCxnSpPr>
          <p:spPr>
            <a:xfrm>
              <a:off x="1707713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7D463ADB-A329-4278-B330-BBEE02535D43}"/>
                </a:ext>
              </a:extLst>
            </p:cNvPr>
            <p:cNvCxnSpPr/>
            <p:nvPr/>
          </p:nvCxnSpPr>
          <p:spPr>
            <a:xfrm>
              <a:off x="1751864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1A0F7FE9-41DA-4F3A-9DC9-525A6BB798E1}"/>
                </a:ext>
              </a:extLst>
            </p:cNvPr>
            <p:cNvCxnSpPr/>
            <p:nvPr/>
          </p:nvCxnSpPr>
          <p:spPr>
            <a:xfrm>
              <a:off x="1796016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3C9CAF86-53E5-4526-B2A2-440E19391077}"/>
                </a:ext>
              </a:extLst>
            </p:cNvPr>
            <p:cNvCxnSpPr/>
            <p:nvPr/>
          </p:nvCxnSpPr>
          <p:spPr>
            <a:xfrm>
              <a:off x="1840167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D568AD71-5930-47BA-8F2B-E741A50E0048}"/>
                </a:ext>
              </a:extLst>
            </p:cNvPr>
            <p:cNvCxnSpPr/>
            <p:nvPr/>
          </p:nvCxnSpPr>
          <p:spPr>
            <a:xfrm>
              <a:off x="1884318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00D791DB-F411-43A7-945B-46C0539A5FEF}"/>
                </a:ext>
              </a:extLst>
            </p:cNvPr>
            <p:cNvCxnSpPr/>
            <p:nvPr/>
          </p:nvCxnSpPr>
          <p:spPr>
            <a:xfrm>
              <a:off x="19284703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430FB28B-4E22-4CEF-92C3-98896CC5228A}"/>
                </a:ext>
              </a:extLst>
            </p:cNvPr>
            <p:cNvCxnSpPr/>
            <p:nvPr/>
          </p:nvCxnSpPr>
          <p:spPr>
            <a:xfrm>
              <a:off x="1972621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15AC0772-1DDC-455F-8B02-A45D5044AE7F}"/>
                </a:ext>
              </a:extLst>
            </p:cNvPr>
            <p:cNvCxnSpPr/>
            <p:nvPr/>
          </p:nvCxnSpPr>
          <p:spPr>
            <a:xfrm>
              <a:off x="20167731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DFD5BF36-8145-4CDC-B828-F31851A8BC53}"/>
                </a:ext>
              </a:extLst>
            </p:cNvPr>
            <p:cNvCxnSpPr/>
            <p:nvPr/>
          </p:nvCxnSpPr>
          <p:spPr>
            <a:xfrm>
              <a:off x="2060924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28A61F6-3581-4830-9244-706FA76A4A5E}"/>
                </a:ext>
              </a:extLst>
            </p:cNvPr>
            <p:cNvCxnSpPr/>
            <p:nvPr/>
          </p:nvCxnSpPr>
          <p:spPr>
            <a:xfrm>
              <a:off x="21050758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A70D4DF-F94D-4DBA-BD60-FC01CE37705E}"/>
                </a:ext>
              </a:extLst>
            </p:cNvPr>
            <p:cNvCxnSpPr/>
            <p:nvPr/>
          </p:nvCxnSpPr>
          <p:spPr>
            <a:xfrm>
              <a:off x="21492272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0B808E4E-AF44-4BC1-A0C2-40D0DBB90C2E}"/>
                </a:ext>
              </a:extLst>
            </p:cNvPr>
            <p:cNvCxnSpPr/>
            <p:nvPr/>
          </p:nvCxnSpPr>
          <p:spPr>
            <a:xfrm>
              <a:off x="21933785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0B600701-98A3-4957-9520-9A196DB63BC9}"/>
                </a:ext>
              </a:extLst>
            </p:cNvPr>
            <p:cNvCxnSpPr/>
            <p:nvPr/>
          </p:nvCxnSpPr>
          <p:spPr>
            <a:xfrm>
              <a:off x="22375299" y="539748"/>
              <a:ext cx="0" cy="1011714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056ECDF4-1095-40A7-96EB-A5B3C17F11BE}"/>
                </a:ext>
              </a:extLst>
            </p:cNvPr>
            <p:cNvCxnSpPr/>
            <p:nvPr/>
          </p:nvCxnSpPr>
          <p:spPr>
            <a:xfrm>
              <a:off x="78850" y="103066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9DFEA9E3-DF2D-469B-A816-95CECA8C11A0}"/>
                </a:ext>
              </a:extLst>
            </p:cNvPr>
            <p:cNvCxnSpPr/>
            <p:nvPr/>
          </p:nvCxnSpPr>
          <p:spPr>
            <a:xfrm>
              <a:off x="78850" y="10119598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A8E7F84F-887D-4CBC-A118-01E8DED6E091}"/>
                </a:ext>
              </a:extLst>
            </p:cNvPr>
            <p:cNvCxnSpPr/>
            <p:nvPr/>
          </p:nvCxnSpPr>
          <p:spPr>
            <a:xfrm>
              <a:off x="78850" y="10656888"/>
              <a:ext cx="22517200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B70D4DE5-115E-49E1-B1A3-BD4F8FBEAA0A}"/>
                </a:ext>
              </a:extLst>
            </p:cNvPr>
            <p:cNvCxnSpPr/>
            <p:nvPr/>
          </p:nvCxnSpPr>
          <p:spPr>
            <a:xfrm>
              <a:off x="78850" y="10469843"/>
              <a:ext cx="225172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B28A72BB-0897-4A88-8F39-48E54081ACF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2C738330-3EB3-4E45-B5EE-7A2ECC71E52B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7" name="그림 176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669575E-3E85-4BCF-9988-2160D4D1B3D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97A9178A-A42D-4DE5-92EC-05A8FBF2D7D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79" name="그림 178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DF81290-EDD0-40F5-9A8F-089C6A42EF1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0" name="TextBox 179">
            <a:extLst>
              <a:ext uri="{FF2B5EF4-FFF2-40B4-BE49-F238E27FC236}">
                <a16:creationId xmlns:a16="http://schemas.microsoft.com/office/drawing/2014/main" id="{F896EBA9-0AC1-4A4B-B4E5-EB28CD6ED71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1" name="직사각형 180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3267109-2E30-44A0-B424-2FBB6BE730A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52230FA4-7F35-4D7C-A0EB-13203C25D10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83" name="직사각형 182">
            <a:hlinkClick r:id="rId7" action="ppaction://hlinksldjump"/>
            <a:extLst>
              <a:ext uri="{FF2B5EF4-FFF2-40B4-BE49-F238E27FC236}">
                <a16:creationId xmlns:a16="http://schemas.microsoft.com/office/drawing/2014/main" id="{A1C179BA-99DB-4629-A1D1-DF9AC901987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8F5B4F5-8050-4E42-8034-5C188A1948D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85" name="직사각형 184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0FEBEE0-A86F-4A6E-9447-32ACD79EC86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66630C3C-E506-41CE-8EBD-354D58B7C88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70586075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404326" y="539750"/>
            <a:ext cx="10638812" cy="10080625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40" y="539750"/>
            <a:ext cx="10629250" cy="10080625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A954CCD7-2033-4044-90A6-D8AF68CD530D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8" name="그림 117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F40AB2A-1D65-40B4-AAF6-DC1D7C40E6E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9" name="TextBox 118">
            <a:extLst>
              <a:ext uri="{FF2B5EF4-FFF2-40B4-BE49-F238E27FC236}">
                <a16:creationId xmlns:a16="http://schemas.microsoft.com/office/drawing/2014/main" id="{F348A406-6D28-4C6F-A617-A2B8F189717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20" name="그림 119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97F5DAA-0170-4309-9CA8-EBBA54F72281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21" name="TextBox 120">
            <a:extLst>
              <a:ext uri="{FF2B5EF4-FFF2-40B4-BE49-F238E27FC236}">
                <a16:creationId xmlns:a16="http://schemas.microsoft.com/office/drawing/2014/main" id="{875225FD-B052-47B0-92F3-3B07FE64EF8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2" name="직사각형 121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7CE94EE-F2DF-4991-8EE1-6BB023A453D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5F2D5BE4-822B-44FF-B3C6-D78A47DE8FF7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4" name="직사각형 123">
            <a:hlinkClick r:id="rId7" action="ppaction://hlinksldjump"/>
            <a:extLst>
              <a:ext uri="{FF2B5EF4-FFF2-40B4-BE49-F238E27FC236}">
                <a16:creationId xmlns:a16="http://schemas.microsoft.com/office/drawing/2014/main" id="{B249CA08-8EE3-4327-A1AF-1DC7E9F659FF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EF6F177-2642-4C02-83F6-6FF5F3593B04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6" name="직사각형 125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5FD39E26-7803-408B-AF8B-7D929DCAB60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8B3199E7-EBBE-4C58-9FA6-D34EE8B541D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92705807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404326" y="539750"/>
            <a:ext cx="10638812" cy="10080625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40" y="539750"/>
            <a:ext cx="10629250" cy="10080625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DA81AD7E-9A14-4FFD-A467-14800E1761C1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그림 11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95E562E-E8B0-49E2-8812-9BDA3CBDAAC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7" name="TextBox 116">
            <a:extLst>
              <a:ext uri="{FF2B5EF4-FFF2-40B4-BE49-F238E27FC236}">
                <a16:creationId xmlns:a16="http://schemas.microsoft.com/office/drawing/2014/main" id="{019D9A3C-7397-4C40-91CB-FB2E41FFCB8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18" name="그림 11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229B55A9-9C39-4622-9256-092E32B1C63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9" name="TextBox 118">
            <a:extLst>
              <a:ext uri="{FF2B5EF4-FFF2-40B4-BE49-F238E27FC236}">
                <a16:creationId xmlns:a16="http://schemas.microsoft.com/office/drawing/2014/main" id="{0CA501B0-AFA1-4232-8232-70BF6ADDB7C0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5E1BE64-E493-47FF-A3BC-38CE7890C44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EC4FD55-2B06-4100-B25C-045A29F7C1A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476E2C49-AEF4-4B67-8556-ABA8DCFE9EE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F43FC38-C135-42F8-A4EE-744BFE4BD4C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4" name="직사각형 12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C7D1F9F-7664-48EE-8E89-8849D0DA5C3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9F5EEC9F-019F-48B3-967A-5D10BA469DB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4064992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404326" y="539750"/>
            <a:ext cx="10638812" cy="10080625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40" y="539750"/>
            <a:ext cx="10629250" cy="10080625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6A065623-3CB9-42E2-A1CB-F05D8705183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그림 11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339167C3-F505-4358-AC44-9841C96EC55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7" name="TextBox 116">
            <a:extLst>
              <a:ext uri="{FF2B5EF4-FFF2-40B4-BE49-F238E27FC236}">
                <a16:creationId xmlns:a16="http://schemas.microsoft.com/office/drawing/2014/main" id="{C521B51D-A6BA-40A7-8C9E-A9EDFBC21C8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18" name="그림 11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BD1AF1C-C666-4C25-B6AB-7E77245D736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9" name="TextBox 118">
            <a:extLst>
              <a:ext uri="{FF2B5EF4-FFF2-40B4-BE49-F238E27FC236}">
                <a16:creationId xmlns:a16="http://schemas.microsoft.com/office/drawing/2014/main" id="{F7582463-0973-45CE-99B4-11938AF406B1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BBE1BD96-B31E-4C4F-9AF7-0995736C9F7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8B717605-2112-4117-B64D-CA45D8C4739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54F96E60-110C-4D20-9120-242D8E0D1F5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A985390-161D-4968-8BBE-C3B3AEA4B9A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4" name="직사각형 12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AC75F8C-2C8A-4B22-A071-323A67FC240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C81F81CE-BFEF-436F-A4FA-F5457EDE2B40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15887462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404326" y="539750"/>
            <a:ext cx="10638812" cy="10080625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40" y="539750"/>
            <a:ext cx="10629250" cy="10080625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7B70B556-B4DC-46FD-8FA6-8E719CAD6AF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그림 11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492442E-5759-4F0A-82D3-28162F8C6BF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7" name="TextBox 116">
            <a:extLst>
              <a:ext uri="{FF2B5EF4-FFF2-40B4-BE49-F238E27FC236}">
                <a16:creationId xmlns:a16="http://schemas.microsoft.com/office/drawing/2014/main" id="{1D24A617-1D05-4200-A8EC-75F2025D754A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18" name="그림 11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EB3A95CA-DCBD-432F-90EA-C8A9CFCDA19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9" name="TextBox 118">
            <a:extLst>
              <a:ext uri="{FF2B5EF4-FFF2-40B4-BE49-F238E27FC236}">
                <a16:creationId xmlns:a16="http://schemas.microsoft.com/office/drawing/2014/main" id="{C22FF04F-E5BB-4899-9AF7-D2E169099A00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B6FD910-A12E-424F-8FBC-AF279190C4B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0B452327-F727-4B0D-80C5-EFA20CAC1EDB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DBC709E2-02EA-45B5-BF9A-5BD01A2FD02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B7676CB-FB12-47E6-97AB-049BE3B5168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4" name="직사각형 12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4FBDAF6-CDFB-44AC-9909-F0A7963FB5AC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D2D3D75-6FBC-4BAE-A568-3C2CA5CF634F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9133417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F2364334-D0A4-48F9-BE82-6AF19367B398}"/>
              </a:ext>
            </a:extLst>
          </p:cNvPr>
          <p:cNvGrpSpPr/>
          <p:nvPr/>
        </p:nvGrpSpPr>
        <p:grpSpPr>
          <a:xfrm>
            <a:off x="404326" y="539750"/>
            <a:ext cx="10638812" cy="10080625"/>
            <a:chOff x="168273" y="415925"/>
            <a:chExt cx="4787902" cy="6408738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1E826A4-EEDE-41D6-A14F-EAA4F696342E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54" name="모서리가 둥근 직사각형 302">
                <a:extLst>
                  <a:ext uri="{FF2B5EF4-FFF2-40B4-BE49-F238E27FC236}">
                    <a16:creationId xmlns:a16="http://schemas.microsoft.com/office/drawing/2014/main" id="{36E20C0D-1836-40B3-A7DB-22288541394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025BF7D4-CD88-484A-B482-F23F4A326EB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44F65D54-4CDD-4AA9-9576-AE847B77F8A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DF580E57-E7A2-4880-8DF6-C833FDEBA4C9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B5DC96C-7C15-4096-AE34-78793BE88CE9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010BDDA-A610-490D-BEF2-31862BF0750D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49" name="모서리가 둥근 직사각형 302">
                <a:extLst>
                  <a:ext uri="{FF2B5EF4-FFF2-40B4-BE49-F238E27FC236}">
                    <a16:creationId xmlns:a16="http://schemas.microsoft.com/office/drawing/2014/main" id="{B040490E-621A-4AC7-B911-AB1E1E98873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F6C70BEC-E7AC-421B-A232-0EAF0FDD3DE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DD63D140-454B-4EE2-B81C-5D1688863E1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4D4AF43E-2696-4643-BF10-8604B12A68F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960B49FF-42F6-477B-9601-75F2127AC124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4BF4B649-F911-482F-AC8D-1E0A4206B18A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44" name="모서리가 둥근 직사각형 302">
                <a:extLst>
                  <a:ext uri="{FF2B5EF4-FFF2-40B4-BE49-F238E27FC236}">
                    <a16:creationId xmlns:a16="http://schemas.microsoft.com/office/drawing/2014/main" id="{D043FD0F-576D-4CDA-B116-6D91BFE3A71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E83F281A-83AB-4B58-A8DE-DE57AB04B76B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C05AE82D-DECA-4279-9638-A745AB62D81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3B71AD17-1C76-4CE8-BEC0-8996C7823375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542EB546-94B5-4890-9EC2-153929BD1BCB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0BE52EC-236F-48BD-9A53-F1D9BC28D717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39" name="모서리가 둥근 직사각형 302">
                <a:extLst>
                  <a:ext uri="{FF2B5EF4-FFF2-40B4-BE49-F238E27FC236}">
                    <a16:creationId xmlns:a16="http://schemas.microsoft.com/office/drawing/2014/main" id="{14610F90-F95A-4A99-B86C-CA76E3DC990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92511038-8984-48A4-809E-44B9014E0AA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DD1DB35E-35D9-448D-BCCB-4E884FB1D4D5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ED5E48CA-1F41-42FE-9CAE-9BE9C90066A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0B04487A-236B-402C-8F2E-1341240F0DD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203B64F-B5AC-48AA-9394-41B44749F48A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34" name="모서리가 둥근 직사각형 302">
                <a:extLst>
                  <a:ext uri="{FF2B5EF4-FFF2-40B4-BE49-F238E27FC236}">
                    <a16:creationId xmlns:a16="http://schemas.microsoft.com/office/drawing/2014/main" id="{E2333CF3-C13F-412D-8597-E16061D6F05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5" name="직선 연결선 34">
                <a:extLst>
                  <a:ext uri="{FF2B5EF4-FFF2-40B4-BE49-F238E27FC236}">
                    <a16:creationId xmlns:a16="http://schemas.microsoft.com/office/drawing/2014/main" id="{5A7258B0-9F62-4494-B9CE-B3B2506CFBF7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8D5259C0-60D8-4007-910E-C057BB78988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614ECA9E-4AEB-40AE-A304-933E7EADF72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3CF35B93-C803-405F-ABD4-49124119E87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8D3889D-DFD1-459E-85FB-A4AA9E5AC792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29" name="모서리가 둥근 직사각형 302">
                <a:extLst>
                  <a:ext uri="{FF2B5EF4-FFF2-40B4-BE49-F238E27FC236}">
                    <a16:creationId xmlns:a16="http://schemas.microsoft.com/office/drawing/2014/main" id="{38E26F8F-F175-4789-A9CA-414D384B39A1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5ECE48A3-50E7-4E62-8987-D5A200E49783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직선 연결선 30">
                <a:extLst>
                  <a:ext uri="{FF2B5EF4-FFF2-40B4-BE49-F238E27FC236}">
                    <a16:creationId xmlns:a16="http://schemas.microsoft.com/office/drawing/2014/main" id="{58587A82-B38F-4B94-8A7B-9405CBB502E3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>
                <a:extLst>
                  <a:ext uri="{FF2B5EF4-FFF2-40B4-BE49-F238E27FC236}">
                    <a16:creationId xmlns:a16="http://schemas.microsoft.com/office/drawing/2014/main" id="{5C4CD56D-2CEF-45E7-A091-B1B939A9B9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직선 연결선 32">
                <a:extLst>
                  <a:ext uri="{FF2B5EF4-FFF2-40B4-BE49-F238E27FC236}">
                    <a16:creationId xmlns:a16="http://schemas.microsoft.com/office/drawing/2014/main" id="{6FF3DF69-9E14-4167-99B9-CC67AD2F6A6A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0796ED65-2BE9-49E6-97BF-A398A63F85BC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24" name="모서리가 둥근 직사각형 302">
                <a:extLst>
                  <a:ext uri="{FF2B5EF4-FFF2-40B4-BE49-F238E27FC236}">
                    <a16:creationId xmlns:a16="http://schemas.microsoft.com/office/drawing/2014/main" id="{E7C08865-1EEB-4A85-AA02-7EF4EDE9B53A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D0CDD5E9-EA5C-4A29-9F1F-BC5B8BDC725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2862E384-1765-4B94-9A75-93098D0D07B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A220A7C8-2B25-496F-AE18-5F38F51926B0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F26DED0C-01AD-45C0-8A0D-F77776043AB3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BCC9325C-EEBC-466D-A062-5608961FF6D9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19" name="모서리가 둥근 직사각형 302">
                <a:extLst>
                  <a:ext uri="{FF2B5EF4-FFF2-40B4-BE49-F238E27FC236}">
                    <a16:creationId xmlns:a16="http://schemas.microsoft.com/office/drawing/2014/main" id="{3C12DEDD-35EC-4292-9167-E10E78D2B9F0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0" name="직선 연결선 19">
                <a:extLst>
                  <a:ext uri="{FF2B5EF4-FFF2-40B4-BE49-F238E27FC236}">
                    <a16:creationId xmlns:a16="http://schemas.microsoft.com/office/drawing/2014/main" id="{BB619AC2-7E62-4580-9894-B0702E4D171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693B5427-45EE-4BAD-9E1F-2C7E9C53C784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22A70A43-B68B-4A0C-9CC5-8E05FCF7BF1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AF64CEE9-958A-4484-9E3C-1565BD6259A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EA55A10D-1CD3-42DB-9CB1-10700193D9B4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14" name="모서리가 둥근 직사각형 302">
                <a:extLst>
                  <a:ext uri="{FF2B5EF4-FFF2-40B4-BE49-F238E27FC236}">
                    <a16:creationId xmlns:a16="http://schemas.microsoft.com/office/drawing/2014/main" id="{7739E424-EFEA-4D64-ABC2-754C87B864BB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428A2499-1B3E-4A89-93A8-3665C8F820A2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>
                <a:extLst>
                  <a:ext uri="{FF2B5EF4-FFF2-40B4-BE49-F238E27FC236}">
                    <a16:creationId xmlns:a16="http://schemas.microsoft.com/office/drawing/2014/main" id="{D0BB96AD-E73C-435A-B6C9-22926FB95B26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직선 연결선 16">
                <a:extLst>
                  <a:ext uri="{FF2B5EF4-FFF2-40B4-BE49-F238E27FC236}">
                    <a16:creationId xmlns:a16="http://schemas.microsoft.com/office/drawing/2014/main" id="{5D1BF0E9-8061-4BCC-B771-A4896F6E24D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>
                <a:extLst>
                  <a:ext uri="{FF2B5EF4-FFF2-40B4-BE49-F238E27FC236}">
                    <a16:creationId xmlns:a16="http://schemas.microsoft.com/office/drawing/2014/main" id="{AD773C89-3D52-400A-B688-98B55ADBCFD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633261F0-3C8B-4858-91CC-45CD4DAC0C0D}"/>
              </a:ext>
            </a:extLst>
          </p:cNvPr>
          <p:cNvGrpSpPr/>
          <p:nvPr/>
        </p:nvGrpSpPr>
        <p:grpSpPr>
          <a:xfrm>
            <a:off x="11647240" y="539750"/>
            <a:ext cx="10629250" cy="10080625"/>
            <a:chOff x="168273" y="415925"/>
            <a:chExt cx="4787902" cy="6408738"/>
          </a:xfrm>
        </p:grpSpPr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77B8CFD9-3FF5-40D5-ADA8-A05D15475F0D}"/>
                </a:ext>
              </a:extLst>
            </p:cNvPr>
            <p:cNvGrpSpPr/>
            <p:nvPr/>
          </p:nvGrpSpPr>
          <p:grpSpPr>
            <a:xfrm>
              <a:off x="168273" y="415925"/>
              <a:ext cx="1551514" cy="2102444"/>
              <a:chOff x="168273" y="415925"/>
              <a:chExt cx="1551514" cy="2102444"/>
            </a:xfrm>
          </p:grpSpPr>
          <p:sp>
            <p:nvSpPr>
              <p:cNvPr id="109" name="모서리가 둥근 직사각형 302">
                <a:extLst>
                  <a:ext uri="{FF2B5EF4-FFF2-40B4-BE49-F238E27FC236}">
                    <a16:creationId xmlns:a16="http://schemas.microsoft.com/office/drawing/2014/main" id="{31E3A763-8945-47E6-BA79-CF9BCB29E83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53570A06-0612-48A4-9A2B-27A26DDF94D8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직선 연결선 110">
                <a:extLst>
                  <a:ext uri="{FF2B5EF4-FFF2-40B4-BE49-F238E27FC236}">
                    <a16:creationId xmlns:a16="http://schemas.microsoft.com/office/drawing/2014/main" id="{658DB963-4AAA-4BA0-AB35-7598338F293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61BBA4A6-A54D-4963-BA6E-8D5C892CD77D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7D0B5A53-6FF0-48E5-B720-203D350515A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DE7B8050-B811-43C7-B00C-8388507EA16C}"/>
                </a:ext>
              </a:extLst>
            </p:cNvPr>
            <p:cNvGrpSpPr/>
            <p:nvPr/>
          </p:nvGrpSpPr>
          <p:grpSpPr>
            <a:xfrm>
              <a:off x="1786467" y="415925"/>
              <a:ext cx="1551514" cy="2102444"/>
              <a:chOff x="168273" y="415925"/>
              <a:chExt cx="1551514" cy="2102444"/>
            </a:xfrm>
          </p:grpSpPr>
          <p:sp>
            <p:nvSpPr>
              <p:cNvPr id="104" name="모서리가 둥근 직사각형 302">
                <a:extLst>
                  <a:ext uri="{FF2B5EF4-FFF2-40B4-BE49-F238E27FC236}">
                    <a16:creationId xmlns:a16="http://schemas.microsoft.com/office/drawing/2014/main" id="{27A254FE-2359-4671-8098-4EB6240C2174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40BFDE2A-314F-4CA3-B458-53620DF44029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>
                <a:extLst>
                  <a:ext uri="{FF2B5EF4-FFF2-40B4-BE49-F238E27FC236}">
                    <a16:creationId xmlns:a16="http://schemas.microsoft.com/office/drawing/2014/main" id="{22402E5D-6970-4F3D-802E-C5654B2A1F2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074E8A05-3586-402C-92ED-17214F9900E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>
                <a:extLst>
                  <a:ext uri="{FF2B5EF4-FFF2-40B4-BE49-F238E27FC236}">
                    <a16:creationId xmlns:a16="http://schemas.microsoft.com/office/drawing/2014/main" id="{A35ED886-7EF5-4901-894F-904E03065F75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D64A0D09-F4F0-4C94-9A1F-AD5B1E2F1685}"/>
                </a:ext>
              </a:extLst>
            </p:cNvPr>
            <p:cNvGrpSpPr/>
            <p:nvPr/>
          </p:nvGrpSpPr>
          <p:grpSpPr>
            <a:xfrm>
              <a:off x="3404661" y="415925"/>
              <a:ext cx="1551514" cy="2102444"/>
              <a:chOff x="168273" y="415925"/>
              <a:chExt cx="1551514" cy="2102444"/>
            </a:xfrm>
          </p:grpSpPr>
          <p:sp>
            <p:nvSpPr>
              <p:cNvPr id="99" name="모서리가 둥근 직사각형 302">
                <a:extLst>
                  <a:ext uri="{FF2B5EF4-FFF2-40B4-BE49-F238E27FC236}">
                    <a16:creationId xmlns:a16="http://schemas.microsoft.com/office/drawing/2014/main" id="{8D672D1D-7150-484A-A118-05564972610E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100" name="직선 연결선 99">
                <a:extLst>
                  <a:ext uri="{FF2B5EF4-FFF2-40B4-BE49-F238E27FC236}">
                    <a16:creationId xmlns:a16="http://schemas.microsoft.com/office/drawing/2014/main" id="{F41B9A0B-72B6-45E1-87C8-B6347AEEF43F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>
                <a:extLst>
                  <a:ext uri="{FF2B5EF4-FFF2-40B4-BE49-F238E27FC236}">
                    <a16:creationId xmlns:a16="http://schemas.microsoft.com/office/drawing/2014/main" id="{3C71E0BA-18A9-4502-9812-8B5C7CAB75C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3A9FD8B3-3F6D-4D62-8E34-46428BB1A99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10D0FFBA-014D-4284-A8CD-5B828EFAD30E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B37D33A-451E-4A06-BFB7-E112F0256A70}"/>
                </a:ext>
              </a:extLst>
            </p:cNvPr>
            <p:cNvGrpSpPr/>
            <p:nvPr/>
          </p:nvGrpSpPr>
          <p:grpSpPr>
            <a:xfrm>
              <a:off x="168273" y="2569072"/>
              <a:ext cx="1551514" cy="2102444"/>
              <a:chOff x="168273" y="415925"/>
              <a:chExt cx="1551514" cy="2102444"/>
            </a:xfrm>
          </p:grpSpPr>
          <p:sp>
            <p:nvSpPr>
              <p:cNvPr id="94" name="모서리가 둥근 직사각형 302">
                <a:extLst>
                  <a:ext uri="{FF2B5EF4-FFF2-40B4-BE49-F238E27FC236}">
                    <a16:creationId xmlns:a16="http://schemas.microsoft.com/office/drawing/2014/main" id="{BEFAF08C-6218-48B8-97D7-706B243CE5C9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5" name="직선 연결선 94">
                <a:extLst>
                  <a:ext uri="{FF2B5EF4-FFF2-40B4-BE49-F238E27FC236}">
                    <a16:creationId xmlns:a16="http://schemas.microsoft.com/office/drawing/2014/main" id="{3906D28D-5554-4FDC-9355-4738DDEA1F34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F0FE7483-5D13-4E93-A3D3-397325F08630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FDC0F83D-243A-4777-A3D7-9E871C3C505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26EDEA11-48B9-4B06-BF84-DCCECFFAFAF1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6F38097-B085-4E1C-87C2-0B84B611AB19}"/>
                </a:ext>
              </a:extLst>
            </p:cNvPr>
            <p:cNvGrpSpPr/>
            <p:nvPr/>
          </p:nvGrpSpPr>
          <p:grpSpPr>
            <a:xfrm>
              <a:off x="1786467" y="2569072"/>
              <a:ext cx="1551514" cy="2102444"/>
              <a:chOff x="168273" y="415925"/>
              <a:chExt cx="1551514" cy="2102444"/>
            </a:xfrm>
          </p:grpSpPr>
          <p:sp>
            <p:nvSpPr>
              <p:cNvPr id="89" name="모서리가 둥근 직사각형 302">
                <a:extLst>
                  <a:ext uri="{FF2B5EF4-FFF2-40B4-BE49-F238E27FC236}">
                    <a16:creationId xmlns:a16="http://schemas.microsoft.com/office/drawing/2014/main" id="{CA2DA8DC-E781-4B0B-8379-121D539D9CE3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911D57EB-04D1-454B-A0A8-86A671731ED5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6C1C57D9-18A3-4411-9DEB-DA31E17E50CA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>
                <a:extLst>
                  <a:ext uri="{FF2B5EF4-FFF2-40B4-BE49-F238E27FC236}">
                    <a16:creationId xmlns:a16="http://schemas.microsoft.com/office/drawing/2014/main" id="{03333E15-EBED-4F8D-8866-75C32A22380E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>
                <a:extLst>
                  <a:ext uri="{FF2B5EF4-FFF2-40B4-BE49-F238E27FC236}">
                    <a16:creationId xmlns:a16="http://schemas.microsoft.com/office/drawing/2014/main" id="{33845529-4149-4D42-A6B8-78BE47D10B3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52020AC-11AC-49F9-BC26-CDD32AC3AB58}"/>
                </a:ext>
              </a:extLst>
            </p:cNvPr>
            <p:cNvGrpSpPr/>
            <p:nvPr/>
          </p:nvGrpSpPr>
          <p:grpSpPr>
            <a:xfrm>
              <a:off x="3404661" y="2569072"/>
              <a:ext cx="1551514" cy="2102444"/>
              <a:chOff x="168273" y="415925"/>
              <a:chExt cx="1551514" cy="2102444"/>
            </a:xfrm>
          </p:grpSpPr>
          <p:sp>
            <p:nvSpPr>
              <p:cNvPr id="84" name="모서리가 둥근 직사각형 302">
                <a:extLst>
                  <a:ext uri="{FF2B5EF4-FFF2-40B4-BE49-F238E27FC236}">
                    <a16:creationId xmlns:a16="http://schemas.microsoft.com/office/drawing/2014/main" id="{2D7B25BE-044E-4AFE-9278-B14E4C923CC6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68642B8-DDDE-4A7E-9D3D-AA2877A9E3A0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5B4833A2-8328-4BBC-82CC-51E668CEBA91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54901F07-22CD-4B6E-A707-43520676834F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98110B13-DC3B-4ED6-A37F-4C837DF5DA10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680A95F5-2C80-486E-A6D5-62C582AA12F9}"/>
                </a:ext>
              </a:extLst>
            </p:cNvPr>
            <p:cNvGrpSpPr/>
            <p:nvPr/>
          </p:nvGrpSpPr>
          <p:grpSpPr>
            <a:xfrm>
              <a:off x="168273" y="4722219"/>
              <a:ext cx="1551514" cy="2102444"/>
              <a:chOff x="168273" y="415925"/>
              <a:chExt cx="1551514" cy="2102444"/>
            </a:xfrm>
          </p:grpSpPr>
          <p:sp>
            <p:nvSpPr>
              <p:cNvPr id="79" name="모서리가 둥근 직사각형 302">
                <a:extLst>
                  <a:ext uri="{FF2B5EF4-FFF2-40B4-BE49-F238E27FC236}">
                    <a16:creationId xmlns:a16="http://schemas.microsoft.com/office/drawing/2014/main" id="{0E14320B-69EB-4191-BD9F-DDFDE9B7941C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F7199491-5974-4020-895D-207F40A0FDD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2BDFC013-4AA4-4B61-90A7-9090F468637C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910FD7A4-743F-469C-9877-0D2D6C6FFA0B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E7DD8FC-D939-46D6-9833-9E3B07F324DF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DC1E18D7-D111-4F41-983E-B6C9111F5651}"/>
                </a:ext>
              </a:extLst>
            </p:cNvPr>
            <p:cNvGrpSpPr/>
            <p:nvPr/>
          </p:nvGrpSpPr>
          <p:grpSpPr>
            <a:xfrm>
              <a:off x="1786467" y="4722219"/>
              <a:ext cx="1551514" cy="2102444"/>
              <a:chOff x="168273" y="415925"/>
              <a:chExt cx="1551514" cy="2102444"/>
            </a:xfrm>
          </p:grpSpPr>
          <p:sp>
            <p:nvSpPr>
              <p:cNvPr id="74" name="모서리가 둥근 직사각형 302">
                <a:extLst>
                  <a:ext uri="{FF2B5EF4-FFF2-40B4-BE49-F238E27FC236}">
                    <a16:creationId xmlns:a16="http://schemas.microsoft.com/office/drawing/2014/main" id="{532EDBDB-EBDD-4581-B602-1807E0BC75DF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37EE776A-1288-4324-B1D0-631FEF1C45AE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2480C122-6BEB-4F93-A103-E308ECEA4BFD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D3D0DB7-7C3E-4638-AB70-55F61A7DEEA7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502E12E-3ACD-4DF4-8C43-85440A3B14D6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7D90BBBF-843D-41C5-9ED6-29A55600ADE3}"/>
                </a:ext>
              </a:extLst>
            </p:cNvPr>
            <p:cNvGrpSpPr/>
            <p:nvPr/>
          </p:nvGrpSpPr>
          <p:grpSpPr>
            <a:xfrm>
              <a:off x="3404661" y="4722219"/>
              <a:ext cx="1551514" cy="2102444"/>
              <a:chOff x="168273" y="415925"/>
              <a:chExt cx="1551514" cy="2102444"/>
            </a:xfrm>
          </p:grpSpPr>
          <p:sp>
            <p:nvSpPr>
              <p:cNvPr id="69" name="모서리가 둥근 직사각형 302">
                <a:extLst>
                  <a:ext uri="{FF2B5EF4-FFF2-40B4-BE49-F238E27FC236}">
                    <a16:creationId xmlns:a16="http://schemas.microsoft.com/office/drawing/2014/main" id="{49D46040-8A8A-482D-B231-CB7E7487FF28}"/>
                  </a:ext>
                </a:extLst>
              </p:cNvPr>
              <p:cNvSpPr/>
              <p:nvPr/>
            </p:nvSpPr>
            <p:spPr>
              <a:xfrm>
                <a:off x="168273" y="415925"/>
                <a:ext cx="1551514" cy="2102444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B882BB4E-A31B-44A1-9120-7CD137E24CB6}"/>
                  </a:ext>
                </a:extLst>
              </p:cNvPr>
              <p:cNvCxnSpPr/>
              <p:nvPr/>
            </p:nvCxnSpPr>
            <p:spPr>
              <a:xfrm>
                <a:off x="1202615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A0967772-4A4F-488C-9584-FAB5DDEAB15F}"/>
                  </a:ext>
                </a:extLst>
              </p:cNvPr>
              <p:cNvCxnSpPr/>
              <p:nvPr/>
            </p:nvCxnSpPr>
            <p:spPr>
              <a:xfrm>
                <a:off x="168273" y="1116740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8A6FEF9B-87B4-4A91-9C23-771EAB262724}"/>
                  </a:ext>
                </a:extLst>
              </p:cNvPr>
              <p:cNvCxnSpPr/>
              <p:nvPr/>
            </p:nvCxnSpPr>
            <p:spPr>
              <a:xfrm>
                <a:off x="168273" y="1817555"/>
                <a:ext cx="1551514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2959577D-EC01-4667-9AA0-212CC3901B8C}"/>
                  </a:ext>
                </a:extLst>
              </p:cNvPr>
              <p:cNvCxnSpPr/>
              <p:nvPr/>
            </p:nvCxnSpPr>
            <p:spPr>
              <a:xfrm>
                <a:off x="685444" y="415925"/>
                <a:ext cx="0" cy="2102444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42B1932-D1EA-41F3-9CFB-EAF76809AA65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FC04FB8E-47C0-41AE-928E-A6AB958926C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그림 114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DDC08BAE-66E0-4587-B6FE-515EC646120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7" name="TextBox 116">
            <a:extLst>
              <a:ext uri="{FF2B5EF4-FFF2-40B4-BE49-F238E27FC236}">
                <a16:creationId xmlns:a16="http://schemas.microsoft.com/office/drawing/2014/main" id="{99AA97B1-11D6-48E3-ABA6-FA3C7B6204E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18" name="그림 117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DA83BA8-8117-404D-8DAD-2CEB79C8021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19" name="TextBox 118">
            <a:extLst>
              <a:ext uri="{FF2B5EF4-FFF2-40B4-BE49-F238E27FC236}">
                <a16:creationId xmlns:a16="http://schemas.microsoft.com/office/drawing/2014/main" id="{61830140-DA58-449F-9F9D-98DA3946228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20" name="직사각형 119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598DCA4-034B-4294-87E7-515F3397AA6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7368BE7-6164-4967-8894-E1F433D17B2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22" name="직사각형 121">
            <a:hlinkClick r:id="rId7" action="ppaction://hlinksldjump"/>
            <a:extLst>
              <a:ext uri="{FF2B5EF4-FFF2-40B4-BE49-F238E27FC236}">
                <a16:creationId xmlns:a16="http://schemas.microsoft.com/office/drawing/2014/main" id="{BFB8DFBA-11FE-410A-9B89-BEA2B850DD2C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AE0F447-B475-4302-9A61-EF5F90E916D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24" name="직사각형 123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EE1025F-A1D8-4F1F-9471-F481AF576EC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2352D437-8933-4E5C-8B76-A6E1C5C5A8A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64219050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28130A62-52AD-4024-B38C-91FCD5CB8344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4" name="그림 15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B2ED68D5-679E-4148-B04D-BBABEACD484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984C5DB9-4E9E-4048-B872-7EB0790A2B00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56" name="그림 15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40ECF56-CB94-43BE-9A0F-50740035FE8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20D410AD-FB83-4269-A98D-5AD5B305BDB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87FDBDDC-5845-4C83-895E-ABCCCC479458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848904C5-BB06-49A0-8C57-0183DC0F823A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0" name="직사각형 159">
            <a:hlinkClick r:id="rId7" action="ppaction://hlinksldjump"/>
            <a:extLst>
              <a:ext uri="{FF2B5EF4-FFF2-40B4-BE49-F238E27FC236}">
                <a16:creationId xmlns:a16="http://schemas.microsoft.com/office/drawing/2014/main" id="{3B1ACC13-8EE2-42A0-B198-9C388DC63C8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6E26AD7-A0EF-4812-B252-E178F744756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62" name="직사각형 16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656947F-E403-4399-BA45-51BA2F437B6D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A1F244E-1AE2-41C1-A87C-61BEC68C635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76633409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9E9120DC-0C7D-486E-BE87-FA76E6F5CE7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4" name="그림 15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AD72059-4CE1-44CC-BF58-944AA82A431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3F5DB1CC-AF5A-4936-8885-DB7B44A02BE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56" name="그림 15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51199E8-468D-40EF-ABC5-8D6F12BEFBC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00678F43-622E-4507-B7CD-852069341C0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0ED30B02-5778-4E80-A5E5-EDDE31C716D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A93EFFC8-528D-4F95-B4EF-97C8AD2EA2D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0" name="직사각형 159">
            <a:hlinkClick r:id="rId7" action="ppaction://hlinksldjump"/>
            <a:extLst>
              <a:ext uri="{FF2B5EF4-FFF2-40B4-BE49-F238E27FC236}">
                <a16:creationId xmlns:a16="http://schemas.microsoft.com/office/drawing/2014/main" id="{731E9F1A-235E-412A-8604-52761183408D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14F657C-F111-453D-A96B-663B1FA8F1F6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62" name="직사각형 16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CA78E52D-0D2C-4334-B0DD-3004B6D5A95B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2B13F34-BEB3-40C0-AA4F-318E758D0EC7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491948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2FC5A4B5-D44E-4E4C-BB25-61F8CED29460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4" name="그림 15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21ADDC0-21E6-4D8E-9967-878E7FD9ED4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8F3AA41B-CA5D-428A-887F-D3DCE12326A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56" name="그림 15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0E1AAA4-900F-4244-B5E9-5E9609AF0E0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8D0A5C62-3B00-4EC5-B228-704CDFA02DF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242B0BCF-A1BE-4A70-A79E-269E50824C3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0CC69785-71C4-419B-BC27-4F5C82390F8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0" name="직사각형 159">
            <a:hlinkClick r:id="rId7" action="ppaction://hlinksldjump"/>
            <a:extLst>
              <a:ext uri="{FF2B5EF4-FFF2-40B4-BE49-F238E27FC236}">
                <a16:creationId xmlns:a16="http://schemas.microsoft.com/office/drawing/2014/main" id="{E21401CE-0614-4BB3-863C-ECCDC99C0D2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833F2BB7-0CBE-4D62-B272-BE7F476921D3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62" name="직사각형 16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1EEE01A-DAE0-49FC-9421-53B1CDD1115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EAD40B9-EBF5-4B79-B0E2-D10E4A0D8FD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81927748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59111DCF-8FEC-4165-A6F9-5D4BCAD7C35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4" name="그림 15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7BA82F1-E605-496A-80A0-F0DBCC5E3DF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BAC39156-93CE-4696-BD85-68EE5F6DC85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56" name="그림 15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91A1D4BD-37DD-4A11-B06B-F1D3C917E77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A80B640B-B74C-4956-9472-367793A40C4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A069082-839F-4A30-9A41-79F474E98AB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199229BF-E9DC-40EE-97DA-F12AE821BA7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0" name="직사각형 159">
            <a:hlinkClick r:id="rId7" action="ppaction://hlinksldjump"/>
            <a:extLst>
              <a:ext uri="{FF2B5EF4-FFF2-40B4-BE49-F238E27FC236}">
                <a16:creationId xmlns:a16="http://schemas.microsoft.com/office/drawing/2014/main" id="{6590A067-44DB-49B5-9614-CED76BE96C23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97D5DD8-2EC4-46E2-8C38-B3110A486C1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62" name="직사각형 16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1E2FEDE-F2B7-4195-9313-A62234621BA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015790F-ACA1-4678-A70E-02BA55C3ECB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1791755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3CBB134-D3CC-4D6A-9E63-62F14FC2F59D}"/>
              </a:ext>
            </a:extLst>
          </p:cNvPr>
          <p:cNvGrpSpPr/>
          <p:nvPr/>
        </p:nvGrpSpPr>
        <p:grpSpPr>
          <a:xfrm>
            <a:off x="179388" y="539751"/>
            <a:ext cx="22321837" cy="10117138"/>
            <a:chOff x="236587" y="1417857"/>
            <a:chExt cx="22242413" cy="9010459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F5EC5A45-B374-4D94-BF85-BB9B6769637F}"/>
                </a:ext>
              </a:extLst>
            </p:cNvPr>
            <p:cNvGrpSpPr/>
            <p:nvPr/>
          </p:nvGrpSpPr>
          <p:grpSpPr>
            <a:xfrm>
              <a:off x="236587" y="1417857"/>
              <a:ext cx="5324263" cy="9010459"/>
              <a:chOff x="236587" y="1417857"/>
              <a:chExt cx="5324263" cy="9010459"/>
            </a:xfrm>
          </p:grpSpPr>
          <p:sp>
            <p:nvSpPr>
              <p:cNvPr id="4" name="모서리가 둥근 직사각형 302">
                <a:extLst>
                  <a:ext uri="{FF2B5EF4-FFF2-40B4-BE49-F238E27FC236}">
                    <a16:creationId xmlns:a16="http://schemas.microsoft.com/office/drawing/2014/main" id="{EC6EB742-71D2-4C5E-AC91-6EC0B6C49B3B}"/>
                  </a:ext>
                </a:extLst>
              </p:cNvPr>
              <p:cNvSpPr/>
              <p:nvPr/>
            </p:nvSpPr>
            <p:spPr>
              <a:xfrm>
                <a:off x="236587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5" name="모서리가 둥근 직사각형 303">
                <a:extLst>
                  <a:ext uri="{FF2B5EF4-FFF2-40B4-BE49-F238E27FC236}">
                    <a16:creationId xmlns:a16="http://schemas.microsoft.com/office/drawing/2014/main" id="{C84CF98E-FD48-4F94-9721-7EC4A34F1C43}"/>
                  </a:ext>
                </a:extLst>
              </p:cNvPr>
              <p:cNvSpPr/>
              <p:nvPr/>
            </p:nvSpPr>
            <p:spPr>
              <a:xfrm>
                <a:off x="236587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6" name="모서리가 둥근 직사각형 304">
                <a:extLst>
                  <a:ext uri="{FF2B5EF4-FFF2-40B4-BE49-F238E27FC236}">
                    <a16:creationId xmlns:a16="http://schemas.microsoft.com/office/drawing/2014/main" id="{62F425DB-43C1-4A79-BBC4-C4722AD05503}"/>
                  </a:ext>
                </a:extLst>
              </p:cNvPr>
              <p:cNvSpPr/>
              <p:nvPr/>
            </p:nvSpPr>
            <p:spPr>
              <a:xfrm>
                <a:off x="236587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7" name="모서리가 둥근 직사각형 305">
                <a:extLst>
                  <a:ext uri="{FF2B5EF4-FFF2-40B4-BE49-F238E27FC236}">
                    <a16:creationId xmlns:a16="http://schemas.microsoft.com/office/drawing/2014/main" id="{459E2C90-D1E7-4490-9A61-2886187D7DD2}"/>
                  </a:ext>
                </a:extLst>
              </p:cNvPr>
              <p:cNvSpPr/>
              <p:nvPr/>
            </p:nvSpPr>
            <p:spPr>
              <a:xfrm>
                <a:off x="236587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8" name="모서리가 둥근 직사각형 306">
                <a:extLst>
                  <a:ext uri="{FF2B5EF4-FFF2-40B4-BE49-F238E27FC236}">
                    <a16:creationId xmlns:a16="http://schemas.microsoft.com/office/drawing/2014/main" id="{B70DFABF-9E6A-4481-8C18-27630CCDA7A2}"/>
                  </a:ext>
                </a:extLst>
              </p:cNvPr>
              <p:cNvSpPr/>
              <p:nvPr/>
            </p:nvSpPr>
            <p:spPr>
              <a:xfrm>
                <a:off x="236587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37" name="직선 연결선 36">
                <a:extLst>
                  <a:ext uri="{FF2B5EF4-FFF2-40B4-BE49-F238E27FC236}">
                    <a16:creationId xmlns:a16="http://schemas.microsoft.com/office/drawing/2014/main" id="{E7B5E4E1-8B4D-48F2-B8EE-705EDAFB73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4187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직선 연결선 37">
                <a:extLst>
                  <a:ext uri="{FF2B5EF4-FFF2-40B4-BE49-F238E27FC236}">
                    <a16:creationId xmlns:a16="http://schemas.microsoft.com/office/drawing/2014/main" id="{E7E7CCFA-F8CE-453C-BC86-4D5DFDD3D638}"/>
                  </a:ext>
                </a:extLst>
              </p:cNvPr>
              <p:cNvCxnSpPr/>
              <p:nvPr/>
            </p:nvCxnSpPr>
            <p:spPr>
              <a:xfrm>
                <a:off x="294187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직선 연결선 38">
                <a:extLst>
                  <a:ext uri="{FF2B5EF4-FFF2-40B4-BE49-F238E27FC236}">
                    <a16:creationId xmlns:a16="http://schemas.microsoft.com/office/drawing/2014/main" id="{16BB2C4F-5540-49AF-8384-E6A551FAC393}"/>
                  </a:ext>
                </a:extLst>
              </p:cNvPr>
              <p:cNvCxnSpPr/>
              <p:nvPr/>
            </p:nvCxnSpPr>
            <p:spPr>
              <a:xfrm>
                <a:off x="294187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822BD19C-4394-4335-AEAF-6D083B845461}"/>
                  </a:ext>
                </a:extLst>
              </p:cNvPr>
              <p:cNvCxnSpPr/>
              <p:nvPr/>
            </p:nvCxnSpPr>
            <p:spPr>
              <a:xfrm>
                <a:off x="294187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직선 연결선 40">
                <a:extLst>
                  <a:ext uri="{FF2B5EF4-FFF2-40B4-BE49-F238E27FC236}">
                    <a16:creationId xmlns:a16="http://schemas.microsoft.com/office/drawing/2014/main" id="{3E1CA9B2-454B-4F06-9E15-EB357C20216A}"/>
                  </a:ext>
                </a:extLst>
              </p:cNvPr>
              <p:cNvCxnSpPr/>
              <p:nvPr/>
            </p:nvCxnSpPr>
            <p:spPr>
              <a:xfrm>
                <a:off x="294187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D5F56B55-D93B-4036-881E-BE354E87C526}"/>
                  </a:ext>
                </a:extLst>
              </p:cNvPr>
              <p:cNvCxnSpPr/>
              <p:nvPr/>
            </p:nvCxnSpPr>
            <p:spPr>
              <a:xfrm>
                <a:off x="294187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C812CF22-124D-48D1-A559-CC38303CA9CC}"/>
                  </a:ext>
                </a:extLst>
              </p:cNvPr>
              <p:cNvCxnSpPr/>
              <p:nvPr/>
            </p:nvCxnSpPr>
            <p:spPr>
              <a:xfrm>
                <a:off x="294187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73F11963-29B3-436A-ABDF-CDEAA5C671D6}"/>
                  </a:ext>
                </a:extLst>
              </p:cNvPr>
              <p:cNvCxnSpPr/>
              <p:nvPr/>
            </p:nvCxnSpPr>
            <p:spPr>
              <a:xfrm>
                <a:off x="294187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621B4E3B-5635-44F5-A280-4A911405480F}"/>
                  </a:ext>
                </a:extLst>
              </p:cNvPr>
              <p:cNvCxnSpPr/>
              <p:nvPr/>
            </p:nvCxnSpPr>
            <p:spPr>
              <a:xfrm>
                <a:off x="294187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5B89D61C-8BE6-4DEF-B1FC-2FD24E823B2A}"/>
                  </a:ext>
                </a:extLst>
              </p:cNvPr>
              <p:cNvCxnSpPr/>
              <p:nvPr/>
            </p:nvCxnSpPr>
            <p:spPr>
              <a:xfrm>
                <a:off x="294187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21C06BFB-072F-4A0A-BE21-E8A5152E77FA}"/>
                  </a:ext>
                </a:extLst>
              </p:cNvPr>
              <p:cNvCxnSpPr/>
              <p:nvPr/>
            </p:nvCxnSpPr>
            <p:spPr>
              <a:xfrm>
                <a:off x="294187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F1D726A-0E45-4569-BB03-C6F829648FE0}"/>
                  </a:ext>
                </a:extLst>
              </p:cNvPr>
              <p:cNvCxnSpPr/>
              <p:nvPr/>
            </p:nvCxnSpPr>
            <p:spPr>
              <a:xfrm>
                <a:off x="294187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73F46A8-B7AE-4778-A3B7-0CD7E55C9C40}"/>
                  </a:ext>
                </a:extLst>
              </p:cNvPr>
              <p:cNvCxnSpPr/>
              <p:nvPr/>
            </p:nvCxnSpPr>
            <p:spPr>
              <a:xfrm>
                <a:off x="294187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7F68A330-AC4F-44A0-8F30-792F7E6C9850}"/>
                  </a:ext>
                </a:extLst>
              </p:cNvPr>
              <p:cNvCxnSpPr/>
              <p:nvPr/>
            </p:nvCxnSpPr>
            <p:spPr>
              <a:xfrm>
                <a:off x="294187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B5AB868B-D47A-4B4C-BD16-D35D85C9F1F1}"/>
                  </a:ext>
                </a:extLst>
              </p:cNvPr>
              <p:cNvCxnSpPr/>
              <p:nvPr/>
            </p:nvCxnSpPr>
            <p:spPr>
              <a:xfrm>
                <a:off x="294187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직선 연결선 51">
                <a:extLst>
                  <a:ext uri="{FF2B5EF4-FFF2-40B4-BE49-F238E27FC236}">
                    <a16:creationId xmlns:a16="http://schemas.microsoft.com/office/drawing/2014/main" id="{A26EC26E-4C42-4A27-B919-22AA30B05AB5}"/>
                  </a:ext>
                </a:extLst>
              </p:cNvPr>
              <p:cNvCxnSpPr/>
              <p:nvPr/>
            </p:nvCxnSpPr>
            <p:spPr>
              <a:xfrm>
                <a:off x="294187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7E144425-2C64-4961-ACA0-B85332833B3E}"/>
                  </a:ext>
                </a:extLst>
              </p:cNvPr>
              <p:cNvCxnSpPr/>
              <p:nvPr/>
            </p:nvCxnSpPr>
            <p:spPr>
              <a:xfrm>
                <a:off x="294187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EA67E62-BCF4-445F-B9FA-A938025B7228}"/>
                  </a:ext>
                </a:extLst>
              </p:cNvPr>
              <p:cNvCxnSpPr/>
              <p:nvPr/>
            </p:nvCxnSpPr>
            <p:spPr>
              <a:xfrm>
                <a:off x="294187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65E72C26-C582-4220-8FAB-92D79D0BD3A0}"/>
                  </a:ext>
                </a:extLst>
              </p:cNvPr>
              <p:cNvCxnSpPr/>
              <p:nvPr/>
            </p:nvCxnSpPr>
            <p:spPr>
              <a:xfrm>
                <a:off x="294187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259A2F08-4BD2-44C2-98CD-7E0B8841AFB1}"/>
                  </a:ext>
                </a:extLst>
              </p:cNvPr>
              <p:cNvCxnSpPr/>
              <p:nvPr/>
            </p:nvCxnSpPr>
            <p:spPr>
              <a:xfrm>
                <a:off x="294187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BBBD2801-3FF6-472E-B893-BAF819319F7E}"/>
                  </a:ext>
                </a:extLst>
              </p:cNvPr>
              <p:cNvCxnSpPr/>
              <p:nvPr/>
            </p:nvCxnSpPr>
            <p:spPr>
              <a:xfrm>
                <a:off x="294187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8F764B2F-887F-4A85-A97C-E7C7C35A9E94}"/>
                  </a:ext>
                </a:extLst>
              </p:cNvPr>
              <p:cNvCxnSpPr/>
              <p:nvPr/>
            </p:nvCxnSpPr>
            <p:spPr>
              <a:xfrm>
                <a:off x="294187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ACDE7281-E85C-413F-B96A-D2F63BD03190}"/>
                  </a:ext>
                </a:extLst>
              </p:cNvPr>
              <p:cNvCxnSpPr/>
              <p:nvPr/>
            </p:nvCxnSpPr>
            <p:spPr>
              <a:xfrm>
                <a:off x="294187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57D16AD7-FDCB-42F2-8420-7D0563450E53}"/>
                  </a:ext>
                </a:extLst>
              </p:cNvPr>
              <p:cNvCxnSpPr/>
              <p:nvPr/>
            </p:nvCxnSpPr>
            <p:spPr>
              <a:xfrm>
                <a:off x="294187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CCA591C5-440A-4D68-A3F9-7E120C94F909}"/>
                  </a:ext>
                </a:extLst>
              </p:cNvPr>
              <p:cNvCxnSpPr/>
              <p:nvPr/>
            </p:nvCxnSpPr>
            <p:spPr>
              <a:xfrm>
                <a:off x="294187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64E9835F-C030-4EA0-BA67-86B306F4EBC7}"/>
                  </a:ext>
                </a:extLst>
              </p:cNvPr>
              <p:cNvCxnSpPr/>
              <p:nvPr/>
            </p:nvCxnSpPr>
            <p:spPr>
              <a:xfrm>
                <a:off x="294187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9D34BC12-DE1C-4DB1-BECD-B96ABA16C3D5}"/>
                  </a:ext>
                </a:extLst>
              </p:cNvPr>
              <p:cNvCxnSpPr/>
              <p:nvPr/>
            </p:nvCxnSpPr>
            <p:spPr>
              <a:xfrm>
                <a:off x="294187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D819FBB6-E2EE-4705-A430-3FE9E809B60C}"/>
                  </a:ext>
                </a:extLst>
              </p:cNvPr>
              <p:cNvCxnSpPr/>
              <p:nvPr/>
            </p:nvCxnSpPr>
            <p:spPr>
              <a:xfrm>
                <a:off x="294187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EE9B849A-D0D3-4185-8C33-E664A47F0FA3}"/>
                  </a:ext>
                </a:extLst>
              </p:cNvPr>
              <p:cNvCxnSpPr/>
              <p:nvPr/>
            </p:nvCxnSpPr>
            <p:spPr>
              <a:xfrm>
                <a:off x="294187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AA2B8F77-67F6-4561-BF18-EF9DB61CD91A}"/>
                  </a:ext>
                </a:extLst>
              </p:cNvPr>
              <p:cNvCxnSpPr/>
              <p:nvPr/>
            </p:nvCxnSpPr>
            <p:spPr>
              <a:xfrm>
                <a:off x="294187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AD20A2EC-BB6F-4956-820E-86D249D635F9}"/>
                  </a:ext>
                </a:extLst>
              </p:cNvPr>
              <p:cNvCxnSpPr/>
              <p:nvPr/>
            </p:nvCxnSpPr>
            <p:spPr>
              <a:xfrm>
                <a:off x="294187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4ECDF41-CF85-45EF-BD27-E25F81BBEE3E}"/>
                </a:ext>
              </a:extLst>
            </p:cNvPr>
            <p:cNvGrpSpPr/>
            <p:nvPr/>
          </p:nvGrpSpPr>
          <p:grpSpPr>
            <a:xfrm>
              <a:off x="5875971" y="1417857"/>
              <a:ext cx="5324262" cy="9010459"/>
              <a:chOff x="5943120" y="1417857"/>
              <a:chExt cx="5324262" cy="9010459"/>
            </a:xfrm>
          </p:grpSpPr>
          <p:sp>
            <p:nvSpPr>
              <p:cNvPr id="205" name="모서리가 둥근 직사각형 302">
                <a:extLst>
                  <a:ext uri="{FF2B5EF4-FFF2-40B4-BE49-F238E27FC236}">
                    <a16:creationId xmlns:a16="http://schemas.microsoft.com/office/drawing/2014/main" id="{4727AD4D-37CD-4EAA-AD89-07FC10EEEA89}"/>
                  </a:ext>
                </a:extLst>
              </p:cNvPr>
              <p:cNvSpPr/>
              <p:nvPr/>
            </p:nvSpPr>
            <p:spPr>
              <a:xfrm>
                <a:off x="5943120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6" name="모서리가 둥근 직사각형 303">
                <a:extLst>
                  <a:ext uri="{FF2B5EF4-FFF2-40B4-BE49-F238E27FC236}">
                    <a16:creationId xmlns:a16="http://schemas.microsoft.com/office/drawing/2014/main" id="{E599C280-C5D5-47C0-8B61-26740BEA02E2}"/>
                  </a:ext>
                </a:extLst>
              </p:cNvPr>
              <p:cNvSpPr/>
              <p:nvPr/>
            </p:nvSpPr>
            <p:spPr>
              <a:xfrm>
                <a:off x="5943120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7" name="모서리가 둥근 직사각형 304">
                <a:extLst>
                  <a:ext uri="{FF2B5EF4-FFF2-40B4-BE49-F238E27FC236}">
                    <a16:creationId xmlns:a16="http://schemas.microsoft.com/office/drawing/2014/main" id="{F0FFE307-6E85-4C51-B793-7B46A2FDA4A9}"/>
                  </a:ext>
                </a:extLst>
              </p:cNvPr>
              <p:cNvSpPr/>
              <p:nvPr/>
            </p:nvSpPr>
            <p:spPr>
              <a:xfrm>
                <a:off x="5943120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8" name="모서리가 둥근 직사각형 305">
                <a:extLst>
                  <a:ext uri="{FF2B5EF4-FFF2-40B4-BE49-F238E27FC236}">
                    <a16:creationId xmlns:a16="http://schemas.microsoft.com/office/drawing/2014/main" id="{344E3845-C0F3-4BC8-A0F5-7E834742AE88}"/>
                  </a:ext>
                </a:extLst>
              </p:cNvPr>
              <p:cNvSpPr/>
              <p:nvPr/>
            </p:nvSpPr>
            <p:spPr>
              <a:xfrm>
                <a:off x="5943120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09" name="모서리가 둥근 직사각형 306">
                <a:extLst>
                  <a:ext uri="{FF2B5EF4-FFF2-40B4-BE49-F238E27FC236}">
                    <a16:creationId xmlns:a16="http://schemas.microsoft.com/office/drawing/2014/main" id="{A50F0E7C-AC1C-4C1E-8055-2198D9347E08}"/>
                  </a:ext>
                </a:extLst>
              </p:cNvPr>
              <p:cNvSpPr/>
              <p:nvPr/>
            </p:nvSpPr>
            <p:spPr>
              <a:xfrm>
                <a:off x="5943120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10" name="직선 연결선 209">
                <a:extLst>
                  <a:ext uri="{FF2B5EF4-FFF2-40B4-BE49-F238E27FC236}">
                    <a16:creationId xmlns:a16="http://schemas.microsoft.com/office/drawing/2014/main" id="{2386B1DF-7B36-4561-882B-B48038388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8409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직선 연결선 210">
                <a:extLst>
                  <a:ext uri="{FF2B5EF4-FFF2-40B4-BE49-F238E27FC236}">
                    <a16:creationId xmlns:a16="http://schemas.microsoft.com/office/drawing/2014/main" id="{1CB3BF07-72F3-4508-97FD-109E14995D0B}"/>
                  </a:ext>
                </a:extLst>
              </p:cNvPr>
              <p:cNvCxnSpPr/>
              <p:nvPr/>
            </p:nvCxnSpPr>
            <p:spPr>
              <a:xfrm>
                <a:off x="8648409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>
                <a:extLst>
                  <a:ext uri="{FF2B5EF4-FFF2-40B4-BE49-F238E27FC236}">
                    <a16:creationId xmlns:a16="http://schemas.microsoft.com/office/drawing/2014/main" id="{FB260C78-EB32-43C6-A4EE-DAA763F82B0C}"/>
                  </a:ext>
                </a:extLst>
              </p:cNvPr>
              <p:cNvCxnSpPr/>
              <p:nvPr/>
            </p:nvCxnSpPr>
            <p:spPr>
              <a:xfrm>
                <a:off x="8648409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>
                <a:extLst>
                  <a:ext uri="{FF2B5EF4-FFF2-40B4-BE49-F238E27FC236}">
                    <a16:creationId xmlns:a16="http://schemas.microsoft.com/office/drawing/2014/main" id="{3A42E1ED-E2A6-4B36-AA65-30C8E13C04EA}"/>
                  </a:ext>
                </a:extLst>
              </p:cNvPr>
              <p:cNvCxnSpPr/>
              <p:nvPr/>
            </p:nvCxnSpPr>
            <p:spPr>
              <a:xfrm>
                <a:off x="8648409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직선 연결선 213">
                <a:extLst>
                  <a:ext uri="{FF2B5EF4-FFF2-40B4-BE49-F238E27FC236}">
                    <a16:creationId xmlns:a16="http://schemas.microsoft.com/office/drawing/2014/main" id="{FB836CA4-35E5-498E-A831-463209217612}"/>
                  </a:ext>
                </a:extLst>
              </p:cNvPr>
              <p:cNvCxnSpPr/>
              <p:nvPr/>
            </p:nvCxnSpPr>
            <p:spPr>
              <a:xfrm>
                <a:off x="8648409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>
                <a:extLst>
                  <a:ext uri="{FF2B5EF4-FFF2-40B4-BE49-F238E27FC236}">
                    <a16:creationId xmlns:a16="http://schemas.microsoft.com/office/drawing/2014/main" id="{559CC054-B503-4FCB-A5DC-C3378B038209}"/>
                  </a:ext>
                </a:extLst>
              </p:cNvPr>
              <p:cNvCxnSpPr/>
              <p:nvPr/>
            </p:nvCxnSpPr>
            <p:spPr>
              <a:xfrm>
                <a:off x="8648409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>
                <a:extLst>
                  <a:ext uri="{FF2B5EF4-FFF2-40B4-BE49-F238E27FC236}">
                    <a16:creationId xmlns:a16="http://schemas.microsoft.com/office/drawing/2014/main" id="{25769139-60F8-4204-B37C-A4F7464B19D9}"/>
                  </a:ext>
                </a:extLst>
              </p:cNvPr>
              <p:cNvCxnSpPr/>
              <p:nvPr/>
            </p:nvCxnSpPr>
            <p:spPr>
              <a:xfrm>
                <a:off x="8648409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>
                <a:extLst>
                  <a:ext uri="{FF2B5EF4-FFF2-40B4-BE49-F238E27FC236}">
                    <a16:creationId xmlns:a16="http://schemas.microsoft.com/office/drawing/2014/main" id="{A13047BB-386B-4C25-A686-111CFF17C090}"/>
                  </a:ext>
                </a:extLst>
              </p:cNvPr>
              <p:cNvCxnSpPr/>
              <p:nvPr/>
            </p:nvCxnSpPr>
            <p:spPr>
              <a:xfrm>
                <a:off x="8648409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직선 연결선 217">
                <a:extLst>
                  <a:ext uri="{FF2B5EF4-FFF2-40B4-BE49-F238E27FC236}">
                    <a16:creationId xmlns:a16="http://schemas.microsoft.com/office/drawing/2014/main" id="{03576FAC-F848-4E3B-8E74-FB4692A9EDB4}"/>
                  </a:ext>
                </a:extLst>
              </p:cNvPr>
              <p:cNvCxnSpPr/>
              <p:nvPr/>
            </p:nvCxnSpPr>
            <p:spPr>
              <a:xfrm>
                <a:off x="8648409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>
                <a:extLst>
                  <a:ext uri="{FF2B5EF4-FFF2-40B4-BE49-F238E27FC236}">
                    <a16:creationId xmlns:a16="http://schemas.microsoft.com/office/drawing/2014/main" id="{441700D6-3AA8-4347-B6C7-1CA0958DEF75}"/>
                  </a:ext>
                </a:extLst>
              </p:cNvPr>
              <p:cNvCxnSpPr/>
              <p:nvPr/>
            </p:nvCxnSpPr>
            <p:spPr>
              <a:xfrm>
                <a:off x="8648409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직선 연결선 219">
                <a:extLst>
                  <a:ext uri="{FF2B5EF4-FFF2-40B4-BE49-F238E27FC236}">
                    <a16:creationId xmlns:a16="http://schemas.microsoft.com/office/drawing/2014/main" id="{1A9A959D-E0EC-42FD-A06A-CB379FD3291B}"/>
                  </a:ext>
                </a:extLst>
              </p:cNvPr>
              <p:cNvCxnSpPr/>
              <p:nvPr/>
            </p:nvCxnSpPr>
            <p:spPr>
              <a:xfrm>
                <a:off x="8648409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>
                <a:extLst>
                  <a:ext uri="{FF2B5EF4-FFF2-40B4-BE49-F238E27FC236}">
                    <a16:creationId xmlns:a16="http://schemas.microsoft.com/office/drawing/2014/main" id="{F62394E7-F347-4FD4-9699-EE34BFAF0CCB}"/>
                  </a:ext>
                </a:extLst>
              </p:cNvPr>
              <p:cNvCxnSpPr/>
              <p:nvPr/>
            </p:nvCxnSpPr>
            <p:spPr>
              <a:xfrm>
                <a:off x="8648409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직선 연결선 221">
                <a:extLst>
                  <a:ext uri="{FF2B5EF4-FFF2-40B4-BE49-F238E27FC236}">
                    <a16:creationId xmlns:a16="http://schemas.microsoft.com/office/drawing/2014/main" id="{899D7A91-9A1E-4ADD-A3DF-32AFD347A26F}"/>
                  </a:ext>
                </a:extLst>
              </p:cNvPr>
              <p:cNvCxnSpPr/>
              <p:nvPr/>
            </p:nvCxnSpPr>
            <p:spPr>
              <a:xfrm>
                <a:off x="8648409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17F7ED2E-85AB-413D-A759-F9CBC883828E}"/>
                  </a:ext>
                </a:extLst>
              </p:cNvPr>
              <p:cNvCxnSpPr/>
              <p:nvPr/>
            </p:nvCxnSpPr>
            <p:spPr>
              <a:xfrm>
                <a:off x="8648409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>
                <a:extLst>
                  <a:ext uri="{FF2B5EF4-FFF2-40B4-BE49-F238E27FC236}">
                    <a16:creationId xmlns:a16="http://schemas.microsoft.com/office/drawing/2014/main" id="{6EEBCB4D-AAD4-4F98-A7CA-B43BC67A0881}"/>
                  </a:ext>
                </a:extLst>
              </p:cNvPr>
              <p:cNvCxnSpPr/>
              <p:nvPr/>
            </p:nvCxnSpPr>
            <p:spPr>
              <a:xfrm>
                <a:off x="8648409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>
                <a:extLst>
                  <a:ext uri="{FF2B5EF4-FFF2-40B4-BE49-F238E27FC236}">
                    <a16:creationId xmlns:a16="http://schemas.microsoft.com/office/drawing/2014/main" id="{41A19DA5-E089-4484-9A94-A9DF3B1BC32C}"/>
                  </a:ext>
                </a:extLst>
              </p:cNvPr>
              <p:cNvCxnSpPr/>
              <p:nvPr/>
            </p:nvCxnSpPr>
            <p:spPr>
              <a:xfrm>
                <a:off x="8648409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>
                <a:extLst>
                  <a:ext uri="{FF2B5EF4-FFF2-40B4-BE49-F238E27FC236}">
                    <a16:creationId xmlns:a16="http://schemas.microsoft.com/office/drawing/2014/main" id="{5B412772-3513-4D21-8906-9E39ACF43BD7}"/>
                  </a:ext>
                </a:extLst>
              </p:cNvPr>
              <p:cNvCxnSpPr/>
              <p:nvPr/>
            </p:nvCxnSpPr>
            <p:spPr>
              <a:xfrm>
                <a:off x="8648409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직선 연결선 226">
                <a:extLst>
                  <a:ext uri="{FF2B5EF4-FFF2-40B4-BE49-F238E27FC236}">
                    <a16:creationId xmlns:a16="http://schemas.microsoft.com/office/drawing/2014/main" id="{B4EBDB79-F65C-4914-AC30-BAA8D2F646F2}"/>
                  </a:ext>
                </a:extLst>
              </p:cNvPr>
              <p:cNvCxnSpPr/>
              <p:nvPr/>
            </p:nvCxnSpPr>
            <p:spPr>
              <a:xfrm>
                <a:off x="8648409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>
                <a:extLst>
                  <a:ext uri="{FF2B5EF4-FFF2-40B4-BE49-F238E27FC236}">
                    <a16:creationId xmlns:a16="http://schemas.microsoft.com/office/drawing/2014/main" id="{667CC4E9-4833-4198-8615-D06532703FFC}"/>
                  </a:ext>
                </a:extLst>
              </p:cNvPr>
              <p:cNvCxnSpPr/>
              <p:nvPr/>
            </p:nvCxnSpPr>
            <p:spPr>
              <a:xfrm>
                <a:off x="8648409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>
                <a:extLst>
                  <a:ext uri="{FF2B5EF4-FFF2-40B4-BE49-F238E27FC236}">
                    <a16:creationId xmlns:a16="http://schemas.microsoft.com/office/drawing/2014/main" id="{0075FF4A-3482-44D9-9F0E-44E24962AFFB}"/>
                  </a:ext>
                </a:extLst>
              </p:cNvPr>
              <p:cNvCxnSpPr/>
              <p:nvPr/>
            </p:nvCxnSpPr>
            <p:spPr>
              <a:xfrm>
                <a:off x="8648409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직선 연결선 229">
                <a:extLst>
                  <a:ext uri="{FF2B5EF4-FFF2-40B4-BE49-F238E27FC236}">
                    <a16:creationId xmlns:a16="http://schemas.microsoft.com/office/drawing/2014/main" id="{6F1EBB34-E58E-4F65-BAAD-3157D1B76FE9}"/>
                  </a:ext>
                </a:extLst>
              </p:cNvPr>
              <p:cNvCxnSpPr/>
              <p:nvPr/>
            </p:nvCxnSpPr>
            <p:spPr>
              <a:xfrm>
                <a:off x="8648409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>
                <a:extLst>
                  <a:ext uri="{FF2B5EF4-FFF2-40B4-BE49-F238E27FC236}">
                    <a16:creationId xmlns:a16="http://schemas.microsoft.com/office/drawing/2014/main" id="{9F6F3503-67D3-40E8-9C70-8C7DBB12EE14}"/>
                  </a:ext>
                </a:extLst>
              </p:cNvPr>
              <p:cNvCxnSpPr/>
              <p:nvPr/>
            </p:nvCxnSpPr>
            <p:spPr>
              <a:xfrm>
                <a:off x="8648409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 231">
                <a:extLst>
                  <a:ext uri="{FF2B5EF4-FFF2-40B4-BE49-F238E27FC236}">
                    <a16:creationId xmlns:a16="http://schemas.microsoft.com/office/drawing/2014/main" id="{0B505442-94D2-4C90-9C5B-37C9E13C8C46}"/>
                  </a:ext>
                </a:extLst>
              </p:cNvPr>
              <p:cNvCxnSpPr/>
              <p:nvPr/>
            </p:nvCxnSpPr>
            <p:spPr>
              <a:xfrm>
                <a:off x="8648409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>
                <a:extLst>
                  <a:ext uri="{FF2B5EF4-FFF2-40B4-BE49-F238E27FC236}">
                    <a16:creationId xmlns:a16="http://schemas.microsoft.com/office/drawing/2014/main" id="{C3F37D00-4BB7-4368-8BDC-606AAF44C64D}"/>
                  </a:ext>
                </a:extLst>
              </p:cNvPr>
              <p:cNvCxnSpPr/>
              <p:nvPr/>
            </p:nvCxnSpPr>
            <p:spPr>
              <a:xfrm>
                <a:off x="8648409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 233">
                <a:extLst>
                  <a:ext uri="{FF2B5EF4-FFF2-40B4-BE49-F238E27FC236}">
                    <a16:creationId xmlns:a16="http://schemas.microsoft.com/office/drawing/2014/main" id="{465ABC33-16D6-42B2-9754-2F6590D4E347}"/>
                  </a:ext>
                </a:extLst>
              </p:cNvPr>
              <p:cNvCxnSpPr/>
              <p:nvPr/>
            </p:nvCxnSpPr>
            <p:spPr>
              <a:xfrm>
                <a:off x="8648409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>
                <a:extLst>
                  <a:ext uri="{FF2B5EF4-FFF2-40B4-BE49-F238E27FC236}">
                    <a16:creationId xmlns:a16="http://schemas.microsoft.com/office/drawing/2014/main" id="{65C7C804-76C7-4CEC-8327-F429FB2840AB}"/>
                  </a:ext>
                </a:extLst>
              </p:cNvPr>
              <p:cNvCxnSpPr/>
              <p:nvPr/>
            </p:nvCxnSpPr>
            <p:spPr>
              <a:xfrm>
                <a:off x="8648409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>
                <a:extLst>
                  <a:ext uri="{FF2B5EF4-FFF2-40B4-BE49-F238E27FC236}">
                    <a16:creationId xmlns:a16="http://schemas.microsoft.com/office/drawing/2014/main" id="{A2E0C59D-9053-42BF-B76D-28665C6A2E86}"/>
                  </a:ext>
                </a:extLst>
              </p:cNvPr>
              <p:cNvCxnSpPr/>
              <p:nvPr/>
            </p:nvCxnSpPr>
            <p:spPr>
              <a:xfrm>
                <a:off x="8648409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직선 연결선 236">
                <a:extLst>
                  <a:ext uri="{FF2B5EF4-FFF2-40B4-BE49-F238E27FC236}">
                    <a16:creationId xmlns:a16="http://schemas.microsoft.com/office/drawing/2014/main" id="{989CD918-A093-438F-8F7A-E1548607DB1F}"/>
                  </a:ext>
                </a:extLst>
              </p:cNvPr>
              <p:cNvCxnSpPr/>
              <p:nvPr/>
            </p:nvCxnSpPr>
            <p:spPr>
              <a:xfrm>
                <a:off x="8648409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직선 연결선 237">
                <a:extLst>
                  <a:ext uri="{FF2B5EF4-FFF2-40B4-BE49-F238E27FC236}">
                    <a16:creationId xmlns:a16="http://schemas.microsoft.com/office/drawing/2014/main" id="{A011F9D4-E673-4F4C-977A-6146EE9CA193}"/>
                  </a:ext>
                </a:extLst>
              </p:cNvPr>
              <p:cNvCxnSpPr/>
              <p:nvPr/>
            </p:nvCxnSpPr>
            <p:spPr>
              <a:xfrm>
                <a:off x="8648409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직선 연결선 238">
                <a:extLst>
                  <a:ext uri="{FF2B5EF4-FFF2-40B4-BE49-F238E27FC236}">
                    <a16:creationId xmlns:a16="http://schemas.microsoft.com/office/drawing/2014/main" id="{29DAD61E-EF4E-480D-9ACF-F4B9A845FBAD}"/>
                  </a:ext>
                </a:extLst>
              </p:cNvPr>
              <p:cNvCxnSpPr/>
              <p:nvPr/>
            </p:nvCxnSpPr>
            <p:spPr>
              <a:xfrm>
                <a:off x="8648409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직선 연결선 239">
                <a:extLst>
                  <a:ext uri="{FF2B5EF4-FFF2-40B4-BE49-F238E27FC236}">
                    <a16:creationId xmlns:a16="http://schemas.microsoft.com/office/drawing/2014/main" id="{588676AC-18B4-4EDB-A5E8-42F1CF1FA747}"/>
                  </a:ext>
                </a:extLst>
              </p:cNvPr>
              <p:cNvCxnSpPr/>
              <p:nvPr/>
            </p:nvCxnSpPr>
            <p:spPr>
              <a:xfrm>
                <a:off x="8648409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B2CA60A3-943D-4BEC-9EA2-CAA07F7ACF8C}"/>
                </a:ext>
              </a:extLst>
            </p:cNvPr>
            <p:cNvGrpSpPr/>
            <p:nvPr/>
          </p:nvGrpSpPr>
          <p:grpSpPr>
            <a:xfrm>
              <a:off x="11515354" y="1417857"/>
              <a:ext cx="5324262" cy="9010459"/>
              <a:chOff x="11548929" y="1417857"/>
              <a:chExt cx="5324262" cy="9010459"/>
            </a:xfrm>
          </p:grpSpPr>
          <p:sp>
            <p:nvSpPr>
              <p:cNvPr id="241" name="모서리가 둥근 직사각형 302">
                <a:extLst>
                  <a:ext uri="{FF2B5EF4-FFF2-40B4-BE49-F238E27FC236}">
                    <a16:creationId xmlns:a16="http://schemas.microsoft.com/office/drawing/2014/main" id="{EDAF7CFC-1C3A-43F2-A8CC-8FF27D18A65A}"/>
                  </a:ext>
                </a:extLst>
              </p:cNvPr>
              <p:cNvSpPr/>
              <p:nvPr/>
            </p:nvSpPr>
            <p:spPr>
              <a:xfrm>
                <a:off x="11548929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2" name="모서리가 둥근 직사각형 303">
                <a:extLst>
                  <a:ext uri="{FF2B5EF4-FFF2-40B4-BE49-F238E27FC236}">
                    <a16:creationId xmlns:a16="http://schemas.microsoft.com/office/drawing/2014/main" id="{47D18189-7270-4C22-8A9D-28290F9A5005}"/>
                  </a:ext>
                </a:extLst>
              </p:cNvPr>
              <p:cNvSpPr/>
              <p:nvPr/>
            </p:nvSpPr>
            <p:spPr>
              <a:xfrm>
                <a:off x="11548929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3" name="모서리가 둥근 직사각형 304">
                <a:extLst>
                  <a:ext uri="{FF2B5EF4-FFF2-40B4-BE49-F238E27FC236}">
                    <a16:creationId xmlns:a16="http://schemas.microsoft.com/office/drawing/2014/main" id="{6D084D22-8D40-4BFF-81CE-57BA962096F2}"/>
                  </a:ext>
                </a:extLst>
              </p:cNvPr>
              <p:cNvSpPr/>
              <p:nvPr/>
            </p:nvSpPr>
            <p:spPr>
              <a:xfrm>
                <a:off x="11548929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4" name="모서리가 둥근 직사각형 305">
                <a:extLst>
                  <a:ext uri="{FF2B5EF4-FFF2-40B4-BE49-F238E27FC236}">
                    <a16:creationId xmlns:a16="http://schemas.microsoft.com/office/drawing/2014/main" id="{B80D5F27-C770-47EC-B5A2-D9F7FCCE69FF}"/>
                  </a:ext>
                </a:extLst>
              </p:cNvPr>
              <p:cNvSpPr/>
              <p:nvPr/>
            </p:nvSpPr>
            <p:spPr>
              <a:xfrm>
                <a:off x="11548929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45" name="모서리가 둥근 직사각형 306">
                <a:extLst>
                  <a:ext uri="{FF2B5EF4-FFF2-40B4-BE49-F238E27FC236}">
                    <a16:creationId xmlns:a16="http://schemas.microsoft.com/office/drawing/2014/main" id="{183678A4-8751-4E27-9B93-64A7DF5E3FD3}"/>
                  </a:ext>
                </a:extLst>
              </p:cNvPr>
              <p:cNvSpPr/>
              <p:nvPr/>
            </p:nvSpPr>
            <p:spPr>
              <a:xfrm>
                <a:off x="11548929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46" name="직선 연결선 245">
                <a:extLst>
                  <a:ext uri="{FF2B5EF4-FFF2-40B4-BE49-F238E27FC236}">
                    <a16:creationId xmlns:a16="http://schemas.microsoft.com/office/drawing/2014/main" id="{A50ECB6C-ACD1-4FFC-BF91-F5475E5B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254218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35EFC75C-0919-4219-B7C3-1EF9179F7905}"/>
                  </a:ext>
                </a:extLst>
              </p:cNvPr>
              <p:cNvCxnSpPr/>
              <p:nvPr/>
            </p:nvCxnSpPr>
            <p:spPr>
              <a:xfrm>
                <a:off x="14254218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직선 연결선 247">
                <a:extLst>
                  <a:ext uri="{FF2B5EF4-FFF2-40B4-BE49-F238E27FC236}">
                    <a16:creationId xmlns:a16="http://schemas.microsoft.com/office/drawing/2014/main" id="{DA1D7231-0352-4C31-A29C-25250B2316A5}"/>
                  </a:ext>
                </a:extLst>
              </p:cNvPr>
              <p:cNvCxnSpPr/>
              <p:nvPr/>
            </p:nvCxnSpPr>
            <p:spPr>
              <a:xfrm>
                <a:off x="14254218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>
                <a:extLst>
                  <a:ext uri="{FF2B5EF4-FFF2-40B4-BE49-F238E27FC236}">
                    <a16:creationId xmlns:a16="http://schemas.microsoft.com/office/drawing/2014/main" id="{F5B0246E-F600-42CE-9E07-319826E780BD}"/>
                  </a:ext>
                </a:extLst>
              </p:cNvPr>
              <p:cNvCxnSpPr/>
              <p:nvPr/>
            </p:nvCxnSpPr>
            <p:spPr>
              <a:xfrm>
                <a:off x="14254218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AF126F03-9EC8-420E-B5CB-D435F08DF99E}"/>
                  </a:ext>
                </a:extLst>
              </p:cNvPr>
              <p:cNvCxnSpPr/>
              <p:nvPr/>
            </p:nvCxnSpPr>
            <p:spPr>
              <a:xfrm>
                <a:off x="14254218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연결선 250">
                <a:extLst>
                  <a:ext uri="{FF2B5EF4-FFF2-40B4-BE49-F238E27FC236}">
                    <a16:creationId xmlns:a16="http://schemas.microsoft.com/office/drawing/2014/main" id="{9C20F1F5-EFDB-4BCE-817B-D6D9B1F69F3E}"/>
                  </a:ext>
                </a:extLst>
              </p:cNvPr>
              <p:cNvCxnSpPr/>
              <p:nvPr/>
            </p:nvCxnSpPr>
            <p:spPr>
              <a:xfrm>
                <a:off x="14254218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직선 연결선 251">
                <a:extLst>
                  <a:ext uri="{FF2B5EF4-FFF2-40B4-BE49-F238E27FC236}">
                    <a16:creationId xmlns:a16="http://schemas.microsoft.com/office/drawing/2014/main" id="{0282387A-6D21-4794-99CC-78DF9325E558}"/>
                  </a:ext>
                </a:extLst>
              </p:cNvPr>
              <p:cNvCxnSpPr/>
              <p:nvPr/>
            </p:nvCxnSpPr>
            <p:spPr>
              <a:xfrm>
                <a:off x="14254218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직선 연결선 252">
                <a:extLst>
                  <a:ext uri="{FF2B5EF4-FFF2-40B4-BE49-F238E27FC236}">
                    <a16:creationId xmlns:a16="http://schemas.microsoft.com/office/drawing/2014/main" id="{24E1AF14-C46B-4502-A9B6-9738E0A357CA}"/>
                  </a:ext>
                </a:extLst>
              </p:cNvPr>
              <p:cNvCxnSpPr/>
              <p:nvPr/>
            </p:nvCxnSpPr>
            <p:spPr>
              <a:xfrm>
                <a:off x="14254218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직선 연결선 253">
                <a:extLst>
                  <a:ext uri="{FF2B5EF4-FFF2-40B4-BE49-F238E27FC236}">
                    <a16:creationId xmlns:a16="http://schemas.microsoft.com/office/drawing/2014/main" id="{F3317C95-934F-4C94-9E00-4B9078DCBF1E}"/>
                  </a:ext>
                </a:extLst>
              </p:cNvPr>
              <p:cNvCxnSpPr/>
              <p:nvPr/>
            </p:nvCxnSpPr>
            <p:spPr>
              <a:xfrm>
                <a:off x="14254218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직선 연결선 254">
                <a:extLst>
                  <a:ext uri="{FF2B5EF4-FFF2-40B4-BE49-F238E27FC236}">
                    <a16:creationId xmlns:a16="http://schemas.microsoft.com/office/drawing/2014/main" id="{B95FB43F-9108-450E-B7CC-7F47EE717B57}"/>
                  </a:ext>
                </a:extLst>
              </p:cNvPr>
              <p:cNvCxnSpPr/>
              <p:nvPr/>
            </p:nvCxnSpPr>
            <p:spPr>
              <a:xfrm>
                <a:off x="14254218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>
                <a:extLst>
                  <a:ext uri="{FF2B5EF4-FFF2-40B4-BE49-F238E27FC236}">
                    <a16:creationId xmlns:a16="http://schemas.microsoft.com/office/drawing/2014/main" id="{F6DC83AB-8119-4C22-90E0-22413FE43674}"/>
                  </a:ext>
                </a:extLst>
              </p:cNvPr>
              <p:cNvCxnSpPr/>
              <p:nvPr/>
            </p:nvCxnSpPr>
            <p:spPr>
              <a:xfrm>
                <a:off x="14254218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직선 연결선 256">
                <a:extLst>
                  <a:ext uri="{FF2B5EF4-FFF2-40B4-BE49-F238E27FC236}">
                    <a16:creationId xmlns:a16="http://schemas.microsoft.com/office/drawing/2014/main" id="{81E2B5A4-34E2-4DE1-BDA7-888F9C09A723}"/>
                  </a:ext>
                </a:extLst>
              </p:cNvPr>
              <p:cNvCxnSpPr/>
              <p:nvPr/>
            </p:nvCxnSpPr>
            <p:spPr>
              <a:xfrm>
                <a:off x="14254218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>
                <a:extLst>
                  <a:ext uri="{FF2B5EF4-FFF2-40B4-BE49-F238E27FC236}">
                    <a16:creationId xmlns:a16="http://schemas.microsoft.com/office/drawing/2014/main" id="{F073D697-491D-43FE-96A5-37ED096D2E8A}"/>
                  </a:ext>
                </a:extLst>
              </p:cNvPr>
              <p:cNvCxnSpPr/>
              <p:nvPr/>
            </p:nvCxnSpPr>
            <p:spPr>
              <a:xfrm>
                <a:off x="14254218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>
                <a:extLst>
                  <a:ext uri="{FF2B5EF4-FFF2-40B4-BE49-F238E27FC236}">
                    <a16:creationId xmlns:a16="http://schemas.microsoft.com/office/drawing/2014/main" id="{0068CAB1-4F56-4B85-82A3-1E93981384A3}"/>
                  </a:ext>
                </a:extLst>
              </p:cNvPr>
              <p:cNvCxnSpPr/>
              <p:nvPr/>
            </p:nvCxnSpPr>
            <p:spPr>
              <a:xfrm>
                <a:off x="14254218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직선 연결선 259">
                <a:extLst>
                  <a:ext uri="{FF2B5EF4-FFF2-40B4-BE49-F238E27FC236}">
                    <a16:creationId xmlns:a16="http://schemas.microsoft.com/office/drawing/2014/main" id="{05EEAD43-12DB-49D2-9B89-1D3CE09ADDB3}"/>
                  </a:ext>
                </a:extLst>
              </p:cNvPr>
              <p:cNvCxnSpPr/>
              <p:nvPr/>
            </p:nvCxnSpPr>
            <p:spPr>
              <a:xfrm>
                <a:off x="14254218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83C39F24-1C94-438A-A89F-58FEC0672EA9}"/>
                  </a:ext>
                </a:extLst>
              </p:cNvPr>
              <p:cNvCxnSpPr/>
              <p:nvPr/>
            </p:nvCxnSpPr>
            <p:spPr>
              <a:xfrm>
                <a:off x="14254218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직선 연결선 261">
                <a:extLst>
                  <a:ext uri="{FF2B5EF4-FFF2-40B4-BE49-F238E27FC236}">
                    <a16:creationId xmlns:a16="http://schemas.microsoft.com/office/drawing/2014/main" id="{CEA32DAC-7922-40B3-AB5B-344FE1F71F9B}"/>
                  </a:ext>
                </a:extLst>
              </p:cNvPr>
              <p:cNvCxnSpPr/>
              <p:nvPr/>
            </p:nvCxnSpPr>
            <p:spPr>
              <a:xfrm>
                <a:off x="14254218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D7227509-564B-47E4-9412-CC882168446B}"/>
                  </a:ext>
                </a:extLst>
              </p:cNvPr>
              <p:cNvCxnSpPr/>
              <p:nvPr/>
            </p:nvCxnSpPr>
            <p:spPr>
              <a:xfrm>
                <a:off x="14254218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>
                <a:extLst>
                  <a:ext uri="{FF2B5EF4-FFF2-40B4-BE49-F238E27FC236}">
                    <a16:creationId xmlns:a16="http://schemas.microsoft.com/office/drawing/2014/main" id="{1D5158BD-E286-4693-8F70-807C97F87438}"/>
                  </a:ext>
                </a:extLst>
              </p:cNvPr>
              <p:cNvCxnSpPr/>
              <p:nvPr/>
            </p:nvCxnSpPr>
            <p:spPr>
              <a:xfrm>
                <a:off x="14254218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59B7242A-F591-4D80-8791-ED592941C261}"/>
                  </a:ext>
                </a:extLst>
              </p:cNvPr>
              <p:cNvCxnSpPr/>
              <p:nvPr/>
            </p:nvCxnSpPr>
            <p:spPr>
              <a:xfrm>
                <a:off x="14254218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>
                <a:extLst>
                  <a:ext uri="{FF2B5EF4-FFF2-40B4-BE49-F238E27FC236}">
                    <a16:creationId xmlns:a16="http://schemas.microsoft.com/office/drawing/2014/main" id="{0FB01A24-71E1-4F21-B97C-9BF23FFE85A2}"/>
                  </a:ext>
                </a:extLst>
              </p:cNvPr>
              <p:cNvCxnSpPr/>
              <p:nvPr/>
            </p:nvCxnSpPr>
            <p:spPr>
              <a:xfrm>
                <a:off x="14254218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52F673FE-F658-4FEE-B623-2EF76A9BD5FB}"/>
                  </a:ext>
                </a:extLst>
              </p:cNvPr>
              <p:cNvCxnSpPr/>
              <p:nvPr/>
            </p:nvCxnSpPr>
            <p:spPr>
              <a:xfrm>
                <a:off x="14254218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755F7D14-B39F-46D5-85CD-FC60772AFE00}"/>
                  </a:ext>
                </a:extLst>
              </p:cNvPr>
              <p:cNvCxnSpPr/>
              <p:nvPr/>
            </p:nvCxnSpPr>
            <p:spPr>
              <a:xfrm>
                <a:off x="14254218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직선 연결선 268">
                <a:extLst>
                  <a:ext uri="{FF2B5EF4-FFF2-40B4-BE49-F238E27FC236}">
                    <a16:creationId xmlns:a16="http://schemas.microsoft.com/office/drawing/2014/main" id="{3393C0BA-139C-4A5F-8FC4-05F2879BDC06}"/>
                  </a:ext>
                </a:extLst>
              </p:cNvPr>
              <p:cNvCxnSpPr/>
              <p:nvPr/>
            </p:nvCxnSpPr>
            <p:spPr>
              <a:xfrm>
                <a:off x="14254218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>
                <a:extLst>
                  <a:ext uri="{FF2B5EF4-FFF2-40B4-BE49-F238E27FC236}">
                    <a16:creationId xmlns:a16="http://schemas.microsoft.com/office/drawing/2014/main" id="{3DCDB880-6BCB-4DBF-9BA9-8F9BC9CD51C0}"/>
                  </a:ext>
                </a:extLst>
              </p:cNvPr>
              <p:cNvCxnSpPr/>
              <p:nvPr/>
            </p:nvCxnSpPr>
            <p:spPr>
              <a:xfrm>
                <a:off x="14254218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직선 연결선 270">
                <a:extLst>
                  <a:ext uri="{FF2B5EF4-FFF2-40B4-BE49-F238E27FC236}">
                    <a16:creationId xmlns:a16="http://schemas.microsoft.com/office/drawing/2014/main" id="{5FC35A32-46F8-4DD0-B1FA-A635B9AA7A22}"/>
                  </a:ext>
                </a:extLst>
              </p:cNvPr>
              <p:cNvCxnSpPr/>
              <p:nvPr/>
            </p:nvCxnSpPr>
            <p:spPr>
              <a:xfrm>
                <a:off x="14254218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직선 연결선 271">
                <a:extLst>
                  <a:ext uri="{FF2B5EF4-FFF2-40B4-BE49-F238E27FC236}">
                    <a16:creationId xmlns:a16="http://schemas.microsoft.com/office/drawing/2014/main" id="{13C173B7-B087-474F-8704-9DB6BD3D2C8B}"/>
                  </a:ext>
                </a:extLst>
              </p:cNvPr>
              <p:cNvCxnSpPr/>
              <p:nvPr/>
            </p:nvCxnSpPr>
            <p:spPr>
              <a:xfrm>
                <a:off x="14254218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직선 연결선 272">
                <a:extLst>
                  <a:ext uri="{FF2B5EF4-FFF2-40B4-BE49-F238E27FC236}">
                    <a16:creationId xmlns:a16="http://schemas.microsoft.com/office/drawing/2014/main" id="{02307BAF-4A65-4B4B-88E2-182618D3E8C3}"/>
                  </a:ext>
                </a:extLst>
              </p:cNvPr>
              <p:cNvCxnSpPr/>
              <p:nvPr/>
            </p:nvCxnSpPr>
            <p:spPr>
              <a:xfrm>
                <a:off x="14254218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>
                <a:extLst>
                  <a:ext uri="{FF2B5EF4-FFF2-40B4-BE49-F238E27FC236}">
                    <a16:creationId xmlns:a16="http://schemas.microsoft.com/office/drawing/2014/main" id="{75E2F053-95FD-4E85-AFA5-0E684F48DF16}"/>
                  </a:ext>
                </a:extLst>
              </p:cNvPr>
              <p:cNvCxnSpPr/>
              <p:nvPr/>
            </p:nvCxnSpPr>
            <p:spPr>
              <a:xfrm>
                <a:off x="14254218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>
                <a:extLst>
                  <a:ext uri="{FF2B5EF4-FFF2-40B4-BE49-F238E27FC236}">
                    <a16:creationId xmlns:a16="http://schemas.microsoft.com/office/drawing/2014/main" id="{414B8D6C-28D8-4930-8B15-BD11AC693CF6}"/>
                  </a:ext>
                </a:extLst>
              </p:cNvPr>
              <p:cNvCxnSpPr/>
              <p:nvPr/>
            </p:nvCxnSpPr>
            <p:spPr>
              <a:xfrm>
                <a:off x="14254218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직선 연결선 275">
                <a:extLst>
                  <a:ext uri="{FF2B5EF4-FFF2-40B4-BE49-F238E27FC236}">
                    <a16:creationId xmlns:a16="http://schemas.microsoft.com/office/drawing/2014/main" id="{6D2290CE-F3EF-41C2-831E-05178D1EBD3B}"/>
                  </a:ext>
                </a:extLst>
              </p:cNvPr>
              <p:cNvCxnSpPr/>
              <p:nvPr/>
            </p:nvCxnSpPr>
            <p:spPr>
              <a:xfrm>
                <a:off x="14254218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510F13D5-2224-4404-BE61-C9658B48C2B3}"/>
                </a:ext>
              </a:extLst>
            </p:cNvPr>
            <p:cNvGrpSpPr/>
            <p:nvPr/>
          </p:nvGrpSpPr>
          <p:grpSpPr>
            <a:xfrm>
              <a:off x="17154738" y="1417857"/>
              <a:ext cx="5324262" cy="9010459"/>
              <a:chOff x="17154738" y="1417857"/>
              <a:chExt cx="5324262" cy="9010459"/>
            </a:xfrm>
          </p:grpSpPr>
          <p:sp>
            <p:nvSpPr>
              <p:cNvPr id="277" name="모서리가 둥근 직사각형 302">
                <a:extLst>
                  <a:ext uri="{FF2B5EF4-FFF2-40B4-BE49-F238E27FC236}">
                    <a16:creationId xmlns:a16="http://schemas.microsoft.com/office/drawing/2014/main" id="{BB974790-B467-4A07-A435-199CA7AF1035}"/>
                  </a:ext>
                </a:extLst>
              </p:cNvPr>
              <p:cNvSpPr/>
              <p:nvPr/>
            </p:nvSpPr>
            <p:spPr>
              <a:xfrm>
                <a:off x="17154738" y="1425134"/>
                <a:ext cx="2621063" cy="1818238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8" name="모서리가 둥근 직사각형 303">
                <a:extLst>
                  <a:ext uri="{FF2B5EF4-FFF2-40B4-BE49-F238E27FC236}">
                    <a16:creationId xmlns:a16="http://schemas.microsoft.com/office/drawing/2014/main" id="{29EB8463-375F-4A81-B3FD-8E131F65C3FD}"/>
                  </a:ext>
                </a:extLst>
              </p:cNvPr>
              <p:cNvSpPr/>
              <p:nvPr/>
            </p:nvSpPr>
            <p:spPr>
              <a:xfrm>
                <a:off x="17154738" y="3294551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79" name="모서리가 둥근 직사각형 304">
                <a:extLst>
                  <a:ext uri="{FF2B5EF4-FFF2-40B4-BE49-F238E27FC236}">
                    <a16:creationId xmlns:a16="http://schemas.microsoft.com/office/drawing/2014/main" id="{381CFDC5-1055-4611-B2F7-06E44CBC7C72}"/>
                  </a:ext>
                </a:extLst>
              </p:cNvPr>
              <p:cNvSpPr/>
              <p:nvPr/>
            </p:nvSpPr>
            <p:spPr>
              <a:xfrm>
                <a:off x="17154738" y="5090787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0" name="모서리가 둥근 직사각형 305">
                <a:extLst>
                  <a:ext uri="{FF2B5EF4-FFF2-40B4-BE49-F238E27FC236}">
                    <a16:creationId xmlns:a16="http://schemas.microsoft.com/office/drawing/2014/main" id="{803B05E8-7157-42BF-A08E-4DA91541E2AA}"/>
                  </a:ext>
                </a:extLst>
              </p:cNvPr>
              <p:cNvSpPr/>
              <p:nvPr/>
            </p:nvSpPr>
            <p:spPr>
              <a:xfrm>
                <a:off x="17154738" y="6887022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sp>
            <p:nvSpPr>
              <p:cNvPr id="281" name="모서리가 둥근 직사각형 306">
                <a:extLst>
                  <a:ext uri="{FF2B5EF4-FFF2-40B4-BE49-F238E27FC236}">
                    <a16:creationId xmlns:a16="http://schemas.microsoft.com/office/drawing/2014/main" id="{FF0DA609-5A5B-45DE-A357-090FAA05DAA1}"/>
                  </a:ext>
                </a:extLst>
              </p:cNvPr>
              <p:cNvSpPr/>
              <p:nvPr/>
            </p:nvSpPr>
            <p:spPr>
              <a:xfrm>
                <a:off x="17154738" y="8683255"/>
                <a:ext cx="2621063" cy="1745061"/>
              </a:xfrm>
              <a:prstGeom prst="roundRect">
                <a:avLst>
                  <a:gd name="adj" fmla="val 6576"/>
                </a:avLst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3812"/>
              </a:p>
            </p:txBody>
          </p:sp>
          <p:cxnSp>
            <p:nvCxnSpPr>
              <p:cNvPr id="282" name="직선 연결선 281">
                <a:extLst>
                  <a:ext uri="{FF2B5EF4-FFF2-40B4-BE49-F238E27FC236}">
                    <a16:creationId xmlns:a16="http://schemas.microsoft.com/office/drawing/2014/main" id="{04E5492A-0FD9-4845-929C-EB7E44362F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60027" y="141785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>
                <a:extLst>
                  <a:ext uri="{FF2B5EF4-FFF2-40B4-BE49-F238E27FC236}">
                    <a16:creationId xmlns:a16="http://schemas.microsoft.com/office/drawing/2014/main" id="{F2122232-5C30-4580-9C7A-F3659CB72A0F}"/>
                  </a:ext>
                </a:extLst>
              </p:cNvPr>
              <p:cNvCxnSpPr/>
              <p:nvPr/>
            </p:nvCxnSpPr>
            <p:spPr>
              <a:xfrm>
                <a:off x="19860027" y="171820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 283">
                <a:extLst>
                  <a:ext uri="{FF2B5EF4-FFF2-40B4-BE49-F238E27FC236}">
                    <a16:creationId xmlns:a16="http://schemas.microsoft.com/office/drawing/2014/main" id="{4778CD14-A0CF-48F6-93BB-55B5D74E5625}"/>
                  </a:ext>
                </a:extLst>
              </p:cNvPr>
              <p:cNvCxnSpPr/>
              <p:nvPr/>
            </p:nvCxnSpPr>
            <p:spPr>
              <a:xfrm>
                <a:off x="19860027" y="201855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 284">
                <a:extLst>
                  <a:ext uri="{FF2B5EF4-FFF2-40B4-BE49-F238E27FC236}">
                    <a16:creationId xmlns:a16="http://schemas.microsoft.com/office/drawing/2014/main" id="{93101131-8A8E-4225-BB84-FDCBD62DF68C}"/>
                  </a:ext>
                </a:extLst>
              </p:cNvPr>
              <p:cNvCxnSpPr/>
              <p:nvPr/>
            </p:nvCxnSpPr>
            <p:spPr>
              <a:xfrm>
                <a:off x="19860027" y="231890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 285">
                <a:extLst>
                  <a:ext uri="{FF2B5EF4-FFF2-40B4-BE49-F238E27FC236}">
                    <a16:creationId xmlns:a16="http://schemas.microsoft.com/office/drawing/2014/main" id="{518176BE-A7B5-4DF2-8BC5-4BDC7BACAE0C}"/>
                  </a:ext>
                </a:extLst>
              </p:cNvPr>
              <p:cNvCxnSpPr/>
              <p:nvPr/>
            </p:nvCxnSpPr>
            <p:spPr>
              <a:xfrm>
                <a:off x="19860027" y="261925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>
                <a:extLst>
                  <a:ext uri="{FF2B5EF4-FFF2-40B4-BE49-F238E27FC236}">
                    <a16:creationId xmlns:a16="http://schemas.microsoft.com/office/drawing/2014/main" id="{7E87EE9D-F27C-4202-ACF5-766CC177EEE5}"/>
                  </a:ext>
                </a:extLst>
              </p:cNvPr>
              <p:cNvCxnSpPr/>
              <p:nvPr/>
            </p:nvCxnSpPr>
            <p:spPr>
              <a:xfrm>
                <a:off x="19860027" y="291960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직선 연결선 287">
                <a:extLst>
                  <a:ext uri="{FF2B5EF4-FFF2-40B4-BE49-F238E27FC236}">
                    <a16:creationId xmlns:a16="http://schemas.microsoft.com/office/drawing/2014/main" id="{4BEC2918-BFE5-4338-A6F7-8E89CFB612A3}"/>
                  </a:ext>
                </a:extLst>
              </p:cNvPr>
              <p:cNvCxnSpPr/>
              <p:nvPr/>
            </p:nvCxnSpPr>
            <p:spPr>
              <a:xfrm>
                <a:off x="19860027" y="321995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>
                <a:extLst>
                  <a:ext uri="{FF2B5EF4-FFF2-40B4-BE49-F238E27FC236}">
                    <a16:creationId xmlns:a16="http://schemas.microsoft.com/office/drawing/2014/main" id="{38A4C7BA-F17F-469C-A914-A1121A4AF5C8}"/>
                  </a:ext>
                </a:extLst>
              </p:cNvPr>
              <p:cNvCxnSpPr/>
              <p:nvPr/>
            </p:nvCxnSpPr>
            <p:spPr>
              <a:xfrm>
                <a:off x="19860027" y="352030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직선 연결선 289">
                <a:extLst>
                  <a:ext uri="{FF2B5EF4-FFF2-40B4-BE49-F238E27FC236}">
                    <a16:creationId xmlns:a16="http://schemas.microsoft.com/office/drawing/2014/main" id="{9466834E-6BCD-46A0-94AE-FBFEFA446F1F}"/>
                  </a:ext>
                </a:extLst>
              </p:cNvPr>
              <p:cNvCxnSpPr/>
              <p:nvPr/>
            </p:nvCxnSpPr>
            <p:spPr>
              <a:xfrm>
                <a:off x="19860027" y="382064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직선 연결선 290">
                <a:extLst>
                  <a:ext uri="{FF2B5EF4-FFF2-40B4-BE49-F238E27FC236}">
                    <a16:creationId xmlns:a16="http://schemas.microsoft.com/office/drawing/2014/main" id="{6C63A5FD-4B08-4A0D-9BA0-36EA70994AAF}"/>
                  </a:ext>
                </a:extLst>
              </p:cNvPr>
              <p:cNvCxnSpPr/>
              <p:nvPr/>
            </p:nvCxnSpPr>
            <p:spPr>
              <a:xfrm>
                <a:off x="19860027" y="412099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직선 연결선 291">
                <a:extLst>
                  <a:ext uri="{FF2B5EF4-FFF2-40B4-BE49-F238E27FC236}">
                    <a16:creationId xmlns:a16="http://schemas.microsoft.com/office/drawing/2014/main" id="{4CA1092E-A136-4FE4-9974-C02F01EA0139}"/>
                  </a:ext>
                </a:extLst>
              </p:cNvPr>
              <p:cNvCxnSpPr/>
              <p:nvPr/>
            </p:nvCxnSpPr>
            <p:spPr>
              <a:xfrm>
                <a:off x="19860027" y="442134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직선 연결선 292">
                <a:extLst>
                  <a:ext uri="{FF2B5EF4-FFF2-40B4-BE49-F238E27FC236}">
                    <a16:creationId xmlns:a16="http://schemas.microsoft.com/office/drawing/2014/main" id="{9F9F02E4-D912-4C5B-AE09-DE81910E6626}"/>
                  </a:ext>
                </a:extLst>
              </p:cNvPr>
              <p:cNvCxnSpPr/>
              <p:nvPr/>
            </p:nvCxnSpPr>
            <p:spPr>
              <a:xfrm>
                <a:off x="19860027" y="472169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직선 연결선 293">
                <a:extLst>
                  <a:ext uri="{FF2B5EF4-FFF2-40B4-BE49-F238E27FC236}">
                    <a16:creationId xmlns:a16="http://schemas.microsoft.com/office/drawing/2014/main" id="{8C04FD21-82FB-442B-9C56-BB276D61B8C8}"/>
                  </a:ext>
                </a:extLst>
              </p:cNvPr>
              <p:cNvCxnSpPr/>
              <p:nvPr/>
            </p:nvCxnSpPr>
            <p:spPr>
              <a:xfrm>
                <a:off x="19860027" y="502204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직선 연결선 294">
                <a:extLst>
                  <a:ext uri="{FF2B5EF4-FFF2-40B4-BE49-F238E27FC236}">
                    <a16:creationId xmlns:a16="http://schemas.microsoft.com/office/drawing/2014/main" id="{5CBE671D-38F7-403A-B008-F112A98E95F4}"/>
                  </a:ext>
                </a:extLst>
              </p:cNvPr>
              <p:cNvCxnSpPr/>
              <p:nvPr/>
            </p:nvCxnSpPr>
            <p:spPr>
              <a:xfrm>
                <a:off x="19860027" y="532239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>
                <a:extLst>
                  <a:ext uri="{FF2B5EF4-FFF2-40B4-BE49-F238E27FC236}">
                    <a16:creationId xmlns:a16="http://schemas.microsoft.com/office/drawing/2014/main" id="{CAA97933-5FCC-4474-B5C9-1666C5E53D34}"/>
                  </a:ext>
                </a:extLst>
              </p:cNvPr>
              <p:cNvCxnSpPr/>
              <p:nvPr/>
            </p:nvCxnSpPr>
            <p:spPr>
              <a:xfrm>
                <a:off x="19860027" y="562274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직선 연결선 296">
                <a:extLst>
                  <a:ext uri="{FF2B5EF4-FFF2-40B4-BE49-F238E27FC236}">
                    <a16:creationId xmlns:a16="http://schemas.microsoft.com/office/drawing/2014/main" id="{6F10A4BC-3A89-42A2-9540-90090905F9A9}"/>
                  </a:ext>
                </a:extLst>
              </p:cNvPr>
              <p:cNvCxnSpPr/>
              <p:nvPr/>
            </p:nvCxnSpPr>
            <p:spPr>
              <a:xfrm>
                <a:off x="19860027" y="592309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직선 연결선 297">
                <a:extLst>
                  <a:ext uri="{FF2B5EF4-FFF2-40B4-BE49-F238E27FC236}">
                    <a16:creationId xmlns:a16="http://schemas.microsoft.com/office/drawing/2014/main" id="{7CF13C50-8BD9-46EC-A0D4-2D01948B61F5}"/>
                  </a:ext>
                </a:extLst>
              </p:cNvPr>
              <p:cNvCxnSpPr/>
              <p:nvPr/>
            </p:nvCxnSpPr>
            <p:spPr>
              <a:xfrm>
                <a:off x="19860027" y="622344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직선 연결선 298">
                <a:extLst>
                  <a:ext uri="{FF2B5EF4-FFF2-40B4-BE49-F238E27FC236}">
                    <a16:creationId xmlns:a16="http://schemas.microsoft.com/office/drawing/2014/main" id="{A590F5F3-7867-4C03-82BE-565E868F25A2}"/>
                  </a:ext>
                </a:extLst>
              </p:cNvPr>
              <p:cNvCxnSpPr/>
              <p:nvPr/>
            </p:nvCxnSpPr>
            <p:spPr>
              <a:xfrm>
                <a:off x="19860027" y="652379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>
                <a:extLst>
                  <a:ext uri="{FF2B5EF4-FFF2-40B4-BE49-F238E27FC236}">
                    <a16:creationId xmlns:a16="http://schemas.microsoft.com/office/drawing/2014/main" id="{45F9E5EB-CB87-4232-8C1F-77F0198EF5A4}"/>
                  </a:ext>
                </a:extLst>
              </p:cNvPr>
              <p:cNvCxnSpPr/>
              <p:nvPr/>
            </p:nvCxnSpPr>
            <p:spPr>
              <a:xfrm>
                <a:off x="19860027" y="682414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직선 연결선 300">
                <a:extLst>
                  <a:ext uri="{FF2B5EF4-FFF2-40B4-BE49-F238E27FC236}">
                    <a16:creationId xmlns:a16="http://schemas.microsoft.com/office/drawing/2014/main" id="{AC0B36F6-EE67-4E3C-B292-2AB1EEFE40B6}"/>
                  </a:ext>
                </a:extLst>
              </p:cNvPr>
              <p:cNvCxnSpPr/>
              <p:nvPr/>
            </p:nvCxnSpPr>
            <p:spPr>
              <a:xfrm>
                <a:off x="19860027" y="712448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직선 연결선 301">
                <a:extLst>
                  <a:ext uri="{FF2B5EF4-FFF2-40B4-BE49-F238E27FC236}">
                    <a16:creationId xmlns:a16="http://schemas.microsoft.com/office/drawing/2014/main" id="{17098D0D-D102-438A-9BFF-432FD0F37583}"/>
                  </a:ext>
                </a:extLst>
              </p:cNvPr>
              <p:cNvCxnSpPr/>
              <p:nvPr/>
            </p:nvCxnSpPr>
            <p:spPr>
              <a:xfrm>
                <a:off x="19860027" y="7424838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직선 연결선 302">
                <a:extLst>
                  <a:ext uri="{FF2B5EF4-FFF2-40B4-BE49-F238E27FC236}">
                    <a16:creationId xmlns:a16="http://schemas.microsoft.com/office/drawing/2014/main" id="{5A66C170-8D9D-46AB-A2C9-220718806975}"/>
                  </a:ext>
                </a:extLst>
              </p:cNvPr>
              <p:cNvCxnSpPr/>
              <p:nvPr/>
            </p:nvCxnSpPr>
            <p:spPr>
              <a:xfrm>
                <a:off x="19860027" y="7725187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직선 연결선 303">
                <a:extLst>
                  <a:ext uri="{FF2B5EF4-FFF2-40B4-BE49-F238E27FC236}">
                    <a16:creationId xmlns:a16="http://schemas.microsoft.com/office/drawing/2014/main" id="{02F1F5CF-9EC4-4286-A7F4-F73A95C37AE2}"/>
                  </a:ext>
                </a:extLst>
              </p:cNvPr>
              <p:cNvCxnSpPr/>
              <p:nvPr/>
            </p:nvCxnSpPr>
            <p:spPr>
              <a:xfrm>
                <a:off x="19860027" y="8025536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>
                <a:extLst>
                  <a:ext uri="{FF2B5EF4-FFF2-40B4-BE49-F238E27FC236}">
                    <a16:creationId xmlns:a16="http://schemas.microsoft.com/office/drawing/2014/main" id="{54431AE4-9D44-4107-9713-2CAAC5FAFDD6}"/>
                  </a:ext>
                </a:extLst>
              </p:cNvPr>
              <p:cNvCxnSpPr/>
              <p:nvPr/>
            </p:nvCxnSpPr>
            <p:spPr>
              <a:xfrm>
                <a:off x="19860027" y="8325885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직선 연결선 305">
                <a:extLst>
                  <a:ext uri="{FF2B5EF4-FFF2-40B4-BE49-F238E27FC236}">
                    <a16:creationId xmlns:a16="http://schemas.microsoft.com/office/drawing/2014/main" id="{39AE1CD7-2C99-4BD6-8804-D9176B67AA9F}"/>
                  </a:ext>
                </a:extLst>
              </p:cNvPr>
              <p:cNvCxnSpPr/>
              <p:nvPr/>
            </p:nvCxnSpPr>
            <p:spPr>
              <a:xfrm>
                <a:off x="19860027" y="8626234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직선 연결선 306">
                <a:extLst>
                  <a:ext uri="{FF2B5EF4-FFF2-40B4-BE49-F238E27FC236}">
                    <a16:creationId xmlns:a16="http://schemas.microsoft.com/office/drawing/2014/main" id="{B20A9D1A-BCA5-44F0-AE21-A06027CDD565}"/>
                  </a:ext>
                </a:extLst>
              </p:cNvPr>
              <p:cNvCxnSpPr/>
              <p:nvPr/>
            </p:nvCxnSpPr>
            <p:spPr>
              <a:xfrm>
                <a:off x="19860027" y="8926583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직선 연결선 307">
                <a:extLst>
                  <a:ext uri="{FF2B5EF4-FFF2-40B4-BE49-F238E27FC236}">
                    <a16:creationId xmlns:a16="http://schemas.microsoft.com/office/drawing/2014/main" id="{377A980D-921C-46BD-AC7D-781FA58522F9}"/>
                  </a:ext>
                </a:extLst>
              </p:cNvPr>
              <p:cNvCxnSpPr/>
              <p:nvPr/>
            </p:nvCxnSpPr>
            <p:spPr>
              <a:xfrm>
                <a:off x="19860027" y="9226932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>
                <a:extLst>
                  <a:ext uri="{FF2B5EF4-FFF2-40B4-BE49-F238E27FC236}">
                    <a16:creationId xmlns:a16="http://schemas.microsoft.com/office/drawing/2014/main" id="{1BDA90E2-E95F-4725-8DCE-435FF728A6DC}"/>
                  </a:ext>
                </a:extLst>
              </p:cNvPr>
              <p:cNvCxnSpPr/>
              <p:nvPr/>
            </p:nvCxnSpPr>
            <p:spPr>
              <a:xfrm>
                <a:off x="19860027" y="9527281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>
                <a:extLst>
                  <a:ext uri="{FF2B5EF4-FFF2-40B4-BE49-F238E27FC236}">
                    <a16:creationId xmlns:a16="http://schemas.microsoft.com/office/drawing/2014/main" id="{985C4427-3096-4712-A94A-14E5D43078BB}"/>
                  </a:ext>
                </a:extLst>
              </p:cNvPr>
              <p:cNvCxnSpPr/>
              <p:nvPr/>
            </p:nvCxnSpPr>
            <p:spPr>
              <a:xfrm>
                <a:off x="19860027" y="1042831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직선 연결선 310">
                <a:extLst>
                  <a:ext uri="{FF2B5EF4-FFF2-40B4-BE49-F238E27FC236}">
                    <a16:creationId xmlns:a16="http://schemas.microsoft.com/office/drawing/2014/main" id="{8C3518F7-A02B-4A25-B6FB-E9CDC008DBEC}"/>
                  </a:ext>
                </a:extLst>
              </p:cNvPr>
              <p:cNvCxnSpPr/>
              <p:nvPr/>
            </p:nvCxnSpPr>
            <p:spPr>
              <a:xfrm>
                <a:off x="19860027" y="10127979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직선 연결선 311">
                <a:extLst>
                  <a:ext uri="{FF2B5EF4-FFF2-40B4-BE49-F238E27FC236}">
                    <a16:creationId xmlns:a16="http://schemas.microsoft.com/office/drawing/2014/main" id="{765C194B-0641-42EE-B1A6-7BB093F66EEB}"/>
                  </a:ext>
                </a:extLst>
              </p:cNvPr>
              <p:cNvCxnSpPr/>
              <p:nvPr/>
            </p:nvCxnSpPr>
            <p:spPr>
              <a:xfrm>
                <a:off x="19860027" y="9827630"/>
                <a:ext cx="2618973" cy="0"/>
              </a:xfrm>
              <a:prstGeom prst="line">
                <a:avLst/>
              </a:prstGeom>
              <a:ln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46DF43AD-B97B-4090-B20C-4287DBB0F00B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B4F332B8-57D7-4218-A32E-28364201197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4" name="그림 15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8F66B3AE-CFF3-459F-BDD0-B947C497987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A4C40072-B13B-49EF-AC96-DF3D9D1D923F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56" name="그림 15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CEEAF5A-C647-40C8-B7F5-7935D75FAEF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8A8572E5-4E16-414D-B1AA-E0E1E8DE743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58" name="직사각형 15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42DC7056-351A-4758-B685-EA4EDF32F21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F9B1315-B0F0-4466-9DCB-89521642C1BE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0" name="직사각형 159">
            <a:hlinkClick r:id="rId7" action="ppaction://hlinksldjump"/>
            <a:extLst>
              <a:ext uri="{FF2B5EF4-FFF2-40B4-BE49-F238E27FC236}">
                <a16:creationId xmlns:a16="http://schemas.microsoft.com/office/drawing/2014/main" id="{B166152D-F04F-476B-914B-790107F0A96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269173-09A3-451E-9978-F4E983FDA19B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62" name="직사각형 16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2040F659-8C91-4494-889C-A83396B42129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189A8D82-8889-4D16-94F0-E7B224B85A7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4260320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F2EC130C-7697-4135-9035-470284FD9557}"/>
              </a:ext>
            </a:extLst>
          </p:cNvPr>
          <p:cNvSpPr/>
          <p:nvPr/>
        </p:nvSpPr>
        <p:spPr>
          <a:xfrm>
            <a:off x="0" y="0"/>
            <a:ext cx="7559675" cy="1118520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A3823B-B630-4864-95FD-B0562A226374}"/>
              </a:ext>
            </a:extLst>
          </p:cNvPr>
          <p:cNvSpPr txBox="1"/>
          <p:nvPr/>
        </p:nvSpPr>
        <p:spPr>
          <a:xfrm>
            <a:off x="761307" y="468116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l"/>
            <a:r>
              <a:rPr lang="en-US" altLang="ko-KR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Canvas</a:t>
            </a:r>
            <a:endParaRPr lang="ko-KR" altLang="en-US" sz="36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7" name="TextBox 6">
            <a:hlinkClick r:id="rId2" action="ppaction://hlinksldjump"/>
            <a:extLst>
              <a:ext uri="{FF2B5EF4-FFF2-40B4-BE49-F238E27FC236}">
                <a16:creationId xmlns:a16="http://schemas.microsoft.com/office/drawing/2014/main" id="{39D8D55B-937B-40DC-B642-45228EC959BA}"/>
              </a:ext>
            </a:extLst>
          </p:cNvPr>
          <p:cNvSpPr txBox="1"/>
          <p:nvPr/>
        </p:nvSpPr>
        <p:spPr>
          <a:xfrm>
            <a:off x="6148443" y="1083669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8" name="TextBox 7">
            <a:hlinkClick r:id="rId3" action="ppaction://hlinksldjump"/>
            <a:extLst>
              <a:ext uri="{FF2B5EF4-FFF2-40B4-BE49-F238E27FC236}">
                <a16:creationId xmlns:a16="http://schemas.microsoft.com/office/drawing/2014/main" id="{2BD1A4F1-3AD6-493B-A029-1E78ED2E1462}"/>
              </a:ext>
            </a:extLst>
          </p:cNvPr>
          <p:cNvSpPr txBox="1"/>
          <p:nvPr/>
        </p:nvSpPr>
        <p:spPr>
          <a:xfrm>
            <a:off x="6148443" y="1565537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9" name="TextBox 8">
            <a:hlinkClick r:id="rId4" action="ppaction://hlinksldjump"/>
            <a:extLst>
              <a:ext uri="{FF2B5EF4-FFF2-40B4-BE49-F238E27FC236}">
                <a16:creationId xmlns:a16="http://schemas.microsoft.com/office/drawing/2014/main" id="{ED8A24BB-8A63-401D-87CA-6E18E599C849}"/>
              </a:ext>
            </a:extLst>
          </p:cNvPr>
          <p:cNvSpPr txBox="1"/>
          <p:nvPr/>
        </p:nvSpPr>
        <p:spPr>
          <a:xfrm>
            <a:off x="6148443" y="2047405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0" name="TextBox 9">
            <a:hlinkClick r:id="rId5" action="ppaction://hlinksldjump"/>
            <a:extLst>
              <a:ext uri="{FF2B5EF4-FFF2-40B4-BE49-F238E27FC236}">
                <a16:creationId xmlns:a16="http://schemas.microsoft.com/office/drawing/2014/main" id="{B206F6F0-2EF3-4FF9-AA99-9A413513E991}"/>
              </a:ext>
            </a:extLst>
          </p:cNvPr>
          <p:cNvSpPr txBox="1"/>
          <p:nvPr/>
        </p:nvSpPr>
        <p:spPr>
          <a:xfrm>
            <a:off x="6148443" y="2529273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117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1" name="TextBox 10">
            <a:hlinkClick r:id="rId6" action="ppaction://hlinksldjump"/>
            <a:extLst>
              <a:ext uri="{FF2B5EF4-FFF2-40B4-BE49-F238E27FC236}">
                <a16:creationId xmlns:a16="http://schemas.microsoft.com/office/drawing/2014/main" id="{D59583D8-B93C-4BD8-8BE5-3ED20CAF72E0}"/>
              </a:ext>
            </a:extLst>
          </p:cNvPr>
          <p:cNvSpPr txBox="1"/>
          <p:nvPr/>
        </p:nvSpPr>
        <p:spPr>
          <a:xfrm>
            <a:off x="6148443" y="3011141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118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2" name="TextBox 11">
            <a:hlinkClick r:id="rId7" action="ppaction://hlinksldjump"/>
            <a:extLst>
              <a:ext uri="{FF2B5EF4-FFF2-40B4-BE49-F238E27FC236}">
                <a16:creationId xmlns:a16="http://schemas.microsoft.com/office/drawing/2014/main" id="{6408931D-6FFB-4F14-B76B-5602F314F8C2}"/>
              </a:ext>
            </a:extLst>
          </p:cNvPr>
          <p:cNvSpPr txBox="1"/>
          <p:nvPr/>
        </p:nvSpPr>
        <p:spPr>
          <a:xfrm>
            <a:off x="6148443" y="4456745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119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3" name="TextBox 12">
            <a:hlinkClick r:id="rId8" action="ppaction://hlinksldjump"/>
            <a:extLst>
              <a:ext uri="{FF2B5EF4-FFF2-40B4-BE49-F238E27FC236}">
                <a16:creationId xmlns:a16="http://schemas.microsoft.com/office/drawing/2014/main" id="{23A9E712-86A3-4F34-8843-5CBDE9099B74}"/>
              </a:ext>
            </a:extLst>
          </p:cNvPr>
          <p:cNvSpPr txBox="1"/>
          <p:nvPr/>
        </p:nvSpPr>
        <p:spPr>
          <a:xfrm>
            <a:off x="6148443" y="4938613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120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4" name="TextBox 13">
            <a:hlinkClick r:id="rId9" action="ppaction://hlinksldjump"/>
            <a:extLst>
              <a:ext uri="{FF2B5EF4-FFF2-40B4-BE49-F238E27FC236}">
                <a16:creationId xmlns:a16="http://schemas.microsoft.com/office/drawing/2014/main" id="{D18E2E30-B0C7-40E2-B212-434351A885F4}"/>
              </a:ext>
            </a:extLst>
          </p:cNvPr>
          <p:cNvSpPr txBox="1"/>
          <p:nvPr/>
        </p:nvSpPr>
        <p:spPr>
          <a:xfrm>
            <a:off x="6148443" y="5420481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121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5" name="TextBox 14">
            <a:hlinkClick r:id="rId10" action="ppaction://hlinksldjump"/>
            <a:extLst>
              <a:ext uri="{FF2B5EF4-FFF2-40B4-BE49-F238E27FC236}">
                <a16:creationId xmlns:a16="http://schemas.microsoft.com/office/drawing/2014/main" id="{6CA8221A-6ABF-4AD6-87D0-03B4D2235412}"/>
              </a:ext>
            </a:extLst>
          </p:cNvPr>
          <p:cNvSpPr txBox="1"/>
          <p:nvPr/>
        </p:nvSpPr>
        <p:spPr>
          <a:xfrm>
            <a:off x="6148443" y="5902349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122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16" name="TextBox 15">
            <a:hlinkClick r:id="rId11" action="ppaction://hlinksldjump"/>
            <a:extLst>
              <a:ext uri="{FF2B5EF4-FFF2-40B4-BE49-F238E27FC236}">
                <a16:creationId xmlns:a16="http://schemas.microsoft.com/office/drawing/2014/main" id="{B8B21CC5-9A2C-414D-A48C-89669856641C}"/>
              </a:ext>
            </a:extLst>
          </p:cNvPr>
          <p:cNvSpPr txBox="1"/>
          <p:nvPr/>
        </p:nvSpPr>
        <p:spPr>
          <a:xfrm>
            <a:off x="6148443" y="6384217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123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2" name="TextBox 31">
            <a:hlinkClick r:id="rId12" action="ppaction://hlinksldjump"/>
            <a:extLst>
              <a:ext uri="{FF2B5EF4-FFF2-40B4-BE49-F238E27FC236}">
                <a16:creationId xmlns:a16="http://schemas.microsoft.com/office/drawing/2014/main" id="{5389B01E-8FC7-4984-8E7B-E68DBCA46221}"/>
              </a:ext>
            </a:extLst>
          </p:cNvPr>
          <p:cNvSpPr txBox="1"/>
          <p:nvPr/>
        </p:nvSpPr>
        <p:spPr>
          <a:xfrm>
            <a:off x="6148443" y="7768137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124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3" name="TextBox 32">
            <a:hlinkClick r:id="rId13" action="ppaction://hlinksldjump"/>
            <a:extLst>
              <a:ext uri="{FF2B5EF4-FFF2-40B4-BE49-F238E27FC236}">
                <a16:creationId xmlns:a16="http://schemas.microsoft.com/office/drawing/2014/main" id="{0026B60A-F15B-477E-8E76-21C80C33EFE8}"/>
              </a:ext>
            </a:extLst>
          </p:cNvPr>
          <p:cNvSpPr txBox="1"/>
          <p:nvPr/>
        </p:nvSpPr>
        <p:spPr>
          <a:xfrm>
            <a:off x="6148443" y="8250005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125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4" name="TextBox 33">
            <a:hlinkClick r:id="rId14" action="ppaction://hlinksldjump"/>
            <a:extLst>
              <a:ext uri="{FF2B5EF4-FFF2-40B4-BE49-F238E27FC236}">
                <a16:creationId xmlns:a16="http://schemas.microsoft.com/office/drawing/2014/main" id="{91E31743-4301-4FBF-A626-90C0E37E43F7}"/>
              </a:ext>
            </a:extLst>
          </p:cNvPr>
          <p:cNvSpPr txBox="1"/>
          <p:nvPr/>
        </p:nvSpPr>
        <p:spPr>
          <a:xfrm>
            <a:off x="6148443" y="8731873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126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5" name="TextBox 34">
            <a:hlinkClick r:id="rId15" action="ppaction://hlinksldjump"/>
            <a:extLst>
              <a:ext uri="{FF2B5EF4-FFF2-40B4-BE49-F238E27FC236}">
                <a16:creationId xmlns:a16="http://schemas.microsoft.com/office/drawing/2014/main" id="{31FC1CC1-45C7-42FB-98D9-9B8D10AC6C13}"/>
              </a:ext>
            </a:extLst>
          </p:cNvPr>
          <p:cNvSpPr txBox="1"/>
          <p:nvPr/>
        </p:nvSpPr>
        <p:spPr>
          <a:xfrm>
            <a:off x="6148443" y="9213741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127</a:t>
            </a:r>
            <a:endParaRPr lang="ko-KR" altLang="en-US" dirty="0">
              <a:ea typeface="NanumGothic" panose="020D0604000000000000"/>
            </a:endParaRPr>
          </a:p>
        </p:txBody>
      </p:sp>
      <p:sp>
        <p:nvSpPr>
          <p:cNvPr id="36" name="TextBox 35">
            <a:hlinkClick r:id="rId16" action="ppaction://hlinksldjump"/>
            <a:extLst>
              <a:ext uri="{FF2B5EF4-FFF2-40B4-BE49-F238E27FC236}">
                <a16:creationId xmlns:a16="http://schemas.microsoft.com/office/drawing/2014/main" id="{7D2D45B2-8484-4C7F-A51D-AAF6501B6DBE}"/>
              </a:ext>
            </a:extLst>
          </p:cNvPr>
          <p:cNvSpPr txBox="1"/>
          <p:nvPr/>
        </p:nvSpPr>
        <p:spPr>
          <a:xfrm>
            <a:off x="6148443" y="9695609"/>
            <a:ext cx="5357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dirty="0">
                <a:ea typeface="NanumGothic" panose="020D0604000000000000"/>
              </a:rPr>
              <a:t>128</a:t>
            </a:r>
            <a:endParaRPr lang="ko-KR" altLang="en-US" dirty="0">
              <a:ea typeface="NanumGothic" panose="020D0604000000000000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005885B4-C764-4EA7-9A68-919D54FC5411}"/>
              </a:ext>
            </a:extLst>
          </p:cNvPr>
          <p:cNvCxnSpPr>
            <a:cxnSpLocks/>
          </p:cNvCxnSpPr>
          <p:nvPr/>
        </p:nvCxnSpPr>
        <p:spPr>
          <a:xfrm>
            <a:off x="1600200" y="199113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493592E0-91D0-4E3C-A255-035282312AFA}"/>
              </a:ext>
            </a:extLst>
          </p:cNvPr>
          <p:cNvCxnSpPr>
            <a:cxnSpLocks/>
          </p:cNvCxnSpPr>
          <p:nvPr/>
        </p:nvCxnSpPr>
        <p:spPr>
          <a:xfrm>
            <a:off x="1600199" y="247300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C4360554-FB83-47C4-91FB-97AAF7A90D58}"/>
              </a:ext>
            </a:extLst>
          </p:cNvPr>
          <p:cNvCxnSpPr>
            <a:cxnSpLocks/>
          </p:cNvCxnSpPr>
          <p:nvPr/>
        </p:nvCxnSpPr>
        <p:spPr>
          <a:xfrm>
            <a:off x="1600200" y="1509269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74A2221-428F-4183-A85C-0EA3B04C9500}"/>
              </a:ext>
            </a:extLst>
          </p:cNvPr>
          <p:cNvCxnSpPr>
            <a:cxnSpLocks/>
          </p:cNvCxnSpPr>
          <p:nvPr/>
        </p:nvCxnSpPr>
        <p:spPr>
          <a:xfrm>
            <a:off x="1600199" y="295487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17FE4FEA-8221-4518-839C-F2436096BB08}"/>
              </a:ext>
            </a:extLst>
          </p:cNvPr>
          <p:cNvCxnSpPr>
            <a:cxnSpLocks/>
          </p:cNvCxnSpPr>
          <p:nvPr/>
        </p:nvCxnSpPr>
        <p:spPr>
          <a:xfrm>
            <a:off x="1600199" y="343674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1D774491-8CB6-46B8-9163-7A6DC545F0A2}"/>
              </a:ext>
            </a:extLst>
          </p:cNvPr>
          <p:cNvCxnSpPr>
            <a:cxnSpLocks/>
          </p:cNvCxnSpPr>
          <p:nvPr/>
        </p:nvCxnSpPr>
        <p:spPr>
          <a:xfrm>
            <a:off x="1600199" y="488234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DECB899A-868E-43A5-A42D-C6DF3E88421F}"/>
              </a:ext>
            </a:extLst>
          </p:cNvPr>
          <p:cNvCxnSpPr>
            <a:cxnSpLocks/>
          </p:cNvCxnSpPr>
          <p:nvPr/>
        </p:nvCxnSpPr>
        <p:spPr>
          <a:xfrm>
            <a:off x="1600199" y="536421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3A2D39B1-30E8-4B02-A120-7855EBB24049}"/>
              </a:ext>
            </a:extLst>
          </p:cNvPr>
          <p:cNvCxnSpPr>
            <a:cxnSpLocks/>
          </p:cNvCxnSpPr>
          <p:nvPr/>
        </p:nvCxnSpPr>
        <p:spPr>
          <a:xfrm>
            <a:off x="1600199" y="584608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982DFCD3-0535-4AEE-A9BE-9630E6AB1953}"/>
              </a:ext>
            </a:extLst>
          </p:cNvPr>
          <p:cNvCxnSpPr>
            <a:cxnSpLocks/>
          </p:cNvCxnSpPr>
          <p:nvPr/>
        </p:nvCxnSpPr>
        <p:spPr>
          <a:xfrm>
            <a:off x="1600199" y="6327949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10EA2741-FC3E-479D-BFEE-D3B0EF01B12F}"/>
              </a:ext>
            </a:extLst>
          </p:cNvPr>
          <p:cNvCxnSpPr>
            <a:cxnSpLocks/>
          </p:cNvCxnSpPr>
          <p:nvPr/>
        </p:nvCxnSpPr>
        <p:spPr>
          <a:xfrm>
            <a:off x="1600199" y="680981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1EE91401-0CC5-4B0A-A446-B69B1FA24325}"/>
              </a:ext>
            </a:extLst>
          </p:cNvPr>
          <p:cNvCxnSpPr>
            <a:cxnSpLocks/>
          </p:cNvCxnSpPr>
          <p:nvPr/>
        </p:nvCxnSpPr>
        <p:spPr>
          <a:xfrm>
            <a:off x="1600199" y="8193737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18C5D51A-812C-4F28-9683-362CA0149980}"/>
              </a:ext>
            </a:extLst>
          </p:cNvPr>
          <p:cNvCxnSpPr>
            <a:cxnSpLocks/>
          </p:cNvCxnSpPr>
          <p:nvPr/>
        </p:nvCxnSpPr>
        <p:spPr>
          <a:xfrm>
            <a:off x="1600199" y="8675605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4C1CC303-B045-4091-83C5-302D65D773E8}"/>
              </a:ext>
            </a:extLst>
          </p:cNvPr>
          <p:cNvCxnSpPr>
            <a:cxnSpLocks/>
          </p:cNvCxnSpPr>
          <p:nvPr/>
        </p:nvCxnSpPr>
        <p:spPr>
          <a:xfrm>
            <a:off x="1600199" y="9157473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751D036-2146-467D-B2DE-FCBB04475050}"/>
              </a:ext>
            </a:extLst>
          </p:cNvPr>
          <p:cNvCxnSpPr>
            <a:cxnSpLocks/>
          </p:cNvCxnSpPr>
          <p:nvPr/>
        </p:nvCxnSpPr>
        <p:spPr>
          <a:xfrm>
            <a:off x="1600199" y="9639341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85DCD86-0C16-4987-A81E-4C53D3FFA453}"/>
              </a:ext>
            </a:extLst>
          </p:cNvPr>
          <p:cNvCxnSpPr>
            <a:cxnSpLocks/>
          </p:cNvCxnSpPr>
          <p:nvPr/>
        </p:nvCxnSpPr>
        <p:spPr>
          <a:xfrm>
            <a:off x="1600199" y="10121209"/>
            <a:ext cx="5083966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70DDDCD9-548B-4992-8717-3C87C5ECEAE0}"/>
              </a:ext>
            </a:extLst>
          </p:cNvPr>
          <p:cNvSpPr txBox="1"/>
          <p:nvPr/>
        </p:nvSpPr>
        <p:spPr>
          <a:xfrm>
            <a:off x="220722" y="1049974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Biz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AB75097-32E3-4213-BAED-1916C52A53E3}"/>
              </a:ext>
            </a:extLst>
          </p:cNvPr>
          <p:cNvSpPr txBox="1"/>
          <p:nvPr/>
        </p:nvSpPr>
        <p:spPr>
          <a:xfrm>
            <a:off x="220722" y="4266792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MKT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335D96F-62F9-46AF-866C-D4B87989ED8C}"/>
              </a:ext>
            </a:extLst>
          </p:cNvPr>
          <p:cNvSpPr txBox="1"/>
          <p:nvPr/>
        </p:nvSpPr>
        <p:spPr>
          <a:xfrm>
            <a:off x="220722" y="7578184"/>
            <a:ext cx="1082555" cy="61555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4000" b="1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algn="r"/>
            <a:r>
              <a:rPr lang="en-US" altLang="ko-KR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nanum"/>
                <a:ea typeface="NanumGothic" panose="020D0604000000000000"/>
              </a:rPr>
              <a:t>Comm.</a:t>
            </a:r>
            <a:endParaRPr lang="ko-KR" altLang="en-US" sz="2400" dirty="0">
              <a:solidFill>
                <a:schemeClr val="tx1">
                  <a:lumMod val="50000"/>
                  <a:lumOff val="50000"/>
                </a:schemeClr>
              </a:solidFill>
              <a:latin typeface="nanum"/>
              <a:ea typeface="NanumGothic" panose="020D0604000000000000"/>
            </a:endParaRP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B87ECE03-CE32-440A-8E72-E3F79655728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" name="그림 46" descr="표지">
            <a:hlinkClick r:id="rId17" action="ppaction://hlinksldjump"/>
            <a:extLst>
              <a:ext uri="{FF2B5EF4-FFF2-40B4-BE49-F238E27FC236}">
                <a16:creationId xmlns:a16="http://schemas.microsoft.com/office/drawing/2014/main" id="{8F0CB00B-7D85-4A44-B940-CE80087F2588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48" name="TextBox 47">
            <a:extLst>
              <a:ext uri="{FF2B5EF4-FFF2-40B4-BE49-F238E27FC236}">
                <a16:creationId xmlns:a16="http://schemas.microsoft.com/office/drawing/2014/main" id="{9330B0A5-F3AE-45ED-987C-0C5F5E3E8F1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49" name="그림 48" descr="캘린더 인덱스">
            <a:hlinkClick r:id="rId19" action="ppaction://hlinksldjump"/>
            <a:extLst>
              <a:ext uri="{FF2B5EF4-FFF2-40B4-BE49-F238E27FC236}">
                <a16:creationId xmlns:a16="http://schemas.microsoft.com/office/drawing/2014/main" id="{C753DD2E-44B5-44F2-BEEB-7BABA334C382}"/>
              </a:ext>
            </a:extLst>
          </p:cNvPr>
          <p:cNvPicPr>
            <a:picLocks noChangeAspect="1"/>
          </p:cNvPicPr>
          <p:nvPr/>
        </p:nvPicPr>
        <p:blipFill rotWithShape="1">
          <a:blip r:embed="rId20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8C902AA5-967B-4272-A66C-4F166DD5D1F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51" name="직사각형 50" descr="목표 설정">
            <a:hlinkClick r:id="rId21" action="ppaction://hlinksldjump"/>
            <a:extLst>
              <a:ext uri="{FF2B5EF4-FFF2-40B4-BE49-F238E27FC236}">
                <a16:creationId xmlns:a16="http://schemas.microsoft.com/office/drawing/2014/main" id="{2F3D94D0-894E-47A0-8FCC-0316153B202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279C457-C45A-4C0C-BA4C-D4E687C0D02A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53" name="직사각형 52">
            <a:hlinkClick r:id="rId22" action="ppaction://hlinksldjump"/>
            <a:extLst>
              <a:ext uri="{FF2B5EF4-FFF2-40B4-BE49-F238E27FC236}">
                <a16:creationId xmlns:a16="http://schemas.microsoft.com/office/drawing/2014/main" id="{780ABE44-11A3-4D21-AECB-A8B2D2DE4B8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37BE22E-E06D-4FA0-A574-9B95FCD15DC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55" name="직사각형 54" descr="목표 설정">
            <a:hlinkClick r:id="rId23" action="ppaction://hlinksldjump"/>
            <a:extLst>
              <a:ext uri="{FF2B5EF4-FFF2-40B4-BE49-F238E27FC236}">
                <a16:creationId xmlns:a16="http://schemas.microsoft.com/office/drawing/2014/main" id="{116C23B6-F15C-43CE-BA39-E97C24F50F6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2D31E67-2709-48EB-B5AB-5D08E4B7737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DCA2602-C01A-4B40-B613-432ECF672839}"/>
              </a:ext>
            </a:extLst>
          </p:cNvPr>
          <p:cNvGrpSpPr/>
          <p:nvPr/>
        </p:nvGrpSpPr>
        <p:grpSpPr>
          <a:xfrm>
            <a:off x="7632700" y="539750"/>
            <a:ext cx="7416800" cy="10117137"/>
            <a:chOff x="236587" y="1417857"/>
            <a:chExt cx="7086505" cy="9010456"/>
          </a:xfrm>
        </p:grpSpPr>
        <p:sp>
          <p:nvSpPr>
            <p:cNvPr id="58" name="모서리가 둥근 직사각형 499">
              <a:extLst>
                <a:ext uri="{FF2B5EF4-FFF2-40B4-BE49-F238E27FC236}">
                  <a16:creationId xmlns:a16="http://schemas.microsoft.com/office/drawing/2014/main" id="{BBB9F326-CE14-492A-AE01-EE1FE5F89E03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97D25FE-0769-48BA-A26C-350DEFEA0F0B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7A8AD06-E63E-4BCB-9AED-C447DF65AAC8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C3979392-37FF-4D1C-BAD2-AE99411AA977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31D1BDD-1130-4F5B-AE4E-0D6FA7BE4E61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77DD30D9-C77D-46BB-99D6-3BB35F4D27A9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6DA22FD-65ED-4F81-85A1-FD0DEE750EC9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B67FBD9E-409E-479E-A5E3-931FAEF82899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B82FC87B-B5DD-4193-B50E-AFECE08C1512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2C84E406-F796-4B7E-A4F0-B7974A76220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3DB6E99D-85B7-4567-B61F-306B64259F55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A74BEF1D-4176-4E12-8EE2-C3C1A97BCCDA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266925C9-2561-4C82-AB24-A9806E38D033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34D86D0D-1323-474F-9A9F-C3FAD34E2542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DD315F09-7976-4743-9C63-551E76B96335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B8A799D-8A79-49DF-8108-98FF6CE83358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9C40D65F-DEC2-4A9B-A608-A675764251D3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DA9ADF72-2013-4FCA-B7AC-B6DCC02415EB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8F21342-0F1F-4312-B326-C132CAA7199E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55652229-55F3-4C5F-8D9B-C17D0EA02C6E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88AA720-23B8-4F3E-B984-4EA5E6C0C454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FCB04939-E92C-473A-8C3C-3B25EADF1997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62DBA181-EAD8-4AAA-9E35-6CC6EF9A41E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7BE1160A-6B4D-42B3-8487-163E48F4680F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33AB238B-B8D7-47BC-83A2-011693CFC56A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FAE89D7-BB18-4E9A-BFE7-003CE17207D1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0485E2-D6D9-4614-AF19-71261933DE22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406BC3F-225E-4DB0-A75D-FF9503F8796D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A2BC54B8-F283-4155-8C22-46983B8A6FC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AE61DB76-BC2C-4213-92D2-3B6ABAD9DEC1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3C1E6880-75AF-401E-94C0-D5E8BDABDD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6F0ED9B6-4581-4F04-81A4-AE614C0B9939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0588E6F-FC75-4DB3-A219-526DCA8EEC63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A1C46D74-EB3F-485F-BC63-29A25F14FF1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71F70C88-464B-4C19-9960-DBD6E14B203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B3F6BE34-10E8-417C-A9C9-DAE8083D6D58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0D23D4DB-D73C-44C0-AB47-AB248E3C70E7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E192602-2B1D-4A3B-8E8D-71B23E93457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F69EEC7-3F0D-47F8-80BA-A8B1A310050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8E8C2BD6-697A-4E72-8B81-8753A9B67E2C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A85D1903-10CD-440B-A7AB-2DED25D0E79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5920B6D-68A1-43CA-B738-939FE65E4DD5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6C337B76-28C0-4624-AF77-BF32C4C5B28D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98C875A7-F95F-4D61-8D85-2E68954C03F7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2DD53EF0-C070-4E9D-928C-9C35D8F1DF59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AA20FEB0-838E-4DBE-84D6-35B4D59C5F31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9649C52B-27FE-4B26-8F75-678CA035613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0676BB7C-60AA-47AA-B954-1778A62B663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A9C6649C-CD3A-42C0-A259-8A456F842868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9FE13477-ED0F-474C-B789-BAA820A9B4C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39E3CC72-EA56-46B0-B309-CDFCAB5A84FE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55CD1FBC-D09B-4097-8CAD-E4FDC923D906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09BC1B4E-B87E-4BD1-B9E1-376E2D8AF9F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3521509-4104-4825-BCCE-F9F1C03C901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C179AB77-F1BB-4078-92E9-CEB05D37CF2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6DAEB713-0ABD-498A-A4E8-4D6D261A9270}"/>
              </a:ext>
            </a:extLst>
          </p:cNvPr>
          <p:cNvGrpSpPr/>
          <p:nvPr/>
        </p:nvGrpSpPr>
        <p:grpSpPr>
          <a:xfrm>
            <a:off x="15157450" y="539750"/>
            <a:ext cx="7416794" cy="10117137"/>
            <a:chOff x="236587" y="1417857"/>
            <a:chExt cx="7086505" cy="9010456"/>
          </a:xfrm>
        </p:grpSpPr>
        <p:sp>
          <p:nvSpPr>
            <p:cNvPr id="114" name="모서리가 둥근 직사각형 499">
              <a:extLst>
                <a:ext uri="{FF2B5EF4-FFF2-40B4-BE49-F238E27FC236}">
                  <a16:creationId xmlns:a16="http://schemas.microsoft.com/office/drawing/2014/main" id="{73E58041-8152-4CCE-9334-4A6D6EC4313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4CF2CF4D-24FB-45DE-8200-22442B68D3B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601A0AEE-5980-4F2C-A49A-184D0F2BC077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1816E3D3-01F5-4BEF-AE84-E4524EE92146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3E9FC1E2-EFCD-408B-8818-048C180D01BB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1AE71731-4E86-45EB-8C57-9418650DBBC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98A9B357-7C9B-46CD-8F9F-72F99842F314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F0A0B584-7866-4255-8AE5-7EF460DA321E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CBE3D2-6599-4115-8B17-0E38464F2E9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04AA0AB9-5CD5-4955-87C1-2A729F05ADD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C6FA618C-1B09-4801-85D1-CB871F9CB54D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FF0B7AAA-4D9C-4312-876A-E32081C9B75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985018F-1D42-4EB6-A24B-2466ECDFFB85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6CF42EF6-2D44-4176-B946-C3AC021FEAE4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B8DAE6A-1349-4DDC-854E-E6E43087C9B8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26E76A73-397E-4C68-B703-C34FC36687BE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0128EE53-BA1F-4D9F-92CA-7421C770E59F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613A6EA2-5749-4271-AA38-CF85EC90DF4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48B00BC3-9E7E-4237-A7F1-D9CCF38CDA80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97B01F2-A2F2-46E1-8901-F9903280A6D9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B0212E51-1B05-459E-B728-3C14071EC5B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CABABB4B-07B5-46EF-B553-43C1316655FC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23E22E14-A2B0-4FF6-8E87-E40A2EC9BB55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AB7975F4-C061-45B3-9B58-18F97467A474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59F831E0-D24C-47A4-9030-0B7E37A33374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A1870957-3C2B-4CEE-B2C7-C50007864A42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994D502D-B6DD-45E7-AAE4-E0128C498389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AE211B28-555A-42E2-A4F8-D7C00A80BD3B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D1FCB6E5-5425-4119-AB50-5FEF1CA3B703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4B4F8220-65B2-4493-B356-41F49314A6B5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5248FF0D-DB43-4196-A8D7-F2A6A9B134F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411AA531-FAF4-4CBF-8448-384B971FBEBD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85A620A4-B817-445B-94C7-A1F2B7C5ECF0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3A16DDD8-612B-4B2F-B512-80CF4F7AF00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D98DF0E1-9E5D-42F6-902B-861CB3DA0008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A6C65565-1B59-4037-A562-BC7AF46CE59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37465043-4D2F-4650-931C-3AA21E011D5C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6912439-748B-4072-A252-CD6BA51C9574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E22C146-F58D-453B-8731-D4C97B77A088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16DE3D76-05B6-4300-9C72-5929F1D328D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41AF6C2C-3941-4D66-9EE1-437AF57E534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7DAB4955-170F-4561-B2A6-FE74BA433618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96C81771-69DB-4A97-BCEF-854DDC0A3B6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BA59E5DB-622F-43B7-8760-B271F0C21B9E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9F22BA08-0D68-41F4-867B-63570E25499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36EDAB8A-A631-40E1-95A3-5645ABF24309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A3C7131-C1BC-4D7B-AAF1-6251FA2687D2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9A8F99BA-E073-4629-ACE0-38AD00A3211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2A4D4807-F9B3-4B77-9217-246808047B5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DD79A618-C96D-4585-9645-D59DE1DA67CB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4E8E0E3C-2821-47E8-B6BD-3082CBDBE527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18C195CE-79D0-47D9-8728-75BF4A430A27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C1C4EEF-C7A8-465A-A34E-9C940259237F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0DE30419-9F70-474C-96A1-1ED74C4ED292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73EEA4A0-C6EC-487F-98E1-93977EB0AA3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5285192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563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나는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무엇을 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1378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Customer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우리의 고객은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7422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Partner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86161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Value Propositions </a:t>
              </a: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4782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Revenue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수익은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7272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136419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2991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32279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Cost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밸류를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1869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Resources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활용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962116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Positioning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endParaRPr lang="en-US" altLang="ko-KR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평가 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90EE196F-5557-41CE-8116-E23750FE11B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545EC9A8-9600-4E3F-80C3-7F5A6D54D63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C5AE3753-EF92-4515-9864-26BA19C47CF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7498FD61-C3D5-4AE7-A5C0-402A9EE2E72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7FCC190B-1272-4F5E-8509-4508635115C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3537A5B2-5E9E-41A7-8BC5-E2FC1BC795DC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F112197A-93B8-4343-963A-5120BA489221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7" action="ppaction://hlinksldjump"/>
            <a:extLst>
              <a:ext uri="{FF2B5EF4-FFF2-40B4-BE49-F238E27FC236}">
                <a16:creationId xmlns:a16="http://schemas.microsoft.com/office/drawing/2014/main" id="{986782A4-FD73-4A2C-87B9-DA5AF9A6041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75A1FECA-5D12-4F3B-BFD5-A7A1D00676D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650C32A-44F4-4CE0-BB8B-1D1ADEF4527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2049DF5-8AC1-4316-8793-12FC89703C8D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333728012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563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나는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무엇을 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1378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Customer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우리의 고객은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7422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Partner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86161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Value Propositions </a:t>
              </a: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4782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Revenue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수익은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7272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136419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2991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32279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Cost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밸류를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1869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Resources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활용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962116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Positioning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endParaRPr lang="en-US" altLang="ko-KR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평가 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AA4C6489-2D88-482A-98B7-4A51F9258227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DF9345F-F996-4095-9F58-DC0B0D54ACC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AB801DA7-F34F-4FED-9223-454305F8A26F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E1410FF-2A64-4F78-A646-09CFE994874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C0FA17EC-C84E-4A54-B151-E7B75A42C7B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3B5F786-0C59-4788-B03C-F4D246C0690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91A33B9D-1325-46F6-BBCE-8DC212F1775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7" action="ppaction://hlinksldjump"/>
            <a:extLst>
              <a:ext uri="{FF2B5EF4-FFF2-40B4-BE49-F238E27FC236}">
                <a16:creationId xmlns:a16="http://schemas.microsoft.com/office/drawing/2014/main" id="{61C808B1-94C4-41A0-837F-279193CD088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B2370A08-EAD7-4BDD-BBA6-D0D295581DA2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EAC60E3-3857-4074-995B-037CB41BD3AE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65F0702-0800-4CF6-B5FF-C25C125C105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83436618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563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나는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무엇을 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1378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Customer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우리의 고객은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7422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Partner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86161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Value Propositions </a:t>
              </a: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4782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Revenue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수익은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7272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136419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2991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32279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Cost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밸류를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1869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Resources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활용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962116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Positioning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endParaRPr lang="en-US" altLang="ko-KR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평가 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D9BF5B3A-0966-4A5A-88C8-A86DDDE4C4A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7D3C5FBB-B32D-46B7-A2A2-D627D6ACC25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17C077C4-1F2E-4D59-A295-6EFD5440551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F7AA3E6C-591F-472C-BD4F-9A1ACBEDFAC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EECBD79A-81B1-4FA2-A834-9C85212AD8D4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E7E3AD83-12E0-49A2-90E0-AA810F5C324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D8D40A91-B0E6-4221-B419-8E650C0C424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7" action="ppaction://hlinksldjump"/>
            <a:extLst>
              <a:ext uri="{FF2B5EF4-FFF2-40B4-BE49-F238E27FC236}">
                <a16:creationId xmlns:a16="http://schemas.microsoft.com/office/drawing/2014/main" id="{B6AE7B24-DBC3-427D-9466-3798EF9FDC0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9A221D76-1E9E-4637-8EC5-70E9B84DFD99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BD1F2B93-F74A-4CD1-8494-A93400297F6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849128A-2F8B-4F66-9A8E-7233A1C5F42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208427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563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나는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무엇을 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1378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Customer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우리의 고객은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7422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Partner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86161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Value Propositions </a:t>
              </a: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4782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Revenue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수익은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7272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136419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2991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32279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Cost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밸류를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1869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Resources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활용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962116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Positioning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endParaRPr lang="en-US" altLang="ko-KR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평가 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F9A7AF07-1EED-4FED-B6B3-ADC26AEFD49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EDFE471-0B0F-4177-888F-1BF7A7030D8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1547B9D-E509-4A3D-857D-1F6CA47568E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92E15AFD-0167-4278-9A9B-35096429EB0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8F132280-868A-4DBD-BEE1-9B0D7EAC8E6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F78DB1D-0248-4FDE-9287-52798D17C3D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D83FD064-459B-4033-B023-579FAE58A85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7" action="ppaction://hlinksldjump"/>
            <a:extLst>
              <a:ext uri="{FF2B5EF4-FFF2-40B4-BE49-F238E27FC236}">
                <a16:creationId xmlns:a16="http://schemas.microsoft.com/office/drawing/2014/main" id="{75B59CF0-239D-4062-8FBC-0CB7009CB182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5BE21AEA-A337-4BC8-81C8-83D2964E659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497AF051-C3CB-4EAD-889C-CDFD8FC9B2E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15672B5B-067E-4D68-9F14-F4386E0427B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412971947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BBD6A2-4202-4B6C-858E-783BFCB19584}"/>
              </a:ext>
            </a:extLst>
          </p:cNvPr>
          <p:cNvGrpSpPr/>
          <p:nvPr/>
        </p:nvGrpSpPr>
        <p:grpSpPr>
          <a:xfrm>
            <a:off x="15192375" y="539750"/>
            <a:ext cx="7308850" cy="10117138"/>
            <a:chOff x="15319119" y="1417858"/>
            <a:chExt cx="7089499" cy="9010455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8C55CF29-B9C1-4716-9877-91D64F89BC63}"/>
                </a:ext>
              </a:extLst>
            </p:cNvPr>
            <p:cNvSpPr/>
            <p:nvPr/>
          </p:nvSpPr>
          <p:spPr>
            <a:xfrm>
              <a:off x="15331757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633C57D-618A-41CC-9B20-512918B59A5A}"/>
                </a:ext>
              </a:extLst>
            </p:cNvPr>
            <p:cNvSpPr txBox="1"/>
            <p:nvPr/>
          </p:nvSpPr>
          <p:spPr>
            <a:xfrm>
              <a:off x="15337160" y="1434059"/>
              <a:ext cx="18563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나는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무엇을 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02AF1CC-9B2E-4E3B-8671-C5F5F3839E46}"/>
                </a:ext>
              </a:extLst>
            </p:cNvPr>
            <p:cNvSpPr/>
            <p:nvPr/>
          </p:nvSpPr>
          <p:spPr>
            <a:xfrm>
              <a:off x="15331445" y="9049824"/>
              <a:ext cx="7077173" cy="137848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1D58E71-6918-445C-83D5-CED5BE72956C}"/>
                </a:ext>
              </a:extLst>
            </p:cNvPr>
            <p:cNvSpPr txBox="1"/>
            <p:nvPr/>
          </p:nvSpPr>
          <p:spPr>
            <a:xfrm>
              <a:off x="15337158" y="9066024"/>
              <a:ext cx="221378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Customer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우리의 고객은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9BBB1EF8-58F4-484C-9EBA-29351580B26A}"/>
                </a:ext>
              </a:extLst>
            </p:cNvPr>
            <p:cNvSpPr/>
            <p:nvPr/>
          </p:nvSpPr>
          <p:spPr>
            <a:xfrm>
              <a:off x="15319120" y="4933582"/>
              <a:ext cx="7077486" cy="186436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9DE1C1E-2027-4C72-BECD-3257169C4071}"/>
                </a:ext>
              </a:extLst>
            </p:cNvPr>
            <p:cNvSpPr/>
            <p:nvPr/>
          </p:nvSpPr>
          <p:spPr>
            <a:xfrm>
              <a:off x="18916203" y="1417858"/>
              <a:ext cx="3492415" cy="126384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D3ED5D4-75F0-49FF-A589-6425A93F369D}"/>
                </a:ext>
              </a:extLst>
            </p:cNvPr>
            <p:cNvSpPr txBox="1"/>
            <p:nvPr/>
          </p:nvSpPr>
          <p:spPr>
            <a:xfrm>
              <a:off x="18927598" y="1434059"/>
              <a:ext cx="287422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Partner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나를 도와줄 수 있는 파트너는 누구인가</a:t>
              </a:r>
            </a:p>
          </p:txBody>
        </p:sp>
        <p:sp>
          <p:nvSpPr>
            <p:cNvPr id="11" name="순서도: 다른 페이지 연결선 10">
              <a:extLst>
                <a:ext uri="{FF2B5EF4-FFF2-40B4-BE49-F238E27FC236}">
                  <a16:creationId xmlns:a16="http://schemas.microsoft.com/office/drawing/2014/main" id="{482D54D0-484B-46EC-BB30-06D8FE827207}"/>
                </a:ext>
              </a:extLst>
            </p:cNvPr>
            <p:cNvSpPr/>
            <p:nvPr/>
          </p:nvSpPr>
          <p:spPr>
            <a:xfrm>
              <a:off x="17500929" y="2396188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순서도: 다른 페이지 연결선 11">
              <a:extLst>
                <a:ext uri="{FF2B5EF4-FFF2-40B4-BE49-F238E27FC236}">
                  <a16:creationId xmlns:a16="http://schemas.microsoft.com/office/drawing/2014/main" id="{43EBB7E1-C770-4A80-94F0-AEA02E103D1C}"/>
                </a:ext>
              </a:extLst>
            </p:cNvPr>
            <p:cNvSpPr/>
            <p:nvPr/>
          </p:nvSpPr>
          <p:spPr>
            <a:xfrm rot="10800000">
              <a:off x="17500931" y="5908843"/>
              <a:ext cx="2733194" cy="3384715"/>
            </a:xfrm>
            <a:prstGeom prst="flowChartOffpageConnector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9118795-D5C8-488B-AB8E-653D3A6715EC}"/>
                </a:ext>
              </a:extLst>
            </p:cNvPr>
            <p:cNvSpPr txBox="1"/>
            <p:nvPr/>
          </p:nvSpPr>
          <p:spPr>
            <a:xfrm>
              <a:off x="15319119" y="27806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FF674E7-4A44-4927-A737-18A44667AF80}"/>
                </a:ext>
              </a:extLst>
            </p:cNvPr>
            <p:cNvSpPr txBox="1"/>
            <p:nvPr/>
          </p:nvSpPr>
          <p:spPr>
            <a:xfrm>
              <a:off x="15337158" y="4933581"/>
              <a:ext cx="1986161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Value Propositions </a:t>
              </a: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 제공할 가치는 무엇인가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5F38EC-AC43-41CF-95F7-A1CAC3BE29A7}"/>
                </a:ext>
              </a:extLst>
            </p:cNvPr>
            <p:cNvSpPr txBox="1"/>
            <p:nvPr/>
          </p:nvSpPr>
          <p:spPr>
            <a:xfrm>
              <a:off x="15319119" y="6921736"/>
              <a:ext cx="16783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Key Activities /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핵심 활동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28268C6-A9F6-405A-893D-4228E09477DC}"/>
                </a:ext>
              </a:extLst>
            </p:cNvPr>
            <p:cNvSpPr/>
            <p:nvPr/>
          </p:nvSpPr>
          <p:spPr>
            <a:xfrm>
              <a:off x="15331755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BD79F9E-C87D-4BB2-9E0A-AA60A07A4E1F}"/>
                </a:ext>
              </a:extLst>
            </p:cNvPr>
            <p:cNvSpPr/>
            <p:nvPr/>
          </p:nvSpPr>
          <p:spPr>
            <a:xfrm>
              <a:off x="19979112" y="2744733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FFA3E7B-A2E0-416F-AA57-FFC96BD0EA6A}"/>
                </a:ext>
              </a:extLst>
            </p:cNvPr>
            <p:cNvSpPr/>
            <p:nvPr/>
          </p:nvSpPr>
          <p:spPr>
            <a:xfrm>
              <a:off x="15331755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E0A664-5388-489D-A503-3A0036484E93}"/>
                </a:ext>
              </a:extLst>
            </p:cNvPr>
            <p:cNvSpPr/>
            <p:nvPr/>
          </p:nvSpPr>
          <p:spPr>
            <a:xfrm>
              <a:off x="19979112" y="6860977"/>
              <a:ext cx="2429506" cy="212581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7E29D10-A4F4-4EB0-89EF-6DC3E3D44C43}"/>
                </a:ext>
              </a:extLst>
            </p:cNvPr>
            <p:cNvSpPr txBox="1"/>
            <p:nvPr/>
          </p:nvSpPr>
          <p:spPr>
            <a:xfrm>
              <a:off x="17503065" y="6517362"/>
              <a:ext cx="244782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Revenue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수익은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만들어 지는가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A900179-F455-4094-BEF1-106839A404EE}"/>
                </a:ext>
              </a:extLst>
            </p:cNvPr>
            <p:cNvSpPr txBox="1"/>
            <p:nvPr/>
          </p:nvSpPr>
          <p:spPr>
            <a:xfrm>
              <a:off x="19979111" y="2744734"/>
              <a:ext cx="207272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고객을 만나기 위한 활동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9B9075-4326-4E3D-B358-46BE1A810E2B}"/>
                </a:ext>
              </a:extLst>
            </p:cNvPr>
            <p:cNvSpPr txBox="1"/>
            <p:nvPr/>
          </p:nvSpPr>
          <p:spPr>
            <a:xfrm>
              <a:off x="15343773" y="6916403"/>
              <a:ext cx="136419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0790BB-52F9-40D4-A2B9-694B29E68EDD}"/>
                </a:ext>
              </a:extLst>
            </p:cNvPr>
            <p:cNvSpPr txBox="1"/>
            <p:nvPr/>
          </p:nvSpPr>
          <p:spPr>
            <a:xfrm>
              <a:off x="19979112" y="6860977"/>
              <a:ext cx="142991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Channels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판매 채널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8775A75-E3CA-4040-8365-1379B83C7C1A}"/>
                </a:ext>
              </a:extLst>
            </p:cNvPr>
            <p:cNvSpPr txBox="1"/>
            <p:nvPr/>
          </p:nvSpPr>
          <p:spPr>
            <a:xfrm>
              <a:off x="17503065" y="2396187"/>
              <a:ext cx="232279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Cost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밸류를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만들기 위해 필요한 비용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0C2CF4-39A1-4F1C-A02B-165DF1E6FB17}"/>
                </a:ext>
              </a:extLst>
            </p:cNvPr>
            <p:cNvSpPr txBox="1"/>
            <p:nvPr/>
          </p:nvSpPr>
          <p:spPr>
            <a:xfrm>
              <a:off x="15358572" y="2744734"/>
              <a:ext cx="141869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Resources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활용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자원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061DC3-C396-48AF-82CA-37F1DAEC5584}"/>
                </a:ext>
              </a:extLst>
            </p:cNvPr>
            <p:cNvSpPr txBox="1"/>
            <p:nvPr/>
          </p:nvSpPr>
          <p:spPr>
            <a:xfrm>
              <a:off x="20201680" y="4933581"/>
              <a:ext cx="1962116" cy="376758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Positioning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endParaRPr lang="en-US" altLang="ko-KR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고객에게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어떻게 평가 될 것인가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30D87AA-E878-4EF8-8663-201B9ED64FA4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69A9CE37-A8BE-4348-8E0D-A37D3BA243DE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1" name="모서리가 둥근 직사각형 499">
              <a:extLst>
                <a:ext uri="{FF2B5EF4-FFF2-40B4-BE49-F238E27FC236}">
                  <a16:creationId xmlns:a16="http://schemas.microsoft.com/office/drawing/2014/main" id="{DB2C5B03-23E4-41A3-8477-065D0A1590C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FE6D141D-DA71-42C1-8C81-C77375FD473A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BEF4002A-007D-4A17-B80F-9A515DF38B69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FCFC7360-B2F3-43A9-9356-750997985672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7E08E6D2-E033-46E8-B108-36E700AEA8C8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328263B-B764-444B-A351-CD38F1A3916E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D6069915-B32D-4161-8AA0-FABC50C7E791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38A149CB-3FA4-44E2-91B9-911E547E569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7318DD6B-D029-4FC3-A2C8-74E9FD63BEA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BE3EDFF2-58E9-49A8-BDEB-E0175546977B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FCF7C135-D528-4153-9132-E758AAEFF8F4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37667D2-99B9-49C0-9FF1-389DA4F63F83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FDE0876D-F141-44FA-A2AF-C13D388D31BD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30E3F2E-5F38-49BE-ACA6-53C3177E74E1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537B810B-406F-4CD8-8F7C-AB266AF30ECF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1727F223-E679-409D-A5A2-47D788095F6D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0AF8BC10-6DBC-4F73-A3A5-4885FB9C57F9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BC2BA536-56FC-44CF-A8C5-E827C9B348E0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51CEFB9F-03A9-4E53-867C-91A49BA935F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5818DC83-7921-4393-BE5B-BF11534F9428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65C1D416-91A7-48FC-B66B-1C046C2479A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42F7D92-3374-4C6F-AFD5-81F20F07C932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94E1E34E-B6E6-43CD-B136-C5BF718B9BE0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EBB5EF-0FB4-421D-A2C8-419291CC187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345D9625-3ECC-483D-88CC-326F96B0886B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B1DEA4F6-DAC3-4E7C-AF45-47B978F0D6BE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49165E48-75AB-4EFD-A095-5F7E6A4B12C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318DDF0F-117F-42D2-A933-DAA24AE0C8F3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F90B3A71-2153-4630-ABDE-820D7595BE45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93D861B5-3FD9-4496-B55C-A4B19DF9C21A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F560E02-215E-440E-A802-995425378D3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8EEA3852-BA89-4B02-B358-5B0B315856D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CE55B6A8-49C7-4DBE-8B26-36C245E4356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B9192B0B-DC98-4EE8-9B03-6C23FEEFE7DB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D3A0D7E-E6F9-4458-BDBA-42F90709A24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DB565C8-F63E-4F5B-8C5B-12BF732C241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908ACA6D-203C-4FCD-BA4A-E1B1D7C0457F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9A8A320A-3253-4AE9-A835-D9FEF8224FBD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E0EB8F4-1E42-43EA-B9B5-CCF31860CB86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6571926-C479-447E-A901-907B3772B66F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4B331113-D851-4B17-8BC4-BF2534876524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091889F0-7475-44CD-AC4D-3E2E55DA0D0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A5557CD9-8849-44C8-B850-80875111734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F5EE20A9-B1C0-4BC0-B17A-C17F31878BBF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D8E777F-C03E-46B2-B10D-C16DDD3A5614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3AFAEE1-4F7F-4048-B767-7DBEE41A404D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F5C1976-42AE-4F26-B08E-CEB31BB35CB5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B0709A7B-DC3B-46BE-BB00-3083ABC586BD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A829661-9FE4-4113-8D9E-4EF1BC6AF296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8AEEC103-269A-43B9-9CF6-1EA83223C2F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55831678-7D3F-432C-8B26-B7BEDF6BCE52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88BF78C1-90A4-4CE5-9F85-FD18B530F3DA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75C335DB-66D9-4676-90E1-0F9B8B0C331E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6649951A-2450-411E-BB31-8FBC08EBD738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984AE4D6-EDF6-4290-B0B6-CE96CA7E95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AE7209D-AC33-48E0-A99C-DB41122E8590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87" name="모서리가 둥근 직사각형 499">
              <a:extLst>
                <a:ext uri="{FF2B5EF4-FFF2-40B4-BE49-F238E27FC236}">
                  <a16:creationId xmlns:a16="http://schemas.microsoft.com/office/drawing/2014/main" id="{96880DAD-E792-4CFE-8A29-3A9E37827097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C3F2E7CD-319E-4FC3-B03C-D6B169AC1497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ACCE874-00AE-4F55-B3F6-6A8FBB182CE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D671E398-A4D0-4188-B2BD-292A37D6301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51411605-EEB5-4C65-838C-F57560F23C4D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2944369-A4A6-44E5-BAB3-166E0C729E27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581EFFB2-4041-4B09-9680-300D75662F93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1157F8A-C7BB-42C4-A9AB-CDD46EEEB868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7DFB4008-CDA3-4A1F-9315-A2D3285F0F87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7148D89-BD7A-413D-972A-9C11820913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1FF4167B-CCB1-450C-8785-7AC9140C96E0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7EF966E5-15AE-4A1F-B0D7-C909A1298BD5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83A0F8-C154-4111-AEC4-FD39E7BC3E27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D1F2A451-FEE6-4A0A-B35A-8B82B64AD340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4C5C1423-1B65-498F-BA76-AB2F0923B0A2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D9F2494-D475-48D8-87C0-BAC14D8E9073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99175C81-072F-451C-8328-74410777414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19F718BB-4B35-4190-951E-054B315E4136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F610C77F-39DC-4E2E-9C50-BC179F6290E6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95E17D3D-0C32-437A-8B39-2E4D934C776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CC6CCF8E-7187-4878-BEEF-A0C906719D1C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78F0B00-1D36-4D7A-8BC3-3402F471677F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7F9315B3-EEE1-4D2E-AEC2-45565F2AF0DD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FB08F17A-235D-46CF-9839-FF00D911CB1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C1B7ABCE-9932-4461-A82D-6F4617444F52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B0E31AE7-8B22-4E9C-8418-F4621BD6060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E7B21E2-FC91-4D5F-BF48-5A2D9404D62F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C3A078F4-E1A9-424A-BD6B-4293A3880E00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F624AA81-94EE-4CF2-A0DC-E55C8030421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35916D95-5AC9-4008-887A-A0329281FFE9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2585A9F-2411-43BB-8D91-D9EEEE23F71E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F02ED5E5-2785-490F-8F29-536C886BF71C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7A74C232-1F2D-4923-B9A4-C973B98B8B91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CA9D5F1-8613-4C25-ACFB-C9DB59EE0B48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7E8B7805-CF8E-4B81-96CC-AEF67DD63E50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506F1D9D-691A-4B0C-9B6E-4705F42011FC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A9AF189-E23C-447C-A517-7467920E7BD1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72E895C7-EEF7-44E1-9A91-EF1A5DDCD93B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B4C0659-B3C2-4972-948A-05BC382B36B3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D0032AFE-B886-41BF-9F17-A8F0E86D3162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7BC45E3B-9ED2-4790-A941-B4EA65A3036D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FAC86A81-AA05-4FEF-931C-E0D07F3D1E49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10D01203-2444-49C4-9FEC-292AD05E5D8E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23DCCD7B-47F2-4A5B-8BB6-379F21FBB37C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D0196739-69D5-4ED6-993C-A234EBFEEBC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637C0F1E-422A-4F82-9AFB-CCDD8DACA6AB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573946E1-B5C6-4148-96C9-B8BB0FA7CD17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6AB5628B-5C10-4FF9-A114-A0F74681BF50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1107AD1-D2A1-43BB-8524-FD7CB1CF9BA7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FA09E5D0-78A3-4DBB-95EA-E3D2E2CD022F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DB40586C-11B9-482E-9E2C-229C6CCAF0E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F4916788-3068-4100-9BF6-8BAA2C1D5D9F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6344D89C-11DC-406E-A54D-9356DC54B2C1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A42A52-A940-4340-B7D7-6AB8DCC63E19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04D39362-BF51-4610-87C1-A7E7F5B8BB31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1BC29228-0AF0-44EA-8123-2F0EB1D3A56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" name="그림 142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26F289B9-BD6A-4B26-9014-3C9AAB1E2DF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8B5CF6F4-3105-42C6-8579-36136946A728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45" name="그림 144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2220F82-4A7D-4572-8B5B-B68CAF03100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EB787923-B5FB-4BC2-8F0A-60AD0ECCC81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47" name="직사각형 146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C0372E05-C21F-4B97-86E2-C9F09F616513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716DE913-29E4-4038-BB3F-D1A1CCDAE2CD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49" name="직사각형 148">
            <a:hlinkClick r:id="rId7" action="ppaction://hlinksldjump"/>
            <a:extLst>
              <a:ext uri="{FF2B5EF4-FFF2-40B4-BE49-F238E27FC236}">
                <a16:creationId xmlns:a16="http://schemas.microsoft.com/office/drawing/2014/main" id="{0BBAF36A-32E3-4E37-B4AE-19332B8E675E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5D59C85-9E71-41DB-A7B2-685D8E34E4B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51" name="직사각형 150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FB2C4D4C-85A1-4A02-BF8B-B7A1BA14340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002F700F-47DD-4CE5-BB99-80BC2741A8B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2326893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Company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85925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Consumer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2657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Competitor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79833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Product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107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 Price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5727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Place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06764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Segmentation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Targeting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97947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Positioning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490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Promotion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77589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Strength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0781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67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5590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8476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4802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Weakness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97146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Opportunity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5406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Threat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내적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외적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9C4B2BCE-2C34-42B4-A8AA-39D3D624677E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2" name="그림 16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F11C1B0-BB84-4101-90D9-C737A2DEA96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327CF03E-2E90-47B5-A7D6-8CF9E01FA95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64" name="그림 16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61CAC391-79AB-46A6-98B7-90231955ACC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5" name="TextBox 164">
            <a:extLst>
              <a:ext uri="{FF2B5EF4-FFF2-40B4-BE49-F238E27FC236}">
                <a16:creationId xmlns:a16="http://schemas.microsoft.com/office/drawing/2014/main" id="{A0E48317-8237-485A-8867-224CB533982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FCFD41DB-2A7E-4036-8FC8-2E59DC813E7A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E8AFA8EE-5515-4A87-8D4B-AF804912E19C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8" name="직사각형 167">
            <a:hlinkClick r:id="rId7" action="ppaction://hlinksldjump"/>
            <a:extLst>
              <a:ext uri="{FF2B5EF4-FFF2-40B4-BE49-F238E27FC236}">
                <a16:creationId xmlns:a16="http://schemas.microsoft.com/office/drawing/2014/main" id="{29E0DAF9-3FC9-47CF-8D72-70B7FF9D1385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22D5049B-F7C5-4D6E-AD18-1569CEB4B92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70" name="직사각형 16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1799E040-C1D4-4F75-850F-01DD092D3047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1300C0A-F5F7-437F-930C-5F1D7FBF48E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28399436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Company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85925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Consumer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2657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Competitor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79833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Product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107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 Price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5727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Place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06764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Segmentation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Targeting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97947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Positioning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490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Promotion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77589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Strength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0781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67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5590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8476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4802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Weakness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97146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Opportunity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5406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Threat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내적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외적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FE927928-D3B7-44F3-868E-DCA39F56B9CB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2" name="그림 16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41F741E-DD2D-48A2-BB62-FD6F4B0282E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A56B3E98-FECA-4C87-9421-CEEAAC7D382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64" name="그림 16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B606AAEC-AFE1-4014-AC69-C1CE32707BB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5" name="TextBox 164">
            <a:extLst>
              <a:ext uri="{FF2B5EF4-FFF2-40B4-BE49-F238E27FC236}">
                <a16:creationId xmlns:a16="http://schemas.microsoft.com/office/drawing/2014/main" id="{AC7EBFE4-8AF1-4183-AF1F-31AB74620503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AD2304C-15B6-49CA-AFEC-6976993650C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86991A39-646F-4740-A220-03916907D129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8" name="직사각형 167">
            <a:hlinkClick r:id="rId7" action="ppaction://hlinksldjump"/>
            <a:extLst>
              <a:ext uri="{FF2B5EF4-FFF2-40B4-BE49-F238E27FC236}">
                <a16:creationId xmlns:a16="http://schemas.microsoft.com/office/drawing/2014/main" id="{5FEE5AA1-F989-48C2-98FF-DB0B8F56F90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AA6A321-6211-4997-BF99-D0968022F5B0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70" name="직사각형 16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0D2F4C9A-F1C2-4E34-8C35-ADA16F142F3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CA64AAC6-6138-44B3-9065-DDADE180DAB2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20443143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Company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85925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Consumer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2657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Competitor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79833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Product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107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 Price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5727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Place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06764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Segmentation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Targeting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97947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Positioning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490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Promotion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77589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Strength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0781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67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5590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8476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4802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Weakness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97146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Opportunity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5406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Threat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내적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외적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D674563C-93FF-4124-9118-E226951F25A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2" name="그림 16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955B0F5D-06BE-42C5-BBE4-8AA7185C8C6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6D32220E-2DCD-4E31-8A8A-F79146D483FC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64" name="그림 16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98AEF59-B467-4D30-8DF6-A67342667BA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5" name="TextBox 164">
            <a:extLst>
              <a:ext uri="{FF2B5EF4-FFF2-40B4-BE49-F238E27FC236}">
                <a16:creationId xmlns:a16="http://schemas.microsoft.com/office/drawing/2014/main" id="{436637F1-CCD3-439D-82E3-5B160825D148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2429342-4863-4166-8AF0-BF3501B7EC75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834BB91A-6C5B-4936-A806-AA1F99E4ED1F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8" name="직사각형 167">
            <a:hlinkClick r:id="rId7" action="ppaction://hlinksldjump"/>
            <a:extLst>
              <a:ext uri="{FF2B5EF4-FFF2-40B4-BE49-F238E27FC236}">
                <a16:creationId xmlns:a16="http://schemas.microsoft.com/office/drawing/2014/main" id="{AA08935C-6F8E-4B93-8329-919C983B1D36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A120C039-4A76-43F0-9879-F9B5795D986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70" name="직사각형 16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4613EAB-953A-4100-AACF-2F94F6BA321F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1974C10E-99C9-4679-ADFD-CF1170ABDD9C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024833096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Company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85925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Consumer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2657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Competitor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79833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Product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107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 Price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5727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Place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06764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Segmentation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Targeting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97947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Positioning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490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Promotion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77589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Strength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0781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67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5590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8476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4802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Weakness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97146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Opportunity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5406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Threat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내적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외적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5D04602A-D675-4EDA-9D54-62BD9529CFC3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2" name="그림 16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A378AB51-B9C0-4953-8713-56C71F664E5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C807FBCE-C5EA-4104-A5A6-BA70EF45F5C7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64" name="그림 16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0E999B70-8ADC-4087-8A29-C3AB1877754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5" name="TextBox 164">
            <a:extLst>
              <a:ext uri="{FF2B5EF4-FFF2-40B4-BE49-F238E27FC236}">
                <a16:creationId xmlns:a16="http://schemas.microsoft.com/office/drawing/2014/main" id="{0758582D-679C-46B6-9602-A7365D757BAE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AF8D053D-F7D9-41CD-A97F-39BF8B273DE9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B01BB398-FE22-4CE8-9F43-9BC7B3A93533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8" name="직사각형 167">
            <a:hlinkClick r:id="rId7" action="ppaction://hlinksldjump"/>
            <a:extLst>
              <a:ext uri="{FF2B5EF4-FFF2-40B4-BE49-F238E27FC236}">
                <a16:creationId xmlns:a16="http://schemas.microsoft.com/office/drawing/2014/main" id="{F6ADFEBA-2C63-4855-855D-A90ECE346B69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CEAC65B-FDAE-46AB-838B-16A6E22515CA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70" name="직사각형 16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DBEAB77D-C176-40B0-B3EF-8BB72BB5AEE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86D6D887-03BE-48AB-89ED-BF6491A8A0E1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6907209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:a16="http://schemas.microsoft.com/office/drawing/2014/main" id="{CCF8220E-F62E-41A4-A6E0-2FE01C559D04}"/>
              </a:ext>
            </a:extLst>
          </p:cNvPr>
          <p:cNvGrpSpPr/>
          <p:nvPr/>
        </p:nvGrpSpPr>
        <p:grpSpPr>
          <a:xfrm>
            <a:off x="15192376" y="539749"/>
            <a:ext cx="7308850" cy="10117139"/>
            <a:chOff x="236590" y="1417859"/>
            <a:chExt cx="7103391" cy="9010452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41D702D-A312-4CEE-AB5D-45F4642D98BD}"/>
                </a:ext>
              </a:extLst>
            </p:cNvPr>
            <p:cNvSpPr/>
            <p:nvPr/>
          </p:nvSpPr>
          <p:spPr>
            <a:xfrm>
              <a:off x="236590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5B1DFBDD-C2F0-41A8-8BAD-8FE18F6D4907}"/>
                </a:ext>
              </a:extLst>
            </p:cNvPr>
            <p:cNvSpPr/>
            <p:nvPr/>
          </p:nvSpPr>
          <p:spPr>
            <a:xfrm>
              <a:off x="2024623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A73E46F-5652-4BBD-B516-72711B1CF55B}"/>
                </a:ext>
              </a:extLst>
            </p:cNvPr>
            <p:cNvSpPr/>
            <p:nvPr/>
          </p:nvSpPr>
          <p:spPr>
            <a:xfrm>
              <a:off x="3812656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60978-2A37-49A9-BE32-F30D171608D1}"/>
                </a:ext>
              </a:extLst>
            </p:cNvPr>
            <p:cNvSpPr/>
            <p:nvPr/>
          </p:nvSpPr>
          <p:spPr>
            <a:xfrm>
              <a:off x="5600688" y="8867770"/>
              <a:ext cx="1731858" cy="156054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0E7AFC2D-AEB2-4A2E-B848-070AF98CD1E2}"/>
                </a:ext>
              </a:extLst>
            </p:cNvPr>
            <p:cNvSpPr/>
            <p:nvPr/>
          </p:nvSpPr>
          <p:spPr>
            <a:xfrm>
              <a:off x="500427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A1F988E-796E-47E6-B3AE-182B55E2691B}"/>
                </a:ext>
              </a:extLst>
            </p:cNvPr>
            <p:cNvSpPr txBox="1"/>
            <p:nvPr/>
          </p:nvSpPr>
          <p:spPr>
            <a:xfrm>
              <a:off x="5007386" y="1422308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Company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03B92E6-5EC9-4489-A20C-9606EFC3EB5E}"/>
                </a:ext>
              </a:extLst>
            </p:cNvPr>
            <p:cNvSpPr/>
            <p:nvPr/>
          </p:nvSpPr>
          <p:spPr>
            <a:xfrm>
              <a:off x="23659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858A7B-D50B-46E2-BD70-11084B08369D}"/>
                </a:ext>
              </a:extLst>
            </p:cNvPr>
            <p:cNvSpPr txBox="1"/>
            <p:nvPr/>
          </p:nvSpPr>
          <p:spPr>
            <a:xfrm>
              <a:off x="244674" y="1422308"/>
              <a:ext cx="85925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Consumer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28A65B-6A0D-428E-951D-4BA286A08CD0}"/>
                </a:ext>
              </a:extLst>
            </p:cNvPr>
            <p:cNvSpPr/>
            <p:nvPr/>
          </p:nvSpPr>
          <p:spPr>
            <a:xfrm>
              <a:off x="2620430" y="1417859"/>
              <a:ext cx="2328276" cy="141087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AA4DCC4-836A-4D5D-8CCC-84B70846386E}"/>
                </a:ext>
              </a:extLst>
            </p:cNvPr>
            <p:cNvSpPr txBox="1"/>
            <p:nvPr/>
          </p:nvSpPr>
          <p:spPr>
            <a:xfrm>
              <a:off x="2633920" y="1422308"/>
              <a:ext cx="92657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Competitor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6AC7846-2881-461B-A7FE-1E905968CC38}"/>
                </a:ext>
              </a:extLst>
            </p:cNvPr>
            <p:cNvSpPr txBox="1"/>
            <p:nvPr/>
          </p:nvSpPr>
          <p:spPr>
            <a:xfrm>
              <a:off x="236593" y="8867770"/>
              <a:ext cx="79833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Product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EE28C4-270C-493B-AD5A-E2B2D780DC9D}"/>
                </a:ext>
              </a:extLst>
            </p:cNvPr>
            <p:cNvSpPr txBox="1"/>
            <p:nvPr/>
          </p:nvSpPr>
          <p:spPr>
            <a:xfrm>
              <a:off x="2024628" y="8867770"/>
              <a:ext cx="61078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 Price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44E256-A01F-42E5-92E2-90E61F8694DC}"/>
                </a:ext>
              </a:extLst>
            </p:cNvPr>
            <p:cNvSpPr txBox="1"/>
            <p:nvPr/>
          </p:nvSpPr>
          <p:spPr>
            <a:xfrm>
              <a:off x="3812658" y="8867770"/>
              <a:ext cx="65727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Place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C991E03-2EDD-4C04-8E80-6A8F429BD6D5}"/>
                </a:ext>
              </a:extLst>
            </p:cNvPr>
            <p:cNvSpPr/>
            <p:nvPr/>
          </p:nvSpPr>
          <p:spPr>
            <a:xfrm>
              <a:off x="23659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29DC645-BBC4-43DD-9948-CACF5E3C870A}"/>
                </a:ext>
              </a:extLst>
            </p:cNvPr>
            <p:cNvSpPr txBox="1"/>
            <p:nvPr/>
          </p:nvSpPr>
          <p:spPr>
            <a:xfrm>
              <a:off x="241431" y="7327320"/>
              <a:ext cx="106764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Segmentation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45C4EAB8-2166-4D61-AAFA-06C2B1C9EB15}"/>
                </a:ext>
              </a:extLst>
            </p:cNvPr>
            <p:cNvSpPr/>
            <p:nvPr/>
          </p:nvSpPr>
          <p:spPr>
            <a:xfrm>
              <a:off x="2620430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74D892E-B06D-4888-9990-54FBCF93FD99}"/>
                </a:ext>
              </a:extLst>
            </p:cNvPr>
            <p:cNvSpPr txBox="1"/>
            <p:nvPr/>
          </p:nvSpPr>
          <p:spPr>
            <a:xfrm>
              <a:off x="2626212" y="7327320"/>
              <a:ext cx="82719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Targeting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EAA6043-A27D-43C4-A0AA-3045E438C444}"/>
                </a:ext>
              </a:extLst>
            </p:cNvPr>
            <p:cNvSpPr/>
            <p:nvPr/>
          </p:nvSpPr>
          <p:spPr>
            <a:xfrm>
              <a:off x="5011705" y="7322870"/>
              <a:ext cx="2328276" cy="141721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7315D0-83BB-4DAF-8CC8-C7BE3C71F413}"/>
                </a:ext>
              </a:extLst>
            </p:cNvPr>
            <p:cNvSpPr txBox="1"/>
            <p:nvPr/>
          </p:nvSpPr>
          <p:spPr>
            <a:xfrm>
              <a:off x="5015456" y="7327320"/>
              <a:ext cx="97947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Positioning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83463C-E744-4A29-9954-7CC7B3769959}"/>
                </a:ext>
              </a:extLst>
            </p:cNvPr>
            <p:cNvSpPr txBox="1"/>
            <p:nvPr/>
          </p:nvSpPr>
          <p:spPr>
            <a:xfrm>
              <a:off x="5600693" y="8867770"/>
              <a:ext cx="94901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Promotion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DDB3A36-F7D3-4F5A-BA57-0DD4A8BF6840}"/>
                </a:ext>
              </a:extLst>
            </p:cNvPr>
            <p:cNvSpPr/>
            <p:nvPr/>
          </p:nvSpPr>
          <p:spPr>
            <a:xfrm>
              <a:off x="2620896" y="2944970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15541CB-215D-4FFA-8F9E-1A3EA9168B89}"/>
                </a:ext>
              </a:extLst>
            </p:cNvPr>
            <p:cNvSpPr/>
            <p:nvPr/>
          </p:nvSpPr>
          <p:spPr>
            <a:xfrm>
              <a:off x="5004737" y="2953182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F4A19F-25D2-4F76-9C89-40B792751DA2}"/>
                </a:ext>
              </a:extLst>
            </p:cNvPr>
            <p:cNvSpPr txBox="1"/>
            <p:nvPr/>
          </p:nvSpPr>
          <p:spPr>
            <a:xfrm>
              <a:off x="2600065" y="2944970"/>
              <a:ext cx="775894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Strength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D3469BAB-05F8-477B-98C4-E398C2136311}"/>
                </a:ext>
              </a:extLst>
            </p:cNvPr>
            <p:cNvSpPr/>
            <p:nvPr/>
          </p:nvSpPr>
          <p:spPr>
            <a:xfrm>
              <a:off x="2620896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FF3CC81-31EE-494D-BFE7-B8334FCB729A}"/>
                </a:ext>
              </a:extLst>
            </p:cNvPr>
            <p:cNvSpPr/>
            <p:nvPr/>
          </p:nvSpPr>
          <p:spPr>
            <a:xfrm>
              <a:off x="2620896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D3C6209-25F7-4EAA-96A9-686D0E5C579C}"/>
                </a:ext>
              </a:extLst>
            </p:cNvPr>
            <p:cNvSpPr txBox="1"/>
            <p:nvPr/>
          </p:nvSpPr>
          <p:spPr>
            <a:xfrm>
              <a:off x="2600061" y="5791699"/>
              <a:ext cx="30781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3B82F90-0EEC-4DFF-9309-514DA947A7F9}"/>
                </a:ext>
              </a:extLst>
            </p:cNvPr>
            <p:cNvSpPr txBox="1"/>
            <p:nvPr/>
          </p:nvSpPr>
          <p:spPr>
            <a:xfrm>
              <a:off x="2600063" y="4353615"/>
              <a:ext cx="33667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SO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C55064-0875-41C6-BE95-D18C736A6140}"/>
                </a:ext>
              </a:extLst>
            </p:cNvPr>
            <p:cNvSpPr/>
            <p:nvPr/>
          </p:nvSpPr>
          <p:spPr>
            <a:xfrm>
              <a:off x="236590" y="4388906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32FD3F89-9FD1-4702-BB01-E46C8B4FA75E}"/>
                </a:ext>
              </a:extLst>
            </p:cNvPr>
            <p:cNvSpPr/>
            <p:nvPr/>
          </p:nvSpPr>
          <p:spPr>
            <a:xfrm>
              <a:off x="5004737" y="4388906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1C69D91-7A4D-41D7-914D-30840AD2A986}"/>
                </a:ext>
              </a:extLst>
            </p:cNvPr>
            <p:cNvSpPr/>
            <p:nvPr/>
          </p:nvSpPr>
          <p:spPr>
            <a:xfrm>
              <a:off x="5004737" y="5824633"/>
              <a:ext cx="2327810" cy="13839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626BD35-DBF2-4D2B-839F-98243AA3E1E1}"/>
                </a:ext>
              </a:extLst>
            </p:cNvPr>
            <p:cNvSpPr txBox="1"/>
            <p:nvPr/>
          </p:nvSpPr>
          <p:spPr>
            <a:xfrm>
              <a:off x="4973939" y="5791699"/>
              <a:ext cx="35590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273581-79C2-4CF6-AFD2-C98D32E8F10C}"/>
                </a:ext>
              </a:extLst>
            </p:cNvPr>
            <p:cNvSpPr txBox="1"/>
            <p:nvPr/>
          </p:nvSpPr>
          <p:spPr>
            <a:xfrm>
              <a:off x="4973939" y="4353615"/>
              <a:ext cx="38476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WO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697421-00A0-4C06-8E19-5D5E8DC7FDC9}"/>
                </a:ext>
              </a:extLst>
            </p:cNvPr>
            <p:cNvSpPr txBox="1"/>
            <p:nvPr/>
          </p:nvSpPr>
          <p:spPr>
            <a:xfrm>
              <a:off x="4973941" y="2944970"/>
              <a:ext cx="84802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Weakness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88C729-EEFB-44A0-ADF2-1F330CAFBB09}"/>
                </a:ext>
              </a:extLst>
            </p:cNvPr>
            <p:cNvSpPr txBox="1"/>
            <p:nvPr/>
          </p:nvSpPr>
          <p:spPr>
            <a:xfrm>
              <a:off x="236593" y="4353615"/>
              <a:ext cx="971460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Opportunity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2704A4A-DF7B-4F78-A63C-D4E6F9F411A6}"/>
                </a:ext>
              </a:extLst>
            </p:cNvPr>
            <p:cNvSpPr/>
            <p:nvPr/>
          </p:nvSpPr>
          <p:spPr>
            <a:xfrm>
              <a:off x="236590" y="5824633"/>
              <a:ext cx="2327810" cy="138393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9A1908F-DCBA-44AE-A60E-CBA6C8D77E06}"/>
                </a:ext>
              </a:extLst>
            </p:cNvPr>
            <p:cNvSpPr txBox="1"/>
            <p:nvPr/>
          </p:nvSpPr>
          <p:spPr>
            <a:xfrm>
              <a:off x="236593" y="5791699"/>
              <a:ext cx="65406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Threat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2234E8-4B54-465F-AF66-6343B89A5B60}"/>
                </a:ext>
              </a:extLst>
            </p:cNvPr>
            <p:cNvSpPr txBox="1"/>
            <p:nvPr/>
          </p:nvSpPr>
          <p:spPr>
            <a:xfrm>
              <a:off x="1878439" y="3428784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내적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849400-7C91-49BB-AD85-9233EC36C82A}"/>
                </a:ext>
              </a:extLst>
            </p:cNvPr>
            <p:cNvSpPr txBox="1"/>
            <p:nvPr/>
          </p:nvSpPr>
          <p:spPr>
            <a:xfrm>
              <a:off x="919774" y="4056206"/>
              <a:ext cx="700552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외적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요인</a:t>
              </a:r>
            </a:p>
          </p:txBody>
        </p: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7A67D8CD-9BC0-4855-B7F7-D8EA9BCD6CD9}"/>
                </a:ext>
              </a:extLst>
            </p:cNvPr>
            <p:cNvCxnSpPr/>
            <p:nvPr/>
          </p:nvCxnSpPr>
          <p:spPr>
            <a:xfrm>
              <a:off x="236592" y="2884893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8462E19C-8FC9-4B75-B052-2007E218C210}"/>
                </a:ext>
              </a:extLst>
            </p:cNvPr>
            <p:cNvCxnSpPr/>
            <p:nvPr/>
          </p:nvCxnSpPr>
          <p:spPr>
            <a:xfrm>
              <a:off x="236592" y="7258878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78E480CE-5C70-4CAD-9C80-85CEA5C3EDF8}"/>
                </a:ext>
              </a:extLst>
            </p:cNvPr>
            <p:cNvCxnSpPr/>
            <p:nvPr/>
          </p:nvCxnSpPr>
          <p:spPr>
            <a:xfrm>
              <a:off x="236592" y="8804274"/>
              <a:ext cx="7094802" cy="0"/>
            </a:xfrm>
            <a:prstGeom prst="line">
              <a:avLst/>
            </a:prstGeom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CE4C26C-9AA1-434C-BCEC-DF2326E7A10C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B564B079-A143-42DF-810D-B80A5B04AC33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50" name="모서리가 둥근 직사각형 499">
              <a:extLst>
                <a:ext uri="{FF2B5EF4-FFF2-40B4-BE49-F238E27FC236}">
                  <a16:creationId xmlns:a16="http://schemas.microsoft.com/office/drawing/2014/main" id="{21084DE5-0CF3-47CF-B34E-BF14E589C051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C4810E8-461E-4688-A017-09269ADBB9F1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43C42F72-45B0-47B5-A5C4-3AC7C6B44CB5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360FE704-B914-4BCF-8383-46DA4F2D274C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86222788-FC78-4561-A670-B1F7BEE5FF5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47C17221-8E5E-4FAD-AF2A-777BD7CFDCAA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DC3DB62C-88CA-4160-B87C-7789901B6EA7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302AFAAA-193C-458E-80DF-84A12F21C7F5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8D1AAC7-8E55-4FC4-BF42-50C079625801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043CC2BC-DE39-4B99-9265-7DF3AAF64A72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73221E58-FEE6-44BF-B124-7B023AB07A3F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B01032A-8B96-49A8-B0E9-E309FD7D179F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286C21A-97D6-4BBF-A465-9C9D8BC613D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7C2F1FE-4D05-4AA1-BE80-83F605D73F0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8668DDE5-6B09-4324-B294-769D83889D77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9DC1E72-1CE4-402A-B48A-425A910146A7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AD7FC4C3-9383-4F57-810A-7034C0C09724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6F7FD509-910F-4727-ABBC-C374240D3869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B2FDDC3B-3EE0-4E2E-96AE-DEFE7A39BAFA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BC6B9F44-4D8D-46E3-8094-C660219EBC0C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C58F29FD-758D-4AFC-8542-759892ED4549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9955C399-AC60-49FE-8CDC-E5C6E49166D0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8E701E0-D06C-4B29-B7FB-259771BD88DE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6FF7D07B-F380-458D-ACE3-2196E8032508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3B89BD0B-D6DA-4E74-852E-287B80AD831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45F4A83B-417B-4D6B-9C2C-E1707ED99BC8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31E28AD-3D0F-48B8-99BF-214F244A3A31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298EB4FA-ACBB-467C-8DE5-FFC0F5BCA307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9699EC4E-9BAD-4870-964D-6427CB2073B7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BCA24574-8484-49BF-B850-4897E5A1057C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5AAA2205-6262-48D0-BCEF-15E41C99261A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B52AFF8A-DC85-40F7-A9C1-AFD92BE261BE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AA24051A-6FD5-4688-B6EF-8D76CF29514A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911DB648-67CA-4331-BFBC-2FD4F5B4A7A0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6DF2578-B1D3-40F4-A4F8-66E0BBB4896D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A105891C-9C3E-423F-9841-AA65E1D4C8BA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8712F0BD-8BF5-4427-8FE0-9A5B89B05BA4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384F45E-ABCE-4FDA-B3D9-67FFB291749C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A2ED4FFD-5AB7-4672-80A9-9E448376825D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2F03C4C4-BC1B-4FA3-91D9-FDB19D53CC7E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E69C9D5-7CAB-44F6-B72B-E8BAE7DD7E8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87954C28-D7C1-416B-8214-E860913966A7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5DB9227B-DE52-451D-BF6F-89DCAE52AFA7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35FBA912-9D07-42A3-9D54-8DFED6DB6E99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324BECEA-DF11-4008-970A-C70DAD7E6526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F95A3053-A4B4-438A-B947-7C4C614A5C1A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D4CDBA91-C028-4B9A-A67A-9B4E275111A1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B494AD1-9DF2-4A71-B719-DA4DC83D783B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C43B1D27-D89A-4BEE-ACA3-13A1D6BDB96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605D37A9-737E-4FD8-9BD4-42E16C6D4000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36379274-39C6-4F2C-A33B-573E26978688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66944904-A02C-4F36-ABD9-7FDA3F02551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78F78ED7-9389-482A-B63F-4524F51411E2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F6E313BA-46A8-455F-973F-593FC12CED3C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B5754FCA-7449-42C8-B0DC-75F1FBE92C20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698C7B46-730E-4421-BBE3-E735C1501F48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06" name="모서리가 둥근 직사각형 499">
              <a:extLst>
                <a:ext uri="{FF2B5EF4-FFF2-40B4-BE49-F238E27FC236}">
                  <a16:creationId xmlns:a16="http://schemas.microsoft.com/office/drawing/2014/main" id="{C813FC9F-8203-4978-8567-99F4574B2062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DC167D54-73FF-49D1-B946-5FF696F61B19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4B4B99C2-FE1F-4E64-991E-086293D11EC0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D2D0D3A0-6F01-428B-8FCE-D61CCEF6F43B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B2214417-9779-4F52-9714-BBE3573821F6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FDF84F8F-EAA6-436F-9A3E-BD0F87965056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D55F3C6A-40DD-4251-8E68-0C2341B2E35D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551598AE-AED7-4D7D-A175-86616321C50D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1CEB63AA-5424-4167-8FDC-AB8DB8D35E56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804D8551-C590-4FC6-8A61-3BB968F1851D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16A98233-34D4-4383-ACAA-894050E3A101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3C36ECF9-B2A4-43C1-9694-B67541E49C3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D332E551-54B9-4709-9E3F-77F2F2C4A58A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C04DD4F1-DC03-4CBE-8CB1-E7EA4A8FD03C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FBA006D0-B81E-4F8B-854E-209F8EAA580B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DEE17930-0D31-429A-8F0A-83307325F8C6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C3C38AE-E041-4FB3-8577-7CB293985FE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D810DEE1-7609-485D-8736-DF125F1E265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61E483FA-520A-47CD-90EE-615F79040DF4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3DAAF89C-1E88-4B74-A597-58DDDB4CBDC3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2ED63EE-197A-49EF-88DA-FA522E0DB65B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27DC0525-FF93-4970-9F27-776F4ABBC43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83534CCD-252F-4408-8ED3-7E4155E22944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D115A811-37D2-4B93-B06A-15227741874A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D659D88A-58C3-4B98-A654-58DC95BCB51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372C53CA-19A3-4056-82FA-B619B60A5579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27C37C5A-1DDE-42D9-8109-BA98A2E929F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FD3F0E51-975E-4626-AED0-2299C05B11D9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DD3691CD-807B-4539-AB18-E490F306EF09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82F138D-42A4-4591-9A6D-A131516D5318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9AAE92CC-5E3B-4960-8F87-916624D99404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F584537D-2DF4-4CD1-B096-8895A8F8B3A4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CA548988-6761-44AF-9440-CF5B36BCA1E8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9F8B0500-05DA-4152-8517-DF16FC2E5E34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C81AAD74-5C59-4FCF-AB72-72265FCCCD93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D656CA8-AC87-4564-8045-3865CB95A7A7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4C630959-9E43-48C2-B13F-69F299CFFFC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786BE79D-CCC5-4ED2-9D51-6878958944D7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C37E5D59-6740-408D-808B-A2249E8AB3EB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D16DB5AC-E421-483E-9EF4-5B4E4234A0FD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44112AF-85DF-4945-B5B5-04A704B216EC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1503D22B-DBBD-46EF-AFBE-88C35737D1F4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B1413E37-C5B3-44C3-8F6B-FB7401B64F0F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5B331EAE-7778-4622-96D8-6DA28426345B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4661309A-DB9D-44A5-B12A-79C145C5E130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1119D3AA-2778-4A52-92CE-5782936AAE0F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B5CFA9F4-4EAF-4754-81F6-4610B6732814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9677134C-9FCD-437B-A39D-BA730B8C9859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260305FA-87EA-4C08-91F0-BD0760DF2B90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A7B7BA0C-0D56-4A7F-937E-A25D0CD22803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5343A02F-1974-4A76-96F9-285250892691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DFE85CD5-7462-4E79-A671-8E5E9C8CE2CD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31D99363-D9B5-4FF2-89DE-C0E89A55A21A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B4B5172D-0C56-4C3A-9592-5A496800B693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252E735-7577-4DD0-A522-4FFF481EFE44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6DC461AB-DF6A-4FEC-B460-4B643231961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2" name="그림 161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6DEC21EC-8027-4196-95EB-3BA8610A5BB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F5BF04C1-AC00-4435-940F-73305DBB0B8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64" name="그림 163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A6B6D4E6-50C2-42F7-A422-97894F3B5D1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65" name="TextBox 164">
            <a:extLst>
              <a:ext uri="{FF2B5EF4-FFF2-40B4-BE49-F238E27FC236}">
                <a16:creationId xmlns:a16="http://schemas.microsoft.com/office/drawing/2014/main" id="{585365A2-3CE9-4725-B56F-2015E39FA685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66" name="직사각형 165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160F3812-8C03-4F17-8F0D-1AC8432E3871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FA6EBF33-694B-4A7B-9185-2184433A62D0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68" name="직사각형 167">
            <a:hlinkClick r:id="rId7" action="ppaction://hlinksldjump"/>
            <a:extLst>
              <a:ext uri="{FF2B5EF4-FFF2-40B4-BE49-F238E27FC236}">
                <a16:creationId xmlns:a16="http://schemas.microsoft.com/office/drawing/2014/main" id="{91172242-9DCC-4CF6-8F40-E6020875F97B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AC4558DD-72BE-4DD5-AA79-F194D068D3CE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70" name="직사각형 169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2CD7027-98E7-4C5C-BB03-CF5B15D288E2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6EA6BEBB-B6B2-41D8-93AC-0A98BEC9B1F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85715580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88237" cy="10117138"/>
            <a:chOff x="236289" y="1417858"/>
            <a:chExt cx="7163581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7531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소비자에게 어떤 브랜드인가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5595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Consumer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49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Competitor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시장내 경쟁자는 누구인가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622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Message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96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15.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6014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16. Touch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Point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어디서 소비자를 만날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30455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Target Definition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커뮤니케이션 타겟은 누구로 정의 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77002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Pain point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 생각하는 불편은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91750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생각하는 진정한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Principal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Competition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우리의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진정한 경쟁자는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7374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Campaign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Objective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 어떤 행동을 하길 바라는가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34230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Insight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소비자의 행동을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이끌어낼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인사이트는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우리가 소비자에게 주고자 하는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57473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Reason to believe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믿을 수 있는 근거는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353626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12. Concept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클라이언트를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이해 시킬 우리의 컨셉은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41123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Theme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컨셉을 전개시킬 크리에이티브 테마는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9AC9EA94-849B-48D6-8012-324DA0E5374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4" name="그림 1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1DB9C026-C5A5-4DEF-84F1-B3FE9EAD935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5" name="TextBox 184">
            <a:extLst>
              <a:ext uri="{FF2B5EF4-FFF2-40B4-BE49-F238E27FC236}">
                <a16:creationId xmlns:a16="http://schemas.microsoft.com/office/drawing/2014/main" id="{F92B47BC-B40E-414F-B797-D9FF2E23930D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86" name="그림 1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81CE3F8E-5FC4-4395-9A66-14BAD570966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7" name="TextBox 186">
            <a:extLst>
              <a:ext uri="{FF2B5EF4-FFF2-40B4-BE49-F238E27FC236}">
                <a16:creationId xmlns:a16="http://schemas.microsoft.com/office/drawing/2014/main" id="{2F43F27A-C695-4232-A9C0-84CFACE61A77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D1C032BC-33C9-4531-994E-A91C74C8F9BF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A76C4BEF-DC9C-4543-B3B5-22DC9A1AC0F5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90" name="직사각형 189">
            <a:hlinkClick r:id="rId7" action="ppaction://hlinksldjump"/>
            <a:extLst>
              <a:ext uri="{FF2B5EF4-FFF2-40B4-BE49-F238E27FC236}">
                <a16:creationId xmlns:a16="http://schemas.microsoft.com/office/drawing/2014/main" id="{914CC3DA-93F7-4E3D-BC29-C9E8C119AD20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EFBEA38-A863-4AA4-865C-400CAC3C3F0C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92" name="직사각형 1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AC8977B6-0322-4A8A-A6E2-6EC1BAF7CBE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70328B0F-064D-4CED-B6CC-48A123ACB1DE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155315507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88237" cy="10117138"/>
            <a:chOff x="236289" y="1417858"/>
            <a:chExt cx="7163581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7531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소비자에게 어떤 브랜드인가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5595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Consumer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49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Competitor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시장내 경쟁자는 누구인가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622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Message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96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15.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6014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16. Touch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Point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어디서 소비자를 만날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30455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Target Definition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커뮤니케이션 타겟은 누구로 정의 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77002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Pain point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 생각하는 불편은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91750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생각하는 진정한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Principal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Competition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우리의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진정한 경쟁자는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7374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Campaign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Objective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 어떤 행동을 하길 바라는가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34230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Insight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소비자의 행동을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이끌어낼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인사이트는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우리가 소비자에게 주고자 하는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57473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Reason to believe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믿을 수 있는 근거는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353626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12. Concept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클라이언트를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이해 시킬 우리의 컨셉은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41123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Theme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컨셉을 전개시킬 크리에이티브 테마는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1A8A15-9E90-4AC1-958B-C2E749131195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4" name="그림 1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F1F0C1A6-B360-426F-977B-B1951EF67C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5" name="TextBox 184">
            <a:extLst>
              <a:ext uri="{FF2B5EF4-FFF2-40B4-BE49-F238E27FC236}">
                <a16:creationId xmlns:a16="http://schemas.microsoft.com/office/drawing/2014/main" id="{13E3F9A8-D0A0-4BB3-8B06-76327F3F280B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86" name="그림 1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707B6F6-1AB7-4854-AB14-62A14BA45AB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7" name="TextBox 186">
            <a:extLst>
              <a:ext uri="{FF2B5EF4-FFF2-40B4-BE49-F238E27FC236}">
                <a16:creationId xmlns:a16="http://schemas.microsoft.com/office/drawing/2014/main" id="{91FB8E9A-B57B-4A6A-A286-F4235A477CD6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5D5C2239-B2DA-4EC7-8117-21A592D6A85E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CE5771E5-45E4-4559-9C0B-DD450DCFBFEB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90" name="직사각형 189">
            <a:hlinkClick r:id="rId7" action="ppaction://hlinksldjump"/>
            <a:extLst>
              <a:ext uri="{FF2B5EF4-FFF2-40B4-BE49-F238E27FC236}">
                <a16:creationId xmlns:a16="http://schemas.microsoft.com/office/drawing/2014/main" id="{36008E4B-0FFE-448C-A41C-D228F1723DE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CA761DAF-A2B9-4AB2-B435-B3D040F863FD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92" name="직사각형 1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94C69362-20BF-49EA-977F-27911A775CF6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D5213532-E7D7-4D83-8681-6F3D44A85F35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31777013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88237" cy="10117138"/>
            <a:chOff x="236289" y="1417858"/>
            <a:chExt cx="7163581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7531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소비자에게 어떤 브랜드인가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5595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Consumer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49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Competitor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시장내 경쟁자는 누구인가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622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Message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96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15.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6014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16. Touch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Point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어디서 소비자를 만날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30455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Target Definition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커뮤니케이션 타겟은 누구로 정의 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77002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Pain point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 생각하는 불편은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91750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생각하는 진정한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Principal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Competition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우리의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진정한 경쟁자는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7374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Campaign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Objective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 어떤 행동을 하길 바라는가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34230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Insight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소비자의 행동을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이끌어낼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인사이트는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우리가 소비자에게 주고자 하는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57473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Reason to believe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믿을 수 있는 근거는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353626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12. Concept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클라이언트를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이해 시킬 우리의 컨셉은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41123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Theme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컨셉을 전개시킬 크리에이티브 테마는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BE975A9E-0C24-4CA4-9FB7-29E754629C1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4" name="그림 1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089CB9DE-A6D1-471B-B35B-3700BF2DB75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5" name="TextBox 184">
            <a:extLst>
              <a:ext uri="{FF2B5EF4-FFF2-40B4-BE49-F238E27FC236}">
                <a16:creationId xmlns:a16="http://schemas.microsoft.com/office/drawing/2014/main" id="{CECD0E2E-993D-45F3-95F9-0EFD2295BEA4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86" name="그림 1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15C9FAE2-AC65-44A1-ADF8-8FC5955077A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7" name="TextBox 186">
            <a:extLst>
              <a:ext uri="{FF2B5EF4-FFF2-40B4-BE49-F238E27FC236}">
                <a16:creationId xmlns:a16="http://schemas.microsoft.com/office/drawing/2014/main" id="{678955AB-7F42-4505-B6C7-B6446A7A275F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9409BED2-1686-46D6-8FE3-370057ACAEFB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6B39DA0-041A-450E-AD80-A53A8FCBFBF6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90" name="직사각형 189">
            <a:hlinkClick r:id="rId7" action="ppaction://hlinksldjump"/>
            <a:extLst>
              <a:ext uri="{FF2B5EF4-FFF2-40B4-BE49-F238E27FC236}">
                <a16:creationId xmlns:a16="http://schemas.microsoft.com/office/drawing/2014/main" id="{07F16E0E-C370-4E8C-9077-300FD5C46C7A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97D5502-1F39-4DCE-9D02-F304A8989945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92" name="직사각형 1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A94F5838-C258-49C1-B6F9-2BBAA38614A1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0E74169-E52D-4F34-852A-02BEA16A1AA3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83393368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88237" cy="10117138"/>
            <a:chOff x="236289" y="1417858"/>
            <a:chExt cx="7163581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7531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소비자에게 어떤 브랜드인가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5595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Consumer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49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Competitor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시장내 경쟁자는 누구인가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622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Message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96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15.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6014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16. Touch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Point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어디서 소비자를 만날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30455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Target Definition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커뮤니케이션 타겟은 누구로 정의 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77002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Pain point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 생각하는 불편은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91750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생각하는 진정한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Principal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Competition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우리의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진정한 경쟁자는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7374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Campaign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Objective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 어떤 행동을 하길 바라는가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34230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Insight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소비자의 행동을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이끌어낼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인사이트는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우리가 소비자에게 주고자 하는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57473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Reason to believe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믿을 수 있는 근거는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353626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12. Concept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클라이언트를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이해 시킬 우리의 컨셉은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41123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Theme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컨셉을 전개시킬 크리에이티브 테마는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71DBD758-F5A8-4E28-AAB7-2B93CD755AC2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4" name="그림 1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4C60F271-D42F-4781-ACCE-C98611A1924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5" name="TextBox 184">
            <a:extLst>
              <a:ext uri="{FF2B5EF4-FFF2-40B4-BE49-F238E27FC236}">
                <a16:creationId xmlns:a16="http://schemas.microsoft.com/office/drawing/2014/main" id="{C26F72D5-F6C9-48E3-B8A3-9BA559EB919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86" name="그림 1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5995B664-862C-439C-8245-E890BA20412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7" name="TextBox 186">
            <a:extLst>
              <a:ext uri="{FF2B5EF4-FFF2-40B4-BE49-F238E27FC236}">
                <a16:creationId xmlns:a16="http://schemas.microsoft.com/office/drawing/2014/main" id="{40700F27-1BBB-46A7-AA97-81BD27FF0FCB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6592D9E7-8009-4C0B-A5B1-E64D554ED7F4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C44C6913-2E33-4027-B1F3-6526C3419E14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90" name="직사각형 189">
            <a:hlinkClick r:id="rId7" action="ppaction://hlinksldjump"/>
            <a:extLst>
              <a:ext uri="{FF2B5EF4-FFF2-40B4-BE49-F238E27FC236}">
                <a16:creationId xmlns:a16="http://schemas.microsoft.com/office/drawing/2014/main" id="{83ABE260-0123-4BD4-B159-08F63A470061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93CCD75C-C26E-40E1-80A6-3D1B319A4827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92" name="직사각형 1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C847DE3-479A-48EA-8703-FEB4BF451B20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A9421F01-A948-4B34-8CA0-81212551EAD4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68639280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>
            <a:extLst>
              <a:ext uri="{FF2B5EF4-FFF2-40B4-BE49-F238E27FC236}">
                <a16:creationId xmlns:a16="http://schemas.microsoft.com/office/drawing/2014/main" id="{F20F21B8-C76E-4245-A823-0BF37729541D}"/>
              </a:ext>
            </a:extLst>
          </p:cNvPr>
          <p:cNvGrpSpPr/>
          <p:nvPr/>
        </p:nvGrpSpPr>
        <p:grpSpPr>
          <a:xfrm>
            <a:off x="15192375" y="539750"/>
            <a:ext cx="7488237" cy="10117138"/>
            <a:chOff x="236289" y="1417858"/>
            <a:chExt cx="7163581" cy="9010457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59F0C4A1-6D1C-467B-B805-AB8308FED2B8}"/>
                </a:ext>
              </a:extLst>
            </p:cNvPr>
            <p:cNvSpPr/>
            <p:nvPr/>
          </p:nvSpPr>
          <p:spPr>
            <a:xfrm>
              <a:off x="23628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2AE77F3-1E57-4E2E-ACC8-88363FCAF183}"/>
                </a:ext>
              </a:extLst>
            </p:cNvPr>
            <p:cNvSpPr txBox="1"/>
            <p:nvPr/>
          </p:nvSpPr>
          <p:spPr>
            <a:xfrm>
              <a:off x="236293" y="1453904"/>
              <a:ext cx="217531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1. I am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소비자에게 어떤 브랜드인가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C710E31-7DF5-44E6-AEB7-CB584A7507C9}"/>
                </a:ext>
              </a:extLst>
            </p:cNvPr>
            <p:cNvSpPr/>
            <p:nvPr/>
          </p:nvSpPr>
          <p:spPr>
            <a:xfrm>
              <a:off x="2612779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283B977-7A2F-4E02-8CEE-E0E246990E7B}"/>
                </a:ext>
              </a:extLst>
            </p:cNvPr>
            <p:cNvSpPr txBox="1"/>
            <p:nvPr/>
          </p:nvSpPr>
          <p:spPr>
            <a:xfrm>
              <a:off x="2612782" y="1453904"/>
              <a:ext cx="215595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2. Consumer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제품을 사는 사람들은 누구인가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ABE8A67-8C07-49BC-97B4-BE29EDDE3447}"/>
                </a:ext>
              </a:extLst>
            </p:cNvPr>
            <p:cNvSpPr/>
            <p:nvPr/>
          </p:nvSpPr>
          <p:spPr>
            <a:xfrm>
              <a:off x="4989270" y="1417858"/>
              <a:ext cx="2328276" cy="153102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DCC3C29-0F8D-4019-9016-25CAE9B08231}"/>
                </a:ext>
              </a:extLst>
            </p:cNvPr>
            <p:cNvSpPr txBox="1"/>
            <p:nvPr/>
          </p:nvSpPr>
          <p:spPr>
            <a:xfrm>
              <a:off x="4989272" y="1453904"/>
              <a:ext cx="2049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3. Competitor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시장내 경쟁자는 누구인가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1F6CD59-9487-4149-8EAC-B66C165F23CC}"/>
                </a:ext>
              </a:extLst>
            </p:cNvPr>
            <p:cNvSpPr/>
            <p:nvPr/>
          </p:nvSpPr>
          <p:spPr>
            <a:xfrm>
              <a:off x="236290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4D1FAD51-22B9-4602-92B9-8C506336E20D}"/>
                </a:ext>
              </a:extLst>
            </p:cNvPr>
            <p:cNvSpPr/>
            <p:nvPr/>
          </p:nvSpPr>
          <p:spPr>
            <a:xfrm>
              <a:off x="2618788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EC6519-57B8-47A0-8C10-4BA60C256548}"/>
                </a:ext>
              </a:extLst>
            </p:cNvPr>
            <p:cNvSpPr txBox="1"/>
            <p:nvPr/>
          </p:nvSpPr>
          <p:spPr>
            <a:xfrm>
              <a:off x="236293" y="8141480"/>
              <a:ext cx="24622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14. Message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움직이게 할 메시지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45D8A52-5832-41F3-9416-87039295A1B2}"/>
                </a:ext>
              </a:extLst>
            </p:cNvPr>
            <p:cNvSpPr txBox="1"/>
            <p:nvPr/>
          </p:nvSpPr>
          <p:spPr>
            <a:xfrm>
              <a:off x="2618791" y="8141480"/>
              <a:ext cx="2096768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15. Activity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소비자를 참여시킬 활동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BB21AEAD-D558-489D-830F-019EEB45AD2E}"/>
                </a:ext>
              </a:extLst>
            </p:cNvPr>
            <p:cNvSpPr/>
            <p:nvPr/>
          </p:nvSpPr>
          <p:spPr>
            <a:xfrm>
              <a:off x="5001285" y="8141485"/>
              <a:ext cx="2320842" cy="228683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09DED3-B91D-4934-B2D1-C86F28780087}"/>
                </a:ext>
              </a:extLst>
            </p:cNvPr>
            <p:cNvSpPr txBox="1"/>
            <p:nvPr/>
          </p:nvSpPr>
          <p:spPr>
            <a:xfrm>
              <a:off x="5001287" y="8141480"/>
              <a:ext cx="226014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16. Touch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Point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어디서 소비자를 만날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361F1A7C-CF2A-4CCF-8975-117819286DDD}"/>
                </a:ext>
              </a:extLst>
            </p:cNvPr>
            <p:cNvSpPr/>
            <p:nvPr/>
          </p:nvSpPr>
          <p:spPr>
            <a:xfrm>
              <a:off x="236290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0A0394F-6ED6-4941-BF66-924CE6D22C2C}"/>
                </a:ext>
              </a:extLst>
            </p:cNvPr>
            <p:cNvSpPr/>
            <p:nvPr/>
          </p:nvSpPr>
          <p:spPr>
            <a:xfrm>
              <a:off x="3825131" y="3016180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349F99D-D664-4134-B375-02A9A3F924E3}"/>
                </a:ext>
              </a:extLst>
            </p:cNvPr>
            <p:cNvSpPr txBox="1"/>
            <p:nvPr/>
          </p:nvSpPr>
          <p:spPr>
            <a:xfrm>
              <a:off x="236292" y="3016175"/>
              <a:ext cx="304555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4. Target Definition </a:t>
              </a:r>
              <a:r>
                <a:rPr lang="ko-KR" altLang="en-US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커뮤니케이션 타겟은 누구로 정의 할 것인가</a:t>
              </a:r>
              <a:r>
                <a:rPr lang="en-US" altLang="ko-KR" sz="935" spc="-21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spc="-21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D2B8849-1B6D-4E6C-9608-82A9B3CDD756}"/>
                </a:ext>
              </a:extLst>
            </p:cNvPr>
            <p:cNvSpPr txBox="1"/>
            <p:nvPr/>
          </p:nvSpPr>
          <p:spPr>
            <a:xfrm>
              <a:off x="3825134" y="3016175"/>
              <a:ext cx="2770029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5. Pain point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 생각하는 불편은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D4157DB-3A44-417F-B3B7-80772BE5B654}"/>
                </a:ext>
              </a:extLst>
            </p:cNvPr>
            <p:cNvSpPr/>
            <p:nvPr/>
          </p:nvSpPr>
          <p:spPr>
            <a:xfrm>
              <a:off x="236290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EF0577F-0CC3-4D6B-B56F-E8927BBB04A6}"/>
                </a:ext>
              </a:extLst>
            </p:cNvPr>
            <p:cNvSpPr/>
            <p:nvPr/>
          </p:nvSpPr>
          <p:spPr>
            <a:xfrm>
              <a:off x="3825131" y="403726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B5D751A-43C8-4CB8-8E29-93EFE26258E1}"/>
                </a:ext>
              </a:extLst>
            </p:cNvPr>
            <p:cNvSpPr txBox="1"/>
            <p:nvPr/>
          </p:nvSpPr>
          <p:spPr>
            <a:xfrm>
              <a:off x="236294" y="4037256"/>
              <a:ext cx="2917506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6.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타겟이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생각하는 진정한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D01D30F-7358-4166-A61C-5A0044BFD8A9}"/>
                </a:ext>
              </a:extLst>
            </p:cNvPr>
            <p:cNvSpPr txBox="1"/>
            <p:nvPr/>
          </p:nvSpPr>
          <p:spPr>
            <a:xfrm>
              <a:off x="3825131" y="4037256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7. Principal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Competition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우리의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진정한 경쟁자는 누구인가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A052EBD-94F1-4B74-ADA6-D7821425AA5F}"/>
                </a:ext>
              </a:extLst>
            </p:cNvPr>
            <p:cNvSpPr/>
            <p:nvPr/>
          </p:nvSpPr>
          <p:spPr>
            <a:xfrm>
              <a:off x="236290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089F129-1F47-4203-9A14-197DAF2A866D}"/>
                </a:ext>
              </a:extLst>
            </p:cNvPr>
            <p:cNvSpPr/>
            <p:nvPr/>
          </p:nvSpPr>
          <p:spPr>
            <a:xfrm>
              <a:off x="3825131" y="5058342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202F83C-9E49-4DD6-96BD-AD75D17C4F79}"/>
                </a:ext>
              </a:extLst>
            </p:cNvPr>
            <p:cNvSpPr txBox="1"/>
            <p:nvPr/>
          </p:nvSpPr>
          <p:spPr>
            <a:xfrm>
              <a:off x="236289" y="5058337"/>
              <a:ext cx="347374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8. Campaign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Objective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 어떤 행동을 하길 바라는가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C02F82-F0E6-4D0C-9A90-2F1B7DE0C21B}"/>
                </a:ext>
              </a:extLst>
            </p:cNvPr>
            <p:cNvSpPr txBox="1"/>
            <p:nvPr/>
          </p:nvSpPr>
          <p:spPr>
            <a:xfrm>
              <a:off x="3825131" y="5058337"/>
              <a:ext cx="334230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9. Insight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소비자의 행동을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이끌어낼 </a:t>
              </a:r>
              <a:r>
                <a:rPr lang="ko-KR" altLang="en-US" sz="935" dirty="0" err="1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인사이트는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008E585F-BEED-4306-A15A-E1E70901EE9C}"/>
                </a:ext>
              </a:extLst>
            </p:cNvPr>
            <p:cNvSpPr/>
            <p:nvPr/>
          </p:nvSpPr>
          <p:spPr>
            <a:xfrm>
              <a:off x="236290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306FD91-DF87-48AA-854A-3DF82417A841}"/>
                </a:ext>
              </a:extLst>
            </p:cNvPr>
            <p:cNvSpPr/>
            <p:nvPr/>
          </p:nvSpPr>
          <p:spPr>
            <a:xfrm>
              <a:off x="3825131" y="6089374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544CD9D-0F0B-4787-B2C6-69497456DEFF}"/>
                </a:ext>
              </a:extLst>
            </p:cNvPr>
            <p:cNvSpPr txBox="1"/>
            <p:nvPr/>
          </p:nvSpPr>
          <p:spPr>
            <a:xfrm>
              <a:off x="236289" y="6089369"/>
              <a:ext cx="3385583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10. Value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우리가 소비자에게 주고자 하는 가치는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BD022-8994-41A8-906D-502EC68D9215}"/>
                </a:ext>
              </a:extLst>
            </p:cNvPr>
            <p:cNvSpPr txBox="1"/>
            <p:nvPr/>
          </p:nvSpPr>
          <p:spPr>
            <a:xfrm>
              <a:off x="3825133" y="6089369"/>
              <a:ext cx="3574737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11. Reason to believe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소비자가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믿을 수 있는 근거는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919A6AA-B7D6-4235-B93F-A2F2699C9FE8}"/>
                </a:ext>
              </a:extLst>
            </p:cNvPr>
            <p:cNvSpPr/>
            <p:nvPr/>
          </p:nvSpPr>
          <p:spPr>
            <a:xfrm>
              <a:off x="236290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3910978-FC16-4E76-A690-8FD2A68B0867}"/>
                </a:ext>
              </a:extLst>
            </p:cNvPr>
            <p:cNvSpPr/>
            <p:nvPr/>
          </p:nvSpPr>
          <p:spPr>
            <a:xfrm>
              <a:off x="3825131" y="7098211"/>
              <a:ext cx="3492415" cy="96373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126" tIns="44063" rIns="88126" bIns="44063" rtlCol="0" anchor="ctr"/>
            <a:lstStyle/>
            <a:p>
              <a:pPr algn="ctr"/>
              <a:endParaRPr lang="ko-KR" altLang="en-US" sz="935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6CFC2E-A286-482B-801F-C59680CC6557}"/>
                </a:ext>
              </a:extLst>
            </p:cNvPr>
            <p:cNvSpPr txBox="1"/>
            <p:nvPr/>
          </p:nvSpPr>
          <p:spPr>
            <a:xfrm>
              <a:off x="236289" y="7098205"/>
              <a:ext cx="3536265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12. Concept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클라이언트를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이해 시킬 우리의 컨셉은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B1E8A50-8154-4EF1-913E-21ED7032F376}"/>
                </a:ext>
              </a:extLst>
            </p:cNvPr>
            <p:cNvSpPr txBox="1"/>
            <p:nvPr/>
          </p:nvSpPr>
          <p:spPr>
            <a:xfrm>
              <a:off x="3825131" y="7098205"/>
              <a:ext cx="3411231" cy="232872"/>
            </a:xfrm>
            <a:prstGeom prst="rect">
              <a:avLst/>
            </a:prstGeom>
            <a:noFill/>
          </p:spPr>
          <p:txBody>
            <a:bodyPr wrap="none" lIns="88126" tIns="44063" rIns="88126" bIns="44063" rtlCol="0">
              <a:spAutoFit/>
            </a:bodyPr>
            <a:lstStyle/>
            <a:p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13. Theme </a:t>
              </a:r>
              <a:r>
                <a:rPr lang="ko-KR" altLang="en-US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컨셉을 전개시킬 크리에이티브 테마는 무엇인가</a:t>
              </a:r>
              <a:r>
                <a:rPr lang="en-US" altLang="ko-KR" sz="935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?</a:t>
              </a:r>
              <a:endParaRPr lang="ko-KR" altLang="en-US" sz="935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5D5D097-D112-4C59-BDBB-4CF2B6717FEA}"/>
              </a:ext>
            </a:extLst>
          </p:cNvPr>
          <p:cNvSpPr txBox="1"/>
          <p:nvPr/>
        </p:nvSpPr>
        <p:spPr>
          <a:xfrm>
            <a:off x="18240110" y="10842648"/>
            <a:ext cx="1335302" cy="15145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Designed by </a:t>
            </a:r>
            <a:r>
              <a:rPr lang="en-US" altLang="ko-KR" sz="984" dirty="0" err="1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984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8F8A6ED-4D09-4D7A-AB69-9BA11A2DD9D7}"/>
              </a:ext>
            </a:extLst>
          </p:cNvPr>
          <p:cNvGrpSpPr/>
          <p:nvPr/>
        </p:nvGrpSpPr>
        <p:grpSpPr>
          <a:xfrm>
            <a:off x="71438" y="539750"/>
            <a:ext cx="7416800" cy="10117137"/>
            <a:chOff x="236587" y="1417857"/>
            <a:chExt cx="7086505" cy="9010456"/>
          </a:xfrm>
        </p:grpSpPr>
        <p:sp>
          <p:nvSpPr>
            <p:cNvPr id="39" name="모서리가 둥근 직사각형 499">
              <a:extLst>
                <a:ext uri="{FF2B5EF4-FFF2-40B4-BE49-F238E27FC236}">
                  <a16:creationId xmlns:a16="http://schemas.microsoft.com/office/drawing/2014/main" id="{CB90C0C4-44D5-4604-AEED-3DF74669FA15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4017030C-70AD-4B4C-86AA-189FE02DE9D5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610A940-77B1-4EAA-B8FC-A6CE3EC7B322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DAEFD00-F23D-4AD0-9D9A-EE1DF00B78E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0A32DF2-D426-4ADF-8A76-E1ECBA09ECE0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080C94AF-050C-4101-B9A0-871A2D9ED76B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0E77C6FB-2E12-460F-A111-EB849E10B3DC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029AB217-F1B1-41B8-9372-A9A6504E4491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B6F42CD-DF26-4CBF-A3BE-AD3359080A6A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AA77BEE3-371F-4F59-A512-ED70720F02A5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DCF185C8-1B2F-48A4-8817-999C42DAE20C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0DF5C723-F9C0-4A17-A5BC-D30223B3FF2D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7CD32BD7-544F-465B-9908-38A76232A610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F1BDDDFF-3CC4-4192-9385-D6644E6D407F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2755ADD-8E08-4D36-A118-C05BBDDCB131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971CC4E-11A2-4D7C-AC81-E6C701391249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7604EEFC-442E-40FF-8C64-CA579B51ED1D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FE2EB2C-823B-43CA-B8E2-1B009122E844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5CFB63A6-68C2-481C-998D-AA1405E83B87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D96FC077-5415-4BC9-9CBC-F869D1C140E1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AAD514AE-4828-4896-BDD3-0B533F0750EF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F3CAC0B5-ACBA-4C87-88C8-0755FDB2A236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6D0EF9FC-AAF5-45AE-97D6-AB0D2D67CDB3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5CAF5F54-EA7E-405F-8934-97DFDF11938C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67D41416-572C-47CC-815B-CDA18832BD55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C83F3594-424A-4836-9FA2-C276636B4E67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5C29CB95-95DF-448E-9D0A-F9B245AB9346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07CACF25-8DA9-4B3B-BFD7-866E4A75C875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5734131D-685F-4643-A12E-4C934D8B0058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3EF1CB81-F713-459E-B41E-AA360AF00C9D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FE565CE4-C154-425C-9E98-B6CEE86715FC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BD968155-4620-4E60-BB5E-FAF00FDAAB6B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6CADA8D3-AB37-4DBD-8187-009A4764A79C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C9E123A6-0A2A-4EA4-8413-CB5242FEA4E6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2172D1C3-4582-41B0-B937-679A3165A32E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57C732EE-ECA6-4FDD-8AF4-5C0F26477DBE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2E9BA9FA-B03E-4CC9-9EDD-9115AEE5E128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CB4E16E-C404-45BB-9381-DABC1139CC65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DA482A5E-5E8A-4D07-91E3-783EDAC9E03F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3D415709-82AC-4D80-BF7A-F58C9589AB93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601861E0-8ED6-41F4-A4C7-94392FC74587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2F4D3754-935D-4B1E-947D-B152C2348842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9BB59805-6F80-4C57-AEDF-C54CC536C67A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A0A11F41-C2D4-4D35-A055-2C8D79A7B5C2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4FBB6626-DFB2-4926-AA0F-60A5BD0648F7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D89F5B8A-5B8B-4C44-83B2-4B440811054C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BF68EEA0-1F1E-4570-8B63-87BD967FAEFF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AFDD9143-7948-493D-9440-6E51CA2CF2C8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2D1B3BA9-D488-486F-98F9-03F9F0F46BB3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602E1DF9-5DF2-4D81-B4D5-4F13AE4116B1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D501D6A-1EF1-45AE-A96F-C56153D28753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84A24DB8-AEAC-4923-A8B6-F4E83F586BF9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A3A07C3B-E812-446C-ADD8-1F565EF045A3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B3094C3F-BFEC-449E-8613-86314CDF55C4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864C98AB-B5C3-462D-965B-C2D8753C31BB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42441ACF-F005-4C56-94E7-92ED3A630BAE}"/>
              </a:ext>
            </a:extLst>
          </p:cNvPr>
          <p:cNvGrpSpPr/>
          <p:nvPr/>
        </p:nvGrpSpPr>
        <p:grpSpPr>
          <a:xfrm>
            <a:off x="7596188" y="539750"/>
            <a:ext cx="7416794" cy="10117137"/>
            <a:chOff x="236587" y="1417857"/>
            <a:chExt cx="7086505" cy="9010456"/>
          </a:xfrm>
        </p:grpSpPr>
        <p:sp>
          <p:nvSpPr>
            <p:cNvPr id="128" name="모서리가 둥근 직사각형 499">
              <a:extLst>
                <a:ext uri="{FF2B5EF4-FFF2-40B4-BE49-F238E27FC236}">
                  <a16:creationId xmlns:a16="http://schemas.microsoft.com/office/drawing/2014/main" id="{C6E880D7-E53F-4E3A-984B-DFC745496864}"/>
                </a:ext>
              </a:extLst>
            </p:cNvPr>
            <p:cNvSpPr/>
            <p:nvPr/>
          </p:nvSpPr>
          <p:spPr>
            <a:xfrm>
              <a:off x="236593" y="9208740"/>
              <a:ext cx="7086499" cy="1219573"/>
            </a:xfrm>
            <a:prstGeom prst="roundRect">
              <a:avLst>
                <a:gd name="adj" fmla="val 5945"/>
              </a:avLst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3812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CFE32F7F-8AE2-43D1-BCE6-579D85B17EAE}"/>
                </a:ext>
              </a:extLst>
            </p:cNvPr>
            <p:cNvCxnSpPr/>
            <p:nvPr/>
          </p:nvCxnSpPr>
          <p:spPr>
            <a:xfrm>
              <a:off x="236587" y="141785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BFF91DEC-40C8-4B12-9BF6-1E3B92E0C981}"/>
                </a:ext>
              </a:extLst>
            </p:cNvPr>
            <p:cNvCxnSpPr/>
            <p:nvPr/>
          </p:nvCxnSpPr>
          <p:spPr>
            <a:xfrm>
              <a:off x="236587" y="171591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81EFEE5C-90E1-44FB-90DB-BBB30AC9DAA8}"/>
                </a:ext>
              </a:extLst>
            </p:cNvPr>
            <p:cNvCxnSpPr/>
            <p:nvPr/>
          </p:nvCxnSpPr>
          <p:spPr>
            <a:xfrm>
              <a:off x="236587" y="201396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1221A739-3CE9-4D1E-B9C5-224E420CA849}"/>
                </a:ext>
              </a:extLst>
            </p:cNvPr>
            <p:cNvCxnSpPr/>
            <p:nvPr/>
          </p:nvCxnSpPr>
          <p:spPr>
            <a:xfrm>
              <a:off x="236587" y="231202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3630D58C-382F-481A-9F9A-8BCBFEF74E63}"/>
                </a:ext>
              </a:extLst>
            </p:cNvPr>
            <p:cNvCxnSpPr/>
            <p:nvPr/>
          </p:nvCxnSpPr>
          <p:spPr>
            <a:xfrm>
              <a:off x="236587" y="261008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C35D7EF-98B8-4063-ACD9-C11ED50FCB02}"/>
                </a:ext>
              </a:extLst>
            </p:cNvPr>
            <p:cNvCxnSpPr/>
            <p:nvPr/>
          </p:nvCxnSpPr>
          <p:spPr>
            <a:xfrm>
              <a:off x="236587" y="290813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3DB4EDCD-F128-4AED-8245-FE57FE524713}"/>
                </a:ext>
              </a:extLst>
            </p:cNvPr>
            <p:cNvCxnSpPr/>
            <p:nvPr/>
          </p:nvCxnSpPr>
          <p:spPr>
            <a:xfrm>
              <a:off x="236587" y="3206192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40039774-06DD-42EF-A3F4-B0DAAAAFDAF0}"/>
                </a:ext>
              </a:extLst>
            </p:cNvPr>
            <p:cNvCxnSpPr/>
            <p:nvPr/>
          </p:nvCxnSpPr>
          <p:spPr>
            <a:xfrm>
              <a:off x="236587" y="3504248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2511D9A2-5B73-421A-BFFF-95AA5808164C}"/>
                </a:ext>
              </a:extLst>
            </p:cNvPr>
            <p:cNvCxnSpPr/>
            <p:nvPr/>
          </p:nvCxnSpPr>
          <p:spPr>
            <a:xfrm>
              <a:off x="236587" y="3802304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4B57D6A4-A6F3-4834-845E-585A4D52D40E}"/>
                </a:ext>
              </a:extLst>
            </p:cNvPr>
            <p:cNvCxnSpPr/>
            <p:nvPr/>
          </p:nvCxnSpPr>
          <p:spPr>
            <a:xfrm>
              <a:off x="236587" y="4100360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D6D4BB92-846A-496D-A4C8-3481C3519518}"/>
                </a:ext>
              </a:extLst>
            </p:cNvPr>
            <p:cNvCxnSpPr/>
            <p:nvPr/>
          </p:nvCxnSpPr>
          <p:spPr>
            <a:xfrm>
              <a:off x="236587" y="4398416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BFAB7A7-6737-4A61-98C4-0E4E4C3CABEB}"/>
                </a:ext>
              </a:extLst>
            </p:cNvPr>
            <p:cNvCxnSpPr/>
            <p:nvPr/>
          </p:nvCxnSpPr>
          <p:spPr>
            <a:xfrm>
              <a:off x="236587" y="4696472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76A63901-EBEC-4406-95AA-34D8961F4575}"/>
                </a:ext>
              </a:extLst>
            </p:cNvPr>
            <p:cNvCxnSpPr/>
            <p:nvPr/>
          </p:nvCxnSpPr>
          <p:spPr>
            <a:xfrm>
              <a:off x="236587" y="499452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074D3E9-847A-442B-AE7F-8468E61DBE04}"/>
                </a:ext>
              </a:extLst>
            </p:cNvPr>
            <p:cNvCxnSpPr/>
            <p:nvPr/>
          </p:nvCxnSpPr>
          <p:spPr>
            <a:xfrm>
              <a:off x="236587" y="5292584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1FF58F60-8FE1-47E2-A14E-45CBE4DE42F0}"/>
                </a:ext>
              </a:extLst>
            </p:cNvPr>
            <p:cNvCxnSpPr/>
            <p:nvPr/>
          </p:nvCxnSpPr>
          <p:spPr>
            <a:xfrm>
              <a:off x="236587" y="5590640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42F2DCE3-97EE-4DB7-B066-FF56EC82A237}"/>
                </a:ext>
              </a:extLst>
            </p:cNvPr>
            <p:cNvCxnSpPr/>
            <p:nvPr/>
          </p:nvCxnSpPr>
          <p:spPr>
            <a:xfrm>
              <a:off x="236587" y="5888696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1A4ECD45-5EDA-4E7E-9106-D34DBEDC908E}"/>
                </a:ext>
              </a:extLst>
            </p:cNvPr>
            <p:cNvCxnSpPr/>
            <p:nvPr/>
          </p:nvCxnSpPr>
          <p:spPr>
            <a:xfrm>
              <a:off x="236587" y="6186751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A645B952-4DB4-4D7C-8653-7C77C3178931}"/>
                </a:ext>
              </a:extLst>
            </p:cNvPr>
            <p:cNvCxnSpPr/>
            <p:nvPr/>
          </p:nvCxnSpPr>
          <p:spPr>
            <a:xfrm>
              <a:off x="236587" y="6484807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DEE8839B-5464-4C2B-A15F-40E2807C44EB}"/>
                </a:ext>
              </a:extLst>
            </p:cNvPr>
            <p:cNvCxnSpPr/>
            <p:nvPr/>
          </p:nvCxnSpPr>
          <p:spPr>
            <a:xfrm>
              <a:off x="236587" y="6782863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C25027F7-3212-47C5-AC7D-2EEF2B397B50}"/>
                </a:ext>
              </a:extLst>
            </p:cNvPr>
            <p:cNvCxnSpPr/>
            <p:nvPr/>
          </p:nvCxnSpPr>
          <p:spPr>
            <a:xfrm>
              <a:off x="236587" y="7080919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80DB2A9-64F7-405C-8F28-33A9C219A7D3}"/>
                </a:ext>
              </a:extLst>
            </p:cNvPr>
            <p:cNvCxnSpPr/>
            <p:nvPr/>
          </p:nvCxnSpPr>
          <p:spPr>
            <a:xfrm>
              <a:off x="236587" y="7378975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51C33759-3856-4578-B7A6-5221E1593841}"/>
                </a:ext>
              </a:extLst>
            </p:cNvPr>
            <p:cNvCxnSpPr/>
            <p:nvPr/>
          </p:nvCxnSpPr>
          <p:spPr>
            <a:xfrm>
              <a:off x="236587" y="7677031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9C75968A-4249-465C-9DE3-DBB6BD06EF25}"/>
                </a:ext>
              </a:extLst>
            </p:cNvPr>
            <p:cNvCxnSpPr/>
            <p:nvPr/>
          </p:nvCxnSpPr>
          <p:spPr>
            <a:xfrm>
              <a:off x="236587" y="7975087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891D53F4-25F0-471A-B2C0-03BA860FF4BD}"/>
                </a:ext>
              </a:extLst>
            </p:cNvPr>
            <p:cNvCxnSpPr/>
            <p:nvPr/>
          </p:nvCxnSpPr>
          <p:spPr>
            <a:xfrm>
              <a:off x="236587" y="8273143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A6DA79F6-5044-4F7F-9409-FF12BBE5024A}"/>
                </a:ext>
              </a:extLst>
            </p:cNvPr>
            <p:cNvCxnSpPr/>
            <p:nvPr/>
          </p:nvCxnSpPr>
          <p:spPr>
            <a:xfrm>
              <a:off x="236587" y="8571199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827404DA-861E-46A6-AA83-E94293308BB3}"/>
                </a:ext>
              </a:extLst>
            </p:cNvPr>
            <p:cNvCxnSpPr/>
            <p:nvPr/>
          </p:nvCxnSpPr>
          <p:spPr>
            <a:xfrm>
              <a:off x="236587" y="8869255"/>
              <a:ext cx="5505820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D37FF7C-72B1-4A25-8D5D-CBF3C141337F}"/>
                </a:ext>
              </a:extLst>
            </p:cNvPr>
            <p:cNvCxnSpPr/>
            <p:nvPr/>
          </p:nvCxnSpPr>
          <p:spPr>
            <a:xfrm>
              <a:off x="236587" y="9167318"/>
              <a:ext cx="55058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42048C85-9684-4D12-8752-295BBD51FCCB}"/>
                </a:ext>
              </a:extLst>
            </p:cNvPr>
            <p:cNvCxnSpPr/>
            <p:nvPr/>
          </p:nvCxnSpPr>
          <p:spPr>
            <a:xfrm>
              <a:off x="5828114" y="141785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3F95ACF0-B5F1-405E-A0C3-259A776AF4A6}"/>
                </a:ext>
              </a:extLst>
            </p:cNvPr>
            <p:cNvCxnSpPr/>
            <p:nvPr/>
          </p:nvCxnSpPr>
          <p:spPr>
            <a:xfrm>
              <a:off x="5828114" y="171591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CA81CAD8-D4A9-4A71-9EF3-51B65FCEF4AB}"/>
                </a:ext>
              </a:extLst>
            </p:cNvPr>
            <p:cNvCxnSpPr/>
            <p:nvPr/>
          </p:nvCxnSpPr>
          <p:spPr>
            <a:xfrm>
              <a:off x="5828114" y="201396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70B33A6F-576F-4E85-B4B0-E3D0411F21A1}"/>
                </a:ext>
              </a:extLst>
            </p:cNvPr>
            <p:cNvCxnSpPr/>
            <p:nvPr/>
          </p:nvCxnSpPr>
          <p:spPr>
            <a:xfrm>
              <a:off x="5828114" y="231202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44EE234E-6857-4948-AFF8-9103CD8DC7A2}"/>
                </a:ext>
              </a:extLst>
            </p:cNvPr>
            <p:cNvCxnSpPr/>
            <p:nvPr/>
          </p:nvCxnSpPr>
          <p:spPr>
            <a:xfrm>
              <a:off x="5828114" y="261008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4F893752-8867-461C-811F-A643AA002FD9}"/>
                </a:ext>
              </a:extLst>
            </p:cNvPr>
            <p:cNvCxnSpPr/>
            <p:nvPr/>
          </p:nvCxnSpPr>
          <p:spPr>
            <a:xfrm>
              <a:off x="5828114" y="290813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D3E204A2-935B-4DFC-B780-9F0FA51F3DE5}"/>
                </a:ext>
              </a:extLst>
            </p:cNvPr>
            <p:cNvCxnSpPr/>
            <p:nvPr/>
          </p:nvCxnSpPr>
          <p:spPr>
            <a:xfrm>
              <a:off x="5828114" y="3206192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11FC0A22-8769-4C5C-A74E-E1C6ADAC3494}"/>
                </a:ext>
              </a:extLst>
            </p:cNvPr>
            <p:cNvCxnSpPr/>
            <p:nvPr/>
          </p:nvCxnSpPr>
          <p:spPr>
            <a:xfrm>
              <a:off x="5828114" y="3504248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D04743EE-14C1-48C4-AA50-C28FEB79F280}"/>
                </a:ext>
              </a:extLst>
            </p:cNvPr>
            <p:cNvCxnSpPr/>
            <p:nvPr/>
          </p:nvCxnSpPr>
          <p:spPr>
            <a:xfrm>
              <a:off x="5828114" y="3802304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9C7957D3-214A-43DE-92AF-D99E5002B3E2}"/>
                </a:ext>
              </a:extLst>
            </p:cNvPr>
            <p:cNvCxnSpPr/>
            <p:nvPr/>
          </p:nvCxnSpPr>
          <p:spPr>
            <a:xfrm>
              <a:off x="5828114" y="4100360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7EA672B2-80B9-49DF-8F29-6044BF0E83D5}"/>
                </a:ext>
              </a:extLst>
            </p:cNvPr>
            <p:cNvCxnSpPr/>
            <p:nvPr/>
          </p:nvCxnSpPr>
          <p:spPr>
            <a:xfrm>
              <a:off x="5828114" y="4398416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4E537F33-A82F-4944-A210-CA79DAC58E8B}"/>
                </a:ext>
              </a:extLst>
            </p:cNvPr>
            <p:cNvCxnSpPr/>
            <p:nvPr/>
          </p:nvCxnSpPr>
          <p:spPr>
            <a:xfrm>
              <a:off x="5828114" y="4696472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F97C2790-C5EF-472F-B900-8A5DE8135351}"/>
                </a:ext>
              </a:extLst>
            </p:cNvPr>
            <p:cNvCxnSpPr/>
            <p:nvPr/>
          </p:nvCxnSpPr>
          <p:spPr>
            <a:xfrm>
              <a:off x="5828114" y="499452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9CE808A8-9AD0-4EDA-85C1-4C6365208251}"/>
                </a:ext>
              </a:extLst>
            </p:cNvPr>
            <p:cNvCxnSpPr/>
            <p:nvPr/>
          </p:nvCxnSpPr>
          <p:spPr>
            <a:xfrm>
              <a:off x="5828114" y="5292584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964C7B9B-0CA7-4BDF-9BAE-18A24A14BF75}"/>
                </a:ext>
              </a:extLst>
            </p:cNvPr>
            <p:cNvCxnSpPr/>
            <p:nvPr/>
          </p:nvCxnSpPr>
          <p:spPr>
            <a:xfrm>
              <a:off x="5828114" y="5590640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0FB96EF6-377F-4AD7-90D8-58E2D43A349D}"/>
                </a:ext>
              </a:extLst>
            </p:cNvPr>
            <p:cNvCxnSpPr/>
            <p:nvPr/>
          </p:nvCxnSpPr>
          <p:spPr>
            <a:xfrm>
              <a:off x="5828114" y="5888696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D0996DB8-373E-429F-BC2E-9312AA788C8A}"/>
                </a:ext>
              </a:extLst>
            </p:cNvPr>
            <p:cNvCxnSpPr/>
            <p:nvPr/>
          </p:nvCxnSpPr>
          <p:spPr>
            <a:xfrm>
              <a:off x="5828114" y="6186751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6FAED056-5B3D-47CA-BBC1-1B088238A323}"/>
                </a:ext>
              </a:extLst>
            </p:cNvPr>
            <p:cNvCxnSpPr/>
            <p:nvPr/>
          </p:nvCxnSpPr>
          <p:spPr>
            <a:xfrm>
              <a:off x="5828114" y="6484807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7AA5C9A7-3FEF-4827-AC5F-E800989C83F6}"/>
                </a:ext>
              </a:extLst>
            </p:cNvPr>
            <p:cNvCxnSpPr/>
            <p:nvPr/>
          </p:nvCxnSpPr>
          <p:spPr>
            <a:xfrm>
              <a:off x="5828114" y="6782863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A68C2DB-6C6A-4A76-B564-D16EB080D934}"/>
                </a:ext>
              </a:extLst>
            </p:cNvPr>
            <p:cNvCxnSpPr/>
            <p:nvPr/>
          </p:nvCxnSpPr>
          <p:spPr>
            <a:xfrm>
              <a:off x="5828114" y="7080919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A29BD72A-E0DB-433D-BC6A-856039E31AF4}"/>
                </a:ext>
              </a:extLst>
            </p:cNvPr>
            <p:cNvCxnSpPr/>
            <p:nvPr/>
          </p:nvCxnSpPr>
          <p:spPr>
            <a:xfrm>
              <a:off x="5828114" y="7378975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A73B0E20-7504-46BF-9060-754CDD00F23D}"/>
                </a:ext>
              </a:extLst>
            </p:cNvPr>
            <p:cNvCxnSpPr/>
            <p:nvPr/>
          </p:nvCxnSpPr>
          <p:spPr>
            <a:xfrm>
              <a:off x="5828114" y="7677031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DB063013-F0E6-4B00-9AED-4BF4D2154BC0}"/>
                </a:ext>
              </a:extLst>
            </p:cNvPr>
            <p:cNvCxnSpPr/>
            <p:nvPr/>
          </p:nvCxnSpPr>
          <p:spPr>
            <a:xfrm>
              <a:off x="5828114" y="7975087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1233BF06-D7D1-4AA0-9B44-7FDB23137130}"/>
                </a:ext>
              </a:extLst>
            </p:cNvPr>
            <p:cNvCxnSpPr/>
            <p:nvPr/>
          </p:nvCxnSpPr>
          <p:spPr>
            <a:xfrm>
              <a:off x="5828114" y="8273143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14BDDD9-A6AB-4C1A-85CF-C43E9EF9DC68}"/>
                </a:ext>
              </a:extLst>
            </p:cNvPr>
            <p:cNvCxnSpPr/>
            <p:nvPr/>
          </p:nvCxnSpPr>
          <p:spPr>
            <a:xfrm>
              <a:off x="5828114" y="8571199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59C07D2A-6EA6-4CA4-85E8-18DB3DAA5295}"/>
                </a:ext>
              </a:extLst>
            </p:cNvPr>
            <p:cNvCxnSpPr/>
            <p:nvPr/>
          </p:nvCxnSpPr>
          <p:spPr>
            <a:xfrm>
              <a:off x="5828114" y="8869255"/>
              <a:ext cx="1494973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AE82562B-D25F-4691-9073-6DA45232324E}"/>
                </a:ext>
              </a:extLst>
            </p:cNvPr>
            <p:cNvCxnSpPr/>
            <p:nvPr/>
          </p:nvCxnSpPr>
          <p:spPr>
            <a:xfrm>
              <a:off x="5828114" y="9167318"/>
              <a:ext cx="149497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28C6ABA1-90E7-4127-A7D4-B556318FE1DF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4" name="그림 183" descr="표지">
            <a:hlinkClick r:id="rId2" action="ppaction://hlinksldjump"/>
            <a:extLst>
              <a:ext uri="{FF2B5EF4-FFF2-40B4-BE49-F238E27FC236}">
                <a16:creationId xmlns:a16="http://schemas.microsoft.com/office/drawing/2014/main" id="{E24A2E49-1167-47C8-B27D-003E636C7C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5" name="TextBox 184">
            <a:extLst>
              <a:ext uri="{FF2B5EF4-FFF2-40B4-BE49-F238E27FC236}">
                <a16:creationId xmlns:a16="http://schemas.microsoft.com/office/drawing/2014/main" id="{F6E056D0-BDB8-4D9A-A762-25B0D41DF195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186" name="그림 185" descr="캘린더 인덱스">
            <a:hlinkClick r:id="rId4" action="ppaction://hlinksldjump"/>
            <a:extLst>
              <a:ext uri="{FF2B5EF4-FFF2-40B4-BE49-F238E27FC236}">
                <a16:creationId xmlns:a16="http://schemas.microsoft.com/office/drawing/2014/main" id="{CFE13B7E-FB12-41A3-9B73-BC3B2C731E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187" name="TextBox 186">
            <a:extLst>
              <a:ext uri="{FF2B5EF4-FFF2-40B4-BE49-F238E27FC236}">
                <a16:creationId xmlns:a16="http://schemas.microsoft.com/office/drawing/2014/main" id="{4F9623E2-A50B-48EC-A901-B5B088862C49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188" name="직사각형 187" descr="목표 설정">
            <a:hlinkClick r:id="rId6" action="ppaction://hlinksldjump"/>
            <a:extLst>
              <a:ext uri="{FF2B5EF4-FFF2-40B4-BE49-F238E27FC236}">
                <a16:creationId xmlns:a16="http://schemas.microsoft.com/office/drawing/2014/main" id="{732C1524-0DE2-41A1-8C56-929DC1107116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6B0B6A0A-4FD2-4DE0-B967-59E8A24D2002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190" name="직사각형 189">
            <a:hlinkClick r:id="rId7" action="ppaction://hlinksldjump"/>
            <a:extLst>
              <a:ext uri="{FF2B5EF4-FFF2-40B4-BE49-F238E27FC236}">
                <a16:creationId xmlns:a16="http://schemas.microsoft.com/office/drawing/2014/main" id="{26558F82-3E8A-49B3-8E40-A09DDCD3E3D7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87BA8FD5-2CB6-40A9-82C8-FE55B64E3D1F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192" name="직사각형 191" descr="목표 설정">
            <a:hlinkClick r:id="rId8" action="ppaction://hlinksldjump"/>
            <a:extLst>
              <a:ext uri="{FF2B5EF4-FFF2-40B4-BE49-F238E27FC236}">
                <a16:creationId xmlns:a16="http://schemas.microsoft.com/office/drawing/2014/main" id="{7F9ACDAC-38E2-478C-A3C3-9A0399473DD3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670E1B68-03C1-4D63-8F45-FE138A69258A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5578332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4FA7C506-DACE-4609-A520-9915B944974F}"/>
              </a:ext>
            </a:extLst>
          </p:cNvPr>
          <p:cNvSpPr/>
          <p:nvPr/>
        </p:nvSpPr>
        <p:spPr>
          <a:xfrm rot="20700000">
            <a:off x="2723564" y="2427564"/>
            <a:ext cx="2390431" cy="2390431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65" dirty="0">
              <a:latin typeface="나눔바른펜" panose="020B0503000000000000" pitchFamily="50" charset="-127"/>
              <a:ea typeface="나눔바른펜" panose="020B0503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9FB213-860C-4293-B112-589C1DF55265}"/>
              </a:ext>
            </a:extLst>
          </p:cNvPr>
          <p:cNvSpPr txBox="1"/>
          <p:nvPr/>
        </p:nvSpPr>
        <p:spPr>
          <a:xfrm rot="20677629">
            <a:off x="2790042" y="2750078"/>
            <a:ext cx="2280353" cy="17389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손글씨 펜" panose="03040600000000000000" pitchFamily="66" charset="-127"/>
                <a:ea typeface="나눔손글씨 펜" panose="03040600000000000000"/>
              </a:rPr>
              <a:t>빠르게 조직하고</a:t>
            </a:r>
            <a:endParaRPr lang="en-US" altLang="ko-KR" sz="2400" dirty="0">
              <a:latin typeface="나눔손글씨 펜" panose="03040600000000000000" pitchFamily="66" charset="-127"/>
              <a:ea typeface="나눔손글씨 펜" panose="03040600000000000000"/>
            </a:endParaRPr>
          </a:p>
          <a:p>
            <a:r>
              <a:rPr lang="ko-KR" altLang="en-US" sz="2400" dirty="0">
                <a:latin typeface="나눔손글씨 펜" panose="03040600000000000000" pitchFamily="66" charset="-127"/>
                <a:ea typeface="나눔손글씨 펜" panose="03040600000000000000"/>
              </a:rPr>
              <a:t>일이 되게 하라</a:t>
            </a:r>
            <a:endParaRPr lang="en-US" altLang="ko-KR" sz="2400" dirty="0">
              <a:latin typeface="나눔손글씨 펜" panose="03040600000000000000" pitchFamily="66" charset="-127"/>
              <a:ea typeface="나눔손글씨 펜" panose="03040600000000000000"/>
            </a:endParaRPr>
          </a:p>
          <a:p>
            <a:pPr algn="r"/>
            <a:endParaRPr lang="en-US" altLang="ko-KR" sz="1200" dirty="0">
              <a:latin typeface="나눔고딕" panose="020D0604000000000000" pitchFamily="50" charset="-127"/>
              <a:ea typeface="나눔손글씨 펜" panose="03040600000000000000"/>
            </a:endParaRPr>
          </a:p>
          <a:p>
            <a:pPr algn="r"/>
            <a:endParaRPr lang="en-US" altLang="ko-KR" sz="1200" dirty="0">
              <a:latin typeface="나눔고딕" panose="020D0604000000000000" pitchFamily="50" charset="-127"/>
              <a:ea typeface="나눔손글씨 펜" panose="03040600000000000000"/>
            </a:endParaRPr>
          </a:p>
          <a:p>
            <a:pPr algn="r"/>
            <a:r>
              <a:rPr lang="en-US" altLang="ko-KR" sz="11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Ten:One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™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4F94BA-3D07-4F6E-B382-7571CB6D60DB}"/>
              </a:ext>
            </a:extLst>
          </p:cNvPr>
          <p:cNvSpPr txBox="1"/>
          <p:nvPr/>
        </p:nvSpPr>
        <p:spPr>
          <a:xfrm>
            <a:off x="1712605" y="6455914"/>
            <a:ext cx="4134465" cy="18443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일과 생활의 </a:t>
            </a:r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발란스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워라밸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중요하게 생각하는 요즘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그 사이에 나를 놓치지 마세요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나의 목표를 분명히 하고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목표를 당성하기 위해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끊임 없이 자신을 </a:t>
            </a:r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들여다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볼 필요가 있습니다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717FDE7-3D07-4248-B415-D98B59B67F94}"/>
              </a:ext>
            </a:extLst>
          </p:cNvPr>
          <p:cNvSpPr txBox="1"/>
          <p:nvPr/>
        </p:nvSpPr>
        <p:spPr>
          <a:xfrm>
            <a:off x="9121941" y="5792074"/>
            <a:ext cx="4365298" cy="35963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90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년대 초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고등학교 시절 시스템 다이어리 속지를 만들고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하드보드지와 한지로 다이어리를 만들어 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주변 지인들에게 선물하고는 했습니다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ctr"/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사회에 나와서는 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MS 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아웃룩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구글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등 다양한 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스케쥴러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프로그램을 사용하고 있습니다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ctr"/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최근에는 다양한 </a:t>
            </a:r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어플들을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사용해 봤지만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어느 것 하나 정착하지 못하고 있습니다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ctr"/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손으로 정리하는 것에 대한 미련이 남더라구요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그래서 </a:t>
            </a:r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타블렛용으로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한번 만들어 보고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사용하기 괜찮다 싶어 공유를 하기에 이르렀습니다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ctr"/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사용해 보시고 의견 부탁드립니다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pPr algn="ctr"/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  <a:hlinkClick r:id="rId2"/>
              </a:rPr>
              <a:t>lools@tenone.biz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8" name="그림 7" descr="텍스트이(가) 표시된 사진&#10;&#10;자동 생성된 설명">
            <a:extLst>
              <a:ext uri="{FF2B5EF4-FFF2-40B4-BE49-F238E27FC236}">
                <a16:creationId xmlns:a16="http://schemas.microsoft.com/office/drawing/2014/main" id="{8845AE28-162A-49CA-B9EF-80AD488897D0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3657" y="2327780"/>
            <a:ext cx="2881862" cy="2432388"/>
          </a:xfrm>
          <a:prstGeom prst="rect">
            <a:avLst/>
          </a:prstGeom>
        </p:spPr>
      </p:pic>
      <p:pic>
        <p:nvPicPr>
          <p:cNvPr id="9" name="Picture 2" descr="카카오톡 오픈 채팅 프로필 만들기">
            <a:hlinkClick r:id="rId4"/>
            <a:extLst>
              <a:ext uri="{FF2B5EF4-FFF2-40B4-BE49-F238E27FC236}">
                <a16:creationId xmlns:a16="http://schemas.microsoft.com/office/drawing/2014/main" id="{4F7EFED9-F06B-4B10-B196-9C15908922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418" t="8955" r="29314" b="46097"/>
          <a:stretch/>
        </p:blipFill>
        <p:spPr bwMode="auto">
          <a:xfrm>
            <a:off x="10334371" y="9605769"/>
            <a:ext cx="229564" cy="228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8B9F10C4-FE60-4A32-9FAA-A6704C720D8B}"/>
              </a:ext>
            </a:extLst>
          </p:cNvPr>
          <p:cNvSpPr txBox="1"/>
          <p:nvPr/>
        </p:nvSpPr>
        <p:spPr>
          <a:xfrm>
            <a:off x="10563936" y="9582980"/>
            <a:ext cx="1297150" cy="2333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1125"/>
              </a:lnSpc>
            </a:pPr>
            <a:r>
              <a:rPr lang="ko-KR" altLang="en-US" sz="1125" dirty="0">
                <a:latin typeface="나눔고딕" panose="020D0604000000000000" pitchFamily="50" charset="-127"/>
                <a:ea typeface="나눔고딕" panose="020D0604000000000000" pitchFamily="50" charset="-127"/>
                <a:hlinkClick r:id="rId4"/>
              </a:rPr>
              <a:t>카카오</a:t>
            </a:r>
            <a:r>
              <a:rPr lang="en-US" altLang="ko-KR" sz="1125" dirty="0">
                <a:latin typeface="나눔고딕" panose="020D0604000000000000" pitchFamily="50" charset="-127"/>
                <a:ea typeface="나눔고딕" panose="020D0604000000000000" pitchFamily="50" charset="-127"/>
                <a:hlinkClick r:id="rId4"/>
              </a:rPr>
              <a:t> </a:t>
            </a:r>
            <a:r>
              <a:rPr lang="ko-KR" altLang="en-US" sz="1125" dirty="0">
                <a:latin typeface="나눔고딕" panose="020D0604000000000000" pitchFamily="50" charset="-127"/>
                <a:ea typeface="나눔고딕" panose="020D0604000000000000" pitchFamily="50" charset="-127"/>
                <a:hlinkClick r:id="rId4"/>
              </a:rPr>
              <a:t>오픈 채팅</a:t>
            </a:r>
            <a:endParaRPr lang="en-US" altLang="ko-KR" sz="112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" name="연결선: 꺾임 12">
            <a:extLst>
              <a:ext uri="{FF2B5EF4-FFF2-40B4-BE49-F238E27FC236}">
                <a16:creationId xmlns:a16="http://schemas.microsoft.com/office/drawing/2014/main" id="{858CEE6D-AA0E-44D1-BBB5-031D8B1968E9}"/>
              </a:ext>
            </a:extLst>
          </p:cNvPr>
          <p:cNvCxnSpPr>
            <a:cxnSpLocks/>
          </p:cNvCxnSpPr>
          <p:nvPr/>
        </p:nvCxnSpPr>
        <p:spPr>
          <a:xfrm flipV="1">
            <a:off x="16254341" y="6625894"/>
            <a:ext cx="1471028" cy="8928"/>
          </a:xfrm>
          <a:prstGeom prst="bentConnector4">
            <a:avLst>
              <a:gd name="adj1" fmla="val 24194"/>
              <a:gd name="adj2" fmla="val 37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연결선: 꺾임 13">
            <a:extLst>
              <a:ext uri="{FF2B5EF4-FFF2-40B4-BE49-F238E27FC236}">
                <a16:creationId xmlns:a16="http://schemas.microsoft.com/office/drawing/2014/main" id="{16B89CD4-DD55-4E96-8276-1723A170AA5D}"/>
              </a:ext>
            </a:extLst>
          </p:cNvPr>
          <p:cNvCxnSpPr>
            <a:cxnSpLocks/>
          </p:cNvCxnSpPr>
          <p:nvPr/>
        </p:nvCxnSpPr>
        <p:spPr>
          <a:xfrm flipV="1">
            <a:off x="17900812" y="6625894"/>
            <a:ext cx="1541947" cy="8928"/>
          </a:xfrm>
          <a:prstGeom prst="bentConnector4">
            <a:avLst>
              <a:gd name="adj1" fmla="val 25381"/>
              <a:gd name="adj2" fmla="val 37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연결선: 꺾임 14">
            <a:extLst>
              <a:ext uri="{FF2B5EF4-FFF2-40B4-BE49-F238E27FC236}">
                <a16:creationId xmlns:a16="http://schemas.microsoft.com/office/drawing/2014/main" id="{7F2AEBDC-96AC-4149-82CD-8149D1A5D0A2}"/>
              </a:ext>
            </a:extLst>
          </p:cNvPr>
          <p:cNvCxnSpPr>
            <a:cxnSpLocks/>
          </p:cNvCxnSpPr>
          <p:nvPr/>
        </p:nvCxnSpPr>
        <p:spPr>
          <a:xfrm flipV="1">
            <a:off x="19560820" y="6625894"/>
            <a:ext cx="1541947" cy="8928"/>
          </a:xfrm>
          <a:prstGeom prst="bentConnector4">
            <a:avLst>
              <a:gd name="adj1" fmla="val 25381"/>
              <a:gd name="adj2" fmla="val 37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타원 15">
            <a:extLst>
              <a:ext uri="{FF2B5EF4-FFF2-40B4-BE49-F238E27FC236}">
                <a16:creationId xmlns:a16="http://schemas.microsoft.com/office/drawing/2014/main" id="{CB17CF03-4A42-43CA-8DFC-29B6468F79E9}"/>
              </a:ext>
            </a:extLst>
          </p:cNvPr>
          <p:cNvSpPr/>
          <p:nvPr/>
        </p:nvSpPr>
        <p:spPr>
          <a:xfrm>
            <a:off x="16355941" y="3404283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2E34238-9607-4305-9C7E-5B0BC410A4E2}"/>
              </a:ext>
            </a:extLst>
          </p:cNvPr>
          <p:cNvSpPr/>
          <p:nvPr/>
        </p:nvSpPr>
        <p:spPr>
          <a:xfrm>
            <a:off x="17220375" y="4163141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B3DFE55-FDF5-44C6-A5B3-20C57CC9B511}"/>
              </a:ext>
            </a:extLst>
          </p:cNvPr>
          <p:cNvSpPr txBox="1"/>
          <p:nvPr/>
        </p:nvSpPr>
        <p:spPr>
          <a:xfrm>
            <a:off x="15574422" y="6613293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Object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4E017E-EE2B-47F7-957B-709602398006}"/>
              </a:ext>
            </a:extLst>
          </p:cNvPr>
          <p:cNvSpPr txBox="1"/>
          <p:nvPr/>
        </p:nvSpPr>
        <p:spPr>
          <a:xfrm>
            <a:off x="15574422" y="7068250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이루고자 하는 목표 수립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A8A29BA-9601-494C-ABA3-2E645462315C}"/>
              </a:ext>
            </a:extLst>
          </p:cNvPr>
          <p:cNvSpPr txBox="1"/>
          <p:nvPr/>
        </p:nvSpPr>
        <p:spPr>
          <a:xfrm>
            <a:off x="17281251" y="6613293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Plan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9843A83-DA1F-4CC2-8A5B-67CA6869606C}"/>
              </a:ext>
            </a:extLst>
          </p:cNvPr>
          <p:cNvSpPr txBox="1"/>
          <p:nvPr/>
        </p:nvSpPr>
        <p:spPr>
          <a:xfrm>
            <a:off x="17281251" y="7068250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진행 업무의 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체계적</a:t>
            </a:r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관리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B58BB18-3518-4C38-B3D6-F407FECEED4A}"/>
              </a:ext>
            </a:extLst>
          </p:cNvPr>
          <p:cNvSpPr txBox="1"/>
          <p:nvPr/>
        </p:nvSpPr>
        <p:spPr>
          <a:xfrm>
            <a:off x="18986041" y="6613293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Note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433AF9-646A-4567-BE00-7A8375C69547}"/>
              </a:ext>
            </a:extLst>
          </p:cNvPr>
          <p:cNvSpPr txBox="1"/>
          <p:nvPr/>
        </p:nvSpPr>
        <p:spPr>
          <a:xfrm>
            <a:off x="18986041" y="7068250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아이데이션을</a:t>
            </a:r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위한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다양한 노트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D7C73E-9C8E-4BAA-864D-1FF202BBD00F}"/>
              </a:ext>
            </a:extLst>
          </p:cNvPr>
          <p:cNvSpPr txBox="1"/>
          <p:nvPr/>
        </p:nvSpPr>
        <p:spPr>
          <a:xfrm>
            <a:off x="20690833" y="6613293"/>
            <a:ext cx="1518441" cy="34617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en-US" altLang="ko-KR" sz="1265" b="1" dirty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Easel</a:t>
            </a:r>
            <a:endParaRPr lang="ko-KR" altLang="en-US" sz="1265" b="1" dirty="0">
              <a:solidFill>
                <a:schemeClr val="bg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F957FD4-C00C-4C86-A347-BD096370AA42}"/>
              </a:ext>
            </a:extLst>
          </p:cNvPr>
          <p:cNvSpPr txBox="1"/>
          <p:nvPr/>
        </p:nvSpPr>
        <p:spPr>
          <a:xfrm>
            <a:off x="20690833" y="7068250"/>
            <a:ext cx="1518441" cy="5192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템플릿을 통한 분석 및 전략 수립</a:t>
            </a:r>
            <a:endParaRPr lang="en-US" altLang="ko-KR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1865A64-636F-4E1B-8D25-8672091792FF}"/>
              </a:ext>
            </a:extLst>
          </p:cNvPr>
          <p:cNvSpPr txBox="1"/>
          <p:nvPr/>
        </p:nvSpPr>
        <p:spPr>
          <a:xfrm>
            <a:off x="15574422" y="7952711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목표 관리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B0E8ECC-E8E0-4420-8CC8-E27ABCF26057}"/>
              </a:ext>
            </a:extLst>
          </p:cNvPr>
          <p:cNvSpPr txBox="1"/>
          <p:nvPr/>
        </p:nvSpPr>
        <p:spPr>
          <a:xfrm>
            <a:off x="17281251" y="7952711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실행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7D3307F-EC48-4FEB-B5FD-916CAE990550}"/>
              </a:ext>
            </a:extLst>
          </p:cNvPr>
          <p:cNvSpPr txBox="1"/>
          <p:nvPr/>
        </p:nvSpPr>
        <p:spPr>
          <a:xfrm>
            <a:off x="18986041" y="7952711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생각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309464A-8C27-461E-87B6-2D91093120D8}"/>
              </a:ext>
            </a:extLst>
          </p:cNvPr>
          <p:cNvSpPr txBox="1"/>
          <p:nvPr/>
        </p:nvSpPr>
        <p:spPr>
          <a:xfrm>
            <a:off x="20690833" y="7952711"/>
            <a:ext cx="1518441" cy="34617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lIns="0" tIns="0" rIns="0" bIns="0" rtlCol="0" anchor="ctr">
            <a:noAutofit/>
          </a:bodyPr>
          <a:lstStyle/>
          <a:p>
            <a:pPr algn="ctr"/>
            <a:r>
              <a:rPr lang="ko-KR" altLang="en-US" sz="1265">
                <a:latin typeface="나눔고딕" panose="020D0604000000000000" pitchFamily="50" charset="-127"/>
                <a:ea typeface="나눔고딕" panose="020D0604000000000000" pitchFamily="50" charset="-127"/>
              </a:rPr>
              <a:t>정리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BBD1FCEA-81A4-4404-9AC9-ACA048E3798E}"/>
              </a:ext>
            </a:extLst>
          </p:cNvPr>
          <p:cNvCxnSpPr/>
          <p:nvPr/>
        </p:nvCxnSpPr>
        <p:spPr>
          <a:xfrm>
            <a:off x="16333641" y="7580581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AB04DC1D-05BF-4DAB-B288-538FFCC9155E}"/>
              </a:ext>
            </a:extLst>
          </p:cNvPr>
          <p:cNvCxnSpPr/>
          <p:nvPr/>
        </p:nvCxnSpPr>
        <p:spPr>
          <a:xfrm>
            <a:off x="18040470" y="7580581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CFEED137-E91C-41BC-B703-F171FBCF8E4D}"/>
              </a:ext>
            </a:extLst>
          </p:cNvPr>
          <p:cNvCxnSpPr/>
          <p:nvPr/>
        </p:nvCxnSpPr>
        <p:spPr>
          <a:xfrm>
            <a:off x="19745262" y="7580581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3A5BF6C-2058-4E3F-A08D-F055E7327568}"/>
              </a:ext>
            </a:extLst>
          </p:cNvPr>
          <p:cNvCxnSpPr/>
          <p:nvPr/>
        </p:nvCxnSpPr>
        <p:spPr>
          <a:xfrm>
            <a:off x="21450052" y="7580581"/>
            <a:ext cx="0" cy="273329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타원 33">
            <a:extLst>
              <a:ext uri="{FF2B5EF4-FFF2-40B4-BE49-F238E27FC236}">
                <a16:creationId xmlns:a16="http://schemas.microsoft.com/office/drawing/2014/main" id="{3DC20D53-5E2A-4BF5-91A2-DE327A7C19D1}"/>
              </a:ext>
            </a:extLst>
          </p:cNvPr>
          <p:cNvSpPr/>
          <p:nvPr/>
        </p:nvSpPr>
        <p:spPr>
          <a:xfrm>
            <a:off x="17409983" y="2738949"/>
            <a:ext cx="262967" cy="26296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35" name="원호 34">
            <a:extLst>
              <a:ext uri="{FF2B5EF4-FFF2-40B4-BE49-F238E27FC236}">
                <a16:creationId xmlns:a16="http://schemas.microsoft.com/office/drawing/2014/main" id="{B5E74D03-52E8-43A6-9113-F04F663F9B7D}"/>
              </a:ext>
            </a:extLst>
          </p:cNvPr>
          <p:cNvSpPr/>
          <p:nvPr/>
        </p:nvSpPr>
        <p:spPr>
          <a:xfrm>
            <a:off x="16447239" y="2822186"/>
            <a:ext cx="1520674" cy="1520674"/>
          </a:xfrm>
          <a:prstGeom prst="arc">
            <a:avLst>
              <a:gd name="adj1" fmla="val 11748726"/>
              <a:gd name="adj2" fmla="val 16947214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36" name="원호 35">
            <a:extLst>
              <a:ext uri="{FF2B5EF4-FFF2-40B4-BE49-F238E27FC236}">
                <a16:creationId xmlns:a16="http://schemas.microsoft.com/office/drawing/2014/main" id="{3893ED25-6599-40AC-ABE0-30627FABF772}"/>
              </a:ext>
            </a:extLst>
          </p:cNvPr>
          <p:cNvSpPr/>
          <p:nvPr/>
        </p:nvSpPr>
        <p:spPr>
          <a:xfrm>
            <a:off x="16447239" y="2822186"/>
            <a:ext cx="1520674" cy="1520674"/>
          </a:xfrm>
          <a:prstGeom prst="arc">
            <a:avLst>
              <a:gd name="adj1" fmla="val 18434628"/>
              <a:gd name="adj2" fmla="val 3773479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37" name="원호 36">
            <a:extLst>
              <a:ext uri="{FF2B5EF4-FFF2-40B4-BE49-F238E27FC236}">
                <a16:creationId xmlns:a16="http://schemas.microsoft.com/office/drawing/2014/main" id="{5BB14ACB-52D2-48D0-9293-C89E2F3BC3B5}"/>
              </a:ext>
            </a:extLst>
          </p:cNvPr>
          <p:cNvSpPr/>
          <p:nvPr/>
        </p:nvSpPr>
        <p:spPr>
          <a:xfrm>
            <a:off x="16447239" y="2822186"/>
            <a:ext cx="1520674" cy="1520674"/>
          </a:xfrm>
          <a:prstGeom prst="arc">
            <a:avLst>
              <a:gd name="adj1" fmla="val 5276233"/>
              <a:gd name="adj2" fmla="val 10421401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47BBF22-4B66-4273-9B14-1AFE5069C033}"/>
              </a:ext>
            </a:extLst>
          </p:cNvPr>
          <p:cNvSpPr txBox="1"/>
          <p:nvPr/>
        </p:nvSpPr>
        <p:spPr>
          <a:xfrm>
            <a:off x="17504311" y="2754644"/>
            <a:ext cx="360675" cy="22711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76" dirty="0">
                <a:latin typeface="나눔고딕" panose="020D0604000000000000" pitchFamily="50" charset="-127"/>
                <a:ea typeface="나눔고딕" panose="020D0604000000000000" pitchFamily="50" charset="-127"/>
              </a:rPr>
              <a:t>Plan</a:t>
            </a:r>
            <a:endParaRPr lang="ko-KR" altLang="en-US" sz="1476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A832F86-8325-4234-8F28-575674709068}"/>
              </a:ext>
            </a:extLst>
          </p:cNvPr>
          <p:cNvSpPr txBox="1"/>
          <p:nvPr/>
        </p:nvSpPr>
        <p:spPr>
          <a:xfrm>
            <a:off x="17328818" y="4198928"/>
            <a:ext cx="250068" cy="22711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76" dirty="0">
                <a:latin typeface="나눔고딕" panose="020D0604000000000000" pitchFamily="50" charset="-127"/>
                <a:ea typeface="나눔고딕" panose="020D0604000000000000" pitchFamily="50" charset="-127"/>
              </a:rPr>
              <a:t>Do</a:t>
            </a:r>
            <a:endParaRPr lang="ko-KR" altLang="en-US" sz="1476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78FF1B-4A9D-4A71-970E-EE3BAE08A5E0}"/>
              </a:ext>
            </a:extLst>
          </p:cNvPr>
          <p:cNvSpPr txBox="1"/>
          <p:nvPr/>
        </p:nvSpPr>
        <p:spPr>
          <a:xfrm>
            <a:off x="16450466" y="3423843"/>
            <a:ext cx="304571" cy="22711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76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See</a:t>
            </a:r>
            <a:endParaRPr lang="ko-KR" altLang="en-US" sz="1476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D37D8B3D-9ACC-48E8-991A-FE2810B513D1}"/>
              </a:ext>
            </a:extLst>
          </p:cNvPr>
          <p:cNvCxnSpPr>
            <a:cxnSpLocks/>
          </p:cNvCxnSpPr>
          <p:nvPr/>
        </p:nvCxnSpPr>
        <p:spPr>
          <a:xfrm>
            <a:off x="19225119" y="4191407"/>
            <a:ext cx="207573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32564D9-1995-4154-827A-4D34B5596570}"/>
              </a:ext>
            </a:extLst>
          </p:cNvPr>
          <p:cNvCxnSpPr>
            <a:cxnSpLocks/>
          </p:cNvCxnSpPr>
          <p:nvPr/>
        </p:nvCxnSpPr>
        <p:spPr>
          <a:xfrm flipV="1">
            <a:off x="19225114" y="3109276"/>
            <a:ext cx="2024051" cy="106852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9D5E963A-62E8-403A-8E5A-B6692ED92702}"/>
              </a:ext>
            </a:extLst>
          </p:cNvPr>
          <p:cNvCxnSpPr>
            <a:cxnSpLocks/>
          </p:cNvCxnSpPr>
          <p:nvPr/>
        </p:nvCxnSpPr>
        <p:spPr>
          <a:xfrm flipV="1">
            <a:off x="21300844" y="3109279"/>
            <a:ext cx="0" cy="103389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원호 43">
            <a:extLst>
              <a:ext uri="{FF2B5EF4-FFF2-40B4-BE49-F238E27FC236}">
                <a16:creationId xmlns:a16="http://schemas.microsoft.com/office/drawing/2014/main" id="{819A7B03-B338-47E8-88B6-E21835C8B970}"/>
              </a:ext>
            </a:extLst>
          </p:cNvPr>
          <p:cNvSpPr/>
          <p:nvPr/>
        </p:nvSpPr>
        <p:spPr>
          <a:xfrm>
            <a:off x="19083474" y="3371883"/>
            <a:ext cx="606593" cy="606595"/>
          </a:xfrm>
          <a:prstGeom prst="arc">
            <a:avLst>
              <a:gd name="adj1" fmla="val 11748726"/>
              <a:gd name="adj2" fmla="val 16947214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265"/>
          </a:p>
        </p:txBody>
      </p:sp>
      <p:sp>
        <p:nvSpPr>
          <p:cNvPr id="45" name="원호 44">
            <a:extLst>
              <a:ext uri="{FF2B5EF4-FFF2-40B4-BE49-F238E27FC236}">
                <a16:creationId xmlns:a16="http://schemas.microsoft.com/office/drawing/2014/main" id="{DF57F1C4-40EE-4C51-B92F-90F78FA07ED1}"/>
              </a:ext>
            </a:extLst>
          </p:cNvPr>
          <p:cNvSpPr/>
          <p:nvPr/>
        </p:nvSpPr>
        <p:spPr>
          <a:xfrm>
            <a:off x="19083474" y="3371883"/>
            <a:ext cx="606593" cy="606595"/>
          </a:xfrm>
          <a:prstGeom prst="arc">
            <a:avLst>
              <a:gd name="adj1" fmla="val 18434628"/>
              <a:gd name="adj2" fmla="val 3773479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265"/>
          </a:p>
        </p:txBody>
      </p:sp>
      <p:sp>
        <p:nvSpPr>
          <p:cNvPr id="46" name="원호 45">
            <a:extLst>
              <a:ext uri="{FF2B5EF4-FFF2-40B4-BE49-F238E27FC236}">
                <a16:creationId xmlns:a16="http://schemas.microsoft.com/office/drawing/2014/main" id="{1794B42E-A14D-46C8-B5C9-026F0BCF1D8F}"/>
              </a:ext>
            </a:extLst>
          </p:cNvPr>
          <p:cNvSpPr/>
          <p:nvPr/>
        </p:nvSpPr>
        <p:spPr>
          <a:xfrm>
            <a:off x="19083474" y="3371883"/>
            <a:ext cx="606593" cy="606595"/>
          </a:xfrm>
          <a:prstGeom prst="arc">
            <a:avLst>
              <a:gd name="adj1" fmla="val 5276233"/>
              <a:gd name="adj2" fmla="val 10421401"/>
            </a:avLst>
          </a:prstGeom>
          <a:ln>
            <a:solidFill>
              <a:schemeClr val="bg1">
                <a:lumMod val="50000"/>
              </a:schemeClr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265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24A6BBA-A4F9-4262-87F9-51A68372360A}"/>
              </a:ext>
            </a:extLst>
          </p:cNvPr>
          <p:cNvSpPr txBox="1"/>
          <p:nvPr/>
        </p:nvSpPr>
        <p:spPr>
          <a:xfrm>
            <a:off x="19465756" y="3328082"/>
            <a:ext cx="92974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P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D1966B3-5667-4DD8-8290-D29F008F4AD9}"/>
              </a:ext>
            </a:extLst>
          </p:cNvPr>
          <p:cNvSpPr txBox="1"/>
          <p:nvPr/>
        </p:nvSpPr>
        <p:spPr>
          <a:xfrm>
            <a:off x="19406404" y="3854446"/>
            <a:ext cx="117019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C9BE34A-1DA8-4554-BE36-D7EA6A5B0588}"/>
              </a:ext>
            </a:extLst>
          </p:cNvPr>
          <p:cNvSpPr txBox="1"/>
          <p:nvPr/>
        </p:nvSpPr>
        <p:spPr>
          <a:xfrm>
            <a:off x="19054542" y="3544919"/>
            <a:ext cx="88165" cy="19466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S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원호 49">
            <a:extLst>
              <a:ext uri="{FF2B5EF4-FFF2-40B4-BE49-F238E27FC236}">
                <a16:creationId xmlns:a16="http://schemas.microsoft.com/office/drawing/2014/main" id="{D20048D4-EF82-47E4-9B6A-02AC476A09CA}"/>
              </a:ext>
            </a:extLst>
          </p:cNvPr>
          <p:cNvSpPr/>
          <p:nvPr/>
        </p:nvSpPr>
        <p:spPr>
          <a:xfrm>
            <a:off x="19016734" y="3213745"/>
            <a:ext cx="775810" cy="775810"/>
          </a:xfrm>
          <a:prstGeom prst="arc">
            <a:avLst>
              <a:gd name="adj1" fmla="val 13550590"/>
              <a:gd name="adj2" fmla="val 17359878"/>
            </a:avLst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3812"/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A63BD55E-E8C8-4E47-90E3-A5EB5A195C83}"/>
              </a:ext>
            </a:extLst>
          </p:cNvPr>
          <p:cNvCxnSpPr>
            <a:cxnSpLocks/>
          </p:cNvCxnSpPr>
          <p:nvPr/>
        </p:nvCxnSpPr>
        <p:spPr>
          <a:xfrm flipV="1">
            <a:off x="19772605" y="3252830"/>
            <a:ext cx="416317" cy="219779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AB83E5FA-A987-4CEA-B8AC-3FE23D1169B3}"/>
              </a:ext>
            </a:extLst>
          </p:cNvPr>
          <p:cNvSpPr txBox="1"/>
          <p:nvPr/>
        </p:nvSpPr>
        <p:spPr>
          <a:xfrm>
            <a:off x="21391286" y="3025648"/>
            <a:ext cx="378309" cy="22711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76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목표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1F4FFC52-8886-47F1-BBB4-525C1FD181EB}"/>
              </a:ext>
            </a:extLst>
          </p:cNvPr>
          <p:cNvSpPr txBox="1"/>
          <p:nvPr/>
        </p:nvSpPr>
        <p:spPr>
          <a:xfrm>
            <a:off x="21391288" y="4100107"/>
            <a:ext cx="378309" cy="22711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76" dirty="0">
                <a:latin typeface="나눔고딕" panose="020D0604000000000000" pitchFamily="50" charset="-127"/>
                <a:ea typeface="나눔고딕" panose="020D0604000000000000" pitchFamily="50" charset="-127"/>
              </a:rPr>
              <a:t>현실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5FF0B90-C4CD-4809-BEBD-F7DA5ED68F79}"/>
              </a:ext>
            </a:extLst>
          </p:cNvPr>
          <p:cNvSpPr txBox="1"/>
          <p:nvPr/>
        </p:nvSpPr>
        <p:spPr>
          <a:xfrm>
            <a:off x="16463503" y="6023669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목표를 업무에 반영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79112AC-D995-4B73-81AC-E2F1F301360B}"/>
              </a:ext>
            </a:extLst>
          </p:cNvPr>
          <p:cNvSpPr txBox="1"/>
          <p:nvPr/>
        </p:nvSpPr>
        <p:spPr>
          <a:xfrm>
            <a:off x="18122577" y="6023669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개선을 위한 발상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C9CD007-AF89-4800-B9C0-F606EAC1228E}"/>
              </a:ext>
            </a:extLst>
          </p:cNvPr>
          <p:cNvSpPr txBox="1"/>
          <p:nvPr/>
        </p:nvSpPr>
        <p:spPr>
          <a:xfrm>
            <a:off x="19782805" y="6023669"/>
            <a:ext cx="1518441" cy="22417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>
                <a:latin typeface="나눔고딕" panose="020D0604000000000000" pitchFamily="50" charset="-127"/>
                <a:ea typeface="나눔고딕" panose="020D0604000000000000" pitchFamily="50" charset="-127"/>
              </a:rPr>
              <a:t>생각 정리 툴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7" name="연결선: 꺾임 56">
            <a:extLst>
              <a:ext uri="{FF2B5EF4-FFF2-40B4-BE49-F238E27FC236}">
                <a16:creationId xmlns:a16="http://schemas.microsoft.com/office/drawing/2014/main" id="{07EB6664-7DA8-4E22-8279-77E2ED1FD127}"/>
              </a:ext>
            </a:extLst>
          </p:cNvPr>
          <p:cNvCxnSpPr>
            <a:cxnSpLocks/>
            <a:stCxn id="29" idx="2"/>
            <a:endCxn id="26" idx="2"/>
          </p:cNvCxnSpPr>
          <p:nvPr/>
        </p:nvCxnSpPr>
        <p:spPr>
          <a:xfrm rot="5400000">
            <a:off x="18891847" y="5740686"/>
            <a:ext cx="17856" cy="5116411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11217578-A368-47FC-BFCA-69B96EF014D2}"/>
              </a:ext>
            </a:extLst>
          </p:cNvPr>
          <p:cNvSpPr txBox="1"/>
          <p:nvPr/>
        </p:nvSpPr>
        <p:spPr>
          <a:xfrm>
            <a:off x="17875179" y="8736069"/>
            <a:ext cx="2008040" cy="19269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ko-KR" altLang="en-US" sz="1265">
                <a:latin typeface="나눔고딕" panose="020D0604000000000000" pitchFamily="50" charset="-127"/>
                <a:ea typeface="나눔고딕" panose="020D0604000000000000" pitchFamily="50" charset="-127"/>
              </a:rPr>
              <a:t>정리된 생각을 목표에 반영</a:t>
            </a:r>
            <a:endParaRPr lang="ko-KR" altLang="en-US" sz="126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003D8FD6-C01E-4FA7-B026-21FA99E295A9}"/>
              </a:ext>
            </a:extLst>
          </p:cNvPr>
          <p:cNvCxnSpPr>
            <a:cxnSpLocks/>
          </p:cNvCxnSpPr>
          <p:nvPr/>
        </p:nvCxnSpPr>
        <p:spPr>
          <a:xfrm>
            <a:off x="18599106" y="531594"/>
            <a:ext cx="27336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0" name="그림 59" descr="표지">
            <a:hlinkClick r:id="rId6" action="ppaction://hlinksldjump"/>
            <a:extLst>
              <a:ext uri="{FF2B5EF4-FFF2-40B4-BE49-F238E27FC236}">
                <a16:creationId xmlns:a16="http://schemas.microsoft.com/office/drawing/2014/main" id="{BFE14B6A-D68C-4156-9F82-A23DA3BCDF7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99" t="7126" r="66445" b="7027"/>
          <a:stretch/>
        </p:blipFill>
        <p:spPr>
          <a:xfrm>
            <a:off x="18719878" y="0"/>
            <a:ext cx="361794" cy="51684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61" name="TextBox 60">
            <a:extLst>
              <a:ext uri="{FF2B5EF4-FFF2-40B4-BE49-F238E27FC236}">
                <a16:creationId xmlns:a16="http://schemas.microsoft.com/office/drawing/2014/main" id="{FA015A2F-A39B-425A-AF2A-6E6A8254170E}"/>
              </a:ext>
            </a:extLst>
          </p:cNvPr>
          <p:cNvSpPr txBox="1"/>
          <p:nvPr/>
        </p:nvSpPr>
        <p:spPr>
          <a:xfrm>
            <a:off x="18788611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ea typeface="NanumGothic" panose="020D0604000000000000"/>
              </a:rPr>
              <a:t>표지</a:t>
            </a:r>
          </a:p>
        </p:txBody>
      </p:sp>
      <p:pic>
        <p:nvPicPr>
          <p:cNvPr id="62" name="그림 61" descr="캘린더 인덱스">
            <a:hlinkClick r:id="rId8" action="ppaction://hlinksldjump"/>
            <a:extLst>
              <a:ext uri="{FF2B5EF4-FFF2-40B4-BE49-F238E27FC236}">
                <a16:creationId xmlns:a16="http://schemas.microsoft.com/office/drawing/2014/main" id="{310515CF-1B2B-4A99-876A-164A1E7FC1D6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t="6542" r="66489" b="7299"/>
          <a:stretch/>
        </p:blipFill>
        <p:spPr>
          <a:xfrm>
            <a:off x="19241778" y="0"/>
            <a:ext cx="361794" cy="516846"/>
          </a:xfrm>
          <a:prstGeom prst="rect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63" name="TextBox 62">
            <a:extLst>
              <a:ext uri="{FF2B5EF4-FFF2-40B4-BE49-F238E27FC236}">
                <a16:creationId xmlns:a16="http://schemas.microsoft.com/office/drawing/2014/main" id="{2B7BFA2B-4FF3-4D43-91F9-A5EB3D1ED51A}"/>
              </a:ext>
            </a:extLst>
          </p:cNvPr>
          <p:cNvSpPr txBox="1"/>
          <p:nvPr/>
        </p:nvSpPr>
        <p:spPr>
          <a:xfrm>
            <a:off x="19307258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목차</a:t>
            </a:r>
          </a:p>
        </p:txBody>
      </p:sp>
      <p:sp>
        <p:nvSpPr>
          <p:cNvPr id="64" name="직사각형 63" descr="목표 설정">
            <a:hlinkClick r:id="rId10" action="ppaction://hlinksldjump"/>
            <a:extLst>
              <a:ext uri="{FF2B5EF4-FFF2-40B4-BE49-F238E27FC236}">
                <a16:creationId xmlns:a16="http://schemas.microsoft.com/office/drawing/2014/main" id="{89593783-2D5B-480D-9E9B-42BC24C68F02}"/>
              </a:ext>
            </a:extLst>
          </p:cNvPr>
          <p:cNvSpPr/>
          <p:nvPr/>
        </p:nvSpPr>
        <p:spPr>
          <a:xfrm>
            <a:off x="197636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O</a:t>
            </a:r>
            <a:endParaRPr lang="en-US" altLang="ko-KR" sz="4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4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1F0E779-C14E-42AA-B4AC-869D9EFFDFC8}"/>
              </a:ext>
            </a:extLst>
          </p:cNvPr>
          <p:cNvSpPr txBox="1"/>
          <p:nvPr/>
        </p:nvSpPr>
        <p:spPr>
          <a:xfrm>
            <a:off x="19829157" y="393095"/>
            <a:ext cx="230833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목표</a:t>
            </a:r>
          </a:p>
        </p:txBody>
      </p:sp>
      <p:sp>
        <p:nvSpPr>
          <p:cNvPr id="66" name="직사각형 65">
            <a:hlinkClick r:id="rId11" action="ppaction://hlinksldjump"/>
            <a:extLst>
              <a:ext uri="{FF2B5EF4-FFF2-40B4-BE49-F238E27FC236}">
                <a16:creationId xmlns:a16="http://schemas.microsoft.com/office/drawing/2014/main" id="{8F94D7B3-10A8-40A6-9D52-FFAF8619678D}"/>
              </a:ext>
            </a:extLst>
          </p:cNvPr>
          <p:cNvSpPr/>
          <p:nvPr/>
        </p:nvSpPr>
        <p:spPr>
          <a:xfrm>
            <a:off x="20807476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C</a:t>
            </a:r>
            <a:endParaRPr lang="en-US" altLang="ko-KR" sz="300" dirty="0">
              <a:solidFill>
                <a:schemeClr val="tx1"/>
              </a:solidFill>
              <a:ea typeface="NanumGothic" panose="020D0604000000000000"/>
            </a:endParaRPr>
          </a:p>
          <a:p>
            <a:pPr algn="ctr"/>
            <a:endParaRPr lang="ko-KR" altLang="en-US" sz="3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8CB8A58-7A71-4D95-B393-6547CF7FE3C1}"/>
              </a:ext>
            </a:extLst>
          </p:cNvPr>
          <p:cNvSpPr txBox="1"/>
          <p:nvPr/>
        </p:nvSpPr>
        <p:spPr>
          <a:xfrm>
            <a:off x="20815248" y="393095"/>
            <a:ext cx="3462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캔버스</a:t>
            </a:r>
          </a:p>
        </p:txBody>
      </p:sp>
      <p:sp>
        <p:nvSpPr>
          <p:cNvPr id="68" name="직사각형 67" descr="목표 설정">
            <a:hlinkClick r:id="rId12" action="ppaction://hlinksldjump"/>
            <a:extLst>
              <a:ext uri="{FF2B5EF4-FFF2-40B4-BE49-F238E27FC236}">
                <a16:creationId xmlns:a16="http://schemas.microsoft.com/office/drawing/2014/main" id="{2303767B-70C0-4AB9-8C2D-4D823976E788}"/>
              </a:ext>
            </a:extLst>
          </p:cNvPr>
          <p:cNvSpPr/>
          <p:nvPr/>
        </p:nvSpPr>
        <p:spPr>
          <a:xfrm>
            <a:off x="20285578" y="0"/>
            <a:ext cx="361794" cy="51684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  <a:ea typeface="NanumGothic" panose="020D0604000000000000"/>
              </a:rPr>
              <a:t>N</a:t>
            </a:r>
          </a:p>
          <a:p>
            <a:pPr algn="ctr"/>
            <a:endParaRPr lang="ko-KR" altLang="en-US" sz="500" dirty="0">
              <a:solidFill>
                <a:schemeClr val="tx1"/>
              </a:solidFill>
              <a:ea typeface="NanumGothic" panose="020D060400000000000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5B91765-0349-4A17-9392-946EBB3F83F9}"/>
              </a:ext>
            </a:extLst>
          </p:cNvPr>
          <p:cNvSpPr txBox="1"/>
          <p:nvPr/>
        </p:nvSpPr>
        <p:spPr>
          <a:xfrm>
            <a:off x="20351056" y="393095"/>
            <a:ext cx="230833" cy="138499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900" dirty="0">
                <a:ea typeface="NanumGothic" panose="020D0604000000000000"/>
              </a:rPr>
              <a:t>노트</a:t>
            </a:r>
          </a:p>
        </p:txBody>
      </p:sp>
    </p:spTree>
    <p:extLst>
      <p:ext uri="{BB962C8B-B14F-4D97-AF65-F5344CB8AC3E}">
        <p14:creationId xmlns:p14="http://schemas.microsoft.com/office/powerpoint/2010/main" val="333939684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1349</TotalTime>
  <Words>5623</Words>
  <Application>Microsoft Office PowerPoint</Application>
  <PresentationFormat>사용자 지정</PresentationFormat>
  <Paragraphs>3549</Paragraphs>
  <Slides>129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129</vt:i4>
      </vt:variant>
    </vt:vector>
  </HeadingPairs>
  <TitlesOfParts>
    <vt:vector size="140" baseType="lpstr">
      <vt:lpstr>맑은 고딕</vt:lpstr>
      <vt:lpstr>nanum</vt:lpstr>
      <vt:lpstr>나눔고딕</vt:lpstr>
      <vt:lpstr>나눔고딕</vt:lpstr>
      <vt:lpstr>나눔고딕 ExtraBold</vt:lpstr>
      <vt:lpstr>나눔바른펜</vt:lpstr>
      <vt:lpstr>나눔손글씨 펜</vt:lpstr>
      <vt:lpstr>Arial</vt:lpstr>
      <vt:lpstr>Calibri</vt:lpstr>
      <vt:lpstr>Calibri Light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JeonCheonil</dc:creator>
  <cp:lastModifiedBy>JeonCheonil</cp:lastModifiedBy>
  <cp:revision>78</cp:revision>
  <dcterms:created xsi:type="dcterms:W3CDTF">2021-01-27T09:25:50Z</dcterms:created>
  <dcterms:modified xsi:type="dcterms:W3CDTF">2021-01-30T13:00:59Z</dcterms:modified>
</cp:coreProperties>
</file>
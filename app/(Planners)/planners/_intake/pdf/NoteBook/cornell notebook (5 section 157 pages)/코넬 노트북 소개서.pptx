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3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42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99C67-6D9A-1EA8-138E-A33F188F2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FFCBB3C-06A0-D0C4-C79B-FCE28A7E0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953EE4-128E-7BD3-2618-A95AC3473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0FB7-824C-435B-85F4-0F21611E45B2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5685F-6C82-428C-1091-CC0864588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E356C1-0923-924A-0F43-90B15F44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BB72-EE54-4B05-A298-B57FDEB592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197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F11D8-AEEC-D63C-4EC9-8133ACA6F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5B9E0D-2470-C517-0E50-39EA7534C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221279-9F26-CB76-1FA4-47E6376F1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0FB7-824C-435B-85F4-0F21611E45B2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C8B0FD-EBDF-0D75-00C5-0AE51FDA9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03B9AD-93B6-DB3A-68FC-BDB296F27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BB72-EE54-4B05-A298-B57FDEB592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822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4AC77-EDF6-4B30-1055-9A12C9BA9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C7A6C6-AF92-2605-60DD-51D6F92B9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2F3174-B743-7691-5228-17F1CF36B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0FB7-824C-435B-85F4-0F21611E45B2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DAD6D1-7FEC-F67F-36C7-C12430F35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945613-27D7-D924-DA77-CFC2BA04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BB72-EE54-4B05-A298-B57FDEB592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909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8EC0-314E-323B-6D6F-C563DB6D7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46C9D5-9A93-0F99-30EB-790746D3B5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13ECE8-E819-3317-A34D-602DF57DB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2379F8-7372-AC63-318A-A6427FFE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0FB7-824C-435B-85F4-0F21611E45B2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CE3B5E-63DD-0221-CE6E-7B19746E1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C16905-E900-1873-3F3F-A5C63DBE4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BB72-EE54-4B05-A298-B57FDEB592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759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7BCC4-80ED-6656-D0CF-C6DFC3133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ECCF7F-3199-D0A5-E440-B8CDF1BD1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6A7FE0-4C9C-2FE1-9C24-ABE03154D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7DD2EA-B6CE-AF2B-8321-38F0D6622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EAB006-5602-641E-0587-2CCD018C09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8611BE5-DBDF-477E-6F8D-D65CB13E1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0FB7-824C-435B-85F4-0F21611E45B2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1D6B536-F015-7B25-9F0F-1A60DE781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BA2354-BB48-F338-947D-5814A3A5E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BB72-EE54-4B05-A298-B57FDEB592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551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AF974F-81C7-D3A9-CBD0-C66EAD361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E03F85-4F44-832B-80E2-3BBE41054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0FB7-824C-435B-85F4-0F21611E45B2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2ACC6A-B38F-89DD-82AC-C82C2E004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EBFF98-C429-8BE0-EC1A-3B28FE18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BB72-EE54-4B05-A298-B57FDEB592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64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38045F-FF91-70C3-95CC-6AD2312A9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0FB7-824C-435B-85F4-0F21611E45B2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4F2679-6A6B-E44D-FD38-22104BB5B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DCA534-8DE4-AFD7-5406-2FFC4B288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BB72-EE54-4B05-A298-B57FDEB592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75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40A96-F348-437E-579F-04C40CAE5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300B81-5119-31FB-FFA4-2CD34410A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7832C7-7EA1-7AA6-AF83-A8707ACC0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7D5076-3084-BA02-7BD1-4A84A001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0FB7-824C-435B-85F4-0F21611E45B2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0CCE62-6349-A177-CFA7-9025FFC4D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955E31-6D72-1984-196C-ED103D8B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BB72-EE54-4B05-A298-B57FDEB592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917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821065-AD34-A4F7-E97C-CD22B4B86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F5FCD62-B1EA-7630-EF38-F421C8E10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F8BB3B-FB16-C129-AB0E-06FCC0B28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D9254E-5135-D70F-C55B-D2B6BDBF7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0FB7-824C-435B-85F4-0F21611E45B2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C5E99A-46B3-6685-694D-B5AE15011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8BF711-5D68-DEB6-0F59-3186D2DD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BB72-EE54-4B05-A298-B57FDEB592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019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79E143-098D-6CF7-498C-8CBBAD1C0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10B2D4-B2D4-79CF-81B5-682CE52C8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30DFF1-A53F-19E3-025B-68714DD4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0FB7-824C-435B-85F4-0F21611E45B2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AE184-26CB-7116-05B1-3C9E27FA2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376531-3983-6E97-C922-69683920E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BB72-EE54-4B05-A298-B57FDEB592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64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CC6F941-2E4A-09C6-BF9B-CD67E665EF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572527-B3F7-2653-F5E7-6FF35E4CB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F43F50-FB03-9135-F782-6E433FEB6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0FB7-824C-435B-85F4-0F21611E45B2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FD64B5-78AD-35B8-7BE3-475E0E49D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05407-50BB-B825-0B91-A400ABD1A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BB72-EE54-4B05-A298-B57FDEB592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646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C6B8EB-CD54-AF88-38E8-19DD96F34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9B9C98-731D-368F-BE83-A504D81F1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D0E0E4-0514-9F4C-8C48-B0E991095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20FB7-824C-435B-85F4-0F21611E45B2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24C506-2ED0-FDEF-95C2-226F6D60E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E0FA08-27CC-8125-8073-A2A1B0405D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5BB72-EE54-4B05-A298-B57FDEB592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26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8B4DE97-E4B2-D1B9-8658-4254301819DF}"/>
              </a:ext>
            </a:extLst>
          </p:cNvPr>
          <p:cNvSpPr/>
          <p:nvPr/>
        </p:nvSpPr>
        <p:spPr>
          <a:xfrm>
            <a:off x="106532" y="3293616"/>
            <a:ext cx="7581530" cy="3471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22D1A672-25C5-C808-108E-A4FC7EC7D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33" y="3722319"/>
            <a:ext cx="1804406" cy="2305001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0081FDF-5647-9970-0A3C-C7BA4AEB1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664" y="3804582"/>
            <a:ext cx="915902" cy="1170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14B1866-6A0B-249F-30FC-DA8711F74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012" y="3797595"/>
            <a:ext cx="915902" cy="1170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20" name="Picture 2" descr="아이폰, 아이패드, 맥북 프로, 애플 워치 png(Frame, Mock-up, 틀) : 네이버 블로그">
            <a:extLst>
              <a:ext uri="{FF2B5EF4-FFF2-40B4-BE49-F238E27FC236}">
                <a16:creationId xmlns:a16="http://schemas.microsoft.com/office/drawing/2014/main" id="{D8F9ACDE-1CB9-7A43-F2CB-DD6925108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85560" y="3943427"/>
            <a:ext cx="3064881" cy="203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43923BE-48D9-1503-0177-6905A13341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338" y="3798474"/>
            <a:ext cx="915214" cy="116912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158B68A-73D1-49C8-B1F7-F8AEA09EC7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664" y="5324760"/>
            <a:ext cx="915214" cy="116912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03E949B-C545-53ED-0AA7-C6DDF092FC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338" y="5324760"/>
            <a:ext cx="915214" cy="116912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6D3FD31-B744-BFC2-5E12-9EA2CE38B1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012" y="5324760"/>
            <a:ext cx="915214" cy="116912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78863D0-19C1-ED8B-2D97-5796053833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686" y="5324760"/>
            <a:ext cx="915214" cy="116912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12984DF1-9449-EDA8-9C37-702E010F18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359" y="5324760"/>
            <a:ext cx="915214" cy="11691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215536-E4F2-54DB-0BC0-E3931B8192B1}"/>
              </a:ext>
            </a:extLst>
          </p:cNvPr>
          <p:cNvSpPr txBox="1"/>
          <p:nvPr/>
        </p:nvSpPr>
        <p:spPr>
          <a:xfrm>
            <a:off x="2482664" y="3542972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표지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2B54B-779B-B131-7643-B79AF90F581D}"/>
              </a:ext>
            </a:extLst>
          </p:cNvPr>
          <p:cNvSpPr txBox="1"/>
          <p:nvPr/>
        </p:nvSpPr>
        <p:spPr>
          <a:xfrm>
            <a:off x="3488338" y="3542972"/>
            <a:ext cx="4379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latin typeface="NanumGothic" panose="020D0604000000000000" pitchFamily="34" charset="-127"/>
                <a:ea typeface="NanumGothic" panose="020D0604000000000000" pitchFamily="34" charset="-127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9156F7-BC09-7643-54BA-0A6895A911A0}"/>
              </a:ext>
            </a:extLst>
          </p:cNvPr>
          <p:cNvSpPr txBox="1"/>
          <p:nvPr/>
        </p:nvSpPr>
        <p:spPr>
          <a:xfrm>
            <a:off x="4494012" y="3542972"/>
            <a:ext cx="4379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>
                <a:latin typeface="NanumGothic" panose="020D0604000000000000" pitchFamily="34" charset="-127"/>
                <a:ea typeface="NanumGothic" panose="020D0604000000000000" pitchFamily="34" charset="-127"/>
              </a:rPr>
              <a:t>노트</a:t>
            </a:r>
            <a:endParaRPr lang="ko-KR" altLang="en-US" sz="105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A3B378-8C18-511E-31ED-0F4F54F36762}"/>
              </a:ext>
            </a:extLst>
          </p:cNvPr>
          <p:cNvSpPr txBox="1"/>
          <p:nvPr/>
        </p:nvSpPr>
        <p:spPr>
          <a:xfrm>
            <a:off x="2482664" y="5105387"/>
            <a:ext cx="7296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>
                <a:latin typeface="NanumGothic" panose="020D0604000000000000" pitchFamily="34" charset="-127"/>
                <a:ea typeface="NanumGothic" panose="020D0604000000000000" pitchFamily="34" charset="-127"/>
              </a:rPr>
              <a:t>섹션 간지</a:t>
            </a:r>
            <a:endParaRPr lang="ko-KR" altLang="en-US" sz="105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284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NanumGothic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3</cp:revision>
  <dcterms:created xsi:type="dcterms:W3CDTF">2022-11-14T02:36:55Z</dcterms:created>
  <dcterms:modified xsi:type="dcterms:W3CDTF">2022-11-14T08:29:25Z</dcterms:modified>
</cp:coreProperties>
</file>
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8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59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260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49" r:id="rId92"/>
    <p:sldId id="350" r:id="rId93"/>
    <p:sldId id="351" r:id="rId94"/>
    <p:sldId id="352" r:id="rId95"/>
    <p:sldId id="353" r:id="rId96"/>
    <p:sldId id="261" r:id="rId97"/>
    <p:sldId id="354" r:id="rId98"/>
    <p:sldId id="355" r:id="rId99"/>
    <p:sldId id="356" r:id="rId100"/>
    <p:sldId id="357" r:id="rId101"/>
    <p:sldId id="358" r:id="rId102"/>
    <p:sldId id="359" r:id="rId103"/>
    <p:sldId id="360" r:id="rId104"/>
    <p:sldId id="361" r:id="rId105"/>
    <p:sldId id="362" r:id="rId106"/>
    <p:sldId id="363" r:id="rId107"/>
    <p:sldId id="364" r:id="rId108"/>
    <p:sldId id="365" r:id="rId109"/>
    <p:sldId id="366" r:id="rId110"/>
    <p:sldId id="367" r:id="rId111"/>
    <p:sldId id="368" r:id="rId112"/>
    <p:sldId id="369" r:id="rId113"/>
    <p:sldId id="370" r:id="rId114"/>
    <p:sldId id="371" r:id="rId115"/>
    <p:sldId id="372" r:id="rId116"/>
    <p:sldId id="373" r:id="rId117"/>
    <p:sldId id="374" r:id="rId118"/>
    <p:sldId id="375" r:id="rId119"/>
    <p:sldId id="376" r:id="rId120"/>
    <p:sldId id="377" r:id="rId121"/>
    <p:sldId id="378" r:id="rId122"/>
    <p:sldId id="379" r:id="rId123"/>
    <p:sldId id="380" r:id="rId124"/>
    <p:sldId id="381" r:id="rId125"/>
    <p:sldId id="382" r:id="rId126"/>
    <p:sldId id="383" r:id="rId127"/>
    <p:sldId id="262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  <p:sldId id="392" r:id="rId137"/>
    <p:sldId id="393" r:id="rId138"/>
    <p:sldId id="394" r:id="rId139"/>
    <p:sldId id="395" r:id="rId140"/>
    <p:sldId id="396" r:id="rId141"/>
    <p:sldId id="397" r:id="rId142"/>
    <p:sldId id="398" r:id="rId143"/>
    <p:sldId id="399" r:id="rId144"/>
    <p:sldId id="400" r:id="rId145"/>
    <p:sldId id="401" r:id="rId146"/>
    <p:sldId id="402" r:id="rId147"/>
    <p:sldId id="403" r:id="rId148"/>
    <p:sldId id="404" r:id="rId149"/>
    <p:sldId id="405" r:id="rId150"/>
    <p:sldId id="406" r:id="rId151"/>
    <p:sldId id="407" r:id="rId152"/>
    <p:sldId id="408" r:id="rId153"/>
    <p:sldId id="409" r:id="rId154"/>
    <p:sldId id="410" r:id="rId155"/>
    <p:sldId id="411" r:id="rId156"/>
    <p:sldId id="412" r:id="rId157"/>
    <p:sldId id="413" r:id="rId158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5A11"/>
    <a:srgbClr val="A7E2FF"/>
    <a:srgbClr val="80C461"/>
    <a:srgbClr val="F5AC8C"/>
    <a:srgbClr val="FFC000"/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2820" y="9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viewProps" Target="view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dak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7.xml"/><Relationship Id="rId5" Type="http://schemas.openxmlformats.org/officeDocument/2006/relationships/slide" Target="slide96.xml"/><Relationship Id="rId4" Type="http://schemas.openxmlformats.org/officeDocument/2006/relationships/slide" Target="slide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7" Type="http://schemas.openxmlformats.org/officeDocument/2006/relationships/slide" Target="slide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7.xml"/><Relationship Id="rId5" Type="http://schemas.openxmlformats.org/officeDocument/2006/relationships/slide" Target="slide96.xml"/><Relationship Id="rId4" Type="http://schemas.openxmlformats.org/officeDocument/2006/relationships/slide" Target="slide6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7" Type="http://schemas.openxmlformats.org/officeDocument/2006/relationships/slide" Target="slide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7.xml"/><Relationship Id="rId5" Type="http://schemas.openxmlformats.org/officeDocument/2006/relationships/slide" Target="slide96.xml"/><Relationship Id="rId4" Type="http://schemas.openxmlformats.org/officeDocument/2006/relationships/slide" Target="slide6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7" Type="http://schemas.openxmlformats.org/officeDocument/2006/relationships/slide" Target="slide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7.xml"/><Relationship Id="rId5" Type="http://schemas.openxmlformats.org/officeDocument/2006/relationships/slide" Target="slide96.xml"/><Relationship Id="rId4" Type="http://schemas.openxmlformats.org/officeDocument/2006/relationships/slide" Target="slide65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7" Type="http://schemas.openxmlformats.org/officeDocument/2006/relationships/slide" Target="slide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7.xml"/><Relationship Id="rId5" Type="http://schemas.openxmlformats.org/officeDocument/2006/relationships/slide" Target="slide96.xml"/><Relationship Id="rId4" Type="http://schemas.openxmlformats.org/officeDocument/2006/relationships/slide" Target="slide65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7" Type="http://schemas.openxmlformats.org/officeDocument/2006/relationships/slide" Target="slide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7.xml"/><Relationship Id="rId5" Type="http://schemas.openxmlformats.org/officeDocument/2006/relationships/slide" Target="slide96.xml"/><Relationship Id="rId4" Type="http://schemas.openxmlformats.org/officeDocument/2006/relationships/slide" Target="slide65.xml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36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37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41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44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49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50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53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54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55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56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_rels/slide157.xml.rels><?xml version="1.0" encoding="UTF-8" standalone="yes"?>
<Relationships xmlns="http://schemas.openxmlformats.org/package/2006/relationships"><Relationship Id="rId8" Type="http://schemas.openxmlformats.org/officeDocument/2006/relationships/slide" Target="slide96.xml"/><Relationship Id="rId3" Type="http://schemas.openxmlformats.org/officeDocument/2006/relationships/hyperlink" Target="https://planners.tenone.biz/" TargetMode="External"/><Relationship Id="rId7" Type="http://schemas.openxmlformats.org/officeDocument/2006/relationships/slide" Target="slide65.xml"/><Relationship Id="rId2" Type="http://schemas.openxmlformats.org/officeDocument/2006/relationships/hyperlink" Target="https://www.badak.b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.xml"/><Relationship Id="rId10" Type="http://schemas.openxmlformats.org/officeDocument/2006/relationships/slide" Target="slide2.xml"/><Relationship Id="rId4" Type="http://schemas.openxmlformats.org/officeDocument/2006/relationships/hyperlink" Target="https://www.tenone.biz/" TargetMode="External"/><Relationship Id="rId9" Type="http://schemas.openxmlformats.org/officeDocument/2006/relationships/slide" Target="slide1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D67712A-6F52-FB9D-B660-570FCE536D71}"/>
              </a:ext>
            </a:extLst>
          </p:cNvPr>
          <p:cNvGrpSpPr/>
          <p:nvPr/>
        </p:nvGrpSpPr>
        <p:grpSpPr>
          <a:xfrm>
            <a:off x="0" y="-53336"/>
            <a:ext cx="6076950" cy="7895321"/>
            <a:chOff x="0" y="533994"/>
            <a:chExt cx="6076950" cy="7307991"/>
          </a:xfrm>
        </p:grpSpPr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9F0F982D-449B-2997-1BE8-0412B2E8C2A8}"/>
                </a:ext>
              </a:extLst>
            </p:cNvPr>
            <p:cNvSpPr/>
            <p:nvPr/>
          </p:nvSpPr>
          <p:spPr>
            <a:xfrm>
              <a:off x="0" y="533994"/>
              <a:ext cx="6076950" cy="7244403"/>
            </a:xfrm>
            <a:custGeom>
              <a:avLst/>
              <a:gdLst>
                <a:gd name="connsiteX0" fmla="*/ 0 w 6076950"/>
                <a:gd name="connsiteY0" fmla="*/ 0 h 7244403"/>
                <a:gd name="connsiteX1" fmla="*/ 6076950 w 6076950"/>
                <a:gd name="connsiteY1" fmla="*/ 0 h 7244403"/>
                <a:gd name="connsiteX2" fmla="*/ 6076950 w 6076950"/>
                <a:gd name="connsiteY2" fmla="*/ 5951245 h 7244403"/>
                <a:gd name="connsiteX3" fmla="*/ 5019298 w 6076950"/>
                <a:gd name="connsiteY3" fmla="*/ 7244403 h 7244403"/>
                <a:gd name="connsiteX4" fmla="*/ 0 w 6076950"/>
                <a:gd name="connsiteY4" fmla="*/ 7244403 h 724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6950" h="7244403">
                  <a:moveTo>
                    <a:pt x="0" y="0"/>
                  </a:moveTo>
                  <a:lnTo>
                    <a:pt x="6076950" y="0"/>
                  </a:lnTo>
                  <a:lnTo>
                    <a:pt x="6076950" y="5951245"/>
                  </a:lnTo>
                  <a:lnTo>
                    <a:pt x="5019298" y="7244403"/>
                  </a:lnTo>
                  <a:lnTo>
                    <a:pt x="0" y="7244403"/>
                  </a:lnTo>
                  <a:close/>
                </a:path>
              </a:pathLst>
            </a:custGeom>
            <a:solidFill>
              <a:srgbClr val="2B2F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622A22E2-082B-EB0F-D20E-1C363C9D334F}"/>
                </a:ext>
              </a:extLst>
            </p:cNvPr>
            <p:cNvSpPr/>
            <p:nvPr/>
          </p:nvSpPr>
          <p:spPr>
            <a:xfrm rot="901557">
              <a:off x="4744604" y="6314215"/>
              <a:ext cx="1163923" cy="1527770"/>
            </a:xfrm>
            <a:custGeom>
              <a:avLst/>
              <a:gdLst>
                <a:gd name="connsiteX0" fmla="*/ 1163923 w 1163923"/>
                <a:gd name="connsiteY0" fmla="*/ 0 h 1206490"/>
                <a:gd name="connsiteX1" fmla="*/ 464698 w 1163923"/>
                <a:gd name="connsiteY1" fmla="*/ 1206490 h 1206490"/>
                <a:gd name="connsiteX2" fmla="*/ 461561 w 1163923"/>
                <a:gd name="connsiteY2" fmla="*/ 1187427 h 1206490"/>
                <a:gd name="connsiteX3" fmla="*/ 470052 w 1163923"/>
                <a:gd name="connsiteY3" fmla="*/ 1137051 h 1206490"/>
                <a:gd name="connsiteX4" fmla="*/ 359981 w 1163923"/>
                <a:gd name="connsiteY4" fmla="*/ 732886 h 1206490"/>
                <a:gd name="connsiteX5" fmla="*/ 39811 w 1163923"/>
                <a:gd name="connsiteY5" fmla="*/ 387034 h 1206490"/>
                <a:gd name="connsiteX6" fmla="*/ 764 w 1163923"/>
                <a:gd name="connsiteY6" fmla="*/ 380490 h 1206490"/>
                <a:gd name="connsiteX7" fmla="*/ 0 w 1163923"/>
                <a:gd name="connsiteY7" fmla="*/ 378981 h 1206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3923" h="1206490">
                  <a:moveTo>
                    <a:pt x="1163923" y="0"/>
                  </a:moveTo>
                  <a:lnTo>
                    <a:pt x="464698" y="1206490"/>
                  </a:lnTo>
                  <a:lnTo>
                    <a:pt x="461561" y="1187427"/>
                  </a:lnTo>
                  <a:lnTo>
                    <a:pt x="470052" y="1137051"/>
                  </a:lnTo>
                  <a:cubicBezTo>
                    <a:pt x="476838" y="1033471"/>
                    <a:pt x="438792" y="883911"/>
                    <a:pt x="359981" y="732886"/>
                  </a:cubicBezTo>
                  <a:cubicBezTo>
                    <a:pt x="265407" y="551655"/>
                    <a:pt x="138992" y="419785"/>
                    <a:pt x="39811" y="387034"/>
                  </a:cubicBezTo>
                  <a:lnTo>
                    <a:pt x="764" y="380490"/>
                  </a:lnTo>
                  <a:lnTo>
                    <a:pt x="0" y="378981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CDAD847A-8756-9375-A350-C96E7B91D413}"/>
                </a:ext>
              </a:extLst>
            </p:cNvPr>
            <p:cNvCxnSpPr>
              <a:cxnSpLocks/>
            </p:cNvCxnSpPr>
            <p:nvPr/>
          </p:nvCxnSpPr>
          <p:spPr>
            <a:xfrm>
              <a:off x="1311275" y="2594152"/>
              <a:ext cx="34544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TextBox 74">
            <a:hlinkClick r:id="rId2"/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421159" y="6102483"/>
            <a:ext cx="12346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2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37">
            <a:hlinkClick r:id="rId3"/>
            <a:extLst>
              <a:ext uri="{FF2B5EF4-FFF2-40B4-BE49-F238E27FC236}">
                <a16:creationId xmlns:a16="http://schemas.microsoft.com/office/drawing/2014/main" id="{1C46610E-1C72-A105-365D-42A247D8D8D0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" name="TextBox 43">
            <a:hlinkClick r:id="rId4"/>
            <a:extLst>
              <a:ext uri="{FF2B5EF4-FFF2-40B4-BE49-F238E27FC236}">
                <a16:creationId xmlns:a16="http://schemas.microsoft.com/office/drawing/2014/main" id="{98ACC7FE-8B1E-BC15-B6C5-EA0243F396A3}"/>
              </a:ext>
            </a:extLst>
          </p:cNvPr>
          <p:cNvSpPr txBox="1"/>
          <p:nvPr/>
        </p:nvSpPr>
        <p:spPr>
          <a:xfrm>
            <a:off x="2530162" y="6493896"/>
            <a:ext cx="10166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by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 </a:t>
            </a:r>
            <a:r>
              <a:rPr lang="en-US" altLang="ko-KR" sz="10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Ten:One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D01E3B-9C15-D476-372C-1165DA3E5805}"/>
              </a:ext>
            </a:extLst>
          </p:cNvPr>
          <p:cNvSpPr txBox="1"/>
          <p:nvPr/>
        </p:nvSpPr>
        <p:spPr>
          <a:xfrm>
            <a:off x="3038475" y="2363752"/>
            <a:ext cx="1821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spc="600" dirty="0">
                <a:solidFill>
                  <a:schemeClr val="bg1">
                    <a:lumMod val="75000"/>
                  </a:schemeClr>
                </a:solidFill>
                <a:latin typeface="NanumBarunpen Bold" panose="020B0803000000000000" pitchFamily="34" charset="-127"/>
                <a:ea typeface="NanumBarunpen Bold" panose="020B0803000000000000" pitchFamily="34" charset="-127"/>
              </a:rPr>
              <a:t>Notebook</a:t>
            </a:r>
            <a:endParaRPr lang="ko-KR" altLang="en-US" sz="2000" b="1" spc="600" dirty="0">
              <a:solidFill>
                <a:schemeClr val="bg1">
                  <a:lumMod val="75000"/>
                </a:schemeClr>
              </a:solidFill>
              <a:latin typeface="NanumBarunpen Bold" panose="020B0803000000000000" pitchFamily="34" charset="-127"/>
              <a:ea typeface="NanumBarunpen Bold" panose="020B08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사각형: 둥근 위쪽 모서리 29">
            <a:hlinkClick r:id="rId2" action="ppaction://hlinksldjump"/>
            <a:extLst>
              <a:ext uri="{FF2B5EF4-FFF2-40B4-BE49-F238E27FC236}">
                <a16:creationId xmlns:a16="http://schemas.microsoft.com/office/drawing/2014/main" id="{18F6345E-917C-36C3-4994-59E30FA9A85D}"/>
              </a:ext>
            </a:extLst>
          </p:cNvPr>
          <p:cNvSpPr/>
          <p:nvPr/>
        </p:nvSpPr>
        <p:spPr>
          <a:xfrm rot="5400000">
            <a:off x="2781710" y="211377"/>
            <a:ext cx="521573" cy="448775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위쪽 모서리 30">
            <a:hlinkClick r:id="rId3" action="ppaction://hlinksldjump"/>
            <a:extLst>
              <a:ext uri="{FF2B5EF4-FFF2-40B4-BE49-F238E27FC236}">
                <a16:creationId xmlns:a16="http://schemas.microsoft.com/office/drawing/2014/main" id="{43373E1B-7920-DBDE-AAD8-4D4B1F7D6A66}"/>
              </a:ext>
            </a:extLst>
          </p:cNvPr>
          <p:cNvSpPr/>
          <p:nvPr/>
        </p:nvSpPr>
        <p:spPr>
          <a:xfrm rot="5400000">
            <a:off x="2781710" y="892259"/>
            <a:ext cx="521573" cy="448775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위쪽 모서리 31">
            <a:hlinkClick r:id="rId4" action="ppaction://hlinksldjump"/>
            <a:extLst>
              <a:ext uri="{FF2B5EF4-FFF2-40B4-BE49-F238E27FC236}">
                <a16:creationId xmlns:a16="http://schemas.microsoft.com/office/drawing/2014/main" id="{2411964C-165C-0491-FE6E-D53604636AB7}"/>
              </a:ext>
            </a:extLst>
          </p:cNvPr>
          <p:cNvSpPr/>
          <p:nvPr/>
        </p:nvSpPr>
        <p:spPr>
          <a:xfrm rot="5400000">
            <a:off x="2781710" y="1573141"/>
            <a:ext cx="521573" cy="448775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위쪽 모서리 32">
            <a:hlinkClick r:id="rId5" action="ppaction://hlinksldjump"/>
            <a:extLst>
              <a:ext uri="{FF2B5EF4-FFF2-40B4-BE49-F238E27FC236}">
                <a16:creationId xmlns:a16="http://schemas.microsoft.com/office/drawing/2014/main" id="{25730561-8B9F-FE60-1A01-F42104E804F1}"/>
              </a:ext>
            </a:extLst>
          </p:cNvPr>
          <p:cNvSpPr/>
          <p:nvPr/>
        </p:nvSpPr>
        <p:spPr>
          <a:xfrm rot="5400000">
            <a:off x="2781710" y="2254023"/>
            <a:ext cx="521573" cy="448775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위쪽 모서리 33">
            <a:hlinkClick r:id="rId6" action="ppaction://hlinksldjump"/>
            <a:extLst>
              <a:ext uri="{FF2B5EF4-FFF2-40B4-BE49-F238E27FC236}">
                <a16:creationId xmlns:a16="http://schemas.microsoft.com/office/drawing/2014/main" id="{C0BEDEF0-94F0-9218-A0A3-D208904EDB4F}"/>
              </a:ext>
            </a:extLst>
          </p:cNvPr>
          <p:cNvSpPr/>
          <p:nvPr/>
        </p:nvSpPr>
        <p:spPr>
          <a:xfrm rot="5400000">
            <a:off x="2781712" y="2934905"/>
            <a:ext cx="521572" cy="448775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위쪽 모서리 3">
            <a:hlinkClick r:id="rId2" action="ppaction://hlinksldjump"/>
            <a:extLst>
              <a:ext uri="{FF2B5EF4-FFF2-40B4-BE49-F238E27FC236}">
                <a16:creationId xmlns:a16="http://schemas.microsoft.com/office/drawing/2014/main" id="{DB3FD713-C7E8-5466-575D-7E8877FEC552}"/>
              </a:ext>
            </a:extLst>
          </p:cNvPr>
          <p:cNvSpPr/>
          <p:nvPr/>
        </p:nvSpPr>
        <p:spPr>
          <a:xfrm rot="5400000">
            <a:off x="638793" y="2347759"/>
            <a:ext cx="521573" cy="2019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위쪽 모서리 4">
            <a:hlinkClick r:id="rId3" action="ppaction://hlinksldjump"/>
            <a:extLst>
              <a:ext uri="{FF2B5EF4-FFF2-40B4-BE49-F238E27FC236}">
                <a16:creationId xmlns:a16="http://schemas.microsoft.com/office/drawing/2014/main" id="{3033D953-34F4-460D-DD07-C05DB87D9FD9}"/>
              </a:ext>
            </a:extLst>
          </p:cNvPr>
          <p:cNvSpPr/>
          <p:nvPr/>
        </p:nvSpPr>
        <p:spPr>
          <a:xfrm rot="5400000">
            <a:off x="638793" y="3028641"/>
            <a:ext cx="521573" cy="2019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위쪽 모서리 5">
            <a:hlinkClick r:id="rId4" action="ppaction://hlinksldjump"/>
            <a:extLst>
              <a:ext uri="{FF2B5EF4-FFF2-40B4-BE49-F238E27FC236}">
                <a16:creationId xmlns:a16="http://schemas.microsoft.com/office/drawing/2014/main" id="{D8310F3B-DA04-6881-6DD3-121D4010DE8E}"/>
              </a:ext>
            </a:extLst>
          </p:cNvPr>
          <p:cNvSpPr/>
          <p:nvPr/>
        </p:nvSpPr>
        <p:spPr>
          <a:xfrm rot="5400000">
            <a:off x="638793" y="3709523"/>
            <a:ext cx="521573" cy="2019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위쪽 모서리 6">
            <a:hlinkClick r:id="rId5" action="ppaction://hlinksldjump"/>
            <a:extLst>
              <a:ext uri="{FF2B5EF4-FFF2-40B4-BE49-F238E27FC236}">
                <a16:creationId xmlns:a16="http://schemas.microsoft.com/office/drawing/2014/main" id="{18C315EA-A3B1-DDB4-DC5A-20044E493C40}"/>
              </a:ext>
            </a:extLst>
          </p:cNvPr>
          <p:cNvSpPr/>
          <p:nvPr/>
        </p:nvSpPr>
        <p:spPr>
          <a:xfrm rot="5400000">
            <a:off x="638793" y="4390405"/>
            <a:ext cx="521573" cy="2019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위쪽 모서리 7">
            <a:hlinkClick r:id="rId6" action="ppaction://hlinksldjump"/>
            <a:extLst>
              <a:ext uri="{FF2B5EF4-FFF2-40B4-BE49-F238E27FC236}">
                <a16:creationId xmlns:a16="http://schemas.microsoft.com/office/drawing/2014/main" id="{8274EF3B-FFEA-1A53-3261-349B75662E85}"/>
              </a:ext>
            </a:extLst>
          </p:cNvPr>
          <p:cNvSpPr/>
          <p:nvPr/>
        </p:nvSpPr>
        <p:spPr>
          <a:xfrm rot="5400000">
            <a:off x="638794" y="5071287"/>
            <a:ext cx="521572" cy="20191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2CEF25-3D81-3DAA-4451-1EBC1F2FE429}"/>
              </a:ext>
            </a:extLst>
          </p:cNvPr>
          <p:cNvSpPr txBox="1"/>
          <p:nvPr/>
        </p:nvSpPr>
        <p:spPr>
          <a:xfrm>
            <a:off x="2279485" y="914400"/>
            <a:ext cx="15179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600" dirty="0">
                <a:latin typeface="NanumSquare_ac ExtraBold" panose="020B0600000101010101" pitchFamily="34" charset="-127"/>
                <a:ea typeface="NanumSquare_ac ExtraBold" panose="020B0600000101010101" pitchFamily="34" charset="-127"/>
              </a:rPr>
              <a:t>Index</a:t>
            </a:r>
            <a:endParaRPr lang="ko-KR" altLang="en-US" sz="2800" spc="600" dirty="0">
              <a:latin typeface="NanumSquare_ac ExtraBold" panose="020B0600000101010101" pitchFamily="34" charset="-127"/>
              <a:ea typeface="NanumSquare_ac ExtraBold" panose="020B0600000101010101" pitchFamily="34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3A1399A-6464-5F33-1EE9-391A7AEC2B9B}"/>
              </a:ext>
            </a:extLst>
          </p:cNvPr>
          <p:cNvCxnSpPr>
            <a:cxnSpLocks/>
          </p:cNvCxnSpPr>
          <p:nvPr/>
        </p:nvCxnSpPr>
        <p:spPr>
          <a:xfrm>
            <a:off x="2009774" y="1447145"/>
            <a:ext cx="20574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CC8CB03-D907-A646-8FD9-2DD5A9F9B9F8}"/>
              </a:ext>
            </a:extLst>
          </p:cNvPr>
          <p:cNvCxnSpPr>
            <a:cxnSpLocks/>
          </p:cNvCxnSpPr>
          <p:nvPr/>
        </p:nvCxnSpPr>
        <p:spPr>
          <a:xfrm>
            <a:off x="798619" y="6317319"/>
            <a:ext cx="448775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F4BAC488-0311-B96F-2A3C-471D04984E41}"/>
              </a:ext>
            </a:extLst>
          </p:cNvPr>
          <p:cNvCxnSpPr>
            <a:cxnSpLocks/>
          </p:cNvCxnSpPr>
          <p:nvPr/>
        </p:nvCxnSpPr>
        <p:spPr>
          <a:xfrm>
            <a:off x="798619" y="6658562"/>
            <a:ext cx="448775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F08873B2-BF0A-9FEE-0848-EC5EEE581B58}"/>
              </a:ext>
            </a:extLst>
          </p:cNvPr>
          <p:cNvCxnSpPr>
            <a:cxnSpLocks/>
          </p:cNvCxnSpPr>
          <p:nvPr/>
        </p:nvCxnSpPr>
        <p:spPr>
          <a:xfrm>
            <a:off x="798619" y="6999805"/>
            <a:ext cx="448775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D395D4D1-D669-5445-7DEC-C23C117C6FD6}"/>
              </a:ext>
            </a:extLst>
          </p:cNvPr>
          <p:cNvCxnSpPr>
            <a:cxnSpLocks/>
          </p:cNvCxnSpPr>
          <p:nvPr/>
        </p:nvCxnSpPr>
        <p:spPr>
          <a:xfrm>
            <a:off x="798619" y="7341049"/>
            <a:ext cx="448775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CD69E95-DA11-758B-7B67-A22C21FE9598}"/>
              </a:ext>
            </a:extLst>
          </p:cNvPr>
          <p:cNvSpPr txBox="1"/>
          <p:nvPr/>
        </p:nvSpPr>
        <p:spPr>
          <a:xfrm>
            <a:off x="761061" y="6042992"/>
            <a:ext cx="7695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Goal: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59276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9576E8F3-9F0F-8A64-74A1-593468D5EF15}"/>
              </a:ext>
            </a:extLst>
          </p:cNvPr>
          <p:cNvSpPr/>
          <p:nvPr/>
        </p:nvSpPr>
        <p:spPr>
          <a:xfrm>
            <a:off x="0" y="-53336"/>
            <a:ext cx="6076950" cy="7826623"/>
          </a:xfrm>
          <a:custGeom>
            <a:avLst/>
            <a:gdLst>
              <a:gd name="connsiteX0" fmla="*/ 0 w 6076950"/>
              <a:gd name="connsiteY0" fmla="*/ 0 h 7244403"/>
              <a:gd name="connsiteX1" fmla="*/ 6076950 w 6076950"/>
              <a:gd name="connsiteY1" fmla="*/ 0 h 7244403"/>
              <a:gd name="connsiteX2" fmla="*/ 6076950 w 6076950"/>
              <a:gd name="connsiteY2" fmla="*/ 5951245 h 7244403"/>
              <a:gd name="connsiteX3" fmla="*/ 5019298 w 6076950"/>
              <a:gd name="connsiteY3" fmla="*/ 7244403 h 7244403"/>
              <a:gd name="connsiteX4" fmla="*/ 0 w 6076950"/>
              <a:gd name="connsiteY4" fmla="*/ 7244403 h 7244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76950" h="7244403">
                <a:moveTo>
                  <a:pt x="0" y="0"/>
                </a:moveTo>
                <a:lnTo>
                  <a:pt x="6076950" y="0"/>
                </a:lnTo>
                <a:lnTo>
                  <a:pt x="6076950" y="5951245"/>
                </a:lnTo>
                <a:lnTo>
                  <a:pt x="5019298" y="7244403"/>
                </a:lnTo>
                <a:lnTo>
                  <a:pt x="0" y="7244403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C064EED-4ED5-AEB6-191E-F73B983317BE}"/>
              </a:ext>
            </a:extLst>
          </p:cNvPr>
          <p:cNvSpPr/>
          <p:nvPr/>
        </p:nvSpPr>
        <p:spPr>
          <a:xfrm rot="901557">
            <a:off x="4744604" y="6191431"/>
            <a:ext cx="1163923" cy="1650554"/>
          </a:xfrm>
          <a:custGeom>
            <a:avLst/>
            <a:gdLst>
              <a:gd name="connsiteX0" fmla="*/ 1163923 w 1163923"/>
              <a:gd name="connsiteY0" fmla="*/ 0 h 1206490"/>
              <a:gd name="connsiteX1" fmla="*/ 464698 w 1163923"/>
              <a:gd name="connsiteY1" fmla="*/ 1206490 h 1206490"/>
              <a:gd name="connsiteX2" fmla="*/ 461561 w 1163923"/>
              <a:gd name="connsiteY2" fmla="*/ 1187427 h 1206490"/>
              <a:gd name="connsiteX3" fmla="*/ 470052 w 1163923"/>
              <a:gd name="connsiteY3" fmla="*/ 1137051 h 1206490"/>
              <a:gd name="connsiteX4" fmla="*/ 359981 w 1163923"/>
              <a:gd name="connsiteY4" fmla="*/ 732886 h 1206490"/>
              <a:gd name="connsiteX5" fmla="*/ 39811 w 1163923"/>
              <a:gd name="connsiteY5" fmla="*/ 387034 h 1206490"/>
              <a:gd name="connsiteX6" fmla="*/ 764 w 1163923"/>
              <a:gd name="connsiteY6" fmla="*/ 380490 h 1206490"/>
              <a:gd name="connsiteX7" fmla="*/ 0 w 1163923"/>
              <a:gd name="connsiteY7" fmla="*/ 378981 h 1206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3923" h="1206490">
                <a:moveTo>
                  <a:pt x="1163923" y="0"/>
                </a:moveTo>
                <a:lnTo>
                  <a:pt x="464698" y="1206490"/>
                </a:lnTo>
                <a:lnTo>
                  <a:pt x="461561" y="1187427"/>
                </a:lnTo>
                <a:lnTo>
                  <a:pt x="470052" y="1137051"/>
                </a:lnTo>
                <a:cubicBezTo>
                  <a:pt x="476838" y="1033471"/>
                  <a:pt x="438792" y="883911"/>
                  <a:pt x="359981" y="732886"/>
                </a:cubicBezTo>
                <a:cubicBezTo>
                  <a:pt x="265407" y="551655"/>
                  <a:pt x="138992" y="419785"/>
                  <a:pt x="39811" y="387034"/>
                </a:cubicBezTo>
                <a:lnTo>
                  <a:pt x="764" y="380490"/>
                </a:lnTo>
                <a:lnTo>
                  <a:pt x="0" y="37898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8E30AD9-B2EA-F286-38ED-A2ABF3B5F5A2}"/>
              </a:ext>
            </a:extLst>
          </p:cNvPr>
          <p:cNvCxnSpPr>
            <a:cxnSpLocks/>
          </p:cNvCxnSpPr>
          <p:nvPr/>
        </p:nvCxnSpPr>
        <p:spPr>
          <a:xfrm>
            <a:off x="1311275" y="2172393"/>
            <a:ext cx="345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848CCAFD-CCA4-1195-6F52-236113F3568B}"/>
              </a:ext>
            </a:extLst>
          </p:cNvPr>
          <p:cNvSpPr/>
          <p:nvPr/>
        </p:nvSpPr>
        <p:spPr>
          <a:xfrm rot="5400000">
            <a:off x="5583433" y="927783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위쪽 모서리 12">
            <a:hlinkClick r:id="rId2" action="ppaction://hlinksldjump"/>
            <a:extLst>
              <a:ext uri="{FF2B5EF4-FFF2-40B4-BE49-F238E27FC236}">
                <a16:creationId xmlns:a16="http://schemas.microsoft.com/office/drawing/2014/main" id="{21F497E1-6A51-106C-C5DF-D3B162EF5E4E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사각형: 둥근 위쪽 모서리 13">
            <a:hlinkClick r:id="rId3" action="ppaction://hlinksldjump"/>
            <a:extLst>
              <a:ext uri="{FF2B5EF4-FFF2-40B4-BE49-F238E27FC236}">
                <a16:creationId xmlns:a16="http://schemas.microsoft.com/office/drawing/2014/main" id="{672AFBD2-B9DD-405D-DB05-2B8BE9486AEB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위쪽 모서리 14">
            <a:hlinkClick r:id="rId4" action="ppaction://hlinksldjump"/>
            <a:extLst>
              <a:ext uri="{FF2B5EF4-FFF2-40B4-BE49-F238E27FC236}">
                <a16:creationId xmlns:a16="http://schemas.microsoft.com/office/drawing/2014/main" id="{27A4F4EE-89C3-0414-DC46-9D8B0CEA1989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위쪽 모서리 15">
            <a:hlinkClick r:id="rId5" action="ppaction://hlinksldjump"/>
            <a:extLst>
              <a:ext uri="{FF2B5EF4-FFF2-40B4-BE49-F238E27FC236}">
                <a16:creationId xmlns:a16="http://schemas.microsoft.com/office/drawing/2014/main" id="{36E7A4D2-086E-0144-AC15-433D9E1E32E5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위쪽 모서리 16">
            <a:hlinkClick r:id="rId6" action="ppaction://hlinksldjump"/>
            <a:extLst>
              <a:ext uri="{FF2B5EF4-FFF2-40B4-BE49-F238E27FC236}">
                <a16:creationId xmlns:a16="http://schemas.microsoft.com/office/drawing/2014/main" id="{DC61F5C3-75C4-4A9F-C2CD-AD5FAF2E4386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위쪽 모서리 17">
            <a:hlinkClick r:id="rId7" action="ppaction://hlinksldjump"/>
            <a:extLst>
              <a:ext uri="{FF2B5EF4-FFF2-40B4-BE49-F238E27FC236}">
                <a16:creationId xmlns:a16="http://schemas.microsoft.com/office/drawing/2014/main" id="{1734FC2F-1A3F-FB1F-4411-6457D78D7D59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583A2BD-7BC5-531F-556E-2644553B8D73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1524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8269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9401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4806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5604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8860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3095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5421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7137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1583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7565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867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7179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9848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8011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0559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079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2196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3270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5547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4086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672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4839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7710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2013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0698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73215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18998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49397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53873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3674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9576E8F3-9F0F-8A64-74A1-593468D5EF15}"/>
              </a:ext>
            </a:extLst>
          </p:cNvPr>
          <p:cNvSpPr/>
          <p:nvPr/>
        </p:nvSpPr>
        <p:spPr>
          <a:xfrm>
            <a:off x="0" y="-53336"/>
            <a:ext cx="6076950" cy="7826623"/>
          </a:xfrm>
          <a:custGeom>
            <a:avLst/>
            <a:gdLst>
              <a:gd name="connsiteX0" fmla="*/ 0 w 6076950"/>
              <a:gd name="connsiteY0" fmla="*/ 0 h 7244403"/>
              <a:gd name="connsiteX1" fmla="*/ 6076950 w 6076950"/>
              <a:gd name="connsiteY1" fmla="*/ 0 h 7244403"/>
              <a:gd name="connsiteX2" fmla="*/ 6076950 w 6076950"/>
              <a:gd name="connsiteY2" fmla="*/ 5951245 h 7244403"/>
              <a:gd name="connsiteX3" fmla="*/ 5019298 w 6076950"/>
              <a:gd name="connsiteY3" fmla="*/ 7244403 h 7244403"/>
              <a:gd name="connsiteX4" fmla="*/ 0 w 6076950"/>
              <a:gd name="connsiteY4" fmla="*/ 7244403 h 7244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76950" h="7244403">
                <a:moveTo>
                  <a:pt x="0" y="0"/>
                </a:moveTo>
                <a:lnTo>
                  <a:pt x="6076950" y="0"/>
                </a:lnTo>
                <a:lnTo>
                  <a:pt x="6076950" y="5951245"/>
                </a:lnTo>
                <a:lnTo>
                  <a:pt x="5019298" y="7244403"/>
                </a:lnTo>
                <a:lnTo>
                  <a:pt x="0" y="7244403"/>
                </a:lnTo>
                <a:close/>
              </a:path>
            </a:pathLst>
          </a:cu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C064EED-4ED5-AEB6-191E-F73B983317BE}"/>
              </a:ext>
            </a:extLst>
          </p:cNvPr>
          <p:cNvSpPr/>
          <p:nvPr/>
        </p:nvSpPr>
        <p:spPr>
          <a:xfrm rot="901557">
            <a:off x="4744604" y="6191431"/>
            <a:ext cx="1163923" cy="1650554"/>
          </a:xfrm>
          <a:custGeom>
            <a:avLst/>
            <a:gdLst>
              <a:gd name="connsiteX0" fmla="*/ 1163923 w 1163923"/>
              <a:gd name="connsiteY0" fmla="*/ 0 h 1206490"/>
              <a:gd name="connsiteX1" fmla="*/ 464698 w 1163923"/>
              <a:gd name="connsiteY1" fmla="*/ 1206490 h 1206490"/>
              <a:gd name="connsiteX2" fmla="*/ 461561 w 1163923"/>
              <a:gd name="connsiteY2" fmla="*/ 1187427 h 1206490"/>
              <a:gd name="connsiteX3" fmla="*/ 470052 w 1163923"/>
              <a:gd name="connsiteY3" fmla="*/ 1137051 h 1206490"/>
              <a:gd name="connsiteX4" fmla="*/ 359981 w 1163923"/>
              <a:gd name="connsiteY4" fmla="*/ 732886 h 1206490"/>
              <a:gd name="connsiteX5" fmla="*/ 39811 w 1163923"/>
              <a:gd name="connsiteY5" fmla="*/ 387034 h 1206490"/>
              <a:gd name="connsiteX6" fmla="*/ 764 w 1163923"/>
              <a:gd name="connsiteY6" fmla="*/ 380490 h 1206490"/>
              <a:gd name="connsiteX7" fmla="*/ 0 w 1163923"/>
              <a:gd name="connsiteY7" fmla="*/ 378981 h 1206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3923" h="1206490">
                <a:moveTo>
                  <a:pt x="1163923" y="0"/>
                </a:moveTo>
                <a:lnTo>
                  <a:pt x="464698" y="1206490"/>
                </a:lnTo>
                <a:lnTo>
                  <a:pt x="461561" y="1187427"/>
                </a:lnTo>
                <a:lnTo>
                  <a:pt x="470052" y="1137051"/>
                </a:lnTo>
                <a:cubicBezTo>
                  <a:pt x="476838" y="1033471"/>
                  <a:pt x="438792" y="883911"/>
                  <a:pt x="359981" y="732886"/>
                </a:cubicBezTo>
                <a:cubicBezTo>
                  <a:pt x="265407" y="551655"/>
                  <a:pt x="138992" y="419785"/>
                  <a:pt x="39811" y="387034"/>
                </a:cubicBezTo>
                <a:lnTo>
                  <a:pt x="764" y="380490"/>
                </a:lnTo>
                <a:lnTo>
                  <a:pt x="0" y="37898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8E30AD9-B2EA-F286-38ED-A2ABF3B5F5A2}"/>
              </a:ext>
            </a:extLst>
          </p:cNvPr>
          <p:cNvCxnSpPr>
            <a:cxnSpLocks/>
          </p:cNvCxnSpPr>
          <p:nvPr/>
        </p:nvCxnSpPr>
        <p:spPr>
          <a:xfrm>
            <a:off x="1311275" y="2172393"/>
            <a:ext cx="345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위쪽 모서리 1">
            <a:hlinkClick r:id="rId2" action="ppaction://hlinksldjump"/>
            <a:extLst>
              <a:ext uri="{FF2B5EF4-FFF2-40B4-BE49-F238E27FC236}">
                <a16:creationId xmlns:a16="http://schemas.microsoft.com/office/drawing/2014/main" id="{1AC9E218-D4AE-27C7-7F53-A28F60D0EFCB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사각형: 둥근 위쪽 모서리 2">
            <a:hlinkClick r:id="rId3" action="ppaction://hlinksldjump"/>
            <a:extLst>
              <a:ext uri="{FF2B5EF4-FFF2-40B4-BE49-F238E27FC236}">
                <a16:creationId xmlns:a16="http://schemas.microsoft.com/office/drawing/2014/main" id="{39402888-8450-9D93-B1EB-660E62D94AE1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위쪽 모서리 3">
            <a:hlinkClick r:id="rId4" action="ppaction://hlinksldjump"/>
            <a:extLst>
              <a:ext uri="{FF2B5EF4-FFF2-40B4-BE49-F238E27FC236}">
                <a16:creationId xmlns:a16="http://schemas.microsoft.com/office/drawing/2014/main" id="{305FC6D9-3BE5-750A-A574-8A6908164139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위쪽 모서리 12">
            <a:hlinkClick r:id="rId5" action="ppaction://hlinksldjump"/>
            <a:extLst>
              <a:ext uri="{FF2B5EF4-FFF2-40B4-BE49-F238E27FC236}">
                <a16:creationId xmlns:a16="http://schemas.microsoft.com/office/drawing/2014/main" id="{81CBD7AE-2697-D932-EB23-2B9E256C95E5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위쪽 모서리 13">
            <a:hlinkClick r:id="rId6" action="ppaction://hlinksldjump"/>
            <a:extLst>
              <a:ext uri="{FF2B5EF4-FFF2-40B4-BE49-F238E27FC236}">
                <a16:creationId xmlns:a16="http://schemas.microsoft.com/office/drawing/2014/main" id="{32EC4913-7D79-A4B6-5B4C-F819825DA5A3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위쪽 모서리 14">
            <a:hlinkClick r:id="rId7" action="ppaction://hlinksldjump"/>
            <a:extLst>
              <a:ext uri="{FF2B5EF4-FFF2-40B4-BE49-F238E27FC236}">
                <a16:creationId xmlns:a16="http://schemas.microsoft.com/office/drawing/2014/main" id="{92027104-1DD5-4559-DD80-34B13549591E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94EC92C-B833-9C86-1D05-2829724BA62C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56325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60178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57349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85288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13202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5273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54933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51275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22947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52171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47759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67808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06116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95099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20014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21748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1571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32876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48870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64954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58606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09235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15979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00957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47247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12521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07358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65774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54192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49580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16548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9576E8F3-9F0F-8A64-74A1-593468D5EF15}"/>
              </a:ext>
            </a:extLst>
          </p:cNvPr>
          <p:cNvSpPr/>
          <p:nvPr/>
        </p:nvSpPr>
        <p:spPr>
          <a:xfrm>
            <a:off x="0" y="-53336"/>
            <a:ext cx="6076950" cy="7826623"/>
          </a:xfrm>
          <a:custGeom>
            <a:avLst/>
            <a:gdLst>
              <a:gd name="connsiteX0" fmla="*/ 0 w 6076950"/>
              <a:gd name="connsiteY0" fmla="*/ 0 h 7244403"/>
              <a:gd name="connsiteX1" fmla="*/ 6076950 w 6076950"/>
              <a:gd name="connsiteY1" fmla="*/ 0 h 7244403"/>
              <a:gd name="connsiteX2" fmla="*/ 6076950 w 6076950"/>
              <a:gd name="connsiteY2" fmla="*/ 5951245 h 7244403"/>
              <a:gd name="connsiteX3" fmla="*/ 5019298 w 6076950"/>
              <a:gd name="connsiteY3" fmla="*/ 7244403 h 7244403"/>
              <a:gd name="connsiteX4" fmla="*/ 0 w 6076950"/>
              <a:gd name="connsiteY4" fmla="*/ 7244403 h 7244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76950" h="7244403">
                <a:moveTo>
                  <a:pt x="0" y="0"/>
                </a:moveTo>
                <a:lnTo>
                  <a:pt x="6076950" y="0"/>
                </a:lnTo>
                <a:lnTo>
                  <a:pt x="6076950" y="5951245"/>
                </a:lnTo>
                <a:lnTo>
                  <a:pt x="5019298" y="7244403"/>
                </a:lnTo>
                <a:lnTo>
                  <a:pt x="0" y="7244403"/>
                </a:lnTo>
                <a:close/>
              </a:path>
            </a:pathLst>
          </a:cu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C064EED-4ED5-AEB6-191E-F73B983317BE}"/>
              </a:ext>
            </a:extLst>
          </p:cNvPr>
          <p:cNvSpPr/>
          <p:nvPr/>
        </p:nvSpPr>
        <p:spPr>
          <a:xfrm rot="901557">
            <a:off x="4744604" y="6191431"/>
            <a:ext cx="1163923" cy="1650554"/>
          </a:xfrm>
          <a:custGeom>
            <a:avLst/>
            <a:gdLst>
              <a:gd name="connsiteX0" fmla="*/ 1163923 w 1163923"/>
              <a:gd name="connsiteY0" fmla="*/ 0 h 1206490"/>
              <a:gd name="connsiteX1" fmla="*/ 464698 w 1163923"/>
              <a:gd name="connsiteY1" fmla="*/ 1206490 h 1206490"/>
              <a:gd name="connsiteX2" fmla="*/ 461561 w 1163923"/>
              <a:gd name="connsiteY2" fmla="*/ 1187427 h 1206490"/>
              <a:gd name="connsiteX3" fmla="*/ 470052 w 1163923"/>
              <a:gd name="connsiteY3" fmla="*/ 1137051 h 1206490"/>
              <a:gd name="connsiteX4" fmla="*/ 359981 w 1163923"/>
              <a:gd name="connsiteY4" fmla="*/ 732886 h 1206490"/>
              <a:gd name="connsiteX5" fmla="*/ 39811 w 1163923"/>
              <a:gd name="connsiteY5" fmla="*/ 387034 h 1206490"/>
              <a:gd name="connsiteX6" fmla="*/ 764 w 1163923"/>
              <a:gd name="connsiteY6" fmla="*/ 380490 h 1206490"/>
              <a:gd name="connsiteX7" fmla="*/ 0 w 1163923"/>
              <a:gd name="connsiteY7" fmla="*/ 378981 h 1206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3923" h="1206490">
                <a:moveTo>
                  <a:pt x="1163923" y="0"/>
                </a:moveTo>
                <a:lnTo>
                  <a:pt x="464698" y="1206490"/>
                </a:lnTo>
                <a:lnTo>
                  <a:pt x="461561" y="1187427"/>
                </a:lnTo>
                <a:lnTo>
                  <a:pt x="470052" y="1137051"/>
                </a:lnTo>
                <a:cubicBezTo>
                  <a:pt x="476838" y="1033471"/>
                  <a:pt x="438792" y="883911"/>
                  <a:pt x="359981" y="732886"/>
                </a:cubicBezTo>
                <a:cubicBezTo>
                  <a:pt x="265407" y="551655"/>
                  <a:pt x="138992" y="419785"/>
                  <a:pt x="39811" y="387034"/>
                </a:cubicBezTo>
                <a:lnTo>
                  <a:pt x="764" y="380490"/>
                </a:lnTo>
                <a:lnTo>
                  <a:pt x="0" y="37898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8E30AD9-B2EA-F286-38ED-A2ABF3B5F5A2}"/>
              </a:ext>
            </a:extLst>
          </p:cNvPr>
          <p:cNvCxnSpPr>
            <a:cxnSpLocks/>
          </p:cNvCxnSpPr>
          <p:nvPr/>
        </p:nvCxnSpPr>
        <p:spPr>
          <a:xfrm>
            <a:off x="1311275" y="2172393"/>
            <a:ext cx="345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위쪽 모서리 1">
            <a:hlinkClick r:id="rId2" action="ppaction://hlinksldjump"/>
            <a:extLst>
              <a:ext uri="{FF2B5EF4-FFF2-40B4-BE49-F238E27FC236}">
                <a16:creationId xmlns:a16="http://schemas.microsoft.com/office/drawing/2014/main" id="{EF05D2ED-4DA7-4293-9308-3679A17549FE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사각형: 둥근 위쪽 모서리 2">
            <a:hlinkClick r:id="rId3" action="ppaction://hlinksldjump"/>
            <a:extLst>
              <a:ext uri="{FF2B5EF4-FFF2-40B4-BE49-F238E27FC236}">
                <a16:creationId xmlns:a16="http://schemas.microsoft.com/office/drawing/2014/main" id="{65471398-6FF2-8AE3-0D2B-074AA0FD7B53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위쪽 모서리 3">
            <a:hlinkClick r:id="rId4" action="ppaction://hlinksldjump"/>
            <a:extLst>
              <a:ext uri="{FF2B5EF4-FFF2-40B4-BE49-F238E27FC236}">
                <a16:creationId xmlns:a16="http://schemas.microsoft.com/office/drawing/2014/main" id="{1260DAF6-5AC6-E92A-AB2D-CF48C64989AF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위쪽 모서리 12">
            <a:hlinkClick r:id="rId5" action="ppaction://hlinksldjump"/>
            <a:extLst>
              <a:ext uri="{FF2B5EF4-FFF2-40B4-BE49-F238E27FC236}">
                <a16:creationId xmlns:a16="http://schemas.microsoft.com/office/drawing/2014/main" id="{32D8E965-70CE-E79A-04E0-F59E532ACEEC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위쪽 모서리 13">
            <a:hlinkClick r:id="rId6" action="ppaction://hlinksldjump"/>
            <a:extLst>
              <a:ext uri="{FF2B5EF4-FFF2-40B4-BE49-F238E27FC236}">
                <a16:creationId xmlns:a16="http://schemas.microsoft.com/office/drawing/2014/main" id="{BE863B63-B274-D0F4-B9F5-F3428AC63BF6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위쪽 모서리 14">
            <a:hlinkClick r:id="rId7" action="ppaction://hlinksldjump"/>
            <a:extLst>
              <a:ext uri="{FF2B5EF4-FFF2-40B4-BE49-F238E27FC236}">
                <a16:creationId xmlns:a16="http://schemas.microsoft.com/office/drawing/2014/main" id="{4CF3DC7F-78ED-C27F-2DFB-F0F83DBA47CA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40D2D7B-8AA8-77B4-5D12-1B6BF731645B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63423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23663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74107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544847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485134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07969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778041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511022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70953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19373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542763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07686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46386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798722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43281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089827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888238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947109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962241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958374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92076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694931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940188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414208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786671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837329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444790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85184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531710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099592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096937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9576E8F3-9F0F-8A64-74A1-593468D5EF15}"/>
              </a:ext>
            </a:extLst>
          </p:cNvPr>
          <p:cNvSpPr/>
          <p:nvPr/>
        </p:nvSpPr>
        <p:spPr>
          <a:xfrm>
            <a:off x="0" y="-53336"/>
            <a:ext cx="6076950" cy="7826623"/>
          </a:xfrm>
          <a:custGeom>
            <a:avLst/>
            <a:gdLst>
              <a:gd name="connsiteX0" fmla="*/ 0 w 6076950"/>
              <a:gd name="connsiteY0" fmla="*/ 0 h 7244403"/>
              <a:gd name="connsiteX1" fmla="*/ 6076950 w 6076950"/>
              <a:gd name="connsiteY1" fmla="*/ 0 h 7244403"/>
              <a:gd name="connsiteX2" fmla="*/ 6076950 w 6076950"/>
              <a:gd name="connsiteY2" fmla="*/ 5951245 h 7244403"/>
              <a:gd name="connsiteX3" fmla="*/ 5019298 w 6076950"/>
              <a:gd name="connsiteY3" fmla="*/ 7244403 h 7244403"/>
              <a:gd name="connsiteX4" fmla="*/ 0 w 6076950"/>
              <a:gd name="connsiteY4" fmla="*/ 7244403 h 7244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76950" h="7244403">
                <a:moveTo>
                  <a:pt x="0" y="0"/>
                </a:moveTo>
                <a:lnTo>
                  <a:pt x="6076950" y="0"/>
                </a:lnTo>
                <a:lnTo>
                  <a:pt x="6076950" y="5951245"/>
                </a:lnTo>
                <a:lnTo>
                  <a:pt x="5019298" y="7244403"/>
                </a:lnTo>
                <a:lnTo>
                  <a:pt x="0" y="7244403"/>
                </a:lnTo>
                <a:close/>
              </a:path>
            </a:pathLst>
          </a:cu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C064EED-4ED5-AEB6-191E-F73B983317BE}"/>
              </a:ext>
            </a:extLst>
          </p:cNvPr>
          <p:cNvSpPr/>
          <p:nvPr/>
        </p:nvSpPr>
        <p:spPr>
          <a:xfrm rot="901557">
            <a:off x="4744604" y="6191431"/>
            <a:ext cx="1163923" cy="1650554"/>
          </a:xfrm>
          <a:custGeom>
            <a:avLst/>
            <a:gdLst>
              <a:gd name="connsiteX0" fmla="*/ 1163923 w 1163923"/>
              <a:gd name="connsiteY0" fmla="*/ 0 h 1206490"/>
              <a:gd name="connsiteX1" fmla="*/ 464698 w 1163923"/>
              <a:gd name="connsiteY1" fmla="*/ 1206490 h 1206490"/>
              <a:gd name="connsiteX2" fmla="*/ 461561 w 1163923"/>
              <a:gd name="connsiteY2" fmla="*/ 1187427 h 1206490"/>
              <a:gd name="connsiteX3" fmla="*/ 470052 w 1163923"/>
              <a:gd name="connsiteY3" fmla="*/ 1137051 h 1206490"/>
              <a:gd name="connsiteX4" fmla="*/ 359981 w 1163923"/>
              <a:gd name="connsiteY4" fmla="*/ 732886 h 1206490"/>
              <a:gd name="connsiteX5" fmla="*/ 39811 w 1163923"/>
              <a:gd name="connsiteY5" fmla="*/ 387034 h 1206490"/>
              <a:gd name="connsiteX6" fmla="*/ 764 w 1163923"/>
              <a:gd name="connsiteY6" fmla="*/ 380490 h 1206490"/>
              <a:gd name="connsiteX7" fmla="*/ 0 w 1163923"/>
              <a:gd name="connsiteY7" fmla="*/ 378981 h 1206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3923" h="1206490">
                <a:moveTo>
                  <a:pt x="1163923" y="0"/>
                </a:moveTo>
                <a:lnTo>
                  <a:pt x="464698" y="1206490"/>
                </a:lnTo>
                <a:lnTo>
                  <a:pt x="461561" y="1187427"/>
                </a:lnTo>
                <a:lnTo>
                  <a:pt x="470052" y="1137051"/>
                </a:lnTo>
                <a:cubicBezTo>
                  <a:pt x="476838" y="1033471"/>
                  <a:pt x="438792" y="883911"/>
                  <a:pt x="359981" y="732886"/>
                </a:cubicBezTo>
                <a:cubicBezTo>
                  <a:pt x="265407" y="551655"/>
                  <a:pt x="138992" y="419785"/>
                  <a:pt x="39811" y="387034"/>
                </a:cubicBezTo>
                <a:lnTo>
                  <a:pt x="764" y="380490"/>
                </a:lnTo>
                <a:lnTo>
                  <a:pt x="0" y="37898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8E30AD9-B2EA-F286-38ED-A2ABF3B5F5A2}"/>
              </a:ext>
            </a:extLst>
          </p:cNvPr>
          <p:cNvCxnSpPr>
            <a:cxnSpLocks/>
          </p:cNvCxnSpPr>
          <p:nvPr/>
        </p:nvCxnSpPr>
        <p:spPr>
          <a:xfrm>
            <a:off x="1311275" y="2172393"/>
            <a:ext cx="345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위쪽 모서리 1">
            <a:hlinkClick r:id="rId2" action="ppaction://hlinksldjump"/>
            <a:extLst>
              <a:ext uri="{FF2B5EF4-FFF2-40B4-BE49-F238E27FC236}">
                <a16:creationId xmlns:a16="http://schemas.microsoft.com/office/drawing/2014/main" id="{2606C647-68AA-9CD3-C773-9D17E176DC8F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사각형: 둥근 위쪽 모서리 2">
            <a:hlinkClick r:id="rId3" action="ppaction://hlinksldjump"/>
            <a:extLst>
              <a:ext uri="{FF2B5EF4-FFF2-40B4-BE49-F238E27FC236}">
                <a16:creationId xmlns:a16="http://schemas.microsoft.com/office/drawing/2014/main" id="{43732CD4-B116-7221-B12A-42795501928C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위쪽 모서리 3">
            <a:hlinkClick r:id="rId4" action="ppaction://hlinksldjump"/>
            <a:extLst>
              <a:ext uri="{FF2B5EF4-FFF2-40B4-BE49-F238E27FC236}">
                <a16:creationId xmlns:a16="http://schemas.microsoft.com/office/drawing/2014/main" id="{75E44238-5F8C-588C-C6CD-C21CE2134BCF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위쪽 모서리 12">
            <a:hlinkClick r:id="rId5" action="ppaction://hlinksldjump"/>
            <a:extLst>
              <a:ext uri="{FF2B5EF4-FFF2-40B4-BE49-F238E27FC236}">
                <a16:creationId xmlns:a16="http://schemas.microsoft.com/office/drawing/2014/main" id="{345A745C-F0A6-8AD2-39EA-9D28602AC8C4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위쪽 모서리 13">
            <a:hlinkClick r:id="rId6" action="ppaction://hlinksldjump"/>
            <a:extLst>
              <a:ext uri="{FF2B5EF4-FFF2-40B4-BE49-F238E27FC236}">
                <a16:creationId xmlns:a16="http://schemas.microsoft.com/office/drawing/2014/main" id="{57F2BA93-D276-D30A-CCA1-1723ECBF06B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위쪽 모서리 14">
            <a:hlinkClick r:id="rId7" action="ppaction://hlinksldjump"/>
            <a:extLst>
              <a:ext uri="{FF2B5EF4-FFF2-40B4-BE49-F238E27FC236}">
                <a16:creationId xmlns:a16="http://schemas.microsoft.com/office/drawing/2014/main" id="{4701557F-023C-455C-B520-BDE64A5CDD0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79E7B10-DD27-2120-01A9-55D88AD30854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5066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452393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421858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451294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256179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199543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811812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75315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051999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20146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091963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990397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79638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882107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782580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518261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004903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1807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306071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852533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973279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826527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223734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081689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614530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701089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037474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04411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522868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887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335973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9576E8F3-9F0F-8A64-74A1-593468D5EF15}"/>
              </a:ext>
            </a:extLst>
          </p:cNvPr>
          <p:cNvSpPr/>
          <p:nvPr/>
        </p:nvSpPr>
        <p:spPr>
          <a:xfrm>
            <a:off x="0" y="-53336"/>
            <a:ext cx="6076950" cy="7826623"/>
          </a:xfrm>
          <a:custGeom>
            <a:avLst/>
            <a:gdLst>
              <a:gd name="connsiteX0" fmla="*/ 0 w 6076950"/>
              <a:gd name="connsiteY0" fmla="*/ 0 h 7244403"/>
              <a:gd name="connsiteX1" fmla="*/ 6076950 w 6076950"/>
              <a:gd name="connsiteY1" fmla="*/ 0 h 7244403"/>
              <a:gd name="connsiteX2" fmla="*/ 6076950 w 6076950"/>
              <a:gd name="connsiteY2" fmla="*/ 5951245 h 7244403"/>
              <a:gd name="connsiteX3" fmla="*/ 5019298 w 6076950"/>
              <a:gd name="connsiteY3" fmla="*/ 7244403 h 7244403"/>
              <a:gd name="connsiteX4" fmla="*/ 0 w 6076950"/>
              <a:gd name="connsiteY4" fmla="*/ 7244403 h 7244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76950" h="7244403">
                <a:moveTo>
                  <a:pt x="0" y="0"/>
                </a:moveTo>
                <a:lnTo>
                  <a:pt x="6076950" y="0"/>
                </a:lnTo>
                <a:lnTo>
                  <a:pt x="6076950" y="5951245"/>
                </a:lnTo>
                <a:lnTo>
                  <a:pt x="5019298" y="7244403"/>
                </a:lnTo>
                <a:lnTo>
                  <a:pt x="0" y="7244403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C064EED-4ED5-AEB6-191E-F73B983317BE}"/>
              </a:ext>
            </a:extLst>
          </p:cNvPr>
          <p:cNvSpPr/>
          <p:nvPr/>
        </p:nvSpPr>
        <p:spPr>
          <a:xfrm rot="901557">
            <a:off x="4744604" y="6191431"/>
            <a:ext cx="1163923" cy="1650554"/>
          </a:xfrm>
          <a:custGeom>
            <a:avLst/>
            <a:gdLst>
              <a:gd name="connsiteX0" fmla="*/ 1163923 w 1163923"/>
              <a:gd name="connsiteY0" fmla="*/ 0 h 1206490"/>
              <a:gd name="connsiteX1" fmla="*/ 464698 w 1163923"/>
              <a:gd name="connsiteY1" fmla="*/ 1206490 h 1206490"/>
              <a:gd name="connsiteX2" fmla="*/ 461561 w 1163923"/>
              <a:gd name="connsiteY2" fmla="*/ 1187427 h 1206490"/>
              <a:gd name="connsiteX3" fmla="*/ 470052 w 1163923"/>
              <a:gd name="connsiteY3" fmla="*/ 1137051 h 1206490"/>
              <a:gd name="connsiteX4" fmla="*/ 359981 w 1163923"/>
              <a:gd name="connsiteY4" fmla="*/ 732886 h 1206490"/>
              <a:gd name="connsiteX5" fmla="*/ 39811 w 1163923"/>
              <a:gd name="connsiteY5" fmla="*/ 387034 h 1206490"/>
              <a:gd name="connsiteX6" fmla="*/ 764 w 1163923"/>
              <a:gd name="connsiteY6" fmla="*/ 380490 h 1206490"/>
              <a:gd name="connsiteX7" fmla="*/ 0 w 1163923"/>
              <a:gd name="connsiteY7" fmla="*/ 378981 h 1206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3923" h="1206490">
                <a:moveTo>
                  <a:pt x="1163923" y="0"/>
                </a:moveTo>
                <a:lnTo>
                  <a:pt x="464698" y="1206490"/>
                </a:lnTo>
                <a:lnTo>
                  <a:pt x="461561" y="1187427"/>
                </a:lnTo>
                <a:lnTo>
                  <a:pt x="470052" y="1137051"/>
                </a:lnTo>
                <a:cubicBezTo>
                  <a:pt x="476838" y="1033471"/>
                  <a:pt x="438792" y="883911"/>
                  <a:pt x="359981" y="732886"/>
                </a:cubicBezTo>
                <a:cubicBezTo>
                  <a:pt x="265407" y="551655"/>
                  <a:pt x="138992" y="419785"/>
                  <a:pt x="39811" y="387034"/>
                </a:cubicBezTo>
                <a:lnTo>
                  <a:pt x="764" y="380490"/>
                </a:lnTo>
                <a:lnTo>
                  <a:pt x="0" y="37898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8E30AD9-B2EA-F286-38ED-A2ABF3B5F5A2}"/>
              </a:ext>
            </a:extLst>
          </p:cNvPr>
          <p:cNvCxnSpPr>
            <a:cxnSpLocks/>
          </p:cNvCxnSpPr>
          <p:nvPr/>
        </p:nvCxnSpPr>
        <p:spPr>
          <a:xfrm>
            <a:off x="1311275" y="2172393"/>
            <a:ext cx="345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위쪽 모서리 1">
            <a:hlinkClick r:id="rId2" action="ppaction://hlinksldjump"/>
            <a:extLst>
              <a:ext uri="{FF2B5EF4-FFF2-40B4-BE49-F238E27FC236}">
                <a16:creationId xmlns:a16="http://schemas.microsoft.com/office/drawing/2014/main" id="{F4E3C4BD-1B0D-7829-FD7B-16D90EB03AC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사각형: 둥근 위쪽 모서리 2">
            <a:hlinkClick r:id="rId3" action="ppaction://hlinksldjump"/>
            <a:extLst>
              <a:ext uri="{FF2B5EF4-FFF2-40B4-BE49-F238E27FC236}">
                <a16:creationId xmlns:a16="http://schemas.microsoft.com/office/drawing/2014/main" id="{543CCDF7-B556-7695-3DA2-277639F5C42A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위쪽 모서리 3">
            <a:hlinkClick r:id="rId4" action="ppaction://hlinksldjump"/>
            <a:extLst>
              <a:ext uri="{FF2B5EF4-FFF2-40B4-BE49-F238E27FC236}">
                <a16:creationId xmlns:a16="http://schemas.microsoft.com/office/drawing/2014/main" id="{7DC8A44C-452C-4BEA-FC98-5B38185609D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위쪽 모서리 12">
            <a:hlinkClick r:id="rId5" action="ppaction://hlinksldjump"/>
            <a:extLst>
              <a:ext uri="{FF2B5EF4-FFF2-40B4-BE49-F238E27FC236}">
                <a16:creationId xmlns:a16="http://schemas.microsoft.com/office/drawing/2014/main" id="{2EE2F547-DD02-F518-3133-A6C1CC7C3E4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위쪽 모서리 13">
            <a:hlinkClick r:id="rId6" action="ppaction://hlinksldjump"/>
            <a:extLst>
              <a:ext uri="{FF2B5EF4-FFF2-40B4-BE49-F238E27FC236}">
                <a16:creationId xmlns:a16="http://schemas.microsoft.com/office/drawing/2014/main" id="{B344720F-FB98-0E9B-AE38-06209D3DAA72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위쪽 모서리 14">
            <a:hlinkClick r:id="rId7" action="ppaction://hlinksldjump"/>
            <a:extLst>
              <a:ext uri="{FF2B5EF4-FFF2-40B4-BE49-F238E27FC236}">
                <a16:creationId xmlns:a16="http://schemas.microsoft.com/office/drawing/2014/main" id="{8AF68DA2-354D-6F73-F210-1159CB5D3FB5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2B9C940-96A8-CFC7-0101-BB8545EDAC55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40723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023497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634885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814526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042739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535485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39912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930778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50737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631446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2987305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368203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658299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927288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310059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6397003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05106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879260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108618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172218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677032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597377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195264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5132815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678265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4812424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163053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320711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652102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544186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C88477F-15C9-59BF-ABE4-068C6B2D4616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22269A9-36BF-D6F7-0616-5EFDCD3220B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EF27EF-8A48-46CD-BCE8-014463D850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7F559A7-983D-133B-14B6-AF0232119A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B186A32D-23B2-9E84-8860-0E2D6AC82A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468AB7-6224-AADA-2C9C-F02EBB679F5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26768C-7B1F-19B5-1E83-8F966301B0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3924203-9AE2-25DB-FB7C-3B8F955F39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5B45D7-C431-E1AF-EDCD-F75451E4E7C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EC26AAC-02BC-209A-06BB-EBEDBAF0ED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D9AB1F-C3D6-1F08-9D8F-30A8825ECF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E50D039-26CC-E76F-B9D5-8B90D08D817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329A2C6-18E6-339E-D957-B5DEF8834C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115E311-D0FA-F4F7-D703-B1FC9A5E8DD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87C1EFE-0A58-8658-1D6D-0A775C1F9A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E095EC1-6BDD-1D7F-FB7E-CA2F05AEB3C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931094C-9898-FD2D-4880-BA840489349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7E06BD-2FC1-1122-9FB3-9688994C38C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F2B2357-C25C-8FC4-5264-C51F167AB51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AE1AD03-7AAF-BDE8-A773-84142DAFCC0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E0DA08E-14DC-277E-22EC-5E77DE5BFE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0B592C2-B099-9CBF-C733-174238D3F9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4EB7010E-78AB-2DC8-C6AA-D8745258B3C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E05322A-3215-F5AD-B694-4854EE78714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D6D7326-F045-5C11-CA03-1B0A0F8BC62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73B218F-7134-6F74-EED9-1BF37011AE3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7606314-D6DB-359D-69CC-91F05762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D81EAE4-EE01-26BD-9A20-61BEE8DB1F6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7A8040E-EB27-5536-D224-57005D29F7E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D5A099F-09F9-99AC-F064-D805814461B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D5F959-3E0D-B5B5-30B2-6B91D2B58AD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0FEE463-8B51-2EDD-71CB-BFF5B945CE98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6FE28D78-C3A7-9538-4C25-A10FDA3B734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AD59EC54-29FA-84C9-24FF-B355F50E175E}"/>
              </a:ext>
            </a:extLst>
          </p:cNvPr>
          <p:cNvSpPr txBox="1"/>
          <p:nvPr/>
        </p:nvSpPr>
        <p:spPr>
          <a:xfrm>
            <a:off x="2736149" y="7526907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5BF1A6E8-A6FB-5FEF-777D-C9253496DDAB}"/>
              </a:ext>
            </a:extLst>
          </p:cNvPr>
          <p:cNvSpPr txBox="1"/>
          <p:nvPr/>
        </p:nvSpPr>
        <p:spPr>
          <a:xfrm>
            <a:off x="312196" y="7526907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44" name="사각형: 둥근 위쪽 모서리 43">
            <a:hlinkClick r:id="rId5" action="ppaction://hlinksldjump"/>
            <a:extLst>
              <a:ext uri="{FF2B5EF4-FFF2-40B4-BE49-F238E27FC236}">
                <a16:creationId xmlns:a16="http://schemas.microsoft.com/office/drawing/2014/main" id="{7BB4D565-E360-C8C7-70DB-370ABF7B2FB5}"/>
              </a:ext>
            </a:extLst>
          </p:cNvPr>
          <p:cNvSpPr/>
          <p:nvPr/>
        </p:nvSpPr>
        <p:spPr>
          <a:xfrm rot="5400000">
            <a:off x="5583433" y="1163240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위쪽 모서리 44">
            <a:hlinkClick r:id="rId6" action="ppaction://hlinksldjump"/>
            <a:extLst>
              <a:ext uri="{FF2B5EF4-FFF2-40B4-BE49-F238E27FC236}">
                <a16:creationId xmlns:a16="http://schemas.microsoft.com/office/drawing/2014/main" id="{DD0AFF6D-6E27-0974-1352-98DC9E9CE528}"/>
              </a:ext>
            </a:extLst>
          </p:cNvPr>
          <p:cNvSpPr/>
          <p:nvPr/>
        </p:nvSpPr>
        <p:spPr>
          <a:xfrm rot="5400000">
            <a:off x="5583433" y="1971112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AC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위쪽 모서리 45">
            <a:hlinkClick r:id="rId7" action="ppaction://hlinksldjump"/>
            <a:extLst>
              <a:ext uri="{FF2B5EF4-FFF2-40B4-BE49-F238E27FC236}">
                <a16:creationId xmlns:a16="http://schemas.microsoft.com/office/drawing/2014/main" id="{A79C10A5-B6B2-62B0-160E-8501100B7484}"/>
              </a:ext>
            </a:extLst>
          </p:cNvPr>
          <p:cNvSpPr/>
          <p:nvPr/>
        </p:nvSpPr>
        <p:spPr>
          <a:xfrm rot="5400000">
            <a:off x="5583433" y="2778984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0C4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위쪽 모서리 46">
            <a:hlinkClick r:id="rId8" action="ppaction://hlinksldjump"/>
            <a:extLst>
              <a:ext uri="{FF2B5EF4-FFF2-40B4-BE49-F238E27FC236}">
                <a16:creationId xmlns:a16="http://schemas.microsoft.com/office/drawing/2014/main" id="{5DECD1D1-FCD3-A95A-31B5-481BE8C59386}"/>
              </a:ext>
            </a:extLst>
          </p:cNvPr>
          <p:cNvSpPr/>
          <p:nvPr/>
        </p:nvSpPr>
        <p:spPr>
          <a:xfrm rot="5400000">
            <a:off x="5583433" y="358685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위쪽 모서리 47">
            <a:hlinkClick r:id="rId9" action="ppaction://hlinksldjump"/>
            <a:extLst>
              <a:ext uri="{FF2B5EF4-FFF2-40B4-BE49-F238E27FC236}">
                <a16:creationId xmlns:a16="http://schemas.microsoft.com/office/drawing/2014/main" id="{9E07A979-2D16-0C0C-8194-C877512516AA}"/>
              </a:ext>
            </a:extLst>
          </p:cNvPr>
          <p:cNvSpPr/>
          <p:nvPr/>
        </p:nvSpPr>
        <p:spPr>
          <a:xfrm rot="5400000">
            <a:off x="5583433" y="4394726"/>
            <a:ext cx="771034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위쪽 모서리 48">
            <a:hlinkClick r:id="rId10" action="ppaction://hlinksldjump"/>
            <a:extLst>
              <a:ext uri="{FF2B5EF4-FFF2-40B4-BE49-F238E27FC236}">
                <a16:creationId xmlns:a16="http://schemas.microsoft.com/office/drawing/2014/main" id="{AAB796A7-3C11-FB6F-DEAB-F480620222CB}"/>
              </a:ext>
            </a:extLst>
          </p:cNvPr>
          <p:cNvSpPr/>
          <p:nvPr/>
        </p:nvSpPr>
        <p:spPr>
          <a:xfrm rot="5400000">
            <a:off x="5860950" y="594961"/>
            <a:ext cx="216000" cy="21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70DA284-27D7-181C-0785-C825D27BF5E9}"/>
              </a:ext>
            </a:extLst>
          </p:cNvPr>
          <p:cNvSpPr/>
          <p:nvPr/>
        </p:nvSpPr>
        <p:spPr>
          <a:xfrm>
            <a:off x="5860950" y="594961"/>
            <a:ext cx="216000" cy="216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800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1217</Words>
  <Application>Microsoft Office PowerPoint</Application>
  <PresentationFormat>사용자 지정</PresentationFormat>
  <Paragraphs>611</Paragraphs>
  <Slides>157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157</vt:i4>
      </vt:variant>
    </vt:vector>
  </HeadingPairs>
  <TitlesOfParts>
    <vt:vector size="164" baseType="lpstr">
      <vt:lpstr>NanumBarunpen Bold</vt:lpstr>
      <vt:lpstr>NanumGothic</vt:lpstr>
      <vt:lpstr>NanumSquare_ac ExtraBold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12</cp:revision>
  <dcterms:created xsi:type="dcterms:W3CDTF">2021-10-29T04:43:38Z</dcterms:created>
  <dcterms:modified xsi:type="dcterms:W3CDTF">2022-11-14T05:13:15Z</dcterms:modified>
</cp:coreProperties>
</file>
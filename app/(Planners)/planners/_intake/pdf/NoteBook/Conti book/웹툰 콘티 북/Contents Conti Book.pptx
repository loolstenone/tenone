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05" r:id="rId3"/>
    <p:sldId id="305" r:id="rId4"/>
    <p:sldId id="541" r:id="rId5"/>
    <p:sldId id="545" r:id="rId6"/>
    <p:sldId id="546" r:id="rId7"/>
    <p:sldId id="547" r:id="rId8"/>
    <p:sldId id="548" r:id="rId9"/>
    <p:sldId id="549" r:id="rId10"/>
    <p:sldId id="550" r:id="rId11"/>
    <p:sldId id="551" r:id="rId12"/>
    <p:sldId id="552" r:id="rId13"/>
    <p:sldId id="542" r:id="rId14"/>
    <p:sldId id="543" r:id="rId15"/>
    <p:sldId id="544" r:id="rId16"/>
    <p:sldId id="506" r:id="rId17"/>
    <p:sldId id="507" r:id="rId18"/>
    <p:sldId id="508" r:id="rId19"/>
    <p:sldId id="509" r:id="rId20"/>
    <p:sldId id="510" r:id="rId21"/>
    <p:sldId id="511" r:id="rId22"/>
    <p:sldId id="512" r:id="rId23"/>
    <p:sldId id="513" r:id="rId24"/>
    <p:sldId id="514" r:id="rId25"/>
    <p:sldId id="515" r:id="rId26"/>
    <p:sldId id="516" r:id="rId27"/>
    <p:sldId id="517" r:id="rId28"/>
    <p:sldId id="518" r:id="rId29"/>
    <p:sldId id="519" r:id="rId30"/>
    <p:sldId id="520" r:id="rId31"/>
    <p:sldId id="521" r:id="rId32"/>
    <p:sldId id="522" r:id="rId33"/>
    <p:sldId id="523" r:id="rId34"/>
    <p:sldId id="524" r:id="rId35"/>
    <p:sldId id="525" r:id="rId36"/>
    <p:sldId id="526" r:id="rId37"/>
    <p:sldId id="527" r:id="rId38"/>
    <p:sldId id="528" r:id="rId39"/>
    <p:sldId id="529" r:id="rId40"/>
    <p:sldId id="530" r:id="rId41"/>
    <p:sldId id="531" r:id="rId42"/>
    <p:sldId id="532" r:id="rId43"/>
    <p:sldId id="533" r:id="rId44"/>
    <p:sldId id="534" r:id="rId45"/>
    <p:sldId id="535" r:id="rId46"/>
    <p:sldId id="536" r:id="rId47"/>
    <p:sldId id="537" r:id="rId48"/>
    <p:sldId id="538" r:id="rId49"/>
    <p:sldId id="539" r:id="rId50"/>
    <p:sldId id="540" r:id="rId51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C79767"/>
    <a:srgbClr val="CC9D6B"/>
    <a:srgbClr val="A7E2FF"/>
    <a:srgbClr val="80C461"/>
    <a:srgbClr val="F5AC8C"/>
    <a:srgbClr val="FFC000"/>
    <a:srgbClr val="7EA531"/>
    <a:srgbClr val="FF5050"/>
    <a:srgbClr val="5974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658" y="9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dak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D67712A-6F52-FB9D-B660-570FCE536D71}"/>
              </a:ext>
            </a:extLst>
          </p:cNvPr>
          <p:cNvGrpSpPr/>
          <p:nvPr/>
        </p:nvGrpSpPr>
        <p:grpSpPr>
          <a:xfrm>
            <a:off x="0" y="-53336"/>
            <a:ext cx="6076950" cy="7895321"/>
            <a:chOff x="0" y="533994"/>
            <a:chExt cx="6076950" cy="730799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9F0F982D-449B-2997-1BE8-0412B2E8C2A8}"/>
                </a:ext>
              </a:extLst>
            </p:cNvPr>
            <p:cNvSpPr/>
            <p:nvPr/>
          </p:nvSpPr>
          <p:spPr>
            <a:xfrm>
              <a:off x="0" y="533994"/>
              <a:ext cx="6076950" cy="7244403"/>
            </a:xfrm>
            <a:custGeom>
              <a:avLst/>
              <a:gdLst>
                <a:gd name="connsiteX0" fmla="*/ 0 w 6076950"/>
                <a:gd name="connsiteY0" fmla="*/ 0 h 7244403"/>
                <a:gd name="connsiteX1" fmla="*/ 6076950 w 6076950"/>
                <a:gd name="connsiteY1" fmla="*/ 0 h 7244403"/>
                <a:gd name="connsiteX2" fmla="*/ 6076950 w 6076950"/>
                <a:gd name="connsiteY2" fmla="*/ 5951245 h 7244403"/>
                <a:gd name="connsiteX3" fmla="*/ 5019298 w 6076950"/>
                <a:gd name="connsiteY3" fmla="*/ 7244403 h 7244403"/>
                <a:gd name="connsiteX4" fmla="*/ 0 w 6076950"/>
                <a:gd name="connsiteY4" fmla="*/ 7244403 h 724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6950" h="7244403">
                  <a:moveTo>
                    <a:pt x="0" y="0"/>
                  </a:moveTo>
                  <a:lnTo>
                    <a:pt x="6076950" y="0"/>
                  </a:lnTo>
                  <a:lnTo>
                    <a:pt x="6076950" y="5951245"/>
                  </a:lnTo>
                  <a:lnTo>
                    <a:pt x="5019298" y="7244403"/>
                  </a:lnTo>
                  <a:lnTo>
                    <a:pt x="0" y="72444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 dirty="0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622A22E2-082B-EB0F-D20E-1C363C9D334F}"/>
                </a:ext>
              </a:extLst>
            </p:cNvPr>
            <p:cNvSpPr/>
            <p:nvPr/>
          </p:nvSpPr>
          <p:spPr>
            <a:xfrm rot="901557">
              <a:off x="4744604" y="6314215"/>
              <a:ext cx="1163923" cy="1527770"/>
            </a:xfrm>
            <a:custGeom>
              <a:avLst/>
              <a:gdLst>
                <a:gd name="connsiteX0" fmla="*/ 1163923 w 1163923"/>
                <a:gd name="connsiteY0" fmla="*/ 0 h 1206490"/>
                <a:gd name="connsiteX1" fmla="*/ 464698 w 1163923"/>
                <a:gd name="connsiteY1" fmla="*/ 1206490 h 1206490"/>
                <a:gd name="connsiteX2" fmla="*/ 461561 w 1163923"/>
                <a:gd name="connsiteY2" fmla="*/ 1187427 h 1206490"/>
                <a:gd name="connsiteX3" fmla="*/ 470052 w 1163923"/>
                <a:gd name="connsiteY3" fmla="*/ 1137051 h 1206490"/>
                <a:gd name="connsiteX4" fmla="*/ 359981 w 1163923"/>
                <a:gd name="connsiteY4" fmla="*/ 732886 h 1206490"/>
                <a:gd name="connsiteX5" fmla="*/ 39811 w 1163923"/>
                <a:gd name="connsiteY5" fmla="*/ 387034 h 1206490"/>
                <a:gd name="connsiteX6" fmla="*/ 764 w 1163923"/>
                <a:gd name="connsiteY6" fmla="*/ 380490 h 1206490"/>
                <a:gd name="connsiteX7" fmla="*/ 0 w 1163923"/>
                <a:gd name="connsiteY7" fmla="*/ 378981 h 120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3923" h="1206490">
                  <a:moveTo>
                    <a:pt x="1163923" y="0"/>
                  </a:moveTo>
                  <a:lnTo>
                    <a:pt x="464698" y="1206490"/>
                  </a:lnTo>
                  <a:lnTo>
                    <a:pt x="461561" y="1187427"/>
                  </a:lnTo>
                  <a:lnTo>
                    <a:pt x="470052" y="1137051"/>
                  </a:lnTo>
                  <a:cubicBezTo>
                    <a:pt x="476838" y="1033471"/>
                    <a:pt x="438792" y="883911"/>
                    <a:pt x="359981" y="732886"/>
                  </a:cubicBezTo>
                  <a:cubicBezTo>
                    <a:pt x="265407" y="551655"/>
                    <a:pt x="138992" y="419785"/>
                    <a:pt x="39811" y="387034"/>
                  </a:cubicBezTo>
                  <a:lnTo>
                    <a:pt x="764" y="380490"/>
                  </a:lnTo>
                  <a:lnTo>
                    <a:pt x="0" y="37898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DAD847A-8756-9375-A350-C96E7B91D413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" y="2594152"/>
              <a:ext cx="3454400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>
            <a:hlinkClick r:id="rId2"/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421159" y="6102483"/>
            <a:ext cx="1234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2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37">
            <a:hlinkClick r:id="rId3"/>
            <a:extLst>
              <a:ext uri="{FF2B5EF4-FFF2-40B4-BE49-F238E27FC236}">
                <a16:creationId xmlns:a16="http://schemas.microsoft.com/office/drawing/2014/main" id="{1C46610E-1C72-A105-365D-42A247D8D8D0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Box 43">
            <a:hlinkClick r:id="rId4"/>
            <a:extLst>
              <a:ext uri="{FF2B5EF4-FFF2-40B4-BE49-F238E27FC236}">
                <a16:creationId xmlns:a16="http://schemas.microsoft.com/office/drawing/2014/main" id="{98ACC7FE-8B1E-BC15-B6C5-EA0243F396A3}"/>
              </a:ext>
            </a:extLst>
          </p:cNvPr>
          <p:cNvSpPr txBox="1"/>
          <p:nvPr/>
        </p:nvSpPr>
        <p:spPr>
          <a:xfrm>
            <a:off x="2530162" y="6493896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by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-US" altLang="ko-KR" sz="10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Ten:One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340F5-6267-A715-D0D2-E678AAFCCA4D}"/>
              </a:ext>
            </a:extLst>
          </p:cNvPr>
          <p:cNvSpPr txBox="1"/>
          <p:nvPr/>
        </p:nvSpPr>
        <p:spPr>
          <a:xfrm>
            <a:off x="2530163" y="2363752"/>
            <a:ext cx="233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Barunpen Bold" panose="020B0803000000000000" pitchFamily="34" charset="-127"/>
                <a:ea typeface="NanumBarunpen Bold" panose="020B0803000000000000" pitchFamily="34" charset="-127"/>
              </a:rPr>
              <a:t>Story</a:t>
            </a:r>
            <a:r>
              <a:rPr lang="ko-KR" altLang="en-US" sz="2000" b="1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Barunpen Bold" panose="020B0803000000000000" pitchFamily="34" charset="-127"/>
                <a:ea typeface="NanumBarunpen Bold" panose="020B0803000000000000" pitchFamily="34" charset="-127"/>
              </a:rPr>
              <a:t> </a:t>
            </a:r>
            <a:r>
              <a:rPr lang="en-US" altLang="ko-KR" sz="2000" b="1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Barunpen Bold" panose="020B0803000000000000" pitchFamily="34" charset="-127"/>
                <a:ea typeface="NanumBarunpen Bold" panose="020B0803000000000000" pitchFamily="34" charset="-127"/>
              </a:rPr>
              <a:t>Board</a:t>
            </a:r>
            <a:endParaRPr lang="ko-KR" altLang="en-US" sz="2000" b="1" spc="600" dirty="0">
              <a:solidFill>
                <a:schemeClr val="tx1">
                  <a:lumMod val="50000"/>
                  <a:lumOff val="50000"/>
                </a:schemeClr>
              </a:solidFill>
              <a:latin typeface="NanumBarunpen Bold" panose="020B0803000000000000" pitchFamily="34" charset="-127"/>
              <a:ea typeface="NanumBarunpen Bold" panose="020B08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8409BC-8E7F-D6CD-7D0F-DE6756032951}"/>
              </a:ext>
            </a:extLst>
          </p:cNvPr>
          <p:cNvSpPr txBox="1"/>
          <p:nvPr/>
        </p:nvSpPr>
        <p:spPr>
          <a:xfrm>
            <a:off x="2420360" y="59344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NanumSquare_ac ExtraBold" panose="020B0600000101010101" pitchFamily="34" charset="-127"/>
                <a:ea typeface="NanumSquare_ac ExtraBold" panose="020B0600000101010101" pitchFamily="34" charset="-127"/>
              </a:rPr>
              <a:t>콘텐츠</a:t>
            </a:r>
            <a:r>
              <a:rPr lang="en-US" altLang="ko-KR" dirty="0">
                <a:latin typeface="NanumSquare_ac ExtraBold" panose="020B0600000101010101" pitchFamily="34" charset="-127"/>
                <a:ea typeface="NanumSquare_ac ExtraBold" panose="020B0600000101010101" pitchFamily="34" charset="-127"/>
              </a:rPr>
              <a:t> </a:t>
            </a:r>
            <a:r>
              <a:rPr lang="ko-KR" altLang="en-US" dirty="0">
                <a:latin typeface="NanumSquare_ac ExtraBold" panose="020B0600000101010101" pitchFamily="34" charset="-127"/>
                <a:ea typeface="NanumSquare_ac ExtraBold" panose="020B0600000101010101" pitchFamily="34" charset="-127"/>
              </a:rPr>
              <a:t>기획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C2F6E80-83B4-73C7-8165-7371C391E563}"/>
              </a:ext>
            </a:extLst>
          </p:cNvPr>
          <p:cNvCxnSpPr>
            <a:cxnSpLocks/>
          </p:cNvCxnSpPr>
          <p:nvPr/>
        </p:nvCxnSpPr>
        <p:spPr>
          <a:xfrm>
            <a:off x="2009774" y="962773"/>
            <a:ext cx="2057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5D953CE-4404-8D98-CFC9-8EC9EE162D89}"/>
              </a:ext>
            </a:extLst>
          </p:cNvPr>
          <p:cNvCxnSpPr/>
          <p:nvPr/>
        </p:nvCxnSpPr>
        <p:spPr>
          <a:xfrm>
            <a:off x="697590" y="1943100"/>
            <a:ext cx="4724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AA8644-0534-65D5-E167-5609A65E1F5C}"/>
              </a:ext>
            </a:extLst>
          </p:cNvPr>
          <p:cNvSpPr txBox="1"/>
          <p:nvPr/>
        </p:nvSpPr>
        <p:spPr>
          <a:xfrm>
            <a:off x="697590" y="1696879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제목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285C1DC-7C7C-882A-4C20-CDF63D3C34D8}"/>
              </a:ext>
            </a:extLst>
          </p:cNvPr>
          <p:cNvCxnSpPr>
            <a:cxnSpLocks/>
          </p:cNvCxnSpPr>
          <p:nvPr/>
        </p:nvCxnSpPr>
        <p:spPr>
          <a:xfrm>
            <a:off x="697590" y="4081621"/>
            <a:ext cx="4724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6EB516-CBDD-DC28-1529-B165728880E5}"/>
              </a:ext>
            </a:extLst>
          </p:cNvPr>
          <p:cNvSpPr txBox="1"/>
          <p:nvPr/>
        </p:nvSpPr>
        <p:spPr>
          <a:xfrm>
            <a:off x="697590" y="3835400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시놉시스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E28816B-996B-EF70-7F97-C36A71BFC59E}"/>
              </a:ext>
            </a:extLst>
          </p:cNvPr>
          <p:cNvCxnSpPr>
            <a:cxnSpLocks/>
          </p:cNvCxnSpPr>
          <p:nvPr/>
        </p:nvCxnSpPr>
        <p:spPr>
          <a:xfrm>
            <a:off x="697590" y="4333667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C8B9181-584D-6A4E-1130-4A288D6D3160}"/>
              </a:ext>
            </a:extLst>
          </p:cNvPr>
          <p:cNvCxnSpPr>
            <a:cxnSpLocks/>
          </p:cNvCxnSpPr>
          <p:nvPr/>
        </p:nvCxnSpPr>
        <p:spPr>
          <a:xfrm>
            <a:off x="697590" y="4585713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DD9AEB7-6751-022D-E84A-1AFCC181B9E0}"/>
              </a:ext>
            </a:extLst>
          </p:cNvPr>
          <p:cNvCxnSpPr>
            <a:cxnSpLocks/>
          </p:cNvCxnSpPr>
          <p:nvPr/>
        </p:nvCxnSpPr>
        <p:spPr>
          <a:xfrm>
            <a:off x="697590" y="4837759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3FDF49C-A4ED-7855-71CD-25A052AAD119}"/>
              </a:ext>
            </a:extLst>
          </p:cNvPr>
          <p:cNvCxnSpPr>
            <a:cxnSpLocks/>
          </p:cNvCxnSpPr>
          <p:nvPr/>
        </p:nvCxnSpPr>
        <p:spPr>
          <a:xfrm>
            <a:off x="697590" y="5089805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E1FDB79-D910-F46C-CCB7-41D9B57724B8}"/>
              </a:ext>
            </a:extLst>
          </p:cNvPr>
          <p:cNvCxnSpPr>
            <a:cxnSpLocks/>
          </p:cNvCxnSpPr>
          <p:nvPr/>
        </p:nvCxnSpPr>
        <p:spPr>
          <a:xfrm>
            <a:off x="697590" y="5341851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95A8D15-4A7B-F956-9343-2A5CC129E474}"/>
              </a:ext>
            </a:extLst>
          </p:cNvPr>
          <p:cNvCxnSpPr>
            <a:cxnSpLocks/>
          </p:cNvCxnSpPr>
          <p:nvPr/>
        </p:nvCxnSpPr>
        <p:spPr>
          <a:xfrm>
            <a:off x="697590" y="5593897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09D4406-27C7-7EBA-4268-DAAD2228B91E}"/>
              </a:ext>
            </a:extLst>
          </p:cNvPr>
          <p:cNvCxnSpPr>
            <a:cxnSpLocks/>
          </p:cNvCxnSpPr>
          <p:nvPr/>
        </p:nvCxnSpPr>
        <p:spPr>
          <a:xfrm>
            <a:off x="697590" y="5845943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4EB1950-F84E-7F67-6D0D-5CBA6054256D}"/>
              </a:ext>
            </a:extLst>
          </p:cNvPr>
          <p:cNvCxnSpPr>
            <a:cxnSpLocks/>
          </p:cNvCxnSpPr>
          <p:nvPr/>
        </p:nvCxnSpPr>
        <p:spPr>
          <a:xfrm>
            <a:off x="697590" y="6097989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371E253-72AB-CAA0-9201-C760CF107738}"/>
              </a:ext>
            </a:extLst>
          </p:cNvPr>
          <p:cNvCxnSpPr>
            <a:cxnSpLocks/>
          </p:cNvCxnSpPr>
          <p:nvPr/>
        </p:nvCxnSpPr>
        <p:spPr>
          <a:xfrm>
            <a:off x="697590" y="6350035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C76164A-C1F7-0C36-CFF6-EFF7BE342561}"/>
              </a:ext>
            </a:extLst>
          </p:cNvPr>
          <p:cNvCxnSpPr>
            <a:cxnSpLocks/>
          </p:cNvCxnSpPr>
          <p:nvPr/>
        </p:nvCxnSpPr>
        <p:spPr>
          <a:xfrm>
            <a:off x="697590" y="2473642"/>
            <a:ext cx="4724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D327CFC-4526-158F-5775-77A182D4073F}"/>
              </a:ext>
            </a:extLst>
          </p:cNvPr>
          <p:cNvSpPr txBox="1"/>
          <p:nvPr/>
        </p:nvSpPr>
        <p:spPr>
          <a:xfrm>
            <a:off x="697590" y="2227421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작품 의도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3FF7A20-C8ED-0322-9C63-E9042CDF1379}"/>
              </a:ext>
            </a:extLst>
          </p:cNvPr>
          <p:cNvCxnSpPr>
            <a:cxnSpLocks/>
          </p:cNvCxnSpPr>
          <p:nvPr/>
        </p:nvCxnSpPr>
        <p:spPr>
          <a:xfrm>
            <a:off x="697590" y="2724467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39F4517-0107-7517-1D12-0870032089B3}"/>
              </a:ext>
            </a:extLst>
          </p:cNvPr>
          <p:cNvCxnSpPr>
            <a:cxnSpLocks/>
          </p:cNvCxnSpPr>
          <p:nvPr/>
        </p:nvCxnSpPr>
        <p:spPr>
          <a:xfrm>
            <a:off x="697590" y="2975292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105FDE5-4957-D50B-E2F5-337803B626C3}"/>
              </a:ext>
            </a:extLst>
          </p:cNvPr>
          <p:cNvCxnSpPr>
            <a:cxnSpLocks/>
          </p:cNvCxnSpPr>
          <p:nvPr/>
        </p:nvCxnSpPr>
        <p:spPr>
          <a:xfrm>
            <a:off x="697590" y="3226117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7A3C330-3FE0-89D6-FCEA-606AEE29FBCA}"/>
              </a:ext>
            </a:extLst>
          </p:cNvPr>
          <p:cNvCxnSpPr>
            <a:cxnSpLocks/>
          </p:cNvCxnSpPr>
          <p:nvPr/>
        </p:nvCxnSpPr>
        <p:spPr>
          <a:xfrm>
            <a:off x="697590" y="3476942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4EFD0AD-8528-6A38-9FAF-31C7EBE26E15}"/>
              </a:ext>
            </a:extLst>
          </p:cNvPr>
          <p:cNvCxnSpPr>
            <a:cxnSpLocks/>
          </p:cNvCxnSpPr>
          <p:nvPr/>
        </p:nvCxnSpPr>
        <p:spPr>
          <a:xfrm>
            <a:off x="697590" y="6602081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F0EC86D-A6F5-BD04-425C-F76259E991C6}"/>
              </a:ext>
            </a:extLst>
          </p:cNvPr>
          <p:cNvCxnSpPr>
            <a:cxnSpLocks/>
          </p:cNvCxnSpPr>
          <p:nvPr/>
        </p:nvCxnSpPr>
        <p:spPr>
          <a:xfrm>
            <a:off x="697590" y="6854127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22C25DB-216D-EF55-E62C-21A372077DFC}"/>
              </a:ext>
            </a:extLst>
          </p:cNvPr>
          <p:cNvCxnSpPr>
            <a:cxnSpLocks/>
          </p:cNvCxnSpPr>
          <p:nvPr/>
        </p:nvCxnSpPr>
        <p:spPr>
          <a:xfrm>
            <a:off x="697590" y="7106173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1C187AF9-35A1-93F5-2266-22BFDCC7D2F6}"/>
              </a:ext>
            </a:extLst>
          </p:cNvPr>
          <p:cNvCxnSpPr>
            <a:cxnSpLocks/>
          </p:cNvCxnSpPr>
          <p:nvPr/>
        </p:nvCxnSpPr>
        <p:spPr>
          <a:xfrm>
            <a:off x="697590" y="7358221"/>
            <a:ext cx="4724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185">
            <a:hlinkClick r:id="rId2"/>
            <a:extLst>
              <a:ext uri="{FF2B5EF4-FFF2-40B4-BE49-F238E27FC236}">
                <a16:creationId xmlns:a16="http://schemas.microsoft.com/office/drawing/2014/main" id="{BA250B7D-5F36-AC01-E332-088689D4475B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Box 186">
            <a:hlinkClick r:id="rId3"/>
            <a:extLst>
              <a:ext uri="{FF2B5EF4-FFF2-40B4-BE49-F238E27FC236}">
                <a16:creationId xmlns:a16="http://schemas.microsoft.com/office/drawing/2014/main" id="{46B07FEA-3C26-14B4-AE17-C9BFA4A9AE90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184">
            <a:hlinkClick r:id="rId4"/>
            <a:extLst>
              <a:ext uri="{FF2B5EF4-FFF2-40B4-BE49-F238E27FC236}">
                <a16:creationId xmlns:a16="http://schemas.microsoft.com/office/drawing/2014/main" id="{107F6431-FB3A-12CD-5FE3-2C7504ECFCCF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87002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01925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64945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06882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31236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18738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52063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33816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87601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496977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349675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135103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11175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607566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4415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34791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604626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174046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289626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37205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381306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095541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664252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207039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379097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088457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081760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426729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02287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348197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213755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006635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034768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6116084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570149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611945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2819552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1143018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021473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72906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21261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789681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254690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529601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32112058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2011819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226072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40048837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EFC8687-5713-443E-2FB6-04FCBB41CE50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84D19BE-2F9D-89DA-B7D8-86DF8AA72839}"/>
              </a:ext>
            </a:extLst>
          </p:cNvPr>
          <p:cNvCxnSpPr>
            <a:cxnSpLocks/>
          </p:cNvCxnSpPr>
          <p:nvPr/>
        </p:nvCxnSpPr>
        <p:spPr>
          <a:xfrm>
            <a:off x="185667" y="7499477"/>
            <a:ext cx="308721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D377C25-C280-64B4-0424-6EB47707B52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F511775F-D741-1DED-C9FB-27846FBC1DB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53C2F76-9B76-9535-DA6F-81BA85CAAE31}"/>
              </a:ext>
            </a:extLst>
          </p:cNvPr>
          <p:cNvSpPr txBox="1"/>
          <p:nvPr/>
        </p:nvSpPr>
        <p:spPr>
          <a:xfrm>
            <a:off x="3340802" y="525749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DB8C02-A821-3546-F4CE-CE1E488C6E38}"/>
              </a:ext>
            </a:extLst>
          </p:cNvPr>
          <p:cNvSpPr txBox="1"/>
          <p:nvPr/>
        </p:nvSpPr>
        <p:spPr>
          <a:xfrm>
            <a:off x="3340802" y="152938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B0C5A6-5B4D-4736-0426-C68973A482AD}"/>
              </a:ext>
            </a:extLst>
          </p:cNvPr>
          <p:cNvSpPr txBox="1"/>
          <p:nvPr/>
        </p:nvSpPr>
        <p:spPr>
          <a:xfrm>
            <a:off x="3340802" y="2267801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5DB19B-646A-8D0B-23C0-EBA697506D69}"/>
              </a:ext>
            </a:extLst>
          </p:cNvPr>
          <p:cNvSpPr txBox="1"/>
          <p:nvPr/>
        </p:nvSpPr>
        <p:spPr>
          <a:xfrm>
            <a:off x="3340802" y="327143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567509-FF06-DA53-B14C-FE072E4B57F1}"/>
              </a:ext>
            </a:extLst>
          </p:cNvPr>
          <p:cNvSpPr txBox="1"/>
          <p:nvPr/>
        </p:nvSpPr>
        <p:spPr>
          <a:xfrm>
            <a:off x="3340802" y="4007438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648ABC-9E7D-9934-99FD-5008405518E4}"/>
              </a:ext>
            </a:extLst>
          </p:cNvPr>
          <p:cNvSpPr txBox="1"/>
          <p:nvPr/>
        </p:nvSpPr>
        <p:spPr>
          <a:xfrm>
            <a:off x="3340802" y="501107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9CBB8DF-C8E0-5A8B-918A-CFE6DCD45A9C}"/>
              </a:ext>
            </a:extLst>
          </p:cNvPr>
          <p:cNvGrpSpPr/>
          <p:nvPr/>
        </p:nvGrpSpPr>
        <p:grpSpPr>
          <a:xfrm>
            <a:off x="3340802" y="533992"/>
            <a:ext cx="2426197" cy="6972917"/>
            <a:chOff x="4084982" y="533992"/>
            <a:chExt cx="1682017" cy="6972917"/>
          </a:xfrm>
        </p:grpSpPr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10F7205-6BAF-2C44-9876-03219DC4AFB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33992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27E91130-DE0B-E2F2-E220-F89DA46D998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506909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8E83553-06E0-4E1C-B17B-DC3E3203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78231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06A27A97-B847-D357-DE2C-6D1800D1F7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152728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80ACFBB-16F6-04B3-1356-284B1C1BF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28598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62157B-3667-D52A-6741-808CFE10271A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2524367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ADE3F3B0-84ED-5671-71D5-AAA81C54219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326933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86FAFD99-EA73-FE86-32DA-B98E2DBE2103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025620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D00616F9-21E4-2A5C-9FEF-D30B65959A4E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4264004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927CD8A8-CD21-E8D1-6F82-8F47515A91AC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008973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0FB3893-97B2-97EB-478D-B07AE757A819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5761863"/>
              <a:ext cx="168201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7D10A3D-5629-CAF2-5F0D-7DA211D6B977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010186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1FD58900-1D0C-D635-1DB5-6E8D4BEDEDB2}"/>
                </a:ext>
              </a:extLst>
            </p:cNvPr>
            <p:cNvCxnSpPr>
              <a:cxnSpLocks/>
            </p:cNvCxnSpPr>
            <p:nvPr/>
          </p:nvCxnSpPr>
          <p:spPr>
            <a:xfrm>
              <a:off x="4084982" y="6755155"/>
              <a:ext cx="168201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9DABD3-E152-9BC5-8A9F-43BFF0E08DAA}"/>
              </a:ext>
            </a:extLst>
          </p:cNvPr>
          <p:cNvSpPr txBox="1"/>
          <p:nvPr/>
        </p:nvSpPr>
        <p:spPr>
          <a:xfrm>
            <a:off x="3340802" y="57536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Describe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10F7A2-FDDA-C27B-8D1D-2D810F44CF6F}"/>
              </a:ext>
            </a:extLst>
          </p:cNvPr>
          <p:cNvSpPr txBox="1"/>
          <p:nvPr/>
        </p:nvSpPr>
        <p:spPr>
          <a:xfrm>
            <a:off x="3340802" y="675725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lines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D9A6781-6F1A-8221-970D-AC380AFEE1BE}"/>
              </a:ext>
            </a:extLst>
          </p:cNvPr>
          <p:cNvCxnSpPr>
            <a:cxnSpLocks/>
          </p:cNvCxnSpPr>
          <p:nvPr/>
        </p:nvCxnSpPr>
        <p:spPr>
          <a:xfrm>
            <a:off x="864282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660174B-91BA-E154-1297-3EFDD626642C}"/>
              </a:ext>
            </a:extLst>
          </p:cNvPr>
          <p:cNvCxnSpPr>
            <a:cxnSpLocks/>
          </p:cNvCxnSpPr>
          <p:nvPr/>
        </p:nvCxnSpPr>
        <p:spPr>
          <a:xfrm>
            <a:off x="2602141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F263C71C-C131-8819-EDF1-761A61D9A418}"/>
              </a:ext>
            </a:extLst>
          </p:cNvPr>
          <p:cNvCxnSpPr>
            <a:cxnSpLocks/>
          </p:cNvCxnSpPr>
          <p:nvPr/>
        </p:nvCxnSpPr>
        <p:spPr>
          <a:xfrm>
            <a:off x="864282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551C0892-72D1-6B67-9FD7-6E83E3823F00}"/>
              </a:ext>
            </a:extLst>
          </p:cNvPr>
          <p:cNvCxnSpPr>
            <a:cxnSpLocks/>
          </p:cNvCxnSpPr>
          <p:nvPr/>
        </p:nvCxnSpPr>
        <p:spPr>
          <a:xfrm>
            <a:off x="2602141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4311801-7DAE-9041-B07B-DDF74B54F54C}"/>
              </a:ext>
            </a:extLst>
          </p:cNvPr>
          <p:cNvCxnSpPr>
            <a:cxnSpLocks/>
          </p:cNvCxnSpPr>
          <p:nvPr/>
        </p:nvCxnSpPr>
        <p:spPr>
          <a:xfrm>
            <a:off x="43079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A5CFF745-E6A3-A3B9-4C88-898358169BF3}"/>
              </a:ext>
            </a:extLst>
          </p:cNvPr>
          <p:cNvCxnSpPr>
            <a:cxnSpLocks/>
          </p:cNvCxnSpPr>
          <p:nvPr/>
        </p:nvCxnSpPr>
        <p:spPr>
          <a:xfrm>
            <a:off x="28939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435FAD0-9F13-1B25-DDBE-FA73583B6609}"/>
              </a:ext>
            </a:extLst>
          </p:cNvPr>
          <p:cNvCxnSpPr>
            <a:cxnSpLocks/>
          </p:cNvCxnSpPr>
          <p:nvPr/>
        </p:nvCxnSpPr>
        <p:spPr>
          <a:xfrm>
            <a:off x="7256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35E359C-6F5D-5224-DEDC-3199146E732D}"/>
              </a:ext>
            </a:extLst>
          </p:cNvPr>
          <p:cNvCxnSpPr>
            <a:cxnSpLocks/>
          </p:cNvCxnSpPr>
          <p:nvPr/>
        </p:nvCxnSpPr>
        <p:spPr>
          <a:xfrm>
            <a:off x="2893998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FEA61071-4B3F-684C-2710-045AC928906D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5C72B1-53B0-188B-0F38-FA210681EF07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F21682B6-E85D-93AD-836E-2D094A7E114B}"/>
              </a:ext>
            </a:extLst>
          </p:cNvPr>
          <p:cNvCxnSpPr>
            <a:cxnSpLocks/>
          </p:cNvCxnSpPr>
          <p:nvPr/>
        </p:nvCxnSpPr>
        <p:spPr>
          <a:xfrm>
            <a:off x="185667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57FA471-97C3-1402-042B-42D5F8749F3B}"/>
              </a:ext>
            </a:extLst>
          </p:cNvPr>
          <p:cNvCxnSpPr>
            <a:cxnSpLocks/>
          </p:cNvCxnSpPr>
          <p:nvPr/>
        </p:nvCxnSpPr>
        <p:spPr>
          <a:xfrm>
            <a:off x="3254774" y="139467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3D6C152-E3D8-1671-3C5D-36984246243B}"/>
              </a:ext>
            </a:extLst>
          </p:cNvPr>
          <p:cNvCxnSpPr>
            <a:cxnSpLocks/>
          </p:cNvCxnSpPr>
          <p:nvPr/>
        </p:nvCxnSpPr>
        <p:spPr>
          <a:xfrm>
            <a:off x="222161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C276218-56D4-3A9F-E6C5-2131DBDC7E06}"/>
              </a:ext>
            </a:extLst>
          </p:cNvPr>
          <p:cNvCxnSpPr>
            <a:cxnSpLocks/>
          </p:cNvCxnSpPr>
          <p:nvPr/>
        </p:nvCxnSpPr>
        <p:spPr>
          <a:xfrm>
            <a:off x="1244807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CB461FF-BF2E-2991-8E6E-0CC62DD773D8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690CE14-A9FC-F471-21AF-1AC35D01D7BA}"/>
              </a:ext>
            </a:extLst>
          </p:cNvPr>
          <p:cNvCxnSpPr>
            <a:cxnSpLocks/>
          </p:cNvCxnSpPr>
          <p:nvPr/>
        </p:nvCxnSpPr>
        <p:spPr>
          <a:xfrm>
            <a:off x="124480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92F6072D-28F6-B6CD-664D-09AA63EC0A30}"/>
              </a:ext>
            </a:extLst>
          </p:cNvPr>
          <p:cNvCxnSpPr>
            <a:cxnSpLocks/>
          </p:cNvCxnSpPr>
          <p:nvPr/>
        </p:nvCxnSpPr>
        <p:spPr>
          <a:xfrm>
            <a:off x="725698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F91FC64-2AB1-D6F7-C835-65E53D0DFDDC}"/>
              </a:ext>
            </a:extLst>
          </p:cNvPr>
          <p:cNvCxnSpPr>
            <a:cxnSpLocks/>
          </p:cNvCxnSpPr>
          <p:nvPr/>
        </p:nvCxnSpPr>
        <p:spPr>
          <a:xfrm>
            <a:off x="3035629" y="52574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B319E39B-32E1-2528-FC9E-7D4C6355E65B}"/>
              </a:ext>
            </a:extLst>
          </p:cNvPr>
          <p:cNvCxnSpPr>
            <a:cxnSpLocks/>
          </p:cNvCxnSpPr>
          <p:nvPr/>
        </p:nvCxnSpPr>
        <p:spPr>
          <a:xfrm>
            <a:off x="430797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1D988966-0E6E-44FE-13E2-3E44A5B4C7D7}"/>
              </a:ext>
            </a:extLst>
          </p:cNvPr>
          <p:cNvCxnSpPr>
            <a:cxnSpLocks/>
          </p:cNvCxnSpPr>
          <p:nvPr/>
        </p:nvCxnSpPr>
        <p:spPr>
          <a:xfrm>
            <a:off x="3035629" y="224550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2A19E46-47B9-A9CE-0864-E7320A2B46F7}"/>
              </a:ext>
            </a:extLst>
          </p:cNvPr>
          <p:cNvCxnSpPr>
            <a:cxnSpLocks/>
          </p:cNvCxnSpPr>
          <p:nvPr/>
        </p:nvCxnSpPr>
        <p:spPr>
          <a:xfrm>
            <a:off x="864282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ADFAD54F-08DC-6382-B3DE-6E95D5776795}"/>
              </a:ext>
            </a:extLst>
          </p:cNvPr>
          <p:cNvCxnSpPr>
            <a:cxnSpLocks/>
          </p:cNvCxnSpPr>
          <p:nvPr/>
        </p:nvCxnSpPr>
        <p:spPr>
          <a:xfrm>
            <a:off x="2602141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349A395-7B53-0DCF-DE95-4054729F24E1}"/>
              </a:ext>
            </a:extLst>
          </p:cNvPr>
          <p:cNvCxnSpPr>
            <a:cxnSpLocks/>
          </p:cNvCxnSpPr>
          <p:nvPr/>
        </p:nvCxnSpPr>
        <p:spPr>
          <a:xfrm>
            <a:off x="86428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1D3E7D0-C3A5-F440-CE33-57CA11369B14}"/>
              </a:ext>
            </a:extLst>
          </p:cNvPr>
          <p:cNvCxnSpPr>
            <a:cxnSpLocks/>
          </p:cNvCxnSpPr>
          <p:nvPr/>
        </p:nvCxnSpPr>
        <p:spPr>
          <a:xfrm>
            <a:off x="2602141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A708B526-DFBD-40E6-5C85-BD21F23C4889}"/>
              </a:ext>
            </a:extLst>
          </p:cNvPr>
          <p:cNvCxnSpPr>
            <a:cxnSpLocks/>
          </p:cNvCxnSpPr>
          <p:nvPr/>
        </p:nvCxnSpPr>
        <p:spPr>
          <a:xfrm>
            <a:off x="43079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9B605122-8512-75C2-F974-BA2D8ECA565F}"/>
              </a:ext>
            </a:extLst>
          </p:cNvPr>
          <p:cNvCxnSpPr>
            <a:cxnSpLocks/>
          </p:cNvCxnSpPr>
          <p:nvPr/>
        </p:nvCxnSpPr>
        <p:spPr>
          <a:xfrm>
            <a:off x="28939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D67793C3-8115-389D-2FB8-E80030AD4737}"/>
              </a:ext>
            </a:extLst>
          </p:cNvPr>
          <p:cNvCxnSpPr>
            <a:cxnSpLocks/>
          </p:cNvCxnSpPr>
          <p:nvPr/>
        </p:nvCxnSpPr>
        <p:spPr>
          <a:xfrm>
            <a:off x="7256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4D79ABF2-36F7-476D-FB44-AE7B678FE258}"/>
              </a:ext>
            </a:extLst>
          </p:cNvPr>
          <p:cNvCxnSpPr>
            <a:cxnSpLocks/>
          </p:cNvCxnSpPr>
          <p:nvPr/>
        </p:nvCxnSpPr>
        <p:spPr>
          <a:xfrm>
            <a:off x="289399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6BC65166-3938-8173-8154-23935EBA7AB5}"/>
              </a:ext>
            </a:extLst>
          </p:cNvPr>
          <p:cNvCxnSpPr>
            <a:cxnSpLocks/>
          </p:cNvCxnSpPr>
          <p:nvPr/>
        </p:nvCxnSpPr>
        <p:spPr>
          <a:xfrm>
            <a:off x="1733212" y="2258271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C64787F6-644E-01C7-E825-76DD444EFE7E}"/>
              </a:ext>
            </a:extLst>
          </p:cNvPr>
          <p:cNvCxnSpPr>
            <a:cxnSpLocks/>
          </p:cNvCxnSpPr>
          <p:nvPr/>
        </p:nvCxnSpPr>
        <p:spPr>
          <a:xfrm>
            <a:off x="1733212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38ACCA97-BDA0-2558-CDCF-4B78327DF906}"/>
              </a:ext>
            </a:extLst>
          </p:cNvPr>
          <p:cNvCxnSpPr>
            <a:cxnSpLocks/>
          </p:cNvCxnSpPr>
          <p:nvPr/>
        </p:nvCxnSpPr>
        <p:spPr>
          <a:xfrm>
            <a:off x="185667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00985ED8-EAFE-D39A-D822-B05C99E2E0CB}"/>
              </a:ext>
            </a:extLst>
          </p:cNvPr>
          <p:cNvCxnSpPr>
            <a:cxnSpLocks/>
          </p:cNvCxnSpPr>
          <p:nvPr/>
        </p:nvCxnSpPr>
        <p:spPr>
          <a:xfrm>
            <a:off x="3254774" y="313996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9A2C8590-DDA1-0093-8279-6E111540B646}"/>
              </a:ext>
            </a:extLst>
          </p:cNvPr>
          <p:cNvCxnSpPr>
            <a:cxnSpLocks/>
          </p:cNvCxnSpPr>
          <p:nvPr/>
        </p:nvCxnSpPr>
        <p:spPr>
          <a:xfrm>
            <a:off x="222161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CC3C4082-A52D-C580-912F-3D5B0B98CD44}"/>
              </a:ext>
            </a:extLst>
          </p:cNvPr>
          <p:cNvCxnSpPr>
            <a:cxnSpLocks/>
          </p:cNvCxnSpPr>
          <p:nvPr/>
        </p:nvCxnSpPr>
        <p:spPr>
          <a:xfrm>
            <a:off x="1244807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B4EBAC94-75CF-0C0C-9E43-12550A939107}"/>
              </a:ext>
            </a:extLst>
          </p:cNvPr>
          <p:cNvCxnSpPr>
            <a:cxnSpLocks/>
          </p:cNvCxnSpPr>
          <p:nvPr/>
        </p:nvCxnSpPr>
        <p:spPr>
          <a:xfrm>
            <a:off x="2221618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1A3CFCF0-DEE2-F7B0-3212-EF4D85706A65}"/>
              </a:ext>
            </a:extLst>
          </p:cNvPr>
          <p:cNvCxnSpPr>
            <a:cxnSpLocks/>
          </p:cNvCxnSpPr>
          <p:nvPr/>
        </p:nvCxnSpPr>
        <p:spPr>
          <a:xfrm>
            <a:off x="124480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8A5DA7FB-8B2D-5DD8-1F51-311C486AB1E6}"/>
              </a:ext>
            </a:extLst>
          </p:cNvPr>
          <p:cNvCxnSpPr>
            <a:cxnSpLocks/>
          </p:cNvCxnSpPr>
          <p:nvPr/>
        </p:nvCxnSpPr>
        <p:spPr>
          <a:xfrm>
            <a:off x="725698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019E2B43-F87C-8A49-A2CA-4EF5A7D21C8D}"/>
              </a:ext>
            </a:extLst>
          </p:cNvPr>
          <p:cNvCxnSpPr>
            <a:cxnSpLocks/>
          </p:cNvCxnSpPr>
          <p:nvPr/>
        </p:nvCxnSpPr>
        <p:spPr>
          <a:xfrm>
            <a:off x="3035629" y="227103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1B008B4-3691-37F3-DC0B-992479A12C52}"/>
              </a:ext>
            </a:extLst>
          </p:cNvPr>
          <p:cNvCxnSpPr>
            <a:cxnSpLocks/>
          </p:cNvCxnSpPr>
          <p:nvPr/>
        </p:nvCxnSpPr>
        <p:spPr>
          <a:xfrm>
            <a:off x="430797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44E26D4F-F63B-1A3B-ACC7-2E1D7D486914}"/>
              </a:ext>
            </a:extLst>
          </p:cNvPr>
          <p:cNvCxnSpPr>
            <a:cxnSpLocks/>
          </p:cNvCxnSpPr>
          <p:nvPr/>
        </p:nvCxnSpPr>
        <p:spPr>
          <a:xfrm>
            <a:off x="3035629" y="399079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D2A41547-3A4D-51BC-2812-0F6F8DC8E1A4}"/>
              </a:ext>
            </a:extLst>
          </p:cNvPr>
          <p:cNvCxnSpPr>
            <a:cxnSpLocks/>
          </p:cNvCxnSpPr>
          <p:nvPr/>
        </p:nvCxnSpPr>
        <p:spPr>
          <a:xfrm>
            <a:off x="86428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798364AD-5389-C7D3-8E6F-6A268C6A1338}"/>
              </a:ext>
            </a:extLst>
          </p:cNvPr>
          <p:cNvCxnSpPr>
            <a:cxnSpLocks/>
          </p:cNvCxnSpPr>
          <p:nvPr/>
        </p:nvCxnSpPr>
        <p:spPr>
          <a:xfrm>
            <a:off x="2602141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E2F0B186-3A64-38E2-13AF-233299E99844}"/>
              </a:ext>
            </a:extLst>
          </p:cNvPr>
          <p:cNvCxnSpPr>
            <a:cxnSpLocks/>
          </p:cNvCxnSpPr>
          <p:nvPr/>
        </p:nvCxnSpPr>
        <p:spPr>
          <a:xfrm>
            <a:off x="86428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98F0DB4-938E-E734-1DF9-0367ACBFB7C9}"/>
              </a:ext>
            </a:extLst>
          </p:cNvPr>
          <p:cNvCxnSpPr>
            <a:cxnSpLocks/>
          </p:cNvCxnSpPr>
          <p:nvPr/>
        </p:nvCxnSpPr>
        <p:spPr>
          <a:xfrm>
            <a:off x="2602141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83AF8A9D-EF99-7E23-73D9-D997D36415EE}"/>
              </a:ext>
            </a:extLst>
          </p:cNvPr>
          <p:cNvCxnSpPr>
            <a:cxnSpLocks/>
          </p:cNvCxnSpPr>
          <p:nvPr/>
        </p:nvCxnSpPr>
        <p:spPr>
          <a:xfrm>
            <a:off x="43079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ABFCE07A-7F35-4092-AF5B-D77FAB55C29D}"/>
              </a:ext>
            </a:extLst>
          </p:cNvPr>
          <p:cNvCxnSpPr>
            <a:cxnSpLocks/>
          </p:cNvCxnSpPr>
          <p:nvPr/>
        </p:nvCxnSpPr>
        <p:spPr>
          <a:xfrm>
            <a:off x="28939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23B2438-1850-FE66-AC39-4982E9FB7EC2}"/>
              </a:ext>
            </a:extLst>
          </p:cNvPr>
          <p:cNvCxnSpPr>
            <a:cxnSpLocks/>
          </p:cNvCxnSpPr>
          <p:nvPr/>
        </p:nvCxnSpPr>
        <p:spPr>
          <a:xfrm>
            <a:off x="7256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3A0EA975-8E32-2A69-F7BE-68A5F3687A98}"/>
              </a:ext>
            </a:extLst>
          </p:cNvPr>
          <p:cNvCxnSpPr>
            <a:cxnSpLocks/>
          </p:cNvCxnSpPr>
          <p:nvPr/>
        </p:nvCxnSpPr>
        <p:spPr>
          <a:xfrm>
            <a:off x="289399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A3F5A488-0614-3338-27AD-F07A21857308}"/>
              </a:ext>
            </a:extLst>
          </p:cNvPr>
          <p:cNvCxnSpPr>
            <a:cxnSpLocks/>
          </p:cNvCxnSpPr>
          <p:nvPr/>
        </p:nvCxnSpPr>
        <p:spPr>
          <a:xfrm>
            <a:off x="1733212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C3C739A-11C5-4849-CEF6-D5F1304CDBAF}"/>
              </a:ext>
            </a:extLst>
          </p:cNvPr>
          <p:cNvCxnSpPr>
            <a:cxnSpLocks/>
          </p:cNvCxnSpPr>
          <p:nvPr/>
        </p:nvCxnSpPr>
        <p:spPr>
          <a:xfrm>
            <a:off x="1733212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BB921A46-D0BB-ACDD-2710-5A09A4673278}"/>
              </a:ext>
            </a:extLst>
          </p:cNvPr>
          <p:cNvCxnSpPr>
            <a:cxnSpLocks/>
          </p:cNvCxnSpPr>
          <p:nvPr/>
        </p:nvCxnSpPr>
        <p:spPr>
          <a:xfrm>
            <a:off x="185667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80CE046F-B194-0522-10D0-AF30F5E2915B}"/>
              </a:ext>
            </a:extLst>
          </p:cNvPr>
          <p:cNvCxnSpPr>
            <a:cxnSpLocks/>
          </p:cNvCxnSpPr>
          <p:nvPr/>
        </p:nvCxnSpPr>
        <p:spPr>
          <a:xfrm>
            <a:off x="3254774" y="488525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F7C1662-9B5F-D621-F6FB-7B3E6D487DA3}"/>
              </a:ext>
            </a:extLst>
          </p:cNvPr>
          <p:cNvCxnSpPr>
            <a:cxnSpLocks/>
          </p:cNvCxnSpPr>
          <p:nvPr/>
        </p:nvCxnSpPr>
        <p:spPr>
          <a:xfrm>
            <a:off x="222161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89BA956B-AD02-BFAF-928E-AD48324F9CF3}"/>
              </a:ext>
            </a:extLst>
          </p:cNvPr>
          <p:cNvCxnSpPr>
            <a:cxnSpLocks/>
          </p:cNvCxnSpPr>
          <p:nvPr/>
        </p:nvCxnSpPr>
        <p:spPr>
          <a:xfrm>
            <a:off x="1244807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71A899B-9D49-0B97-101B-64DB870EA494}"/>
              </a:ext>
            </a:extLst>
          </p:cNvPr>
          <p:cNvCxnSpPr>
            <a:cxnSpLocks/>
          </p:cNvCxnSpPr>
          <p:nvPr/>
        </p:nvCxnSpPr>
        <p:spPr>
          <a:xfrm>
            <a:off x="2221618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266736CD-C9D0-1550-6E1F-9DB2305B1502}"/>
              </a:ext>
            </a:extLst>
          </p:cNvPr>
          <p:cNvCxnSpPr>
            <a:cxnSpLocks/>
          </p:cNvCxnSpPr>
          <p:nvPr/>
        </p:nvCxnSpPr>
        <p:spPr>
          <a:xfrm>
            <a:off x="124480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859FB2-A6C5-1776-5A59-A76B486CAB44}"/>
              </a:ext>
            </a:extLst>
          </p:cNvPr>
          <p:cNvCxnSpPr>
            <a:cxnSpLocks/>
          </p:cNvCxnSpPr>
          <p:nvPr/>
        </p:nvCxnSpPr>
        <p:spPr>
          <a:xfrm>
            <a:off x="725698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48FEAAA3-4875-CA5A-B830-07E3137CE2ED}"/>
              </a:ext>
            </a:extLst>
          </p:cNvPr>
          <p:cNvCxnSpPr>
            <a:cxnSpLocks/>
          </p:cNvCxnSpPr>
          <p:nvPr/>
        </p:nvCxnSpPr>
        <p:spPr>
          <a:xfrm>
            <a:off x="3035629" y="401632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2C83CE80-6984-0FA0-FD7F-52BCB000D078}"/>
              </a:ext>
            </a:extLst>
          </p:cNvPr>
          <p:cNvCxnSpPr>
            <a:cxnSpLocks/>
          </p:cNvCxnSpPr>
          <p:nvPr/>
        </p:nvCxnSpPr>
        <p:spPr>
          <a:xfrm>
            <a:off x="430797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EA62CE4A-8A84-FBE9-20D2-F3968E80333F}"/>
              </a:ext>
            </a:extLst>
          </p:cNvPr>
          <p:cNvCxnSpPr>
            <a:cxnSpLocks/>
          </p:cNvCxnSpPr>
          <p:nvPr/>
        </p:nvCxnSpPr>
        <p:spPr>
          <a:xfrm>
            <a:off x="3035629" y="573608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5B3AE8C-0D95-1BD4-F916-15ED68EC1C90}"/>
              </a:ext>
            </a:extLst>
          </p:cNvPr>
          <p:cNvCxnSpPr>
            <a:cxnSpLocks/>
          </p:cNvCxnSpPr>
          <p:nvPr/>
        </p:nvCxnSpPr>
        <p:spPr>
          <a:xfrm>
            <a:off x="86428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4379C40B-4F84-67AF-C2F9-6A3D4167127C}"/>
              </a:ext>
            </a:extLst>
          </p:cNvPr>
          <p:cNvCxnSpPr>
            <a:cxnSpLocks/>
          </p:cNvCxnSpPr>
          <p:nvPr/>
        </p:nvCxnSpPr>
        <p:spPr>
          <a:xfrm>
            <a:off x="2602141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DD879D30-AB39-EE4C-3F98-C60EB868DA9C}"/>
              </a:ext>
            </a:extLst>
          </p:cNvPr>
          <p:cNvCxnSpPr>
            <a:cxnSpLocks/>
          </p:cNvCxnSpPr>
          <p:nvPr/>
        </p:nvCxnSpPr>
        <p:spPr>
          <a:xfrm>
            <a:off x="86428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7B623A11-DF48-6C74-E3E2-31C9CECEDE98}"/>
              </a:ext>
            </a:extLst>
          </p:cNvPr>
          <p:cNvCxnSpPr>
            <a:cxnSpLocks/>
          </p:cNvCxnSpPr>
          <p:nvPr/>
        </p:nvCxnSpPr>
        <p:spPr>
          <a:xfrm>
            <a:off x="2602141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DD227F86-1CA4-3D9A-97AD-D51FC39253CD}"/>
              </a:ext>
            </a:extLst>
          </p:cNvPr>
          <p:cNvCxnSpPr>
            <a:cxnSpLocks/>
          </p:cNvCxnSpPr>
          <p:nvPr/>
        </p:nvCxnSpPr>
        <p:spPr>
          <a:xfrm>
            <a:off x="43079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6FCB674-5030-5ED2-484E-ACC664CE29D1}"/>
              </a:ext>
            </a:extLst>
          </p:cNvPr>
          <p:cNvCxnSpPr>
            <a:cxnSpLocks/>
          </p:cNvCxnSpPr>
          <p:nvPr/>
        </p:nvCxnSpPr>
        <p:spPr>
          <a:xfrm>
            <a:off x="28939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4FF33F7F-955D-DCC6-5040-CC3732799697}"/>
              </a:ext>
            </a:extLst>
          </p:cNvPr>
          <p:cNvCxnSpPr>
            <a:cxnSpLocks/>
          </p:cNvCxnSpPr>
          <p:nvPr/>
        </p:nvCxnSpPr>
        <p:spPr>
          <a:xfrm>
            <a:off x="7256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09D0A029-E2A4-769C-A4BB-0FE27E8B03F2}"/>
              </a:ext>
            </a:extLst>
          </p:cNvPr>
          <p:cNvCxnSpPr>
            <a:cxnSpLocks/>
          </p:cNvCxnSpPr>
          <p:nvPr/>
        </p:nvCxnSpPr>
        <p:spPr>
          <a:xfrm>
            <a:off x="289399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408429F-B62A-8FB3-3796-4E59D1CC1912}"/>
              </a:ext>
            </a:extLst>
          </p:cNvPr>
          <p:cNvCxnSpPr>
            <a:cxnSpLocks/>
          </p:cNvCxnSpPr>
          <p:nvPr/>
        </p:nvCxnSpPr>
        <p:spPr>
          <a:xfrm>
            <a:off x="1733212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C8E5F1E1-DDEA-807D-6C87-318931B64BD1}"/>
              </a:ext>
            </a:extLst>
          </p:cNvPr>
          <p:cNvCxnSpPr>
            <a:cxnSpLocks/>
          </p:cNvCxnSpPr>
          <p:nvPr/>
        </p:nvCxnSpPr>
        <p:spPr>
          <a:xfrm>
            <a:off x="1733212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B5CDBF55-FB50-8CBB-84B8-4014A4C78015}"/>
              </a:ext>
            </a:extLst>
          </p:cNvPr>
          <p:cNvCxnSpPr>
            <a:cxnSpLocks/>
          </p:cNvCxnSpPr>
          <p:nvPr/>
        </p:nvCxnSpPr>
        <p:spPr>
          <a:xfrm>
            <a:off x="185667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3576DB86-48F6-E58B-9070-91FF0F916E2F}"/>
              </a:ext>
            </a:extLst>
          </p:cNvPr>
          <p:cNvCxnSpPr>
            <a:cxnSpLocks/>
          </p:cNvCxnSpPr>
          <p:nvPr/>
        </p:nvCxnSpPr>
        <p:spPr>
          <a:xfrm>
            <a:off x="3254774" y="6630548"/>
            <a:ext cx="18103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098D0EB3-59F6-FE32-4131-19671B91C0DC}"/>
              </a:ext>
            </a:extLst>
          </p:cNvPr>
          <p:cNvCxnSpPr>
            <a:cxnSpLocks/>
          </p:cNvCxnSpPr>
          <p:nvPr/>
        </p:nvCxnSpPr>
        <p:spPr>
          <a:xfrm>
            <a:off x="222161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6342F022-AF37-88F4-8907-C10D1D0D0840}"/>
              </a:ext>
            </a:extLst>
          </p:cNvPr>
          <p:cNvCxnSpPr>
            <a:cxnSpLocks/>
          </p:cNvCxnSpPr>
          <p:nvPr/>
        </p:nvCxnSpPr>
        <p:spPr>
          <a:xfrm>
            <a:off x="1244807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331CB39D-B86B-D0D8-0605-13C493F2BECE}"/>
              </a:ext>
            </a:extLst>
          </p:cNvPr>
          <p:cNvCxnSpPr>
            <a:cxnSpLocks/>
          </p:cNvCxnSpPr>
          <p:nvPr/>
        </p:nvCxnSpPr>
        <p:spPr>
          <a:xfrm>
            <a:off x="2221618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64618D7B-A18C-D890-EDEB-E776674DD457}"/>
              </a:ext>
            </a:extLst>
          </p:cNvPr>
          <p:cNvCxnSpPr>
            <a:cxnSpLocks/>
          </p:cNvCxnSpPr>
          <p:nvPr/>
        </p:nvCxnSpPr>
        <p:spPr>
          <a:xfrm>
            <a:off x="124480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8CAEBECF-D154-4AA6-4ACE-0662DB694B71}"/>
              </a:ext>
            </a:extLst>
          </p:cNvPr>
          <p:cNvCxnSpPr>
            <a:cxnSpLocks/>
          </p:cNvCxnSpPr>
          <p:nvPr/>
        </p:nvCxnSpPr>
        <p:spPr>
          <a:xfrm>
            <a:off x="725698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8DF6C56C-85E4-1F3F-9B9B-E75AF45860E0}"/>
              </a:ext>
            </a:extLst>
          </p:cNvPr>
          <p:cNvCxnSpPr>
            <a:cxnSpLocks/>
          </p:cNvCxnSpPr>
          <p:nvPr/>
        </p:nvCxnSpPr>
        <p:spPr>
          <a:xfrm>
            <a:off x="3035629" y="5761618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D95D95C-FCF1-6167-AA8A-96DE9D8AD999}"/>
              </a:ext>
            </a:extLst>
          </p:cNvPr>
          <p:cNvCxnSpPr>
            <a:cxnSpLocks/>
          </p:cNvCxnSpPr>
          <p:nvPr/>
        </p:nvCxnSpPr>
        <p:spPr>
          <a:xfrm>
            <a:off x="430797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E098F800-19A2-1173-CCDB-5A57C98D7911}"/>
              </a:ext>
            </a:extLst>
          </p:cNvPr>
          <p:cNvCxnSpPr>
            <a:cxnSpLocks/>
          </p:cNvCxnSpPr>
          <p:nvPr/>
        </p:nvCxnSpPr>
        <p:spPr>
          <a:xfrm>
            <a:off x="3035629" y="7481374"/>
            <a:ext cx="0" cy="18103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E372CE22-C6F5-DAEA-D1ED-038084A4027A}"/>
              </a:ext>
            </a:extLst>
          </p:cNvPr>
          <p:cNvCxnSpPr>
            <a:cxnSpLocks/>
          </p:cNvCxnSpPr>
          <p:nvPr/>
        </p:nvCxnSpPr>
        <p:spPr>
          <a:xfrm>
            <a:off x="185667" y="400889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72183B73-3A48-B83A-7B5D-15393BE5D322}"/>
              </a:ext>
            </a:extLst>
          </p:cNvPr>
          <p:cNvCxnSpPr>
            <a:cxnSpLocks/>
          </p:cNvCxnSpPr>
          <p:nvPr/>
        </p:nvCxnSpPr>
        <p:spPr>
          <a:xfrm>
            <a:off x="185667" y="5754187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5D00AE38-92BB-E93F-0C10-3B6C588060F2}"/>
              </a:ext>
            </a:extLst>
          </p:cNvPr>
          <p:cNvCxnSpPr>
            <a:cxnSpLocks/>
          </p:cNvCxnSpPr>
          <p:nvPr/>
        </p:nvCxnSpPr>
        <p:spPr>
          <a:xfrm>
            <a:off x="18566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04A597DB-02EB-43DA-715D-855398BFD51B}"/>
              </a:ext>
            </a:extLst>
          </p:cNvPr>
          <p:cNvCxnSpPr>
            <a:cxnSpLocks/>
          </p:cNvCxnSpPr>
          <p:nvPr/>
        </p:nvCxnSpPr>
        <p:spPr>
          <a:xfrm>
            <a:off x="185667" y="2267322"/>
            <a:ext cx="308721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>
            <a:extLst>
              <a:ext uri="{FF2B5EF4-FFF2-40B4-BE49-F238E27FC236}">
                <a16:creationId xmlns:a16="http://schemas.microsoft.com/office/drawing/2014/main" id="{77AAB43D-E096-6B19-262A-65EE1306B386}"/>
              </a:ext>
            </a:extLst>
          </p:cNvPr>
          <p:cNvCxnSpPr>
            <a:cxnSpLocks/>
          </p:cNvCxnSpPr>
          <p:nvPr/>
        </p:nvCxnSpPr>
        <p:spPr>
          <a:xfrm>
            <a:off x="3272877" y="525748"/>
            <a:ext cx="0" cy="6973729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TextBox 185">
            <a:hlinkClick r:id="rId2"/>
            <a:extLst>
              <a:ext uri="{FF2B5EF4-FFF2-40B4-BE49-F238E27FC236}">
                <a16:creationId xmlns:a16="http://schemas.microsoft.com/office/drawing/2014/main" id="{D6E8819E-5C70-43EE-7199-358BF9CC1DB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5" name="TextBox 186">
            <a:hlinkClick r:id="rId3"/>
            <a:extLst>
              <a:ext uri="{FF2B5EF4-FFF2-40B4-BE49-F238E27FC236}">
                <a16:creationId xmlns:a16="http://schemas.microsoft.com/office/drawing/2014/main" id="{F515805E-94D7-FEF9-1652-BCF33CC5BACC}"/>
              </a:ext>
            </a:extLst>
          </p:cNvPr>
          <p:cNvSpPr txBox="1"/>
          <p:nvPr/>
        </p:nvSpPr>
        <p:spPr>
          <a:xfrm>
            <a:off x="2736149" y="7555443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184">
            <a:hlinkClick r:id="rId4"/>
            <a:extLst>
              <a:ext uri="{FF2B5EF4-FFF2-40B4-BE49-F238E27FC236}">
                <a16:creationId xmlns:a16="http://schemas.microsoft.com/office/drawing/2014/main" id="{633EDD2B-3947-FE6A-1D29-CC06CC1994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62317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</TotalTime>
  <Words>743</Words>
  <Application>Microsoft Office PowerPoint</Application>
  <PresentationFormat>사용자 지정</PresentationFormat>
  <Paragraphs>539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7" baseType="lpstr">
      <vt:lpstr>NanumBarunpen Bold</vt:lpstr>
      <vt:lpstr>NanumGothic</vt:lpstr>
      <vt:lpstr>NanumSquare_ac ExtraBold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18</cp:revision>
  <dcterms:created xsi:type="dcterms:W3CDTF">2021-10-29T04:43:38Z</dcterms:created>
  <dcterms:modified xsi:type="dcterms:W3CDTF">2022-11-14T07:47:08Z</dcterms:modified>
</cp:coreProperties>
</file>
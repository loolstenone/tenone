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6" r:id="rId4"/>
    <p:sldId id="259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3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696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7020B-9045-ED2C-9C05-26A8AA387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8AB4FF-A43E-153B-E2E1-241785C51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5E027-E3A8-CDBB-78CF-942A0837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9DDD19-1F60-DBBC-1567-948D3B74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989289-0E94-8A6D-4613-83A908D1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79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9D91F-041A-2942-9D76-BE977FEE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92BB4-2951-2509-FE43-876A6932B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8DE9F-EE75-0F01-9BE3-FFAC92AD3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1106A-D3B6-7AB4-A690-1B0BE43A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151DF6-C791-FC8E-158C-76E43438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97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9E5AA-7838-9A15-AA73-FAA959BF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4F773-40A3-3D84-D048-7D4CD6077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D0DC60-CE3F-6838-DA52-13695BC0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D9BB77-436C-9C68-6EFC-63508BA9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61A1B-7E58-4C10-7CAF-A2D671B7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72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5D3FE-030A-BF14-5919-FDBA97A7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754E3-80B4-00CE-FCB6-9CCA9282A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E411D-0C77-D52D-944B-6C15265F8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6854CD-41CC-6119-DE19-9D50F0D0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894CE7-15AC-BDA7-48FA-F4529CAE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BA5F17-67E7-3667-4473-C9A67D5A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55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95E45-DCDD-6820-45BD-8CF7D8CD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9E754E-4F09-ED78-CA1D-23A267815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29F0BC-1738-3383-D9AA-B7633F921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D5E6F8-CAFF-463A-C968-B03EEB105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0FE81F-9121-3D13-804D-195DBB5D2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602A9E-5064-3D0D-3A2A-F0CDE1D5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5B371E-F6F5-47F6-29DB-CF4D5A373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9D14B7-E743-C2C4-FC8D-E1076D2B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03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A81E7-E81B-CDA9-EBBE-70EDF1D9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4EE031-3A31-BB6C-1553-DDEC0C1F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EA12B1-5E14-3FF0-B43E-E8975E00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1CEBFC-9299-DE17-E55C-EAB3D42D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55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CD2098-D4AC-F35E-CFE6-197D07C7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5357E2-9861-1356-4D8D-28F88441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C732C-6971-C7AF-3C6A-1FC4FF94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344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EBB5E-2486-B672-E3DD-CCB468EC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C33F7-A8F8-1EA8-4513-7147B2653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7EA945-B98E-1DA8-84A1-1D0E1DB82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BB6D20-AFC5-1FAE-2860-3BA6A374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F2852C-3CEB-7137-8CAB-E8C4E62C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07EB30-9360-DEE0-15E7-D07E1E15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7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8AA73-C132-BB2E-C0D8-195E0D3F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D803CD-78E7-3B90-AB0B-766C155B2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FBD7FE-1420-A7C9-117B-9C5D303F6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B49141-F258-1A7B-C547-9431B849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AFF8D-F795-50ED-C109-D89B637C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1D2088-1EF6-5E79-0DD6-7D2FDE4B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17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C00EF-3C28-7E7A-2777-42282651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229067-ED87-35BF-5B7B-28B2BBD0B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F2DBA0-BD38-C276-264B-8D3405D4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A700C-FE8E-9BAD-7DD0-ABDA9AB5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DECF8-AAEF-99C2-5CE1-80BA1359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85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837F70-88D4-43BE-AFAE-EF30E51A8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BCB5D6-9238-0584-257D-1FF62D721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0E85FD-E139-BFDE-F45E-DFEE61E6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95DDA-F27F-08FB-1821-2C91F705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23A50-9A40-2EAA-D40F-A36C6232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9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DEFB2D-D1C2-2A11-D0AD-FBBA0B29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F8FFF8-0BD4-00FE-B9B3-451912306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A8CCBE-169A-972E-9636-126A6CEAD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19202B-4766-4AA3-A6E1-DB25F4946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3F7F08-EA06-7EB4-5DD8-4B979732E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69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id="{EA1A198E-B4D3-5CCA-798F-EED4DCB20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5" y="1150375"/>
            <a:ext cx="2254528" cy="288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9FFB29-AF03-9047-EF8B-89ECAA4A0DBF}"/>
              </a:ext>
            </a:extLst>
          </p:cNvPr>
          <p:cNvSpPr txBox="1"/>
          <p:nvPr/>
        </p:nvSpPr>
        <p:spPr>
          <a:xfrm>
            <a:off x="345560" y="1363011"/>
            <a:ext cx="21573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콘텐츠 </a:t>
            </a:r>
            <a:r>
              <a:rPr lang="ko-KR" altLang="en-US" dirty="0" err="1"/>
              <a:t>콘티북</a:t>
            </a:r>
            <a:endParaRPr lang="en-US" altLang="ko-KR" dirty="0"/>
          </a:p>
          <a:p>
            <a:pPr algn="ctr"/>
            <a:r>
              <a:rPr lang="en-US" altLang="ko-KR" dirty="0"/>
              <a:t>50 </a:t>
            </a:r>
            <a:r>
              <a:rPr lang="ko-KR" altLang="en-US" dirty="0"/>
              <a:t>페이지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sz="1400" dirty="0"/>
              <a:t>웹툰</a:t>
            </a:r>
            <a:r>
              <a:rPr lang="en-US" altLang="ko-KR" sz="1400" dirty="0"/>
              <a:t> </a:t>
            </a:r>
            <a:r>
              <a:rPr lang="ko-KR" altLang="en-US" sz="1400" dirty="0"/>
              <a:t>등 단편 콘텐츠</a:t>
            </a:r>
            <a:endParaRPr lang="en-US" altLang="ko-KR" sz="1400" dirty="0"/>
          </a:p>
          <a:p>
            <a:pPr algn="ctr"/>
            <a:r>
              <a:rPr lang="ko-KR" altLang="en-US" sz="1400" dirty="0"/>
              <a:t>높은 자유도</a:t>
            </a:r>
          </a:p>
        </p:txBody>
      </p:sp>
    </p:spTree>
    <p:extLst>
      <p:ext uri="{BB962C8B-B14F-4D97-AF65-F5344CB8AC3E}">
        <p14:creationId xmlns:p14="http://schemas.microsoft.com/office/powerpoint/2010/main" val="217446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38DE9A8-EE14-4521-DAEF-D0CCBCD564DF}"/>
              </a:ext>
            </a:extLst>
          </p:cNvPr>
          <p:cNvSpPr/>
          <p:nvPr/>
        </p:nvSpPr>
        <p:spPr>
          <a:xfrm>
            <a:off x="0" y="0"/>
            <a:ext cx="7581530" cy="4199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id="{1D48F078-6542-11E4-6EBA-3B044E635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01" y="1144982"/>
            <a:ext cx="1813672" cy="2316839"/>
          </a:xfrm>
          <a:prstGeom prst="rect">
            <a:avLst/>
          </a:prstGeom>
        </p:spPr>
      </p:pic>
      <p:pic>
        <p:nvPicPr>
          <p:cNvPr id="2" name="Picture 2" descr="아이폰, 아이패드, 맥북 프로, 애플 워치 png(Frame, Mock-up, 틀) : 네이버 블로그">
            <a:extLst>
              <a:ext uri="{FF2B5EF4-FFF2-40B4-BE49-F238E27FC236}">
                <a16:creationId xmlns:a16="http://schemas.microsoft.com/office/drawing/2014/main" id="{4FBA557F-922F-45E3-062D-4E1A84525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404070" y="1333425"/>
            <a:ext cx="3212863" cy="213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아이폰, 아이패드, 맥북 프로, 애플 워치 png(Frame, Mock-up, 틀) : 네이버 블로그">
            <a:extLst>
              <a:ext uri="{FF2B5EF4-FFF2-40B4-BE49-F238E27FC236}">
                <a16:creationId xmlns:a16="http://schemas.microsoft.com/office/drawing/2014/main" id="{7B90BFB6-A12F-B512-E65C-1E30939F4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292092" y="1378027"/>
            <a:ext cx="3064881" cy="203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EB6D14-5A59-1A14-C365-BA918BC8EE57}"/>
              </a:ext>
            </a:extLst>
          </p:cNvPr>
          <p:cNvSpPr txBox="1"/>
          <p:nvPr/>
        </p:nvSpPr>
        <p:spPr>
          <a:xfrm>
            <a:off x="2376132" y="977572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표지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63F1EA-8C71-8E39-98D8-10B12F654A9F}"/>
              </a:ext>
            </a:extLst>
          </p:cNvPr>
          <p:cNvSpPr txBox="1"/>
          <p:nvPr/>
        </p:nvSpPr>
        <p:spPr>
          <a:xfrm>
            <a:off x="3643102" y="977572"/>
            <a:ext cx="4379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86BF39-8022-74E1-8D86-80F72852C836}"/>
              </a:ext>
            </a:extLst>
          </p:cNvPr>
          <p:cNvSpPr txBox="1"/>
          <p:nvPr/>
        </p:nvSpPr>
        <p:spPr>
          <a:xfrm>
            <a:off x="4897250" y="977572"/>
            <a:ext cx="7296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콘티 노트</a:t>
            </a:r>
            <a:endParaRPr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F235AA-7C5B-3F66-5E10-8E0BA292B5DA}"/>
              </a:ext>
            </a:extLst>
          </p:cNvPr>
          <p:cNvSpPr txBox="1"/>
          <p:nvPr/>
        </p:nvSpPr>
        <p:spPr>
          <a:xfrm>
            <a:off x="274301" y="182954"/>
            <a:ext cx="2976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콘티북기본</a:t>
            </a:r>
            <a:r>
              <a:rPr lang="ko-KR" altLang="en-US" b="1" dirty="0">
                <a:solidFill>
                  <a:schemeClr val="tx1"/>
                </a:solidFill>
              </a:rPr>
              <a:t> 구성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7340C0B-33E7-4DFC-4F7E-A2253DE0F442}"/>
              </a:ext>
            </a:extLst>
          </p:cNvPr>
          <p:cNvCxnSpPr>
            <a:cxnSpLocks/>
          </p:cNvCxnSpPr>
          <p:nvPr/>
        </p:nvCxnSpPr>
        <p:spPr>
          <a:xfrm>
            <a:off x="274301" y="592696"/>
            <a:ext cx="709239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9991368C-0E76-D9EA-18D9-236717698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489" y="1348807"/>
            <a:ext cx="845448" cy="1080000"/>
          </a:xfrm>
          <a:prstGeom prst="rect">
            <a:avLst/>
          </a:prstGeom>
        </p:spPr>
      </p:pic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A6967CB2-26B8-45EF-C8E2-57174D5F7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811" y="1348807"/>
            <a:ext cx="845448" cy="108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3E40A7-37BF-4171-010A-49B3B43209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132" y="1348807"/>
            <a:ext cx="84544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5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>
            <a:extLst>
              <a:ext uri="{FF2B5EF4-FFF2-40B4-BE49-F238E27FC236}">
                <a16:creationId xmlns:a16="http://schemas.microsoft.com/office/drawing/2014/main" id="{6905A467-1EB4-CFE5-9BE8-BBCE8B1EFB15}"/>
              </a:ext>
            </a:extLst>
          </p:cNvPr>
          <p:cNvSpPr/>
          <p:nvPr/>
        </p:nvSpPr>
        <p:spPr>
          <a:xfrm>
            <a:off x="0" y="-112113"/>
            <a:ext cx="6896100" cy="562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 descr="테이블이(가) 표시된 사진&#10;&#10;자동 생성된 설명">
            <a:extLst>
              <a:ext uri="{FF2B5EF4-FFF2-40B4-BE49-F238E27FC236}">
                <a16:creationId xmlns:a16="http://schemas.microsoft.com/office/drawing/2014/main" id="{341A94AE-9531-76F6-2AD9-EAF330F5B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981" y="1340838"/>
            <a:ext cx="2988118" cy="381711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9D4C421B-97AD-9175-C892-F8B9193C39E1}"/>
              </a:ext>
            </a:extLst>
          </p:cNvPr>
          <p:cNvSpPr txBox="1"/>
          <p:nvPr/>
        </p:nvSpPr>
        <p:spPr>
          <a:xfrm>
            <a:off x="293355" y="280882"/>
            <a:ext cx="2976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 dirty="0" err="1">
                <a:solidFill>
                  <a:schemeClr val="tx1"/>
                </a:solidFill>
              </a:rPr>
              <a:t>콘티북</a:t>
            </a:r>
            <a:r>
              <a:rPr lang="ko-KR" altLang="en-US" b="1" dirty="0">
                <a:solidFill>
                  <a:schemeClr val="tx1"/>
                </a:solidFill>
              </a:rPr>
              <a:t> 기본 레이아웃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DDE36F7-659E-24FA-B9DD-47894BBCF0E9}"/>
              </a:ext>
            </a:extLst>
          </p:cNvPr>
          <p:cNvCxnSpPr>
            <a:cxnSpLocks/>
          </p:cNvCxnSpPr>
          <p:nvPr/>
        </p:nvCxnSpPr>
        <p:spPr>
          <a:xfrm>
            <a:off x="293355" y="690624"/>
            <a:ext cx="63274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ECA673F7-5B6D-4F4F-01BA-61D5F83437C9}"/>
              </a:ext>
            </a:extLst>
          </p:cNvPr>
          <p:cNvSpPr/>
          <p:nvPr/>
        </p:nvSpPr>
        <p:spPr>
          <a:xfrm>
            <a:off x="1944339" y="2275075"/>
            <a:ext cx="342524" cy="3425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테이블이(가) 표시된 사진&#10;&#10;자동 생성된 설명">
            <a:extLst>
              <a:ext uri="{FF2B5EF4-FFF2-40B4-BE49-F238E27FC236}">
                <a16:creationId xmlns:a16="http://schemas.microsoft.com/office/drawing/2014/main" id="{7E512D4A-57A6-B10C-A1C9-1ABAA0E0A4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3200" r="83033" b="63517"/>
          <a:stretch/>
        </p:blipFill>
        <p:spPr>
          <a:xfrm>
            <a:off x="752318" y="2080394"/>
            <a:ext cx="731885" cy="731886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D626B919-EEE3-7E57-A0C5-92B15A8E968E}"/>
              </a:ext>
            </a:extLst>
          </p:cNvPr>
          <p:cNvSpPr/>
          <p:nvPr/>
        </p:nvSpPr>
        <p:spPr>
          <a:xfrm>
            <a:off x="546278" y="1931779"/>
            <a:ext cx="966567" cy="966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8C2FE679-5500-6869-BFC7-8F6A7D3E378C}"/>
              </a:ext>
            </a:extLst>
          </p:cNvPr>
          <p:cNvSpPr/>
          <p:nvPr/>
        </p:nvSpPr>
        <p:spPr>
          <a:xfrm>
            <a:off x="3573963" y="1473010"/>
            <a:ext cx="319027" cy="3190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75C310A-9629-2A9A-DEA4-200CF5E52CF9}"/>
              </a:ext>
            </a:extLst>
          </p:cNvPr>
          <p:cNvSpPr/>
          <p:nvPr/>
        </p:nvSpPr>
        <p:spPr>
          <a:xfrm>
            <a:off x="3573963" y="1956048"/>
            <a:ext cx="319027" cy="3190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4" name="그림 63" descr="테이블이(가) 표시된 사진&#10;&#10;자동 생성된 설명">
            <a:extLst>
              <a:ext uri="{FF2B5EF4-FFF2-40B4-BE49-F238E27FC236}">
                <a16:creationId xmlns:a16="http://schemas.microsoft.com/office/drawing/2014/main" id="{07356007-60F1-8C72-F5F0-A575A303CE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41" t="5664" r="32419" b="88099"/>
          <a:stretch/>
        </p:blipFill>
        <p:spPr>
          <a:xfrm>
            <a:off x="2593837" y="871160"/>
            <a:ext cx="863266" cy="483039"/>
          </a:xfrm>
          <a:prstGeom prst="rect">
            <a:avLst/>
          </a:prstGeom>
        </p:spPr>
      </p:pic>
      <p:sp>
        <p:nvSpPr>
          <p:cNvPr id="65" name="타원 64">
            <a:extLst>
              <a:ext uri="{FF2B5EF4-FFF2-40B4-BE49-F238E27FC236}">
                <a16:creationId xmlns:a16="http://schemas.microsoft.com/office/drawing/2014/main" id="{DABB42BC-511F-8837-56BB-71B0F46C10A0}"/>
              </a:ext>
            </a:extLst>
          </p:cNvPr>
          <p:cNvSpPr/>
          <p:nvPr/>
        </p:nvSpPr>
        <p:spPr>
          <a:xfrm>
            <a:off x="2593075" y="650214"/>
            <a:ext cx="966567" cy="9665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림 70" descr="테이블이(가) 표시된 사진&#10;&#10;자동 생성된 설명">
            <a:extLst>
              <a:ext uri="{FF2B5EF4-FFF2-40B4-BE49-F238E27FC236}">
                <a16:creationId xmlns:a16="http://schemas.microsoft.com/office/drawing/2014/main" id="{4CB2A930-83AD-0373-9735-06B3E35D75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92" t="19751" r="32068" b="75816"/>
          <a:stretch/>
        </p:blipFill>
        <p:spPr>
          <a:xfrm>
            <a:off x="5169277" y="2006209"/>
            <a:ext cx="863266" cy="343296"/>
          </a:xfrm>
          <a:prstGeom prst="rect">
            <a:avLst/>
          </a:prstGeom>
        </p:spPr>
      </p:pic>
      <p:sp>
        <p:nvSpPr>
          <p:cNvPr id="70" name="타원 69">
            <a:extLst>
              <a:ext uri="{FF2B5EF4-FFF2-40B4-BE49-F238E27FC236}">
                <a16:creationId xmlns:a16="http://schemas.microsoft.com/office/drawing/2014/main" id="{7756FC11-B879-F4C3-35C1-0CC6A6D1A349}"/>
              </a:ext>
            </a:extLst>
          </p:cNvPr>
          <p:cNvSpPr/>
          <p:nvPr/>
        </p:nvSpPr>
        <p:spPr>
          <a:xfrm>
            <a:off x="5076755" y="1792037"/>
            <a:ext cx="771640" cy="771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B84BF2-C1A6-6CDA-FC5E-87F493ECB1C4}"/>
              </a:ext>
            </a:extLst>
          </p:cNvPr>
          <p:cNvSpPr txBox="1"/>
          <p:nvPr/>
        </p:nvSpPr>
        <p:spPr>
          <a:xfrm>
            <a:off x="222499" y="1591797"/>
            <a:ext cx="15279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자유도를 보조하는 라인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CE2B412-CD97-A1BA-1F40-144D097999EB}"/>
              </a:ext>
            </a:extLst>
          </p:cNvPr>
          <p:cNvCxnSpPr>
            <a:endCxn id="3" idx="0"/>
          </p:cNvCxnSpPr>
          <p:nvPr/>
        </p:nvCxnSpPr>
        <p:spPr>
          <a:xfrm>
            <a:off x="1151162" y="1956048"/>
            <a:ext cx="964439" cy="319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9CF21D8-41CF-2811-B27E-D2F6E00DBEB5}"/>
              </a:ext>
            </a:extLst>
          </p:cNvPr>
          <p:cNvCxnSpPr>
            <a:cxnSpLocks/>
          </p:cNvCxnSpPr>
          <p:nvPr/>
        </p:nvCxnSpPr>
        <p:spPr>
          <a:xfrm flipV="1">
            <a:off x="1016305" y="2617599"/>
            <a:ext cx="1099296" cy="3050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788C474-6FEB-4B26-5143-853C464719F5}"/>
              </a:ext>
            </a:extLst>
          </p:cNvPr>
          <p:cNvSpPr txBox="1"/>
          <p:nvPr/>
        </p:nvSpPr>
        <p:spPr>
          <a:xfrm>
            <a:off x="3563241" y="860414"/>
            <a:ext cx="7296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장면 설명</a:t>
            </a:r>
            <a:endParaRPr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607F0234-80A6-2BEF-11A9-3699032786D4}"/>
              </a:ext>
            </a:extLst>
          </p:cNvPr>
          <p:cNvCxnSpPr>
            <a:cxnSpLocks/>
          </p:cNvCxnSpPr>
          <p:nvPr/>
        </p:nvCxnSpPr>
        <p:spPr>
          <a:xfrm>
            <a:off x="2936491" y="1612620"/>
            <a:ext cx="732389" cy="1681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DCE96D9-E097-ABDC-F54C-BA96BF7F68F9}"/>
              </a:ext>
            </a:extLst>
          </p:cNvPr>
          <p:cNvCxnSpPr>
            <a:cxnSpLocks/>
          </p:cNvCxnSpPr>
          <p:nvPr/>
        </p:nvCxnSpPr>
        <p:spPr>
          <a:xfrm>
            <a:off x="3485745" y="920788"/>
            <a:ext cx="296396" cy="539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9D6FE6E5-E096-B819-4369-829D0CE216F7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3733477" y="1804994"/>
            <a:ext cx="1617875" cy="151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F38B9C56-5BD7-A30F-ADB5-0354181D4B7A}"/>
              </a:ext>
            </a:extLst>
          </p:cNvPr>
          <p:cNvCxnSpPr>
            <a:cxnSpLocks/>
          </p:cNvCxnSpPr>
          <p:nvPr/>
        </p:nvCxnSpPr>
        <p:spPr>
          <a:xfrm flipH="1" flipV="1">
            <a:off x="3782141" y="2275075"/>
            <a:ext cx="1728725" cy="2886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A00CA7FB-03A7-595B-3D44-7447AD69021D}"/>
              </a:ext>
            </a:extLst>
          </p:cNvPr>
          <p:cNvSpPr txBox="1"/>
          <p:nvPr/>
        </p:nvSpPr>
        <p:spPr>
          <a:xfrm>
            <a:off x="5222628" y="1463864"/>
            <a:ext cx="4379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대사</a:t>
            </a:r>
          </a:p>
        </p:txBody>
      </p:sp>
    </p:spTree>
    <p:extLst>
      <p:ext uri="{BB962C8B-B14F-4D97-AF65-F5344CB8AC3E}">
        <p14:creationId xmlns:p14="http://schemas.microsoft.com/office/powerpoint/2010/main" val="348088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E44EF5-2173-D5F8-AE25-D04EB958F0A8}"/>
              </a:ext>
            </a:extLst>
          </p:cNvPr>
          <p:cNvSpPr/>
          <p:nvPr/>
        </p:nvSpPr>
        <p:spPr>
          <a:xfrm>
            <a:off x="0" y="0"/>
            <a:ext cx="8244840" cy="5255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F67E7-21C4-DD09-17C8-5F0074E52529}"/>
              </a:ext>
            </a:extLst>
          </p:cNvPr>
          <p:cNvSpPr txBox="1"/>
          <p:nvPr/>
        </p:nvSpPr>
        <p:spPr>
          <a:xfrm>
            <a:off x="382448" y="114301"/>
            <a:ext cx="2976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자유도 높은 레이아웃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ED468AF-C1C3-8F57-016B-23839FE2508E}"/>
              </a:ext>
            </a:extLst>
          </p:cNvPr>
          <p:cNvCxnSpPr>
            <a:cxnSpLocks/>
          </p:cNvCxnSpPr>
          <p:nvPr/>
        </p:nvCxnSpPr>
        <p:spPr>
          <a:xfrm>
            <a:off x="382448" y="524043"/>
            <a:ext cx="58786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740D83-A59A-F5E9-5041-C36F8C38CEEF}"/>
              </a:ext>
            </a:extLst>
          </p:cNvPr>
          <p:cNvSpPr txBox="1"/>
          <p:nvPr/>
        </p:nvSpPr>
        <p:spPr>
          <a:xfrm>
            <a:off x="375434" y="1160666"/>
            <a:ext cx="1544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면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컷 기본 구성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6DFC0AB-81D9-1BD2-F7DA-A49A4632602F}"/>
              </a:ext>
            </a:extLst>
          </p:cNvPr>
          <p:cNvGrpSpPr/>
          <p:nvPr/>
        </p:nvGrpSpPr>
        <p:grpSpPr>
          <a:xfrm>
            <a:off x="365395" y="1513317"/>
            <a:ext cx="1544006" cy="3551193"/>
            <a:chOff x="365395" y="1513317"/>
            <a:chExt cx="1544006" cy="355119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F436E35-C077-DFF4-02E8-01D161F8DDF0}"/>
                </a:ext>
              </a:extLst>
            </p:cNvPr>
            <p:cNvSpPr/>
            <p:nvPr/>
          </p:nvSpPr>
          <p:spPr>
            <a:xfrm>
              <a:off x="365395" y="1513317"/>
              <a:ext cx="1544006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1C47783-734D-6682-FD10-F3D224C1AF68}"/>
                </a:ext>
              </a:extLst>
            </p:cNvPr>
            <p:cNvSpPr/>
            <p:nvPr/>
          </p:nvSpPr>
          <p:spPr>
            <a:xfrm>
              <a:off x="365395" y="2393078"/>
              <a:ext cx="1544006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561B5DF-3B49-5B40-57F8-C07F934712AC}"/>
                </a:ext>
              </a:extLst>
            </p:cNvPr>
            <p:cNvSpPr/>
            <p:nvPr/>
          </p:nvSpPr>
          <p:spPr>
            <a:xfrm>
              <a:off x="365395" y="3272839"/>
              <a:ext cx="1544006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C398343-24DF-4550-D3D0-7086A04B4C6C}"/>
                </a:ext>
              </a:extLst>
            </p:cNvPr>
            <p:cNvSpPr/>
            <p:nvPr/>
          </p:nvSpPr>
          <p:spPr>
            <a:xfrm>
              <a:off x="365395" y="4152600"/>
              <a:ext cx="1544006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04C1004-AAD5-17A0-FA08-421428045B79}"/>
              </a:ext>
            </a:extLst>
          </p:cNvPr>
          <p:cNvGrpSpPr/>
          <p:nvPr/>
        </p:nvGrpSpPr>
        <p:grpSpPr>
          <a:xfrm>
            <a:off x="2432599" y="1513317"/>
            <a:ext cx="1525031" cy="3551193"/>
            <a:chOff x="2447162" y="1513317"/>
            <a:chExt cx="1525031" cy="355119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4A4E1BA-AF4C-1507-E3CB-74CF4F93A39B}"/>
                </a:ext>
              </a:extLst>
            </p:cNvPr>
            <p:cNvSpPr/>
            <p:nvPr/>
          </p:nvSpPr>
          <p:spPr>
            <a:xfrm>
              <a:off x="2447162" y="1513317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BE8D4BA-062E-5B53-427E-7E80CDE370C6}"/>
                </a:ext>
              </a:extLst>
            </p:cNvPr>
            <p:cNvSpPr/>
            <p:nvPr/>
          </p:nvSpPr>
          <p:spPr>
            <a:xfrm>
              <a:off x="2447162" y="2393078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6D93764-A950-2326-A1FE-08F8ECA892AD}"/>
                </a:ext>
              </a:extLst>
            </p:cNvPr>
            <p:cNvSpPr/>
            <p:nvPr/>
          </p:nvSpPr>
          <p:spPr>
            <a:xfrm>
              <a:off x="2447162" y="3272839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CCD43C9-CF9F-E9BA-586C-643DE07C81BC}"/>
                </a:ext>
              </a:extLst>
            </p:cNvPr>
            <p:cNvSpPr/>
            <p:nvPr/>
          </p:nvSpPr>
          <p:spPr>
            <a:xfrm>
              <a:off x="2447162" y="4152600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1BE0AEF-5D25-1DEB-7EF6-5B1821BEA2FD}"/>
                </a:ext>
              </a:extLst>
            </p:cNvPr>
            <p:cNvSpPr/>
            <p:nvPr/>
          </p:nvSpPr>
          <p:spPr>
            <a:xfrm>
              <a:off x="3215208" y="1513317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1ABB38C-A651-5923-FB49-C7914BAA6696}"/>
                </a:ext>
              </a:extLst>
            </p:cNvPr>
            <p:cNvSpPr/>
            <p:nvPr/>
          </p:nvSpPr>
          <p:spPr>
            <a:xfrm>
              <a:off x="3215208" y="2393078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ADF640C-491C-72ED-7DFB-0588A306EF92}"/>
                </a:ext>
              </a:extLst>
            </p:cNvPr>
            <p:cNvSpPr/>
            <p:nvPr/>
          </p:nvSpPr>
          <p:spPr>
            <a:xfrm>
              <a:off x="3215208" y="3272839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213371E-49D5-D0A9-87E1-386AF5B3B3EA}"/>
                </a:ext>
              </a:extLst>
            </p:cNvPr>
            <p:cNvSpPr/>
            <p:nvPr/>
          </p:nvSpPr>
          <p:spPr>
            <a:xfrm>
              <a:off x="3215208" y="4152600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9034A7A-DC13-DADA-CBFF-5B922267B551}"/>
              </a:ext>
            </a:extLst>
          </p:cNvPr>
          <p:cNvGrpSpPr/>
          <p:nvPr/>
        </p:nvGrpSpPr>
        <p:grpSpPr>
          <a:xfrm>
            <a:off x="4480828" y="1513317"/>
            <a:ext cx="1525031" cy="3551192"/>
            <a:chOff x="4554979" y="1513317"/>
            <a:chExt cx="1525031" cy="3551192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6E7B70D-AD56-94B0-C809-C58FE33D9B2B}"/>
                </a:ext>
              </a:extLst>
            </p:cNvPr>
            <p:cNvSpPr/>
            <p:nvPr/>
          </p:nvSpPr>
          <p:spPr>
            <a:xfrm>
              <a:off x="4554979" y="1513317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10DDD76-CA59-0A93-F0E4-0AB7664FE906}"/>
                </a:ext>
              </a:extLst>
            </p:cNvPr>
            <p:cNvSpPr/>
            <p:nvPr/>
          </p:nvSpPr>
          <p:spPr>
            <a:xfrm>
              <a:off x="4554979" y="2393078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0C86AC4-0642-6DED-C010-B4E062933BF1}"/>
                </a:ext>
              </a:extLst>
            </p:cNvPr>
            <p:cNvSpPr/>
            <p:nvPr/>
          </p:nvSpPr>
          <p:spPr>
            <a:xfrm>
              <a:off x="4554979" y="3272838"/>
              <a:ext cx="1525031" cy="1791671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DBAC948-DEA9-5D3C-A1B5-5AAFE6D93F01}"/>
                </a:ext>
              </a:extLst>
            </p:cNvPr>
            <p:cNvSpPr/>
            <p:nvPr/>
          </p:nvSpPr>
          <p:spPr>
            <a:xfrm>
              <a:off x="5323025" y="1513317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FA7883C-0778-05E8-5E34-AF6F16F30913}"/>
                </a:ext>
              </a:extLst>
            </p:cNvPr>
            <p:cNvSpPr/>
            <p:nvPr/>
          </p:nvSpPr>
          <p:spPr>
            <a:xfrm>
              <a:off x="5323025" y="2393078"/>
              <a:ext cx="756985" cy="91191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3096AAB-FF09-2877-80C7-9636B6B404E4}"/>
              </a:ext>
            </a:extLst>
          </p:cNvPr>
          <p:cNvSpPr/>
          <p:nvPr/>
        </p:nvSpPr>
        <p:spPr>
          <a:xfrm>
            <a:off x="6529058" y="1513318"/>
            <a:ext cx="1525031" cy="355119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B420E0-B8ED-7F1D-6EF1-A71A010AA7C1}"/>
              </a:ext>
            </a:extLst>
          </p:cNvPr>
          <p:cNvSpPr txBox="1"/>
          <p:nvPr/>
        </p:nvSpPr>
        <p:spPr>
          <a:xfrm>
            <a:off x="2417581" y="1160666"/>
            <a:ext cx="1544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면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컷 구성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2D00C0-423A-9535-0AB7-D9ADDBADEF2D}"/>
              </a:ext>
            </a:extLst>
          </p:cNvPr>
          <p:cNvSpPr txBox="1"/>
          <p:nvPr/>
        </p:nvSpPr>
        <p:spPr>
          <a:xfrm>
            <a:off x="4480828" y="1160666"/>
            <a:ext cx="1544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rPr>
              <a:t>다면 복합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구성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500D25-E0F0-8AD3-8705-88269AF9ACDE}"/>
              </a:ext>
            </a:extLst>
          </p:cNvPr>
          <p:cNvSpPr txBox="1"/>
          <p:nvPr/>
        </p:nvSpPr>
        <p:spPr>
          <a:xfrm>
            <a:off x="6544075" y="1160666"/>
            <a:ext cx="1544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전면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컷 구성</a:t>
            </a:r>
          </a:p>
        </p:txBody>
      </p:sp>
    </p:spTree>
    <p:extLst>
      <p:ext uri="{BB962C8B-B14F-4D97-AF65-F5344CB8AC3E}">
        <p14:creationId xmlns:p14="http://schemas.microsoft.com/office/powerpoint/2010/main" val="96174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52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46</Words>
  <Application>Microsoft Office PowerPoint</Application>
  <PresentationFormat>와이드스크린</PresentationFormat>
  <Paragraphs>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NanumGothic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</cp:revision>
  <dcterms:created xsi:type="dcterms:W3CDTF">2022-11-14T05:42:23Z</dcterms:created>
  <dcterms:modified xsi:type="dcterms:W3CDTF">2022-11-14T07:46:38Z</dcterms:modified>
</cp:coreProperties>
</file>
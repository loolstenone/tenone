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9" r:id="rId4"/>
    <p:sldId id="256" r:id="rId5"/>
    <p:sldId id="25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3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942" y="8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7020B-9045-ED2C-9C05-26A8AA387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8AB4FF-A43E-153B-E2E1-241785C51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55E027-E3A8-CDBB-78CF-942A08378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9DDD19-1F60-DBBC-1567-948D3B740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989289-0E94-8A6D-4613-83A908D1E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79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9D91F-041A-2942-9D76-BE977FEE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C92BB4-2951-2509-FE43-876A6932B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C8DE9F-EE75-0F01-9BE3-FFAC92AD3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1106A-D3B6-7AB4-A690-1B0BE43AF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151DF6-C791-FC8E-158C-76E43438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971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79E5AA-7838-9A15-AA73-FAA959BF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84F773-40A3-3D84-D048-7D4CD6077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D0DC60-CE3F-6838-DA52-13695BC03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D9BB77-436C-9C68-6EFC-63508BA9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B61A1B-7E58-4C10-7CAF-A2D671B7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727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B5D3FE-030A-BF14-5919-FDBA97A77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C754E3-80B4-00CE-FCB6-9CCA9282A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8E411D-0C77-D52D-944B-6C15265F8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6854CD-41CC-6119-DE19-9D50F0D0C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894CE7-15AC-BDA7-48FA-F4529CAE5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BA5F17-67E7-3667-4473-C9A67D5A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55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B95E45-DCDD-6820-45BD-8CF7D8CDB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9E754E-4F09-ED78-CA1D-23A267815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29F0BC-1738-3383-D9AA-B7633F921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D5E6F8-CAFF-463A-C968-B03EEB105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A0FE81F-9121-3D13-804D-195DBB5D2C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8602A9E-5064-3D0D-3A2A-F0CDE1D5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95B371E-F6F5-47F6-29DB-CF4D5A373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19D14B7-E743-C2C4-FC8D-E1076D2B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03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EA81E7-E81B-CDA9-EBBE-70EDF1D99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4EE031-3A31-BB6C-1553-DDEC0C1F3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EA12B1-5E14-3FF0-B43E-E8975E004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1CEBFC-9299-DE17-E55C-EAB3D42D6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55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CD2098-D4AC-F35E-CFE6-197D07C74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5357E2-9861-1356-4D8D-28F884411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3C732C-6971-C7AF-3C6A-1FC4FF94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344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EBB5E-2486-B672-E3DD-CCB468EC1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8C33F7-A8F8-1EA8-4513-7147B2653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7EA945-B98E-1DA8-84A1-1D0E1DB82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BB6D20-AFC5-1FAE-2860-3BA6A374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F2852C-3CEB-7137-8CAB-E8C4E62C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07EB30-9360-DEE0-15E7-D07E1E151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17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8AA73-C132-BB2E-C0D8-195E0D3F8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2D803CD-78E7-3B90-AB0B-766C155B2F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FBD7FE-1420-A7C9-117B-9C5D303F6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B49141-F258-1A7B-C547-9431B8496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BAFF8D-F795-50ED-C109-D89B637CA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1D2088-1EF6-5E79-0DD6-7D2FDE4B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17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C00EF-3C28-7E7A-2777-422826515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229067-ED87-35BF-5B7B-28B2BBD0B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F2DBA0-BD38-C276-264B-8D3405D45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FA700C-FE8E-9BAD-7DD0-ABDA9AB5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1DECF8-AAEF-99C2-5CE1-80BA13590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851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837F70-88D4-43BE-AFAE-EF30E51A8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BCB5D6-9238-0584-257D-1FF62D721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0E85FD-E139-BFDE-F45E-DFEE61E69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895DDA-F27F-08FB-1821-2C91F705D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423A50-9A40-2EAA-D40F-A36C6232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9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DEFB2D-D1C2-2A11-D0AD-FBBA0B29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F8FFF8-0BD4-00FE-B9B3-451912306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A8CCBE-169A-972E-9636-126A6CEAD6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8EC73-F07F-4605-AD8D-515A7AD428E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19202B-4766-4AA3-A6E1-DB25F4946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3F7F08-EA06-7EB4-5DD8-4B979732E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040B7-271B-496D-A5A9-04C2BA45B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69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0FCBAF3-953E-A499-D01A-F3484B023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72" y="1104900"/>
            <a:ext cx="2157379" cy="2755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9FFB29-AF03-9047-EF8B-89ECAA4A0DBF}"/>
              </a:ext>
            </a:extLst>
          </p:cNvPr>
          <p:cNvSpPr txBox="1"/>
          <p:nvPr/>
        </p:nvSpPr>
        <p:spPr>
          <a:xfrm>
            <a:off x="200771" y="1558320"/>
            <a:ext cx="215737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비디오 </a:t>
            </a:r>
            <a:r>
              <a:rPr lang="ko-KR" altLang="en-US" dirty="0" err="1"/>
              <a:t>콘티북</a:t>
            </a:r>
            <a:endParaRPr lang="en-US" altLang="ko-KR" dirty="0"/>
          </a:p>
          <a:p>
            <a:pPr algn="ctr"/>
            <a:r>
              <a:rPr lang="en-US" altLang="ko-KR" dirty="0"/>
              <a:t>210 </a:t>
            </a:r>
            <a:r>
              <a:rPr lang="ko-KR" altLang="en-US" dirty="0"/>
              <a:t>페이지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sz="1400" dirty="0"/>
              <a:t>기승전결</a:t>
            </a:r>
            <a:endParaRPr lang="en-US" altLang="ko-KR" sz="1400" dirty="0"/>
          </a:p>
          <a:p>
            <a:pPr algn="ctr"/>
            <a:r>
              <a:rPr lang="ko-KR" altLang="en-US" sz="1400" dirty="0"/>
              <a:t>단 전개 절정 위기 결말</a:t>
            </a:r>
            <a:endParaRPr lang="en-US" altLang="ko-KR" sz="1400" dirty="0"/>
          </a:p>
          <a:p>
            <a:pPr algn="ctr"/>
            <a:r>
              <a:rPr lang="ko-KR" altLang="en-US" sz="1400" dirty="0"/>
              <a:t>전개 방식 구성 가능</a:t>
            </a:r>
          </a:p>
        </p:txBody>
      </p:sp>
    </p:spTree>
    <p:extLst>
      <p:ext uri="{BB962C8B-B14F-4D97-AF65-F5344CB8AC3E}">
        <p14:creationId xmlns:p14="http://schemas.microsoft.com/office/powerpoint/2010/main" val="2174467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아이폰, 아이패드, 맥북 프로, 애플 워치 png(Frame, Mock-up, 틀) : 네이버 블로그">
            <a:extLst>
              <a:ext uri="{FF2B5EF4-FFF2-40B4-BE49-F238E27FC236}">
                <a16:creationId xmlns:a16="http://schemas.microsoft.com/office/drawing/2014/main" id="{7B90BFB6-A12F-B512-E65C-1E30939F4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292092" y="1378027"/>
            <a:ext cx="3064881" cy="203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38DE9A8-EE14-4521-DAEF-D0CCBCD564DF}"/>
              </a:ext>
            </a:extLst>
          </p:cNvPr>
          <p:cNvSpPr/>
          <p:nvPr/>
        </p:nvSpPr>
        <p:spPr>
          <a:xfrm>
            <a:off x="0" y="0"/>
            <a:ext cx="7581530" cy="4199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25D5A4F-2A00-F008-5A44-D507A4308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01" y="1156919"/>
            <a:ext cx="1804406" cy="2305001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6EB6D14-5A59-1A14-C365-BA918BC8EE57}"/>
              </a:ext>
            </a:extLst>
          </p:cNvPr>
          <p:cNvSpPr txBox="1"/>
          <p:nvPr/>
        </p:nvSpPr>
        <p:spPr>
          <a:xfrm>
            <a:off x="2376132" y="977572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표지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63F1EA-8C71-8E39-98D8-10B12F654A9F}"/>
              </a:ext>
            </a:extLst>
          </p:cNvPr>
          <p:cNvSpPr txBox="1"/>
          <p:nvPr/>
        </p:nvSpPr>
        <p:spPr>
          <a:xfrm>
            <a:off x="3381806" y="977572"/>
            <a:ext cx="4379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>
                <a:latin typeface="NanumGothic" panose="020D0604000000000000" pitchFamily="34" charset="-127"/>
                <a:ea typeface="NanumGothic" panose="020D0604000000000000" pitchFamily="34" charset="-127"/>
              </a:rPr>
              <a:t>개요</a:t>
            </a:r>
            <a:endParaRPr lang="ko-KR" altLang="en-US" sz="105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C6135E-4664-6B6D-9061-C21540B4AA07}"/>
              </a:ext>
            </a:extLst>
          </p:cNvPr>
          <p:cNvSpPr txBox="1"/>
          <p:nvPr/>
        </p:nvSpPr>
        <p:spPr>
          <a:xfrm>
            <a:off x="4387480" y="977572"/>
            <a:ext cx="4379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>
                <a:latin typeface="NanumGothic" panose="020D0604000000000000" pitchFamily="34" charset="-127"/>
                <a:ea typeface="NanumGothic" panose="020D0604000000000000" pitchFamily="34" charset="-127"/>
              </a:rPr>
              <a:t>목차</a:t>
            </a:r>
            <a:endParaRPr lang="ko-KR" altLang="en-US" sz="105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C3671E-F941-58A9-365A-F4CF0A6753A0}"/>
              </a:ext>
            </a:extLst>
          </p:cNvPr>
          <p:cNvSpPr txBox="1"/>
          <p:nvPr/>
        </p:nvSpPr>
        <p:spPr>
          <a:xfrm>
            <a:off x="2382660" y="2539987"/>
            <a:ext cx="10214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>
                <a:latin typeface="NanumGothic" panose="020D0604000000000000" pitchFamily="34" charset="-127"/>
                <a:ea typeface="NanumGothic" panose="020D0604000000000000" pitchFamily="34" charset="-127"/>
              </a:rPr>
              <a:t>전개</a:t>
            </a:r>
            <a:r>
              <a:rPr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구성 간지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CD8CBCE-C0A0-0D93-34B1-9365F12EF3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827" y="2817924"/>
            <a:ext cx="915902" cy="1170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51C4B9C-33D6-2EB4-307E-F8C2302AA6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874" y="1305839"/>
            <a:ext cx="915902" cy="1170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0A57C40-5880-8C35-D9D4-A74C9BC383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612" y="1305839"/>
            <a:ext cx="915902" cy="1170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0529C12-793B-43B8-C6AC-ADC44A660D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350" y="1305839"/>
            <a:ext cx="915902" cy="1170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2C9FFE2-9FFC-AC28-4820-33607E8921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874" y="2817924"/>
            <a:ext cx="915902" cy="1170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3F981530-8D7C-E6E7-5BBF-2AA0FC5975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088" y="1305839"/>
            <a:ext cx="915902" cy="1170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1AA293A-0427-1588-275E-71A27D5316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612" y="2817924"/>
            <a:ext cx="915902" cy="117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D10D30C-551A-EE64-C7BC-CA26A14DF9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350" y="2817924"/>
            <a:ext cx="915902" cy="11700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45C72FD-FF5D-65FC-4D1B-F6D74057F78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088" y="2817924"/>
            <a:ext cx="915902" cy="11700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686BF39-8022-74E1-8D86-80F72852C836}"/>
              </a:ext>
            </a:extLst>
          </p:cNvPr>
          <p:cNvSpPr txBox="1"/>
          <p:nvPr/>
        </p:nvSpPr>
        <p:spPr>
          <a:xfrm>
            <a:off x="5393088" y="977572"/>
            <a:ext cx="7296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>
                <a:latin typeface="NanumGothic" panose="020D0604000000000000" pitchFamily="34" charset="-127"/>
                <a:ea typeface="NanumGothic" panose="020D0604000000000000" pitchFamily="34" charset="-127"/>
              </a:rPr>
              <a:t>콘티 노트</a:t>
            </a:r>
            <a:endParaRPr lang="ko-KR" altLang="en-US" sz="105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F235AA-7C5B-3F66-5E10-8E0BA292B5DA}"/>
              </a:ext>
            </a:extLst>
          </p:cNvPr>
          <p:cNvSpPr txBox="1"/>
          <p:nvPr/>
        </p:nvSpPr>
        <p:spPr>
          <a:xfrm>
            <a:off x="274301" y="182954"/>
            <a:ext cx="297620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스토리보드 노트 기본 구성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7340C0B-33E7-4DFC-4F7E-A2253DE0F442}"/>
              </a:ext>
            </a:extLst>
          </p:cNvPr>
          <p:cNvCxnSpPr>
            <a:cxnSpLocks/>
          </p:cNvCxnSpPr>
          <p:nvPr/>
        </p:nvCxnSpPr>
        <p:spPr>
          <a:xfrm>
            <a:off x="274301" y="592696"/>
            <a:ext cx="709239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658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4DE44EF5-2173-D5F8-AE25-D04EB958F0A8}"/>
              </a:ext>
            </a:extLst>
          </p:cNvPr>
          <p:cNvSpPr/>
          <p:nvPr/>
        </p:nvSpPr>
        <p:spPr>
          <a:xfrm>
            <a:off x="0" y="0"/>
            <a:ext cx="6517997" cy="6577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984482-735E-4B0A-B1D0-FA818F64C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98" y="453698"/>
            <a:ext cx="4715597" cy="602384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057DC7-2ADA-48F9-8568-02A2388E579F}"/>
              </a:ext>
            </a:extLst>
          </p:cNvPr>
          <p:cNvSpPr/>
          <p:nvPr/>
        </p:nvSpPr>
        <p:spPr>
          <a:xfrm>
            <a:off x="1476097" y="963719"/>
            <a:ext cx="2070100" cy="1168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컷 부분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면 </a:t>
            </a:r>
            <a:r>
              <a:rPr lang="en-US" altLang="ko-KR" sz="1400" dirty="0">
                <a:solidFill>
                  <a:schemeClr val="tx1"/>
                </a:solidFill>
              </a:rPr>
              <a:t>4</a:t>
            </a:r>
            <a:r>
              <a:rPr lang="ko-KR" altLang="en-US" sz="1400" dirty="0">
                <a:solidFill>
                  <a:schemeClr val="tx1"/>
                </a:solidFill>
              </a:rPr>
              <a:t>컷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2C90AB-6051-3325-5871-454D0FDB492B}"/>
              </a:ext>
            </a:extLst>
          </p:cNvPr>
          <p:cNvSpPr/>
          <p:nvPr/>
        </p:nvSpPr>
        <p:spPr>
          <a:xfrm>
            <a:off x="587097" y="849419"/>
            <a:ext cx="800100" cy="1562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카메라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사운드 구성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BF475E-C37D-134B-6758-43EDB37CEA0D}"/>
              </a:ext>
            </a:extLst>
          </p:cNvPr>
          <p:cNvSpPr/>
          <p:nvPr/>
        </p:nvSpPr>
        <p:spPr>
          <a:xfrm>
            <a:off x="3635097" y="849419"/>
            <a:ext cx="1257300" cy="1562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컷 설명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효과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대사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A1F8CFB-CB0A-AC36-9205-AA4B43F8EA90}"/>
              </a:ext>
            </a:extLst>
          </p:cNvPr>
          <p:cNvSpPr/>
          <p:nvPr/>
        </p:nvSpPr>
        <p:spPr>
          <a:xfrm>
            <a:off x="4930497" y="849419"/>
            <a:ext cx="508000" cy="31242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248E45-9953-3A1C-CBF5-AEA91FE3B977}"/>
              </a:ext>
            </a:extLst>
          </p:cNvPr>
          <p:cNvSpPr txBox="1"/>
          <p:nvPr/>
        </p:nvSpPr>
        <p:spPr>
          <a:xfrm>
            <a:off x="4404838" y="589993"/>
            <a:ext cx="1549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인덱스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6F67E7-21C4-DD09-17C8-5F0074E52529}"/>
              </a:ext>
            </a:extLst>
          </p:cNvPr>
          <p:cNvSpPr txBox="1"/>
          <p:nvPr/>
        </p:nvSpPr>
        <p:spPr>
          <a:xfrm>
            <a:off x="382448" y="114301"/>
            <a:ext cx="297620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스토리보드 레이아웃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ED468AF-C1C3-8F57-016B-23839FE2508E}"/>
              </a:ext>
            </a:extLst>
          </p:cNvPr>
          <p:cNvCxnSpPr>
            <a:cxnSpLocks/>
          </p:cNvCxnSpPr>
          <p:nvPr/>
        </p:nvCxnSpPr>
        <p:spPr>
          <a:xfrm>
            <a:off x="382448" y="524043"/>
            <a:ext cx="587865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740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직사각형 65">
            <a:extLst>
              <a:ext uri="{FF2B5EF4-FFF2-40B4-BE49-F238E27FC236}">
                <a16:creationId xmlns:a16="http://schemas.microsoft.com/office/drawing/2014/main" id="{6905A467-1EB4-CFE5-9BE8-BBCE8B1EFB15}"/>
              </a:ext>
            </a:extLst>
          </p:cNvPr>
          <p:cNvSpPr/>
          <p:nvPr/>
        </p:nvSpPr>
        <p:spPr>
          <a:xfrm>
            <a:off x="0" y="0"/>
            <a:ext cx="926767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33B9AB-E317-9195-636D-23E4ED9F8BB3}"/>
              </a:ext>
            </a:extLst>
          </p:cNvPr>
          <p:cNvSpPr txBox="1"/>
          <p:nvPr/>
        </p:nvSpPr>
        <p:spPr>
          <a:xfrm>
            <a:off x="715041" y="1176228"/>
            <a:ext cx="472255" cy="27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16:9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A59E923-89E0-CE42-C303-140C2BE20683}"/>
              </a:ext>
            </a:extLst>
          </p:cNvPr>
          <p:cNvSpPr/>
          <p:nvPr/>
        </p:nvSpPr>
        <p:spPr>
          <a:xfrm>
            <a:off x="1182658" y="1642754"/>
            <a:ext cx="435746" cy="435746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3911867-6B75-A9B0-4861-29D091C3EF3F}"/>
              </a:ext>
            </a:extLst>
          </p:cNvPr>
          <p:cNvSpPr/>
          <p:nvPr/>
        </p:nvSpPr>
        <p:spPr>
          <a:xfrm>
            <a:off x="1795427" y="1642754"/>
            <a:ext cx="435746" cy="43574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8B20B04-3F41-8501-7666-0E984145095E}"/>
              </a:ext>
            </a:extLst>
          </p:cNvPr>
          <p:cNvSpPr/>
          <p:nvPr/>
        </p:nvSpPr>
        <p:spPr>
          <a:xfrm>
            <a:off x="2235811" y="1642754"/>
            <a:ext cx="435746" cy="435746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861299D0-6530-0DE7-E540-72A0D83CFD72}"/>
              </a:ext>
            </a:extLst>
          </p:cNvPr>
          <p:cNvSpPr/>
          <p:nvPr/>
        </p:nvSpPr>
        <p:spPr>
          <a:xfrm>
            <a:off x="2820880" y="1642754"/>
            <a:ext cx="435746" cy="43574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1374AD7-0D06-E642-0C02-F1371911647A}"/>
              </a:ext>
            </a:extLst>
          </p:cNvPr>
          <p:cNvSpPr/>
          <p:nvPr/>
        </p:nvSpPr>
        <p:spPr>
          <a:xfrm>
            <a:off x="3850078" y="1642754"/>
            <a:ext cx="435746" cy="4357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974D564A-7BAC-64B5-4393-D9214CF57417}"/>
              </a:ext>
            </a:extLst>
          </p:cNvPr>
          <p:cNvSpPr/>
          <p:nvPr/>
        </p:nvSpPr>
        <p:spPr>
          <a:xfrm>
            <a:off x="746912" y="3393097"/>
            <a:ext cx="435746" cy="4357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8A87CB-4277-8EE6-FBA5-5D08FC3FC797}"/>
              </a:ext>
            </a:extLst>
          </p:cNvPr>
          <p:cNvSpPr txBox="1"/>
          <p:nvPr/>
        </p:nvSpPr>
        <p:spPr>
          <a:xfrm>
            <a:off x="1777173" y="1176228"/>
            <a:ext cx="472255" cy="27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4:3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0D2BA4-041B-7E9E-0685-75C45F7A2EBF}"/>
              </a:ext>
            </a:extLst>
          </p:cNvPr>
          <p:cNvSpPr txBox="1"/>
          <p:nvPr/>
        </p:nvSpPr>
        <p:spPr>
          <a:xfrm>
            <a:off x="1164404" y="1176228"/>
            <a:ext cx="472255" cy="27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3:2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3F9501-90DC-318A-74DA-7D3E6EB88DD5}"/>
              </a:ext>
            </a:extLst>
          </p:cNvPr>
          <p:cNvSpPr txBox="1"/>
          <p:nvPr/>
        </p:nvSpPr>
        <p:spPr>
          <a:xfrm>
            <a:off x="2217557" y="1176228"/>
            <a:ext cx="472255" cy="27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1:1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AF2E53-EF00-7F85-FA19-613A71A39646}"/>
              </a:ext>
            </a:extLst>
          </p:cNvPr>
          <p:cNvSpPr txBox="1"/>
          <p:nvPr/>
        </p:nvSpPr>
        <p:spPr>
          <a:xfrm>
            <a:off x="2785903" y="1176228"/>
            <a:ext cx="505699" cy="27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9:16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790F4C-B629-E4E2-C7C2-BE552E94D7B6}"/>
              </a:ext>
            </a:extLst>
          </p:cNvPr>
          <p:cNvSpPr txBox="1"/>
          <p:nvPr/>
        </p:nvSpPr>
        <p:spPr>
          <a:xfrm>
            <a:off x="3700290" y="1176228"/>
            <a:ext cx="735322" cy="27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Center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A2D67221-AF13-5D4A-353D-3D2871AF5E68}"/>
              </a:ext>
            </a:extLst>
          </p:cNvPr>
          <p:cNvCxnSpPr>
            <a:cxnSpLocks/>
          </p:cNvCxnSpPr>
          <p:nvPr/>
        </p:nvCxnSpPr>
        <p:spPr>
          <a:xfrm>
            <a:off x="951167" y="1448479"/>
            <a:ext cx="0" cy="36503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4BD6FBD-2A98-2CF5-D562-20F9FEF0931D}"/>
              </a:ext>
            </a:extLst>
          </p:cNvPr>
          <p:cNvCxnSpPr>
            <a:cxnSpLocks/>
          </p:cNvCxnSpPr>
          <p:nvPr/>
        </p:nvCxnSpPr>
        <p:spPr>
          <a:xfrm>
            <a:off x="1400531" y="1448479"/>
            <a:ext cx="0" cy="194275"/>
          </a:xfrm>
          <a:prstGeom prst="straightConnector1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70ADA5F7-F430-27A4-6683-72B8F39E099C}"/>
              </a:ext>
            </a:extLst>
          </p:cNvPr>
          <p:cNvCxnSpPr>
            <a:cxnSpLocks/>
          </p:cNvCxnSpPr>
          <p:nvPr/>
        </p:nvCxnSpPr>
        <p:spPr>
          <a:xfrm>
            <a:off x="2013300" y="1448479"/>
            <a:ext cx="0" cy="194275"/>
          </a:xfrm>
          <a:prstGeom prst="straightConnector1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2A8A005-B2FE-21BE-06D8-AC4C1CB9807B}"/>
              </a:ext>
            </a:extLst>
          </p:cNvPr>
          <p:cNvCxnSpPr>
            <a:cxnSpLocks/>
          </p:cNvCxnSpPr>
          <p:nvPr/>
        </p:nvCxnSpPr>
        <p:spPr>
          <a:xfrm>
            <a:off x="2453684" y="1448479"/>
            <a:ext cx="0" cy="194275"/>
          </a:xfrm>
          <a:prstGeom prst="straightConnector1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E5E5AA2-930F-D369-8EAC-4CD5CE570A4D}"/>
              </a:ext>
            </a:extLst>
          </p:cNvPr>
          <p:cNvCxnSpPr>
            <a:cxnSpLocks/>
          </p:cNvCxnSpPr>
          <p:nvPr/>
        </p:nvCxnSpPr>
        <p:spPr>
          <a:xfrm>
            <a:off x="3038753" y="1448479"/>
            <a:ext cx="0" cy="194275"/>
          </a:xfrm>
          <a:prstGeom prst="straightConnector1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F958041-95AC-B0E0-77D1-53A94499E87F}"/>
              </a:ext>
            </a:extLst>
          </p:cNvPr>
          <p:cNvCxnSpPr>
            <a:cxnSpLocks/>
          </p:cNvCxnSpPr>
          <p:nvPr/>
        </p:nvCxnSpPr>
        <p:spPr>
          <a:xfrm>
            <a:off x="4067951" y="1448479"/>
            <a:ext cx="0" cy="194275"/>
          </a:xfrm>
          <a:prstGeom prst="straightConnector1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8F2C7C9-21C4-7D8E-BF01-840F035BEA6D}"/>
              </a:ext>
            </a:extLst>
          </p:cNvPr>
          <p:cNvSpPr/>
          <p:nvPr/>
        </p:nvSpPr>
        <p:spPr>
          <a:xfrm>
            <a:off x="965640" y="1853810"/>
            <a:ext cx="6227484" cy="3505589"/>
          </a:xfrm>
          <a:prstGeom prst="roundRect">
            <a:avLst>
              <a:gd name="adj" fmla="val 0"/>
            </a:avLst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D7E4D16-DD6F-AE64-33A9-4C77A99496D8}"/>
              </a:ext>
            </a:extLst>
          </p:cNvPr>
          <p:cNvCxnSpPr>
            <a:cxnSpLocks/>
          </p:cNvCxnSpPr>
          <p:nvPr/>
        </p:nvCxnSpPr>
        <p:spPr>
          <a:xfrm>
            <a:off x="2334535" y="1853810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28CCCF5-7EA0-0E19-5CC3-6612D76D1217}"/>
              </a:ext>
            </a:extLst>
          </p:cNvPr>
          <p:cNvCxnSpPr>
            <a:cxnSpLocks/>
          </p:cNvCxnSpPr>
          <p:nvPr/>
        </p:nvCxnSpPr>
        <p:spPr>
          <a:xfrm>
            <a:off x="5840123" y="1853810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393B5A7-B6F6-70D2-78B7-1B79721982F6}"/>
              </a:ext>
            </a:extLst>
          </p:cNvPr>
          <p:cNvCxnSpPr>
            <a:cxnSpLocks/>
          </p:cNvCxnSpPr>
          <p:nvPr/>
        </p:nvCxnSpPr>
        <p:spPr>
          <a:xfrm>
            <a:off x="2334535" y="5322882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551070A-D657-6C43-FFAA-F4F7EB065BA0}"/>
              </a:ext>
            </a:extLst>
          </p:cNvPr>
          <p:cNvCxnSpPr>
            <a:cxnSpLocks/>
          </p:cNvCxnSpPr>
          <p:nvPr/>
        </p:nvCxnSpPr>
        <p:spPr>
          <a:xfrm>
            <a:off x="5840123" y="5322882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C15FFE2-C625-302D-015B-57E59FBE7C17}"/>
              </a:ext>
            </a:extLst>
          </p:cNvPr>
          <p:cNvCxnSpPr>
            <a:cxnSpLocks/>
          </p:cNvCxnSpPr>
          <p:nvPr/>
        </p:nvCxnSpPr>
        <p:spPr>
          <a:xfrm>
            <a:off x="1460113" y="1853810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90CFDB04-BA0A-6803-1C6E-26335384861E}"/>
              </a:ext>
            </a:extLst>
          </p:cNvPr>
          <p:cNvCxnSpPr>
            <a:cxnSpLocks/>
          </p:cNvCxnSpPr>
          <p:nvPr/>
        </p:nvCxnSpPr>
        <p:spPr>
          <a:xfrm>
            <a:off x="6428852" y="1853810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3A90826-86E0-D869-535E-6986A1BB98A2}"/>
              </a:ext>
            </a:extLst>
          </p:cNvPr>
          <p:cNvCxnSpPr>
            <a:cxnSpLocks/>
          </p:cNvCxnSpPr>
          <p:nvPr/>
        </p:nvCxnSpPr>
        <p:spPr>
          <a:xfrm>
            <a:off x="2054983" y="5322882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A900E130-301F-E995-BEA5-266DF6AE476F}"/>
              </a:ext>
            </a:extLst>
          </p:cNvPr>
          <p:cNvCxnSpPr>
            <a:cxnSpLocks/>
          </p:cNvCxnSpPr>
          <p:nvPr/>
        </p:nvCxnSpPr>
        <p:spPr>
          <a:xfrm>
            <a:off x="6428852" y="5322882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FCEA37E5-0FFC-0C08-D131-70A1EA4708D1}"/>
              </a:ext>
            </a:extLst>
          </p:cNvPr>
          <p:cNvCxnSpPr>
            <a:cxnSpLocks/>
          </p:cNvCxnSpPr>
          <p:nvPr/>
        </p:nvCxnSpPr>
        <p:spPr>
          <a:xfrm>
            <a:off x="4087331" y="1853810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B0A5007-4DCA-8851-5F64-15C5107FE2A0}"/>
              </a:ext>
            </a:extLst>
          </p:cNvPr>
          <p:cNvCxnSpPr>
            <a:cxnSpLocks/>
          </p:cNvCxnSpPr>
          <p:nvPr/>
        </p:nvCxnSpPr>
        <p:spPr>
          <a:xfrm>
            <a:off x="4087331" y="5322882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0B77F162-383E-9BE7-6304-A1AFC37B6B16}"/>
              </a:ext>
            </a:extLst>
          </p:cNvPr>
          <p:cNvCxnSpPr>
            <a:cxnSpLocks/>
          </p:cNvCxnSpPr>
          <p:nvPr/>
        </p:nvCxnSpPr>
        <p:spPr>
          <a:xfrm>
            <a:off x="965640" y="3610970"/>
            <a:ext cx="3651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22D85C9-2F7F-CD7F-D03F-BA64F031BA41}"/>
              </a:ext>
            </a:extLst>
          </p:cNvPr>
          <p:cNvCxnSpPr>
            <a:cxnSpLocks/>
          </p:cNvCxnSpPr>
          <p:nvPr/>
        </p:nvCxnSpPr>
        <p:spPr>
          <a:xfrm>
            <a:off x="7156607" y="3606604"/>
            <a:ext cx="3651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5F7A9A5-58C3-1411-C131-1FF91A78EB92}"/>
              </a:ext>
            </a:extLst>
          </p:cNvPr>
          <p:cNvCxnSpPr>
            <a:cxnSpLocks/>
          </p:cNvCxnSpPr>
          <p:nvPr/>
        </p:nvCxnSpPr>
        <p:spPr>
          <a:xfrm>
            <a:off x="5072537" y="1853810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57A7EB6-64EF-B944-662F-47C02BAFC5E1}"/>
              </a:ext>
            </a:extLst>
          </p:cNvPr>
          <p:cNvCxnSpPr>
            <a:cxnSpLocks/>
          </p:cNvCxnSpPr>
          <p:nvPr/>
        </p:nvCxnSpPr>
        <p:spPr>
          <a:xfrm>
            <a:off x="3102124" y="1853810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8A293F0-733F-FA27-28F0-6FA8C69EE008}"/>
              </a:ext>
            </a:extLst>
          </p:cNvPr>
          <p:cNvCxnSpPr>
            <a:cxnSpLocks/>
          </p:cNvCxnSpPr>
          <p:nvPr/>
        </p:nvCxnSpPr>
        <p:spPr>
          <a:xfrm>
            <a:off x="5072537" y="5322882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59EE7F3-415E-A56E-9DCE-E45E7DC4A24E}"/>
              </a:ext>
            </a:extLst>
          </p:cNvPr>
          <p:cNvCxnSpPr>
            <a:cxnSpLocks/>
          </p:cNvCxnSpPr>
          <p:nvPr/>
        </p:nvCxnSpPr>
        <p:spPr>
          <a:xfrm>
            <a:off x="3102124" y="5322882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1EABEF1-CF3F-2C14-E325-101704D58552}"/>
              </a:ext>
            </a:extLst>
          </p:cNvPr>
          <p:cNvCxnSpPr>
            <a:cxnSpLocks/>
          </p:cNvCxnSpPr>
          <p:nvPr/>
        </p:nvCxnSpPr>
        <p:spPr>
          <a:xfrm>
            <a:off x="2054983" y="1853810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87E1753-D578-0676-5D32-F480DA7C7C1C}"/>
              </a:ext>
            </a:extLst>
          </p:cNvPr>
          <p:cNvCxnSpPr>
            <a:cxnSpLocks/>
          </p:cNvCxnSpPr>
          <p:nvPr/>
        </p:nvCxnSpPr>
        <p:spPr>
          <a:xfrm>
            <a:off x="6714550" y="1853810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3123F7DE-76F4-0D42-41A6-5CAEDDBA0E84}"/>
              </a:ext>
            </a:extLst>
          </p:cNvPr>
          <p:cNvCxnSpPr>
            <a:cxnSpLocks/>
          </p:cNvCxnSpPr>
          <p:nvPr/>
        </p:nvCxnSpPr>
        <p:spPr>
          <a:xfrm>
            <a:off x="1460113" y="5322882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2F7F2168-A1DB-A2B0-7BC9-E9EC2C19EBB0}"/>
              </a:ext>
            </a:extLst>
          </p:cNvPr>
          <p:cNvCxnSpPr>
            <a:cxnSpLocks/>
          </p:cNvCxnSpPr>
          <p:nvPr/>
        </p:nvCxnSpPr>
        <p:spPr>
          <a:xfrm>
            <a:off x="6714550" y="5322882"/>
            <a:ext cx="0" cy="3651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A8357E9-6260-F756-A04F-4EDD7BD74C2B}"/>
              </a:ext>
            </a:extLst>
          </p:cNvPr>
          <p:cNvCxnSpPr>
            <a:cxnSpLocks/>
          </p:cNvCxnSpPr>
          <p:nvPr/>
        </p:nvCxnSpPr>
        <p:spPr>
          <a:xfrm>
            <a:off x="965640" y="4937178"/>
            <a:ext cx="3651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1B1E669-42A0-5F51-B9E2-0640785450CA}"/>
              </a:ext>
            </a:extLst>
          </p:cNvPr>
          <p:cNvCxnSpPr>
            <a:cxnSpLocks/>
          </p:cNvCxnSpPr>
          <p:nvPr/>
        </p:nvCxnSpPr>
        <p:spPr>
          <a:xfrm>
            <a:off x="965640" y="2276033"/>
            <a:ext cx="3651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A27F5016-1974-D710-BD82-E38B0EFC18E7}"/>
              </a:ext>
            </a:extLst>
          </p:cNvPr>
          <p:cNvCxnSpPr>
            <a:cxnSpLocks/>
          </p:cNvCxnSpPr>
          <p:nvPr/>
        </p:nvCxnSpPr>
        <p:spPr>
          <a:xfrm>
            <a:off x="7156607" y="4937178"/>
            <a:ext cx="3651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5A563C89-60C9-3DD8-AC5B-4F02C98D5042}"/>
              </a:ext>
            </a:extLst>
          </p:cNvPr>
          <p:cNvCxnSpPr>
            <a:cxnSpLocks/>
          </p:cNvCxnSpPr>
          <p:nvPr/>
        </p:nvCxnSpPr>
        <p:spPr>
          <a:xfrm>
            <a:off x="7156607" y="2276033"/>
            <a:ext cx="3651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타원 59">
            <a:extLst>
              <a:ext uri="{FF2B5EF4-FFF2-40B4-BE49-F238E27FC236}">
                <a16:creationId xmlns:a16="http://schemas.microsoft.com/office/drawing/2014/main" id="{E36E7EAA-AD43-D141-FEAC-27962FBBC1D2}"/>
              </a:ext>
            </a:extLst>
          </p:cNvPr>
          <p:cNvSpPr/>
          <p:nvPr/>
        </p:nvSpPr>
        <p:spPr>
          <a:xfrm>
            <a:off x="762259" y="2082180"/>
            <a:ext cx="435746" cy="4357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807691-B815-65AD-8D59-D4104A2ED562}"/>
              </a:ext>
            </a:extLst>
          </p:cNvPr>
          <p:cNvSpPr txBox="1"/>
          <p:nvPr/>
        </p:nvSpPr>
        <p:spPr>
          <a:xfrm>
            <a:off x="142245" y="2163927"/>
            <a:ext cx="472255" cy="27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21:9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9CD393C9-A593-514F-73AA-58E5ABFEBF81}"/>
              </a:ext>
            </a:extLst>
          </p:cNvPr>
          <p:cNvCxnSpPr>
            <a:cxnSpLocks/>
          </p:cNvCxnSpPr>
          <p:nvPr/>
        </p:nvCxnSpPr>
        <p:spPr>
          <a:xfrm>
            <a:off x="562644" y="2300053"/>
            <a:ext cx="192998" cy="0"/>
          </a:xfrm>
          <a:prstGeom prst="straightConnector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D4C421B-97AD-9175-C892-F8B9193C39E1}"/>
              </a:ext>
            </a:extLst>
          </p:cNvPr>
          <p:cNvSpPr txBox="1"/>
          <p:nvPr/>
        </p:nvSpPr>
        <p:spPr>
          <a:xfrm>
            <a:off x="293355" y="280882"/>
            <a:ext cx="297620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화면 비율 가이드 제공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CDDE36F7-659E-24FA-B9DD-47894BBCF0E9}"/>
              </a:ext>
            </a:extLst>
          </p:cNvPr>
          <p:cNvCxnSpPr>
            <a:cxnSpLocks/>
          </p:cNvCxnSpPr>
          <p:nvPr/>
        </p:nvCxnSpPr>
        <p:spPr>
          <a:xfrm>
            <a:off x="293355" y="690624"/>
            <a:ext cx="632749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95C217A5-24B7-75B4-4987-1AD17C1E3329}"/>
              </a:ext>
            </a:extLst>
          </p:cNvPr>
          <p:cNvGrpSpPr/>
          <p:nvPr/>
        </p:nvGrpSpPr>
        <p:grpSpPr>
          <a:xfrm>
            <a:off x="4674865" y="971506"/>
            <a:ext cx="4180703" cy="5340553"/>
            <a:chOff x="6736005" y="0"/>
            <a:chExt cx="5368594" cy="6858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A4BF629-3A9C-E1BD-B83E-8140D6A14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6005" y="0"/>
              <a:ext cx="5368594" cy="6858000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5E561EE-58C1-A455-78B0-EA5E5B940E58}"/>
                </a:ext>
              </a:extLst>
            </p:cNvPr>
            <p:cNvSpPr/>
            <p:nvPr/>
          </p:nvSpPr>
          <p:spPr>
            <a:xfrm>
              <a:off x="7916443" y="564639"/>
              <a:ext cx="2376829" cy="1336966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ED847E0-DC7E-3413-713C-1B8DF3F5FEB2}"/>
                </a:ext>
              </a:extLst>
            </p:cNvPr>
            <p:cNvSpPr/>
            <p:nvPr/>
          </p:nvSpPr>
          <p:spPr>
            <a:xfrm>
              <a:off x="8213547" y="2092033"/>
              <a:ext cx="1782620" cy="1336965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4:3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D7D7ADA-09BF-15A6-C000-081372FEB312}"/>
                </a:ext>
              </a:extLst>
            </p:cNvPr>
            <p:cNvSpPr/>
            <p:nvPr/>
          </p:nvSpPr>
          <p:spPr>
            <a:xfrm>
              <a:off x="8102133" y="3619425"/>
              <a:ext cx="2005448" cy="133696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3:2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C416E69-CCD6-4EDE-2348-2733340F96BF}"/>
                </a:ext>
              </a:extLst>
            </p:cNvPr>
            <p:cNvSpPr/>
            <p:nvPr/>
          </p:nvSpPr>
          <p:spPr>
            <a:xfrm>
              <a:off x="8436374" y="564640"/>
              <a:ext cx="1336966" cy="1336966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1:1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5612A2D1-7312-A600-F959-8CC37EF55235}"/>
                </a:ext>
              </a:extLst>
            </p:cNvPr>
            <p:cNvSpPr/>
            <p:nvPr/>
          </p:nvSpPr>
          <p:spPr>
            <a:xfrm>
              <a:off x="7916443" y="5305979"/>
              <a:ext cx="2376829" cy="101864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dirty="0">
                  <a:solidFill>
                    <a:schemeClr val="tx1"/>
                  </a:solidFill>
                </a:rPr>
                <a:t>21:9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4B4428A-AFE3-89A1-2266-2B5D108D6322}"/>
                </a:ext>
              </a:extLst>
            </p:cNvPr>
            <p:cNvSpPr/>
            <p:nvPr/>
          </p:nvSpPr>
          <p:spPr>
            <a:xfrm>
              <a:off x="8728836" y="5146817"/>
              <a:ext cx="752043" cy="1336965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9:16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B1D1E693-6117-214F-2730-4C7D4FB5D696}"/>
              </a:ext>
            </a:extLst>
          </p:cNvPr>
          <p:cNvSpPr txBox="1"/>
          <p:nvPr/>
        </p:nvSpPr>
        <p:spPr>
          <a:xfrm>
            <a:off x="-63448" y="3474845"/>
            <a:ext cx="735322" cy="27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Center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64FE5C4B-B415-15A3-D7E8-53D9F4E2F1DB}"/>
              </a:ext>
            </a:extLst>
          </p:cNvPr>
          <p:cNvCxnSpPr>
            <a:cxnSpLocks/>
          </p:cNvCxnSpPr>
          <p:nvPr/>
        </p:nvCxnSpPr>
        <p:spPr>
          <a:xfrm>
            <a:off x="562644" y="3610970"/>
            <a:ext cx="192998" cy="0"/>
          </a:xfrm>
          <a:prstGeom prst="straightConnector1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480883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0528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61</Words>
  <Application>Microsoft Office PowerPoint</Application>
  <PresentationFormat>와이드스크린</PresentationFormat>
  <Paragraphs>34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NanumGothic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2</cp:revision>
  <dcterms:created xsi:type="dcterms:W3CDTF">2022-11-14T05:42:23Z</dcterms:created>
  <dcterms:modified xsi:type="dcterms:W3CDTF">2022-11-14T07:11:07Z</dcterms:modified>
</cp:coreProperties>
</file>
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505" r:id="rId3"/>
    <p:sldId id="506" r:id="rId4"/>
    <p:sldId id="507" r:id="rId5"/>
    <p:sldId id="263" r:id="rId6"/>
    <p:sldId id="258" r:id="rId7"/>
    <p:sldId id="305" r:id="rId8"/>
    <p:sldId id="508" r:id="rId9"/>
    <p:sldId id="509" r:id="rId10"/>
    <p:sldId id="510" r:id="rId11"/>
    <p:sldId id="511" r:id="rId12"/>
    <p:sldId id="512" r:id="rId13"/>
    <p:sldId id="513" r:id="rId14"/>
    <p:sldId id="514" r:id="rId15"/>
    <p:sldId id="515" r:id="rId16"/>
    <p:sldId id="516" r:id="rId17"/>
    <p:sldId id="517" r:id="rId18"/>
    <p:sldId id="518" r:id="rId19"/>
    <p:sldId id="519" r:id="rId20"/>
    <p:sldId id="520" r:id="rId21"/>
    <p:sldId id="521" r:id="rId22"/>
    <p:sldId id="522" r:id="rId23"/>
    <p:sldId id="523" r:id="rId24"/>
    <p:sldId id="524" r:id="rId25"/>
    <p:sldId id="525" r:id="rId26"/>
    <p:sldId id="526" r:id="rId27"/>
    <p:sldId id="527" r:id="rId28"/>
    <p:sldId id="528" r:id="rId29"/>
    <p:sldId id="529" r:id="rId30"/>
    <p:sldId id="530" r:id="rId31"/>
    <p:sldId id="531" r:id="rId32"/>
    <p:sldId id="532" r:id="rId33"/>
    <p:sldId id="533" r:id="rId34"/>
    <p:sldId id="534" r:id="rId35"/>
    <p:sldId id="535" r:id="rId36"/>
    <p:sldId id="697" r:id="rId37"/>
    <p:sldId id="698" r:id="rId38"/>
    <p:sldId id="699" r:id="rId39"/>
    <p:sldId id="700" r:id="rId40"/>
    <p:sldId id="701" r:id="rId41"/>
    <p:sldId id="702" r:id="rId42"/>
    <p:sldId id="703" r:id="rId43"/>
    <p:sldId id="704" r:id="rId44"/>
    <p:sldId id="705" r:id="rId45"/>
    <p:sldId id="706" r:id="rId46"/>
    <p:sldId id="536" r:id="rId47"/>
    <p:sldId id="259" r:id="rId48"/>
    <p:sldId id="537" r:id="rId49"/>
    <p:sldId id="688" r:id="rId50"/>
    <p:sldId id="689" r:id="rId51"/>
    <p:sldId id="690" r:id="rId52"/>
    <p:sldId id="691" r:id="rId53"/>
    <p:sldId id="692" r:id="rId54"/>
    <p:sldId id="693" r:id="rId55"/>
    <p:sldId id="694" r:id="rId56"/>
    <p:sldId id="695" r:id="rId57"/>
    <p:sldId id="696" r:id="rId58"/>
    <p:sldId id="538" r:id="rId59"/>
    <p:sldId id="539" r:id="rId60"/>
    <p:sldId id="540" r:id="rId61"/>
    <p:sldId id="541" r:id="rId62"/>
    <p:sldId id="542" r:id="rId63"/>
    <p:sldId id="543" r:id="rId64"/>
    <p:sldId id="544" r:id="rId65"/>
    <p:sldId id="545" r:id="rId66"/>
    <p:sldId id="546" r:id="rId67"/>
    <p:sldId id="547" r:id="rId68"/>
    <p:sldId id="548" r:id="rId69"/>
    <p:sldId id="549" r:id="rId70"/>
    <p:sldId id="550" r:id="rId71"/>
    <p:sldId id="551" r:id="rId72"/>
    <p:sldId id="552" r:id="rId73"/>
    <p:sldId id="553" r:id="rId74"/>
    <p:sldId id="554" r:id="rId75"/>
    <p:sldId id="555" r:id="rId76"/>
    <p:sldId id="556" r:id="rId77"/>
    <p:sldId id="557" r:id="rId78"/>
    <p:sldId id="558" r:id="rId79"/>
    <p:sldId id="559" r:id="rId80"/>
    <p:sldId id="560" r:id="rId81"/>
    <p:sldId id="561" r:id="rId82"/>
    <p:sldId id="562" r:id="rId83"/>
    <p:sldId id="563" r:id="rId84"/>
    <p:sldId id="564" r:id="rId85"/>
    <p:sldId id="565" r:id="rId86"/>
    <p:sldId id="566" r:id="rId87"/>
    <p:sldId id="567" r:id="rId88"/>
    <p:sldId id="568" r:id="rId89"/>
    <p:sldId id="569" r:id="rId90"/>
    <p:sldId id="570" r:id="rId91"/>
    <p:sldId id="571" r:id="rId92"/>
    <p:sldId id="572" r:id="rId93"/>
    <p:sldId id="573" r:id="rId94"/>
    <p:sldId id="574" r:id="rId95"/>
    <p:sldId id="575" r:id="rId96"/>
    <p:sldId id="576" r:id="rId97"/>
    <p:sldId id="260" r:id="rId98"/>
    <p:sldId id="577" r:id="rId99"/>
    <p:sldId id="578" r:id="rId100"/>
    <p:sldId id="579" r:id="rId101"/>
    <p:sldId id="580" r:id="rId102"/>
    <p:sldId id="581" r:id="rId103"/>
    <p:sldId id="582" r:id="rId104"/>
    <p:sldId id="583" r:id="rId105"/>
    <p:sldId id="584" r:id="rId106"/>
    <p:sldId id="585" r:id="rId107"/>
    <p:sldId id="586" r:id="rId108"/>
    <p:sldId id="587" r:id="rId109"/>
    <p:sldId id="588" r:id="rId110"/>
    <p:sldId id="589" r:id="rId111"/>
    <p:sldId id="590" r:id="rId112"/>
    <p:sldId id="591" r:id="rId113"/>
    <p:sldId id="592" r:id="rId114"/>
    <p:sldId id="593" r:id="rId115"/>
    <p:sldId id="594" r:id="rId116"/>
    <p:sldId id="595" r:id="rId117"/>
    <p:sldId id="596" r:id="rId118"/>
    <p:sldId id="597" r:id="rId119"/>
    <p:sldId id="598" r:id="rId120"/>
    <p:sldId id="599" r:id="rId121"/>
    <p:sldId id="600" r:id="rId122"/>
    <p:sldId id="601" r:id="rId123"/>
    <p:sldId id="602" r:id="rId124"/>
    <p:sldId id="603" r:id="rId125"/>
    <p:sldId id="604" r:id="rId126"/>
    <p:sldId id="605" r:id="rId127"/>
    <p:sldId id="606" r:id="rId128"/>
    <p:sldId id="607" r:id="rId129"/>
    <p:sldId id="608" r:id="rId130"/>
    <p:sldId id="609" r:id="rId131"/>
    <p:sldId id="610" r:id="rId132"/>
    <p:sldId id="611" r:id="rId133"/>
    <p:sldId id="612" r:id="rId134"/>
    <p:sldId id="613" r:id="rId135"/>
    <p:sldId id="614" r:id="rId136"/>
    <p:sldId id="615" r:id="rId137"/>
    <p:sldId id="616" r:id="rId138"/>
    <p:sldId id="617" r:id="rId139"/>
    <p:sldId id="618" r:id="rId140"/>
    <p:sldId id="619" r:id="rId141"/>
    <p:sldId id="620" r:id="rId142"/>
    <p:sldId id="621" r:id="rId143"/>
    <p:sldId id="622" r:id="rId144"/>
    <p:sldId id="623" r:id="rId145"/>
    <p:sldId id="624" r:id="rId146"/>
    <p:sldId id="625" r:id="rId147"/>
    <p:sldId id="626" r:id="rId148"/>
    <p:sldId id="627" r:id="rId149"/>
    <p:sldId id="261" r:id="rId150"/>
    <p:sldId id="628" r:id="rId151"/>
    <p:sldId id="629" r:id="rId152"/>
    <p:sldId id="630" r:id="rId153"/>
    <p:sldId id="631" r:id="rId154"/>
    <p:sldId id="632" r:id="rId155"/>
    <p:sldId id="633" r:id="rId156"/>
    <p:sldId id="634" r:id="rId157"/>
    <p:sldId id="635" r:id="rId158"/>
    <p:sldId id="636" r:id="rId159"/>
    <p:sldId id="637" r:id="rId160"/>
    <p:sldId id="638" r:id="rId161"/>
    <p:sldId id="639" r:id="rId162"/>
    <p:sldId id="640" r:id="rId163"/>
    <p:sldId id="641" r:id="rId164"/>
    <p:sldId id="642" r:id="rId165"/>
    <p:sldId id="643" r:id="rId166"/>
    <p:sldId id="644" r:id="rId167"/>
    <p:sldId id="645" r:id="rId168"/>
    <p:sldId id="646" r:id="rId169"/>
    <p:sldId id="647" r:id="rId170"/>
    <p:sldId id="648" r:id="rId171"/>
    <p:sldId id="649" r:id="rId172"/>
    <p:sldId id="650" r:id="rId173"/>
    <p:sldId id="651" r:id="rId174"/>
    <p:sldId id="652" r:id="rId175"/>
    <p:sldId id="653" r:id="rId176"/>
    <p:sldId id="654" r:id="rId177"/>
    <p:sldId id="655" r:id="rId178"/>
    <p:sldId id="656" r:id="rId179"/>
    <p:sldId id="657" r:id="rId180"/>
    <p:sldId id="262" r:id="rId181"/>
    <p:sldId id="658" r:id="rId182"/>
    <p:sldId id="687" r:id="rId183"/>
    <p:sldId id="659" r:id="rId184"/>
    <p:sldId id="660" r:id="rId185"/>
    <p:sldId id="661" r:id="rId186"/>
    <p:sldId id="662" r:id="rId187"/>
    <p:sldId id="663" r:id="rId188"/>
    <p:sldId id="664" r:id="rId189"/>
    <p:sldId id="665" r:id="rId190"/>
    <p:sldId id="666" r:id="rId191"/>
    <p:sldId id="667" r:id="rId192"/>
    <p:sldId id="668" r:id="rId193"/>
    <p:sldId id="669" r:id="rId194"/>
    <p:sldId id="670" r:id="rId195"/>
    <p:sldId id="671" r:id="rId196"/>
    <p:sldId id="672" r:id="rId197"/>
    <p:sldId id="673" r:id="rId198"/>
    <p:sldId id="674" r:id="rId199"/>
    <p:sldId id="675" r:id="rId200"/>
    <p:sldId id="676" r:id="rId201"/>
    <p:sldId id="677" r:id="rId202"/>
    <p:sldId id="678" r:id="rId203"/>
    <p:sldId id="679" r:id="rId204"/>
    <p:sldId id="680" r:id="rId205"/>
    <p:sldId id="681" r:id="rId206"/>
    <p:sldId id="682" r:id="rId207"/>
    <p:sldId id="683" r:id="rId208"/>
    <p:sldId id="684" r:id="rId209"/>
    <p:sldId id="685" r:id="rId210"/>
    <p:sldId id="686" r:id="rId211"/>
  </p:sldIdLst>
  <p:sldSz cx="6076950" cy="776446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46" userDrawn="1">
          <p15:clr>
            <a:srgbClr val="A4A3A4"/>
          </p15:clr>
        </p15:guide>
        <p15:guide id="2" pos="191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55A11"/>
    <a:srgbClr val="C79767"/>
    <a:srgbClr val="CC9D6B"/>
    <a:srgbClr val="A7E2FF"/>
    <a:srgbClr val="80C461"/>
    <a:srgbClr val="F5AC8C"/>
    <a:srgbClr val="FFC000"/>
    <a:srgbClr val="7EA531"/>
    <a:srgbClr val="FF5050"/>
    <a:srgbClr val="59742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>
        <p:scale>
          <a:sx n="66" d="100"/>
          <a:sy n="66" d="100"/>
        </p:scale>
        <p:origin x="2670" y="828"/>
      </p:cViewPr>
      <p:guideLst>
        <p:guide orient="horz" pos="2446"/>
        <p:guide pos="191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theme" Target="theme/theme1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tableStyles" Target="tableStyle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presProps" Target="presProps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5771" y="1270713"/>
            <a:ext cx="5165408" cy="2703183"/>
          </a:xfrm>
        </p:spPr>
        <p:txBody>
          <a:bodyPr anchor="b"/>
          <a:lstStyle>
            <a:lvl1pPr algn="ctr">
              <a:defRPr sz="3988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59619" y="4078141"/>
            <a:ext cx="4557713" cy="1874614"/>
          </a:xfrm>
        </p:spPr>
        <p:txBody>
          <a:bodyPr/>
          <a:lstStyle>
            <a:lvl1pPr marL="0" indent="0" algn="ctr">
              <a:buNone/>
              <a:defRPr sz="1595"/>
            </a:lvl1pPr>
            <a:lvl2pPr marL="303855" indent="0" algn="ctr">
              <a:buNone/>
              <a:defRPr sz="1329"/>
            </a:lvl2pPr>
            <a:lvl3pPr marL="607710" indent="0" algn="ctr">
              <a:buNone/>
              <a:defRPr sz="1196"/>
            </a:lvl3pPr>
            <a:lvl4pPr marL="911565" indent="0" algn="ctr">
              <a:buNone/>
              <a:defRPr sz="1063"/>
            </a:lvl4pPr>
            <a:lvl5pPr marL="1215420" indent="0" algn="ctr">
              <a:buNone/>
              <a:defRPr sz="1063"/>
            </a:lvl5pPr>
            <a:lvl6pPr marL="1519276" indent="0" algn="ctr">
              <a:buNone/>
              <a:defRPr sz="1063"/>
            </a:lvl6pPr>
            <a:lvl7pPr marL="1823131" indent="0" algn="ctr">
              <a:buNone/>
              <a:defRPr sz="1063"/>
            </a:lvl7pPr>
            <a:lvl8pPr marL="2126986" indent="0" algn="ctr">
              <a:buNone/>
              <a:defRPr sz="1063"/>
            </a:lvl8pPr>
            <a:lvl9pPr marL="2430841" indent="0" algn="ctr">
              <a:buNone/>
              <a:defRPr sz="1063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72528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26973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626" y="1935726"/>
            <a:ext cx="5241369" cy="3229800"/>
          </a:xfrm>
        </p:spPr>
        <p:txBody>
          <a:bodyPr anchor="b"/>
          <a:lstStyle>
            <a:lvl1pPr>
              <a:defRPr sz="3988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626" y="5196081"/>
            <a:ext cx="5241369" cy="1698476"/>
          </a:xfrm>
        </p:spPr>
        <p:txBody>
          <a:bodyPr/>
          <a:lstStyle>
            <a:lvl1pPr marL="0" indent="0">
              <a:buNone/>
              <a:defRPr sz="1595">
                <a:solidFill>
                  <a:schemeClr val="tx1"/>
                </a:solidFill>
              </a:defRPr>
            </a:lvl1pPr>
            <a:lvl2pPr marL="303855" indent="0">
              <a:buNone/>
              <a:defRPr sz="1329">
                <a:solidFill>
                  <a:schemeClr val="tx1">
                    <a:tint val="75000"/>
                  </a:schemeClr>
                </a:solidFill>
              </a:defRPr>
            </a:lvl2pPr>
            <a:lvl3pPr marL="607710" indent="0">
              <a:buNone/>
              <a:defRPr sz="1196">
                <a:solidFill>
                  <a:schemeClr val="tx1">
                    <a:tint val="75000"/>
                  </a:schemeClr>
                </a:solidFill>
              </a:defRPr>
            </a:lvl3pPr>
            <a:lvl4pPr marL="911565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4pPr>
            <a:lvl5pPr marL="1215420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5pPr>
            <a:lvl6pPr marL="1519276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6pPr>
            <a:lvl7pPr marL="1823131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7pPr>
            <a:lvl8pPr marL="2126986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8pPr>
            <a:lvl9pPr marL="2430841" indent="0">
              <a:buNone/>
              <a:defRPr sz="106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646298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7790" y="2066929"/>
            <a:ext cx="2582704" cy="4926480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76456" y="2066929"/>
            <a:ext cx="2582704" cy="4926480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760434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8582" y="413387"/>
            <a:ext cx="5241369" cy="1500771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8583" y="1903373"/>
            <a:ext cx="2570834" cy="932813"/>
          </a:xfrm>
        </p:spPr>
        <p:txBody>
          <a:bodyPr anchor="b"/>
          <a:lstStyle>
            <a:lvl1pPr marL="0" indent="0">
              <a:buNone/>
              <a:defRPr sz="1595" b="1"/>
            </a:lvl1pPr>
            <a:lvl2pPr marL="303855" indent="0">
              <a:buNone/>
              <a:defRPr sz="1329" b="1"/>
            </a:lvl2pPr>
            <a:lvl3pPr marL="607710" indent="0">
              <a:buNone/>
              <a:defRPr sz="1196" b="1"/>
            </a:lvl3pPr>
            <a:lvl4pPr marL="911565" indent="0">
              <a:buNone/>
              <a:defRPr sz="1063" b="1"/>
            </a:lvl4pPr>
            <a:lvl5pPr marL="1215420" indent="0">
              <a:buNone/>
              <a:defRPr sz="1063" b="1"/>
            </a:lvl5pPr>
            <a:lvl6pPr marL="1519276" indent="0">
              <a:buNone/>
              <a:defRPr sz="1063" b="1"/>
            </a:lvl6pPr>
            <a:lvl7pPr marL="1823131" indent="0">
              <a:buNone/>
              <a:defRPr sz="1063" b="1"/>
            </a:lvl7pPr>
            <a:lvl8pPr marL="2126986" indent="0">
              <a:buNone/>
              <a:defRPr sz="1063" b="1"/>
            </a:lvl8pPr>
            <a:lvl9pPr marL="2430841" indent="0">
              <a:buNone/>
              <a:defRPr sz="1063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18583" y="2836186"/>
            <a:ext cx="2570834" cy="4171602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76456" y="1903373"/>
            <a:ext cx="2583495" cy="932813"/>
          </a:xfrm>
        </p:spPr>
        <p:txBody>
          <a:bodyPr anchor="b"/>
          <a:lstStyle>
            <a:lvl1pPr marL="0" indent="0">
              <a:buNone/>
              <a:defRPr sz="1595" b="1"/>
            </a:lvl1pPr>
            <a:lvl2pPr marL="303855" indent="0">
              <a:buNone/>
              <a:defRPr sz="1329" b="1"/>
            </a:lvl2pPr>
            <a:lvl3pPr marL="607710" indent="0">
              <a:buNone/>
              <a:defRPr sz="1196" b="1"/>
            </a:lvl3pPr>
            <a:lvl4pPr marL="911565" indent="0">
              <a:buNone/>
              <a:defRPr sz="1063" b="1"/>
            </a:lvl4pPr>
            <a:lvl5pPr marL="1215420" indent="0">
              <a:buNone/>
              <a:defRPr sz="1063" b="1"/>
            </a:lvl5pPr>
            <a:lvl6pPr marL="1519276" indent="0">
              <a:buNone/>
              <a:defRPr sz="1063" b="1"/>
            </a:lvl6pPr>
            <a:lvl7pPr marL="1823131" indent="0">
              <a:buNone/>
              <a:defRPr sz="1063" b="1"/>
            </a:lvl7pPr>
            <a:lvl8pPr marL="2126986" indent="0">
              <a:buNone/>
              <a:defRPr sz="1063" b="1"/>
            </a:lvl8pPr>
            <a:lvl9pPr marL="2430841" indent="0">
              <a:buNone/>
              <a:defRPr sz="1063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76456" y="2836186"/>
            <a:ext cx="2583495" cy="4171602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72827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90113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173846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8582" y="517631"/>
            <a:ext cx="1959975" cy="1811708"/>
          </a:xfrm>
        </p:spPr>
        <p:txBody>
          <a:bodyPr anchor="b"/>
          <a:lstStyle>
            <a:lvl1pPr>
              <a:defRPr sz="212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583495" y="1117941"/>
            <a:ext cx="3076456" cy="5517801"/>
          </a:xfrm>
        </p:spPr>
        <p:txBody>
          <a:bodyPr/>
          <a:lstStyle>
            <a:lvl1pPr>
              <a:defRPr sz="2127"/>
            </a:lvl1pPr>
            <a:lvl2pPr>
              <a:defRPr sz="1861"/>
            </a:lvl2pPr>
            <a:lvl3pPr>
              <a:defRPr sz="1595"/>
            </a:lvl3pPr>
            <a:lvl4pPr>
              <a:defRPr sz="1329"/>
            </a:lvl4pPr>
            <a:lvl5pPr>
              <a:defRPr sz="1329"/>
            </a:lvl5pPr>
            <a:lvl6pPr>
              <a:defRPr sz="1329"/>
            </a:lvl6pPr>
            <a:lvl7pPr>
              <a:defRPr sz="1329"/>
            </a:lvl7pPr>
            <a:lvl8pPr>
              <a:defRPr sz="1329"/>
            </a:lvl8pPr>
            <a:lvl9pPr>
              <a:defRPr sz="1329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8582" y="2329339"/>
            <a:ext cx="1959975" cy="4315388"/>
          </a:xfrm>
        </p:spPr>
        <p:txBody>
          <a:bodyPr/>
          <a:lstStyle>
            <a:lvl1pPr marL="0" indent="0">
              <a:buNone/>
              <a:defRPr sz="1063"/>
            </a:lvl1pPr>
            <a:lvl2pPr marL="303855" indent="0">
              <a:buNone/>
              <a:defRPr sz="930"/>
            </a:lvl2pPr>
            <a:lvl3pPr marL="607710" indent="0">
              <a:buNone/>
              <a:defRPr sz="798"/>
            </a:lvl3pPr>
            <a:lvl4pPr marL="911565" indent="0">
              <a:buNone/>
              <a:defRPr sz="665"/>
            </a:lvl4pPr>
            <a:lvl5pPr marL="1215420" indent="0">
              <a:buNone/>
              <a:defRPr sz="665"/>
            </a:lvl5pPr>
            <a:lvl6pPr marL="1519276" indent="0">
              <a:buNone/>
              <a:defRPr sz="665"/>
            </a:lvl6pPr>
            <a:lvl7pPr marL="1823131" indent="0">
              <a:buNone/>
              <a:defRPr sz="665"/>
            </a:lvl7pPr>
            <a:lvl8pPr marL="2126986" indent="0">
              <a:buNone/>
              <a:defRPr sz="665"/>
            </a:lvl8pPr>
            <a:lvl9pPr marL="2430841" indent="0">
              <a:buNone/>
              <a:defRPr sz="665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521468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8582" y="517631"/>
            <a:ext cx="1959975" cy="1811708"/>
          </a:xfrm>
        </p:spPr>
        <p:txBody>
          <a:bodyPr anchor="b"/>
          <a:lstStyle>
            <a:lvl1pPr>
              <a:defRPr sz="212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583495" y="1117941"/>
            <a:ext cx="3076456" cy="5517801"/>
          </a:xfrm>
        </p:spPr>
        <p:txBody>
          <a:bodyPr anchor="t"/>
          <a:lstStyle>
            <a:lvl1pPr marL="0" indent="0">
              <a:buNone/>
              <a:defRPr sz="2127"/>
            </a:lvl1pPr>
            <a:lvl2pPr marL="303855" indent="0">
              <a:buNone/>
              <a:defRPr sz="1861"/>
            </a:lvl2pPr>
            <a:lvl3pPr marL="607710" indent="0">
              <a:buNone/>
              <a:defRPr sz="1595"/>
            </a:lvl3pPr>
            <a:lvl4pPr marL="911565" indent="0">
              <a:buNone/>
              <a:defRPr sz="1329"/>
            </a:lvl4pPr>
            <a:lvl5pPr marL="1215420" indent="0">
              <a:buNone/>
              <a:defRPr sz="1329"/>
            </a:lvl5pPr>
            <a:lvl6pPr marL="1519276" indent="0">
              <a:buNone/>
              <a:defRPr sz="1329"/>
            </a:lvl6pPr>
            <a:lvl7pPr marL="1823131" indent="0">
              <a:buNone/>
              <a:defRPr sz="1329"/>
            </a:lvl7pPr>
            <a:lvl8pPr marL="2126986" indent="0">
              <a:buNone/>
              <a:defRPr sz="1329"/>
            </a:lvl8pPr>
            <a:lvl9pPr marL="2430841" indent="0">
              <a:buNone/>
              <a:defRPr sz="1329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8582" y="2329339"/>
            <a:ext cx="1959975" cy="4315388"/>
          </a:xfrm>
        </p:spPr>
        <p:txBody>
          <a:bodyPr/>
          <a:lstStyle>
            <a:lvl1pPr marL="0" indent="0">
              <a:buNone/>
              <a:defRPr sz="1063"/>
            </a:lvl1pPr>
            <a:lvl2pPr marL="303855" indent="0">
              <a:buNone/>
              <a:defRPr sz="930"/>
            </a:lvl2pPr>
            <a:lvl3pPr marL="607710" indent="0">
              <a:buNone/>
              <a:defRPr sz="798"/>
            </a:lvl3pPr>
            <a:lvl4pPr marL="911565" indent="0">
              <a:buNone/>
              <a:defRPr sz="665"/>
            </a:lvl4pPr>
            <a:lvl5pPr marL="1215420" indent="0">
              <a:buNone/>
              <a:defRPr sz="665"/>
            </a:lvl5pPr>
            <a:lvl6pPr marL="1519276" indent="0">
              <a:buNone/>
              <a:defRPr sz="665"/>
            </a:lvl6pPr>
            <a:lvl7pPr marL="1823131" indent="0">
              <a:buNone/>
              <a:defRPr sz="665"/>
            </a:lvl7pPr>
            <a:lvl8pPr marL="2126986" indent="0">
              <a:buNone/>
              <a:defRPr sz="665"/>
            </a:lvl8pPr>
            <a:lvl9pPr marL="2430841" indent="0">
              <a:buNone/>
              <a:defRPr sz="665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8266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3230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348818" y="413386"/>
            <a:ext cx="1310342" cy="6580023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7791" y="413386"/>
            <a:ext cx="3855065" cy="6580023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37939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17791" y="413387"/>
            <a:ext cx="5241369" cy="150077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7791" y="2066929"/>
            <a:ext cx="5241369" cy="492648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17790" y="7196508"/>
            <a:ext cx="1367314" cy="41338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9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095CA8F-1D21-42DC-AF09-71A0703C83CE}" type="datetimeFigureOut">
              <a:rPr lang="ko-KR" altLang="en-US" smtClean="0"/>
              <a:t>2022-11-14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12990" y="7196508"/>
            <a:ext cx="2050971" cy="41338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79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291846" y="7196508"/>
            <a:ext cx="1367314" cy="41338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9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016FD8-11C2-4610-B8F5-6D1762E01B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53507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607710" rtl="0" eaLnBrk="1" latinLnBrk="1" hangingPunct="1">
        <a:lnSpc>
          <a:spcPct val="90000"/>
        </a:lnSpc>
        <a:spcBef>
          <a:spcPct val="0"/>
        </a:spcBef>
        <a:buNone/>
        <a:defRPr sz="2924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1928" indent="-151928" algn="l" defTabSz="607710" rtl="0" eaLnBrk="1" latinLnBrk="1" hangingPunct="1">
        <a:lnSpc>
          <a:spcPct val="90000"/>
        </a:lnSpc>
        <a:spcBef>
          <a:spcPts val="665"/>
        </a:spcBef>
        <a:buFont typeface="Arial" panose="020B0604020202020204" pitchFamily="34" charset="0"/>
        <a:buChar char="•"/>
        <a:defRPr sz="1861" kern="1200">
          <a:solidFill>
            <a:schemeClr val="tx1"/>
          </a:solidFill>
          <a:latin typeface="+mn-lt"/>
          <a:ea typeface="+mn-ea"/>
          <a:cs typeface="+mn-cs"/>
        </a:defRPr>
      </a:lvl1pPr>
      <a:lvl2pPr marL="455783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595" kern="1200">
          <a:solidFill>
            <a:schemeClr val="tx1"/>
          </a:solidFill>
          <a:latin typeface="+mn-lt"/>
          <a:ea typeface="+mn-ea"/>
          <a:cs typeface="+mn-cs"/>
        </a:defRPr>
      </a:lvl2pPr>
      <a:lvl3pPr marL="759638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329" kern="1200">
          <a:solidFill>
            <a:schemeClr val="tx1"/>
          </a:solidFill>
          <a:latin typeface="+mn-lt"/>
          <a:ea typeface="+mn-ea"/>
          <a:cs typeface="+mn-cs"/>
        </a:defRPr>
      </a:lvl3pPr>
      <a:lvl4pPr marL="1063493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4pPr>
      <a:lvl5pPr marL="1367348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5pPr>
      <a:lvl6pPr marL="1671203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6pPr>
      <a:lvl7pPr marL="1975058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7pPr>
      <a:lvl8pPr marL="2278913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8pPr>
      <a:lvl9pPr marL="2582769" indent="-151928" algn="l" defTabSz="607710" rtl="0" eaLnBrk="1" latinLnBrk="1" hangingPunct="1">
        <a:lnSpc>
          <a:spcPct val="90000"/>
        </a:lnSpc>
        <a:spcBef>
          <a:spcPts val="332"/>
        </a:spcBef>
        <a:buFont typeface="Arial" panose="020B0604020202020204" pitchFamily="34" charset="0"/>
        <a:buChar char="•"/>
        <a:defRPr sz="119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1pPr>
      <a:lvl2pPr marL="303855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2pPr>
      <a:lvl3pPr marL="607710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3pPr>
      <a:lvl4pPr marL="911565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4pPr>
      <a:lvl5pPr marL="1215420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5pPr>
      <a:lvl6pPr marL="1519276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6pPr>
      <a:lvl7pPr marL="1823131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7pPr>
      <a:lvl8pPr marL="2126986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8pPr>
      <a:lvl9pPr marL="2430841" algn="l" defTabSz="607710" rtl="0" eaLnBrk="1" latinLnBrk="1" hangingPunct="1">
        <a:defRPr sz="119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badak.biz/" TargetMode="External"/><Relationship Id="rId2" Type="http://schemas.openxmlformats.org/officeDocument/2006/relationships/hyperlink" Target="https://planners.tenone.biz/" TargetMode="External"/><Relationship Id="rId1" Type="http://schemas.openxmlformats.org/officeDocument/2006/relationships/slideLayout" Target="../slideLayouts/slideLayout1.xml"/><Relationship Id="rId4" Type="http://schemas.openxmlformats.org/officeDocument/2006/relationships/hyperlink" Target="https://www.tenone.biz/" TargetMode="Externa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hyperlink" Target="https://planners.tenone.biz/" TargetMode="External"/><Relationship Id="rId3" Type="http://schemas.openxmlformats.org/officeDocument/2006/relationships/slide" Target="slide47.xml"/><Relationship Id="rId7" Type="http://schemas.openxmlformats.org/officeDocument/2006/relationships/hyperlink" Target="https://www.badak.biz/" TargetMode="External"/><Relationship Id="rId2" Type="http://schemas.openxmlformats.org/officeDocument/2006/relationships/slide" Target="slide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80.xml"/><Relationship Id="rId5" Type="http://schemas.openxmlformats.org/officeDocument/2006/relationships/slide" Target="slide149.xml"/><Relationship Id="rId4" Type="http://schemas.openxmlformats.org/officeDocument/2006/relationships/slide" Target="slide97.xml"/><Relationship Id="rId9" Type="http://schemas.openxmlformats.org/officeDocument/2006/relationships/hyperlink" Target="https://www.tenone.biz/" TargetMode="Externa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4" Type="http://schemas.openxmlformats.org/officeDocument/2006/relationships/slide" Target="slide47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10" Type="http://schemas.openxmlformats.org/officeDocument/2006/relationships/hyperlink" Target="https://www.tenone.biz/" TargetMode="External"/><Relationship Id="rId4" Type="http://schemas.openxmlformats.org/officeDocument/2006/relationships/slide" Target="slide47.xml"/><Relationship Id="rId9" Type="http://schemas.openxmlformats.org/officeDocument/2006/relationships/hyperlink" Target="https://planners.tenone.biz/" TargetMode="Externa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4" Type="http://schemas.openxmlformats.org/officeDocument/2006/relationships/slide" Target="slide47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4" Type="http://schemas.openxmlformats.org/officeDocument/2006/relationships/slide" Target="slide47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4" Type="http://schemas.openxmlformats.org/officeDocument/2006/relationships/slide" Target="slide47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adak.biz/" TargetMode="External"/><Relationship Id="rId3" Type="http://schemas.openxmlformats.org/officeDocument/2006/relationships/slide" Target="slide6.xml"/><Relationship Id="rId7" Type="http://schemas.openxmlformats.org/officeDocument/2006/relationships/slide" Target="slide180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9.xml"/><Relationship Id="rId5" Type="http://schemas.openxmlformats.org/officeDocument/2006/relationships/slide" Target="slide97.xml"/><Relationship Id="rId4" Type="http://schemas.openxmlformats.org/officeDocument/2006/relationships/slide" Target="slide47.xml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hyperlink" Target="https://planners.tenone.biz/" TargetMode="External"/><Relationship Id="rId7" Type="http://schemas.openxmlformats.org/officeDocument/2006/relationships/slide" Target="slide47.xml"/><Relationship Id="rId2" Type="http://schemas.openxmlformats.org/officeDocument/2006/relationships/hyperlink" Target="https://www.badak.biz/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6.xml"/><Relationship Id="rId5" Type="http://schemas.openxmlformats.org/officeDocument/2006/relationships/slide" Target="slide5.xml"/><Relationship Id="rId10" Type="http://schemas.openxmlformats.org/officeDocument/2006/relationships/slide" Target="slide180.xml"/><Relationship Id="rId4" Type="http://schemas.openxmlformats.org/officeDocument/2006/relationships/hyperlink" Target="https://www.tenone.biz/" TargetMode="External"/><Relationship Id="rId9" Type="http://schemas.openxmlformats.org/officeDocument/2006/relationships/slide" Target="slide14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3D67712A-6F52-FB9D-B660-570FCE536D71}"/>
              </a:ext>
            </a:extLst>
          </p:cNvPr>
          <p:cNvGrpSpPr/>
          <p:nvPr/>
        </p:nvGrpSpPr>
        <p:grpSpPr>
          <a:xfrm>
            <a:off x="0" y="-53336"/>
            <a:ext cx="6076950" cy="7895321"/>
            <a:chOff x="0" y="533994"/>
            <a:chExt cx="6076950" cy="7307991"/>
          </a:xfrm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9F0F982D-449B-2997-1BE8-0412B2E8C2A8}"/>
                </a:ext>
              </a:extLst>
            </p:cNvPr>
            <p:cNvSpPr/>
            <p:nvPr/>
          </p:nvSpPr>
          <p:spPr>
            <a:xfrm>
              <a:off x="0" y="533994"/>
              <a:ext cx="6076950" cy="7244403"/>
            </a:xfrm>
            <a:custGeom>
              <a:avLst/>
              <a:gdLst>
                <a:gd name="connsiteX0" fmla="*/ 0 w 6076950"/>
                <a:gd name="connsiteY0" fmla="*/ 0 h 7244403"/>
                <a:gd name="connsiteX1" fmla="*/ 6076950 w 6076950"/>
                <a:gd name="connsiteY1" fmla="*/ 0 h 7244403"/>
                <a:gd name="connsiteX2" fmla="*/ 6076950 w 6076950"/>
                <a:gd name="connsiteY2" fmla="*/ 5951245 h 7244403"/>
                <a:gd name="connsiteX3" fmla="*/ 5019298 w 6076950"/>
                <a:gd name="connsiteY3" fmla="*/ 7244403 h 7244403"/>
                <a:gd name="connsiteX4" fmla="*/ 0 w 6076950"/>
                <a:gd name="connsiteY4" fmla="*/ 7244403 h 724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6950" h="7244403">
                  <a:moveTo>
                    <a:pt x="0" y="0"/>
                  </a:moveTo>
                  <a:lnTo>
                    <a:pt x="6076950" y="0"/>
                  </a:lnTo>
                  <a:lnTo>
                    <a:pt x="6076950" y="5951245"/>
                  </a:lnTo>
                  <a:lnTo>
                    <a:pt x="5019298" y="7244403"/>
                  </a:lnTo>
                  <a:lnTo>
                    <a:pt x="0" y="7244403"/>
                  </a:lnTo>
                  <a:close/>
                </a:path>
              </a:pathLst>
            </a:custGeom>
            <a:solidFill>
              <a:srgbClr val="C7976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528" dirty="0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622A22E2-082B-EB0F-D20E-1C363C9D334F}"/>
                </a:ext>
              </a:extLst>
            </p:cNvPr>
            <p:cNvSpPr/>
            <p:nvPr/>
          </p:nvSpPr>
          <p:spPr>
            <a:xfrm rot="901557">
              <a:off x="4744604" y="6314215"/>
              <a:ext cx="1163923" cy="1527770"/>
            </a:xfrm>
            <a:custGeom>
              <a:avLst/>
              <a:gdLst>
                <a:gd name="connsiteX0" fmla="*/ 1163923 w 1163923"/>
                <a:gd name="connsiteY0" fmla="*/ 0 h 1206490"/>
                <a:gd name="connsiteX1" fmla="*/ 464698 w 1163923"/>
                <a:gd name="connsiteY1" fmla="*/ 1206490 h 1206490"/>
                <a:gd name="connsiteX2" fmla="*/ 461561 w 1163923"/>
                <a:gd name="connsiteY2" fmla="*/ 1187427 h 1206490"/>
                <a:gd name="connsiteX3" fmla="*/ 470052 w 1163923"/>
                <a:gd name="connsiteY3" fmla="*/ 1137051 h 1206490"/>
                <a:gd name="connsiteX4" fmla="*/ 359981 w 1163923"/>
                <a:gd name="connsiteY4" fmla="*/ 732886 h 1206490"/>
                <a:gd name="connsiteX5" fmla="*/ 39811 w 1163923"/>
                <a:gd name="connsiteY5" fmla="*/ 387034 h 1206490"/>
                <a:gd name="connsiteX6" fmla="*/ 764 w 1163923"/>
                <a:gd name="connsiteY6" fmla="*/ 380490 h 1206490"/>
                <a:gd name="connsiteX7" fmla="*/ 0 w 1163923"/>
                <a:gd name="connsiteY7" fmla="*/ 378981 h 120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3923" h="1206490">
                  <a:moveTo>
                    <a:pt x="1163923" y="0"/>
                  </a:moveTo>
                  <a:lnTo>
                    <a:pt x="464698" y="1206490"/>
                  </a:lnTo>
                  <a:lnTo>
                    <a:pt x="461561" y="1187427"/>
                  </a:lnTo>
                  <a:lnTo>
                    <a:pt x="470052" y="1137051"/>
                  </a:lnTo>
                  <a:cubicBezTo>
                    <a:pt x="476838" y="1033471"/>
                    <a:pt x="438792" y="883911"/>
                    <a:pt x="359981" y="732886"/>
                  </a:cubicBezTo>
                  <a:cubicBezTo>
                    <a:pt x="265407" y="551655"/>
                    <a:pt x="138992" y="419785"/>
                    <a:pt x="39811" y="387034"/>
                  </a:cubicBezTo>
                  <a:lnTo>
                    <a:pt x="764" y="380490"/>
                  </a:lnTo>
                  <a:lnTo>
                    <a:pt x="0" y="3789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CDAD847A-8756-9375-A350-C96E7B91D413}"/>
                </a:ext>
              </a:extLst>
            </p:cNvPr>
            <p:cNvCxnSpPr>
              <a:cxnSpLocks/>
            </p:cNvCxnSpPr>
            <p:nvPr/>
          </p:nvCxnSpPr>
          <p:spPr>
            <a:xfrm>
              <a:off x="1311275" y="2594152"/>
              <a:ext cx="34544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hlinkClick r:id="rId2"/>
            <a:extLst>
              <a:ext uri="{FF2B5EF4-FFF2-40B4-BE49-F238E27FC236}">
                <a16:creationId xmlns:a16="http://schemas.microsoft.com/office/drawing/2014/main" id="{7F0E95F7-1DE1-4226-8FD1-F96C6E001D49}"/>
              </a:ext>
            </a:extLst>
          </p:cNvPr>
          <p:cNvSpPr txBox="1"/>
          <p:nvPr/>
        </p:nvSpPr>
        <p:spPr>
          <a:xfrm>
            <a:off x="2421159" y="6102483"/>
            <a:ext cx="12346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2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8" name="TextBox 37">
            <a:hlinkClick r:id="rId3"/>
            <a:extLst>
              <a:ext uri="{FF2B5EF4-FFF2-40B4-BE49-F238E27FC236}">
                <a16:creationId xmlns:a16="http://schemas.microsoft.com/office/drawing/2014/main" id="{1C46610E-1C72-A105-365D-42A247D8D8D0}"/>
              </a:ext>
            </a:extLst>
          </p:cNvPr>
          <p:cNvSpPr txBox="1"/>
          <p:nvPr/>
        </p:nvSpPr>
        <p:spPr>
          <a:xfrm>
            <a:off x="5251094" y="7526907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4" name="TextBox 43">
            <a:hlinkClick r:id="rId4"/>
            <a:extLst>
              <a:ext uri="{FF2B5EF4-FFF2-40B4-BE49-F238E27FC236}">
                <a16:creationId xmlns:a16="http://schemas.microsoft.com/office/drawing/2014/main" id="{98ACC7FE-8B1E-BC15-B6C5-EA0243F396A3}"/>
              </a:ext>
            </a:extLst>
          </p:cNvPr>
          <p:cNvSpPr txBox="1"/>
          <p:nvPr/>
        </p:nvSpPr>
        <p:spPr>
          <a:xfrm>
            <a:off x="2530162" y="6493896"/>
            <a:ext cx="101662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by</a:t>
            </a:r>
            <a:r>
              <a:rPr lang="ko-KR" altLang="en-US" sz="10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 </a:t>
            </a:r>
            <a:r>
              <a:rPr lang="en-US" altLang="ko-KR" sz="10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Ten:One</a:t>
            </a:r>
            <a:r>
              <a:rPr lang="ko-KR" altLang="en-US" sz="10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™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03340F5-6267-A715-D0D2-E678AAFCCA4D}"/>
              </a:ext>
            </a:extLst>
          </p:cNvPr>
          <p:cNvSpPr txBox="1"/>
          <p:nvPr/>
        </p:nvSpPr>
        <p:spPr>
          <a:xfrm>
            <a:off x="2530163" y="2363752"/>
            <a:ext cx="233007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spc="600" dirty="0">
                <a:solidFill>
                  <a:schemeClr val="tx1">
                    <a:lumMod val="75000"/>
                    <a:lumOff val="25000"/>
                  </a:schemeClr>
                </a:solidFill>
                <a:latin typeface="NanumBarunpen Bold" panose="020B0803000000000000" pitchFamily="34" charset="-127"/>
                <a:ea typeface="NanumBarunpen Bold" panose="020B0803000000000000" pitchFamily="34" charset="-127"/>
              </a:rPr>
              <a:t>Story</a:t>
            </a:r>
            <a:r>
              <a:rPr lang="ko-KR" altLang="en-US" sz="2000" b="1" spc="600" dirty="0">
                <a:solidFill>
                  <a:schemeClr val="tx1">
                    <a:lumMod val="75000"/>
                    <a:lumOff val="25000"/>
                  </a:schemeClr>
                </a:solidFill>
                <a:latin typeface="NanumBarunpen Bold" panose="020B0803000000000000" pitchFamily="34" charset="-127"/>
                <a:ea typeface="NanumBarunpen Bold" panose="020B0803000000000000" pitchFamily="34" charset="-127"/>
              </a:rPr>
              <a:t> </a:t>
            </a:r>
            <a:r>
              <a:rPr lang="en-US" altLang="ko-KR" sz="2000" b="1" spc="600" dirty="0">
                <a:solidFill>
                  <a:schemeClr val="tx1">
                    <a:lumMod val="75000"/>
                    <a:lumOff val="25000"/>
                  </a:schemeClr>
                </a:solidFill>
                <a:latin typeface="NanumBarunpen Bold" panose="020B0803000000000000" pitchFamily="34" charset="-127"/>
                <a:ea typeface="NanumBarunpen Bold" panose="020B0803000000000000" pitchFamily="34" charset="-127"/>
              </a:rPr>
              <a:t>Board</a:t>
            </a:r>
            <a:endParaRPr lang="ko-KR" altLang="en-US" sz="2000" b="1" spc="600" dirty="0">
              <a:solidFill>
                <a:schemeClr val="tx1">
                  <a:lumMod val="75000"/>
                  <a:lumOff val="25000"/>
                </a:schemeClr>
              </a:solidFill>
              <a:latin typeface="NanumBarunpen Bold" panose="020B0803000000000000" pitchFamily="34" charset="-127"/>
              <a:ea typeface="NanumBarunpen Bold" panose="020B0803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92705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88409BC-8E7F-D6CD-7D0F-DE6756032951}"/>
              </a:ext>
            </a:extLst>
          </p:cNvPr>
          <p:cNvSpPr txBox="1"/>
          <p:nvPr/>
        </p:nvSpPr>
        <p:spPr>
          <a:xfrm>
            <a:off x="2192734" y="593441"/>
            <a:ext cx="16914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영상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콘텐츠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기획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C2F6E80-83B4-73C7-8165-7371C391E563}"/>
              </a:ext>
            </a:extLst>
          </p:cNvPr>
          <p:cNvCxnSpPr>
            <a:cxnSpLocks/>
          </p:cNvCxnSpPr>
          <p:nvPr/>
        </p:nvCxnSpPr>
        <p:spPr>
          <a:xfrm>
            <a:off x="2009774" y="962773"/>
            <a:ext cx="2057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5D953CE-4404-8D98-CFC9-8EC9EE162D89}"/>
              </a:ext>
            </a:extLst>
          </p:cNvPr>
          <p:cNvCxnSpPr/>
          <p:nvPr/>
        </p:nvCxnSpPr>
        <p:spPr>
          <a:xfrm>
            <a:off x="697590" y="1943100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4FAA8644-0534-65D5-E167-5609A65E1F5C}"/>
              </a:ext>
            </a:extLst>
          </p:cNvPr>
          <p:cNvSpPr txBox="1"/>
          <p:nvPr/>
        </p:nvSpPr>
        <p:spPr>
          <a:xfrm>
            <a:off x="697590" y="1696879"/>
            <a:ext cx="42511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NanumGothic" panose="020D0604000000000000" pitchFamily="34" charset="-127"/>
                <a:ea typeface="NanumGothic" panose="020D0604000000000000" pitchFamily="34" charset="-127"/>
              </a:rPr>
              <a:t>제목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3285C1DC-7C7C-882A-4C20-CDF63D3C34D8}"/>
              </a:ext>
            </a:extLst>
          </p:cNvPr>
          <p:cNvCxnSpPr>
            <a:cxnSpLocks/>
          </p:cNvCxnSpPr>
          <p:nvPr/>
        </p:nvCxnSpPr>
        <p:spPr>
          <a:xfrm>
            <a:off x="697590" y="4081621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96EB516-CBDD-DC28-1529-B165728880E5}"/>
              </a:ext>
            </a:extLst>
          </p:cNvPr>
          <p:cNvSpPr txBox="1"/>
          <p:nvPr/>
        </p:nvSpPr>
        <p:spPr>
          <a:xfrm>
            <a:off x="697590" y="3835400"/>
            <a:ext cx="66556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NanumGothic" panose="020D0604000000000000" pitchFamily="34" charset="-127"/>
                <a:ea typeface="NanumGothic" panose="020D0604000000000000" pitchFamily="34" charset="-127"/>
              </a:rPr>
              <a:t>시놉시스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AE28816B-996B-EF70-7F97-C36A71BFC59E}"/>
              </a:ext>
            </a:extLst>
          </p:cNvPr>
          <p:cNvCxnSpPr>
            <a:cxnSpLocks/>
          </p:cNvCxnSpPr>
          <p:nvPr/>
        </p:nvCxnSpPr>
        <p:spPr>
          <a:xfrm>
            <a:off x="697590" y="433366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C8B9181-584D-6A4E-1130-4A288D6D3160}"/>
              </a:ext>
            </a:extLst>
          </p:cNvPr>
          <p:cNvCxnSpPr>
            <a:cxnSpLocks/>
          </p:cNvCxnSpPr>
          <p:nvPr/>
        </p:nvCxnSpPr>
        <p:spPr>
          <a:xfrm>
            <a:off x="697590" y="458571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CDD9AEB7-6751-022D-E84A-1AFCC181B9E0}"/>
              </a:ext>
            </a:extLst>
          </p:cNvPr>
          <p:cNvCxnSpPr>
            <a:cxnSpLocks/>
          </p:cNvCxnSpPr>
          <p:nvPr/>
        </p:nvCxnSpPr>
        <p:spPr>
          <a:xfrm>
            <a:off x="697590" y="483775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3FDF49C-A4ED-7855-71CD-25A052AAD119}"/>
              </a:ext>
            </a:extLst>
          </p:cNvPr>
          <p:cNvCxnSpPr>
            <a:cxnSpLocks/>
          </p:cNvCxnSpPr>
          <p:nvPr/>
        </p:nvCxnSpPr>
        <p:spPr>
          <a:xfrm>
            <a:off x="697590" y="508980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CE1FDB79-D910-F46C-CCB7-41D9B57724B8}"/>
              </a:ext>
            </a:extLst>
          </p:cNvPr>
          <p:cNvCxnSpPr>
            <a:cxnSpLocks/>
          </p:cNvCxnSpPr>
          <p:nvPr/>
        </p:nvCxnSpPr>
        <p:spPr>
          <a:xfrm>
            <a:off x="697590" y="534185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195A8D15-4A7B-F956-9343-2A5CC129E474}"/>
              </a:ext>
            </a:extLst>
          </p:cNvPr>
          <p:cNvCxnSpPr>
            <a:cxnSpLocks/>
          </p:cNvCxnSpPr>
          <p:nvPr/>
        </p:nvCxnSpPr>
        <p:spPr>
          <a:xfrm>
            <a:off x="697590" y="559389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09D4406-27C7-7EBA-4268-DAAD2228B91E}"/>
              </a:ext>
            </a:extLst>
          </p:cNvPr>
          <p:cNvCxnSpPr>
            <a:cxnSpLocks/>
          </p:cNvCxnSpPr>
          <p:nvPr/>
        </p:nvCxnSpPr>
        <p:spPr>
          <a:xfrm>
            <a:off x="697590" y="584594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4EB1950-F84E-7F67-6D0D-5CBA6054256D}"/>
              </a:ext>
            </a:extLst>
          </p:cNvPr>
          <p:cNvCxnSpPr>
            <a:cxnSpLocks/>
          </p:cNvCxnSpPr>
          <p:nvPr/>
        </p:nvCxnSpPr>
        <p:spPr>
          <a:xfrm>
            <a:off x="697590" y="609798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9371E253-72AB-CAA0-9201-C760CF107738}"/>
              </a:ext>
            </a:extLst>
          </p:cNvPr>
          <p:cNvCxnSpPr>
            <a:cxnSpLocks/>
          </p:cNvCxnSpPr>
          <p:nvPr/>
        </p:nvCxnSpPr>
        <p:spPr>
          <a:xfrm>
            <a:off x="697590" y="635003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2C76164A-C1F7-0C36-CFF6-EFF7BE342561}"/>
              </a:ext>
            </a:extLst>
          </p:cNvPr>
          <p:cNvCxnSpPr>
            <a:cxnSpLocks/>
          </p:cNvCxnSpPr>
          <p:nvPr/>
        </p:nvCxnSpPr>
        <p:spPr>
          <a:xfrm>
            <a:off x="697590" y="2473642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8D327CFC-4526-158F-5775-77A182D4073F}"/>
              </a:ext>
            </a:extLst>
          </p:cNvPr>
          <p:cNvSpPr txBox="1"/>
          <p:nvPr/>
        </p:nvSpPr>
        <p:spPr>
          <a:xfrm>
            <a:off x="697590" y="2227421"/>
            <a:ext cx="7008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NanumGothic" panose="020D0604000000000000" pitchFamily="34" charset="-127"/>
                <a:ea typeface="NanumGothic" panose="020D0604000000000000" pitchFamily="34" charset="-127"/>
              </a:rPr>
              <a:t>작품 의도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93FF7A20-C8ED-0322-9C63-E9042CDF1379}"/>
              </a:ext>
            </a:extLst>
          </p:cNvPr>
          <p:cNvCxnSpPr>
            <a:cxnSpLocks/>
          </p:cNvCxnSpPr>
          <p:nvPr/>
        </p:nvCxnSpPr>
        <p:spPr>
          <a:xfrm>
            <a:off x="697590" y="272446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339F4517-0107-7517-1D12-0870032089B3}"/>
              </a:ext>
            </a:extLst>
          </p:cNvPr>
          <p:cNvCxnSpPr>
            <a:cxnSpLocks/>
          </p:cNvCxnSpPr>
          <p:nvPr/>
        </p:nvCxnSpPr>
        <p:spPr>
          <a:xfrm>
            <a:off x="697590" y="2975292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8105FDE5-4957-D50B-E2F5-337803B626C3}"/>
              </a:ext>
            </a:extLst>
          </p:cNvPr>
          <p:cNvCxnSpPr>
            <a:cxnSpLocks/>
          </p:cNvCxnSpPr>
          <p:nvPr/>
        </p:nvCxnSpPr>
        <p:spPr>
          <a:xfrm>
            <a:off x="697590" y="322611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C7A3C330-3FE0-89D6-FCEA-606AEE29FBCA}"/>
              </a:ext>
            </a:extLst>
          </p:cNvPr>
          <p:cNvCxnSpPr>
            <a:cxnSpLocks/>
          </p:cNvCxnSpPr>
          <p:nvPr/>
        </p:nvCxnSpPr>
        <p:spPr>
          <a:xfrm>
            <a:off x="697590" y="3476942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04EFD0AD-8528-6A38-9FAF-31C7EBE26E15}"/>
              </a:ext>
            </a:extLst>
          </p:cNvPr>
          <p:cNvCxnSpPr>
            <a:cxnSpLocks/>
          </p:cNvCxnSpPr>
          <p:nvPr/>
        </p:nvCxnSpPr>
        <p:spPr>
          <a:xfrm>
            <a:off x="697590" y="660208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F0EC86D-A6F5-BD04-425C-F76259E991C6}"/>
              </a:ext>
            </a:extLst>
          </p:cNvPr>
          <p:cNvCxnSpPr>
            <a:cxnSpLocks/>
          </p:cNvCxnSpPr>
          <p:nvPr/>
        </p:nvCxnSpPr>
        <p:spPr>
          <a:xfrm>
            <a:off x="697590" y="685412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522C25DB-216D-EF55-E62C-21A372077DFC}"/>
              </a:ext>
            </a:extLst>
          </p:cNvPr>
          <p:cNvCxnSpPr>
            <a:cxnSpLocks/>
          </p:cNvCxnSpPr>
          <p:nvPr/>
        </p:nvCxnSpPr>
        <p:spPr>
          <a:xfrm>
            <a:off x="697590" y="710617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C187AF9-35A1-93F5-2266-22BFDCC7D2F6}"/>
              </a:ext>
            </a:extLst>
          </p:cNvPr>
          <p:cNvCxnSpPr>
            <a:cxnSpLocks/>
          </p:cNvCxnSpPr>
          <p:nvPr/>
        </p:nvCxnSpPr>
        <p:spPr>
          <a:xfrm>
            <a:off x="697590" y="735822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사각형: 둥근 위쪽 모서리 49">
            <a:hlinkClick r:id="rId2" action="ppaction://hlinksldjump"/>
            <a:extLst>
              <a:ext uri="{FF2B5EF4-FFF2-40B4-BE49-F238E27FC236}">
                <a16:creationId xmlns:a16="http://schemas.microsoft.com/office/drawing/2014/main" id="{DED594FA-0536-544A-BDD1-EDDF621C6629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FFD61D60-EE76-0EE5-2338-636A002CD25E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52" name="평행 사변형 51">
            <a:hlinkClick r:id="rId3" action="ppaction://hlinksldjump"/>
            <a:extLst>
              <a:ext uri="{FF2B5EF4-FFF2-40B4-BE49-F238E27FC236}">
                <a16:creationId xmlns:a16="http://schemas.microsoft.com/office/drawing/2014/main" id="{7CF0F940-0F15-23AE-A968-AF9D1E0EC50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평행 사변형 52">
            <a:hlinkClick r:id="rId4" action="ppaction://hlinksldjump"/>
            <a:extLst>
              <a:ext uri="{FF2B5EF4-FFF2-40B4-BE49-F238E27FC236}">
                <a16:creationId xmlns:a16="http://schemas.microsoft.com/office/drawing/2014/main" id="{0B8A46B2-A39C-029F-D3A3-D4F070BDDF2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평행 사변형 53">
            <a:hlinkClick r:id="rId5" action="ppaction://hlinksldjump"/>
            <a:extLst>
              <a:ext uri="{FF2B5EF4-FFF2-40B4-BE49-F238E27FC236}">
                <a16:creationId xmlns:a16="http://schemas.microsoft.com/office/drawing/2014/main" id="{96477C19-3E1B-1849-505F-015C808F9082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평행 사변형 54">
            <a:hlinkClick r:id="rId6" action="ppaction://hlinksldjump"/>
            <a:extLst>
              <a:ext uri="{FF2B5EF4-FFF2-40B4-BE49-F238E27FC236}">
                <a16:creationId xmlns:a16="http://schemas.microsoft.com/office/drawing/2014/main" id="{D92D2CB7-CA21-7470-95A5-9FBE65F5AE74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평행 사변형 55">
            <a:hlinkClick r:id="rId7" action="ppaction://hlinksldjump"/>
            <a:extLst>
              <a:ext uri="{FF2B5EF4-FFF2-40B4-BE49-F238E27FC236}">
                <a16:creationId xmlns:a16="http://schemas.microsoft.com/office/drawing/2014/main" id="{E5DF54F0-2932-7E45-1996-3F114EAC66F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185">
            <a:hlinkClick r:id="rId8"/>
            <a:extLst>
              <a:ext uri="{FF2B5EF4-FFF2-40B4-BE49-F238E27FC236}">
                <a16:creationId xmlns:a16="http://schemas.microsoft.com/office/drawing/2014/main" id="{BA250B7D-5F36-AC01-E332-088689D4475B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" name="TextBox 186">
            <a:hlinkClick r:id="rId9"/>
            <a:extLst>
              <a:ext uri="{FF2B5EF4-FFF2-40B4-BE49-F238E27FC236}">
                <a16:creationId xmlns:a16="http://schemas.microsoft.com/office/drawing/2014/main" id="{46B07FEA-3C26-14B4-AE17-C9BFA4A9AE90}"/>
              </a:ext>
            </a:extLst>
          </p:cNvPr>
          <p:cNvSpPr txBox="1"/>
          <p:nvPr/>
        </p:nvSpPr>
        <p:spPr>
          <a:xfrm>
            <a:off x="2736149" y="7555443"/>
            <a:ext cx="6046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" name="TextBox 184">
            <a:hlinkClick r:id="rId10"/>
            <a:extLst>
              <a:ext uri="{FF2B5EF4-FFF2-40B4-BE49-F238E27FC236}">
                <a16:creationId xmlns:a16="http://schemas.microsoft.com/office/drawing/2014/main" id="{107F6431-FB3A-12CD-5FE3-2C7504ECFCCF}"/>
              </a:ext>
            </a:extLst>
          </p:cNvPr>
          <p:cNvSpPr txBox="1"/>
          <p:nvPr/>
        </p:nvSpPr>
        <p:spPr>
          <a:xfrm>
            <a:off x="312196" y="7553348"/>
            <a:ext cx="7136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Ten: One</a:t>
            </a:r>
            <a:r>
              <a:rPr lang="ko-KR" altLang="en-US" dirty="0"/>
              <a:t>™</a:t>
            </a:r>
          </a:p>
        </p:txBody>
      </p:sp>
    </p:spTree>
    <p:extLst>
      <p:ext uri="{BB962C8B-B14F-4D97-AF65-F5344CB8AC3E}">
        <p14:creationId xmlns:p14="http://schemas.microsoft.com/office/powerpoint/2010/main" val="3870025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88409BC-8E7F-D6CD-7D0F-DE6756032951}"/>
              </a:ext>
            </a:extLst>
          </p:cNvPr>
          <p:cNvSpPr txBox="1"/>
          <p:nvPr/>
        </p:nvSpPr>
        <p:spPr>
          <a:xfrm>
            <a:off x="2192734" y="593441"/>
            <a:ext cx="16914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영상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콘텐츠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기획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C2F6E80-83B4-73C7-8165-7371C391E563}"/>
              </a:ext>
            </a:extLst>
          </p:cNvPr>
          <p:cNvCxnSpPr>
            <a:cxnSpLocks/>
          </p:cNvCxnSpPr>
          <p:nvPr/>
        </p:nvCxnSpPr>
        <p:spPr>
          <a:xfrm>
            <a:off x="2009774" y="962773"/>
            <a:ext cx="2057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8D45407B-55FA-2F75-11E0-7629787BC673}"/>
              </a:ext>
            </a:extLst>
          </p:cNvPr>
          <p:cNvCxnSpPr>
            <a:cxnSpLocks/>
          </p:cNvCxnSpPr>
          <p:nvPr/>
        </p:nvCxnSpPr>
        <p:spPr>
          <a:xfrm>
            <a:off x="697590" y="5181600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0BA2F55D-1BD6-50BE-0019-1EE86B89DA50}"/>
              </a:ext>
            </a:extLst>
          </p:cNvPr>
          <p:cNvSpPr txBox="1"/>
          <p:nvPr/>
        </p:nvSpPr>
        <p:spPr>
          <a:xfrm>
            <a:off x="697590" y="4935379"/>
            <a:ext cx="44916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NanumGothic" panose="020D0604000000000000" pitchFamily="34" charset="-127"/>
                <a:ea typeface="NanumGothic" panose="020D0604000000000000" pitchFamily="34" charset="-127"/>
              </a:rPr>
              <a:t>staff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E76DC2F-0880-39C9-2B95-8C62E971517A}"/>
              </a:ext>
            </a:extLst>
          </p:cNvPr>
          <p:cNvCxnSpPr>
            <a:cxnSpLocks/>
          </p:cNvCxnSpPr>
          <p:nvPr/>
        </p:nvCxnSpPr>
        <p:spPr>
          <a:xfrm>
            <a:off x="697590" y="54324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EE4D79DE-191B-6778-99C8-8A4FA60D6C90}"/>
              </a:ext>
            </a:extLst>
          </p:cNvPr>
          <p:cNvCxnSpPr>
            <a:cxnSpLocks/>
          </p:cNvCxnSpPr>
          <p:nvPr/>
        </p:nvCxnSpPr>
        <p:spPr>
          <a:xfrm>
            <a:off x="697590" y="568325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F6387783-F476-0DCD-2142-BD2403502D2E}"/>
              </a:ext>
            </a:extLst>
          </p:cNvPr>
          <p:cNvCxnSpPr>
            <a:cxnSpLocks/>
          </p:cNvCxnSpPr>
          <p:nvPr/>
        </p:nvCxnSpPr>
        <p:spPr>
          <a:xfrm>
            <a:off x="697590" y="593407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1F10D3A3-922F-E14F-6254-E5FCFB0BCBA4}"/>
              </a:ext>
            </a:extLst>
          </p:cNvPr>
          <p:cNvCxnSpPr>
            <a:cxnSpLocks/>
          </p:cNvCxnSpPr>
          <p:nvPr/>
        </p:nvCxnSpPr>
        <p:spPr>
          <a:xfrm>
            <a:off x="697590" y="618490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F59FA1FA-16DD-8204-2EBF-D392372A2713}"/>
              </a:ext>
            </a:extLst>
          </p:cNvPr>
          <p:cNvCxnSpPr>
            <a:cxnSpLocks/>
          </p:cNvCxnSpPr>
          <p:nvPr/>
        </p:nvCxnSpPr>
        <p:spPr>
          <a:xfrm>
            <a:off x="697590" y="64357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71337D9-C4D1-076B-230A-2A26D01FA413}"/>
              </a:ext>
            </a:extLst>
          </p:cNvPr>
          <p:cNvCxnSpPr>
            <a:cxnSpLocks/>
          </p:cNvCxnSpPr>
          <p:nvPr/>
        </p:nvCxnSpPr>
        <p:spPr>
          <a:xfrm>
            <a:off x="697590" y="668655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66FF24C-BDC8-BA63-5492-C9B435478890}"/>
              </a:ext>
            </a:extLst>
          </p:cNvPr>
          <p:cNvCxnSpPr>
            <a:cxnSpLocks/>
          </p:cNvCxnSpPr>
          <p:nvPr/>
        </p:nvCxnSpPr>
        <p:spPr>
          <a:xfrm>
            <a:off x="697590" y="693737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0BC0F442-F1F0-69AA-ACAD-6A024B606427}"/>
              </a:ext>
            </a:extLst>
          </p:cNvPr>
          <p:cNvCxnSpPr>
            <a:cxnSpLocks/>
          </p:cNvCxnSpPr>
          <p:nvPr/>
        </p:nvCxnSpPr>
        <p:spPr>
          <a:xfrm>
            <a:off x="697590" y="718820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F93A7114-F958-E67C-D666-C47D50100B47}"/>
              </a:ext>
            </a:extLst>
          </p:cNvPr>
          <p:cNvCxnSpPr>
            <a:cxnSpLocks/>
          </p:cNvCxnSpPr>
          <p:nvPr/>
        </p:nvCxnSpPr>
        <p:spPr>
          <a:xfrm>
            <a:off x="697590" y="74390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07CFCF5-45B3-1F9C-E2ED-03D0A8569473}"/>
              </a:ext>
            </a:extLst>
          </p:cNvPr>
          <p:cNvCxnSpPr>
            <a:cxnSpLocks/>
          </p:cNvCxnSpPr>
          <p:nvPr/>
        </p:nvCxnSpPr>
        <p:spPr>
          <a:xfrm>
            <a:off x="697590" y="1419225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228ED6F-5C20-9745-2268-EC884C7DB6F1}"/>
              </a:ext>
            </a:extLst>
          </p:cNvPr>
          <p:cNvSpPr txBox="1"/>
          <p:nvPr/>
        </p:nvSpPr>
        <p:spPr>
          <a:xfrm>
            <a:off x="697590" y="1173004"/>
            <a:ext cx="42511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NanumGothic" panose="020D0604000000000000" pitchFamily="34" charset="-127"/>
                <a:ea typeface="NanumGothic" panose="020D0604000000000000" pitchFamily="34" charset="-127"/>
              </a:rPr>
              <a:t>구성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F553AF89-B1B3-D00D-38D9-5A57D9A6005B}"/>
              </a:ext>
            </a:extLst>
          </p:cNvPr>
          <p:cNvCxnSpPr>
            <a:cxnSpLocks/>
          </p:cNvCxnSpPr>
          <p:nvPr/>
        </p:nvCxnSpPr>
        <p:spPr>
          <a:xfrm>
            <a:off x="697590" y="166793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296CBC6-7DDC-6EC4-7789-5C600A59D902}"/>
              </a:ext>
            </a:extLst>
          </p:cNvPr>
          <p:cNvCxnSpPr>
            <a:cxnSpLocks/>
          </p:cNvCxnSpPr>
          <p:nvPr/>
        </p:nvCxnSpPr>
        <p:spPr>
          <a:xfrm>
            <a:off x="697590" y="191664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602C5C7D-7855-2039-0C43-5D8E0E8F8515}"/>
              </a:ext>
            </a:extLst>
          </p:cNvPr>
          <p:cNvCxnSpPr>
            <a:cxnSpLocks/>
          </p:cNvCxnSpPr>
          <p:nvPr/>
        </p:nvCxnSpPr>
        <p:spPr>
          <a:xfrm>
            <a:off x="697590" y="216534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315F59D7-5218-01BA-4FD7-CEEFFACE578D}"/>
              </a:ext>
            </a:extLst>
          </p:cNvPr>
          <p:cNvCxnSpPr>
            <a:cxnSpLocks/>
          </p:cNvCxnSpPr>
          <p:nvPr/>
        </p:nvCxnSpPr>
        <p:spPr>
          <a:xfrm>
            <a:off x="697590" y="241405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1577DFA6-2F39-DF49-4C08-834CE2E38F3F}"/>
              </a:ext>
            </a:extLst>
          </p:cNvPr>
          <p:cNvCxnSpPr>
            <a:cxnSpLocks/>
          </p:cNvCxnSpPr>
          <p:nvPr/>
        </p:nvCxnSpPr>
        <p:spPr>
          <a:xfrm>
            <a:off x="697590" y="266276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98772235-70C9-7C6F-A3B7-4723ACCAC027}"/>
              </a:ext>
            </a:extLst>
          </p:cNvPr>
          <p:cNvCxnSpPr>
            <a:cxnSpLocks/>
          </p:cNvCxnSpPr>
          <p:nvPr/>
        </p:nvCxnSpPr>
        <p:spPr>
          <a:xfrm>
            <a:off x="697590" y="291147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A816E1C5-3FB5-121F-FFCE-8DAD98135F7A}"/>
              </a:ext>
            </a:extLst>
          </p:cNvPr>
          <p:cNvCxnSpPr>
            <a:cxnSpLocks/>
          </p:cNvCxnSpPr>
          <p:nvPr/>
        </p:nvCxnSpPr>
        <p:spPr>
          <a:xfrm>
            <a:off x="697590" y="316018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3330ADB1-CAC6-1F56-35E5-FF3EAD24ED9B}"/>
              </a:ext>
            </a:extLst>
          </p:cNvPr>
          <p:cNvCxnSpPr>
            <a:cxnSpLocks/>
          </p:cNvCxnSpPr>
          <p:nvPr/>
        </p:nvCxnSpPr>
        <p:spPr>
          <a:xfrm>
            <a:off x="697590" y="340888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2801780F-EABF-C612-F661-B53E0F7BE8EF}"/>
              </a:ext>
            </a:extLst>
          </p:cNvPr>
          <p:cNvCxnSpPr>
            <a:cxnSpLocks/>
          </p:cNvCxnSpPr>
          <p:nvPr/>
        </p:nvCxnSpPr>
        <p:spPr>
          <a:xfrm>
            <a:off x="697590" y="365759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1E1D8DEF-8DBD-9892-424E-336D2954CE05}"/>
              </a:ext>
            </a:extLst>
          </p:cNvPr>
          <p:cNvCxnSpPr>
            <a:cxnSpLocks/>
          </p:cNvCxnSpPr>
          <p:nvPr/>
        </p:nvCxnSpPr>
        <p:spPr>
          <a:xfrm>
            <a:off x="697590" y="390630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361E9E4F-7670-4AB2-1FFF-9400C4D49C6B}"/>
              </a:ext>
            </a:extLst>
          </p:cNvPr>
          <p:cNvCxnSpPr>
            <a:cxnSpLocks/>
          </p:cNvCxnSpPr>
          <p:nvPr/>
        </p:nvCxnSpPr>
        <p:spPr>
          <a:xfrm>
            <a:off x="697590" y="415501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63C6610C-B540-66D8-C61B-36438371D92C}"/>
              </a:ext>
            </a:extLst>
          </p:cNvPr>
          <p:cNvCxnSpPr>
            <a:cxnSpLocks/>
          </p:cNvCxnSpPr>
          <p:nvPr/>
        </p:nvCxnSpPr>
        <p:spPr>
          <a:xfrm>
            <a:off x="697590" y="44037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사각형: 둥근 위쪽 모서리 30">
            <a:hlinkClick r:id="rId2" action="ppaction://hlinksldjump"/>
            <a:extLst>
              <a:ext uri="{FF2B5EF4-FFF2-40B4-BE49-F238E27FC236}">
                <a16:creationId xmlns:a16="http://schemas.microsoft.com/office/drawing/2014/main" id="{992B1D03-DE70-5452-7E12-DA8711E6793E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49AC3D7D-2A2E-783C-6BDD-0831145ACE16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33" name="평행 사변형 32">
            <a:hlinkClick r:id="rId3" action="ppaction://hlinksldjump"/>
            <a:extLst>
              <a:ext uri="{FF2B5EF4-FFF2-40B4-BE49-F238E27FC236}">
                <a16:creationId xmlns:a16="http://schemas.microsoft.com/office/drawing/2014/main" id="{2E774750-495A-B248-CB7A-81C5C2A17101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평행 사변형 33">
            <a:hlinkClick r:id="rId4" action="ppaction://hlinksldjump"/>
            <a:extLst>
              <a:ext uri="{FF2B5EF4-FFF2-40B4-BE49-F238E27FC236}">
                <a16:creationId xmlns:a16="http://schemas.microsoft.com/office/drawing/2014/main" id="{DA80F0CE-8ABD-DE7D-A199-4FDCE8397265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평행 사변형 34">
            <a:hlinkClick r:id="rId5" action="ppaction://hlinksldjump"/>
            <a:extLst>
              <a:ext uri="{FF2B5EF4-FFF2-40B4-BE49-F238E27FC236}">
                <a16:creationId xmlns:a16="http://schemas.microsoft.com/office/drawing/2014/main" id="{1ECD7D6D-BD44-25C7-EB01-FC4DA76BFDA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평행 사변형 35">
            <a:hlinkClick r:id="rId6" action="ppaction://hlinksldjump"/>
            <a:extLst>
              <a:ext uri="{FF2B5EF4-FFF2-40B4-BE49-F238E27FC236}">
                <a16:creationId xmlns:a16="http://schemas.microsoft.com/office/drawing/2014/main" id="{E8C56C18-F9D0-0855-2974-9CCCAA37115F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평행 사변형 36">
            <a:hlinkClick r:id="rId7" action="ppaction://hlinksldjump"/>
            <a:extLst>
              <a:ext uri="{FF2B5EF4-FFF2-40B4-BE49-F238E27FC236}">
                <a16:creationId xmlns:a16="http://schemas.microsoft.com/office/drawing/2014/main" id="{C05CCAB0-848E-7042-12F6-0C8A59535DF9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185">
            <a:hlinkClick r:id="rId8"/>
            <a:extLst>
              <a:ext uri="{FF2B5EF4-FFF2-40B4-BE49-F238E27FC236}">
                <a16:creationId xmlns:a16="http://schemas.microsoft.com/office/drawing/2014/main" id="{1D387AA6-8E37-B370-85D0-18D375E4FAEF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9" name="TextBox 186">
            <a:hlinkClick r:id="rId9"/>
            <a:extLst>
              <a:ext uri="{FF2B5EF4-FFF2-40B4-BE49-F238E27FC236}">
                <a16:creationId xmlns:a16="http://schemas.microsoft.com/office/drawing/2014/main" id="{D15D7AC6-7D1E-DAD4-B338-D4042867F66B}"/>
              </a:ext>
            </a:extLst>
          </p:cNvPr>
          <p:cNvSpPr txBox="1"/>
          <p:nvPr/>
        </p:nvSpPr>
        <p:spPr>
          <a:xfrm>
            <a:off x="2736149" y="7555443"/>
            <a:ext cx="6046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0" name="TextBox 184">
            <a:hlinkClick r:id="rId10"/>
            <a:extLst>
              <a:ext uri="{FF2B5EF4-FFF2-40B4-BE49-F238E27FC236}">
                <a16:creationId xmlns:a16="http://schemas.microsoft.com/office/drawing/2014/main" id="{B28C8B15-8CDD-C166-A771-2E51513E702A}"/>
              </a:ext>
            </a:extLst>
          </p:cNvPr>
          <p:cNvSpPr txBox="1"/>
          <p:nvPr/>
        </p:nvSpPr>
        <p:spPr>
          <a:xfrm>
            <a:off x="312196" y="7553348"/>
            <a:ext cx="7136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Ten: One</a:t>
            </a:r>
            <a:r>
              <a:rPr lang="ko-KR" altLang="en-US" dirty="0"/>
              <a:t>™</a:t>
            </a:r>
          </a:p>
        </p:txBody>
      </p:sp>
    </p:spTree>
    <p:extLst>
      <p:ext uri="{BB962C8B-B14F-4D97-AF65-F5344CB8AC3E}">
        <p14:creationId xmlns:p14="http://schemas.microsoft.com/office/powerpoint/2010/main" val="3479749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88409BC-8E7F-D6CD-7D0F-DE6756032951}"/>
              </a:ext>
            </a:extLst>
          </p:cNvPr>
          <p:cNvSpPr txBox="1"/>
          <p:nvPr/>
        </p:nvSpPr>
        <p:spPr>
          <a:xfrm>
            <a:off x="2192734" y="593441"/>
            <a:ext cx="16914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영상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콘텐츠</a:t>
            </a:r>
            <a:r>
              <a:rPr lang="en-US" altLang="ko-KR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 </a:t>
            </a:r>
            <a:r>
              <a:rPr lang="ko-KR" altLang="en-US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기획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C2F6E80-83B4-73C7-8165-7371C391E563}"/>
              </a:ext>
            </a:extLst>
          </p:cNvPr>
          <p:cNvCxnSpPr>
            <a:cxnSpLocks/>
          </p:cNvCxnSpPr>
          <p:nvPr/>
        </p:nvCxnSpPr>
        <p:spPr>
          <a:xfrm>
            <a:off x="2009774" y="962773"/>
            <a:ext cx="2057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8D45407B-55FA-2F75-11E0-7629787BC673}"/>
              </a:ext>
            </a:extLst>
          </p:cNvPr>
          <p:cNvCxnSpPr>
            <a:cxnSpLocks/>
          </p:cNvCxnSpPr>
          <p:nvPr/>
        </p:nvCxnSpPr>
        <p:spPr>
          <a:xfrm>
            <a:off x="697590" y="5181600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0BA2F55D-1BD6-50BE-0019-1EE86B89DA50}"/>
              </a:ext>
            </a:extLst>
          </p:cNvPr>
          <p:cNvSpPr txBox="1"/>
          <p:nvPr/>
        </p:nvSpPr>
        <p:spPr>
          <a:xfrm>
            <a:off x="697590" y="4935379"/>
            <a:ext cx="42511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latin typeface="NanumGothic" panose="020D0604000000000000" pitchFamily="34" charset="-127"/>
                <a:ea typeface="NanumGothic" panose="020D0604000000000000" pitchFamily="34" charset="-127"/>
              </a:rPr>
              <a:t>메모</a:t>
            </a:r>
            <a:endParaRPr lang="ko-KR" altLang="en-US" sz="10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E76DC2F-0880-39C9-2B95-8C62E971517A}"/>
              </a:ext>
            </a:extLst>
          </p:cNvPr>
          <p:cNvCxnSpPr>
            <a:cxnSpLocks/>
          </p:cNvCxnSpPr>
          <p:nvPr/>
        </p:nvCxnSpPr>
        <p:spPr>
          <a:xfrm>
            <a:off x="697590" y="54324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EE4D79DE-191B-6778-99C8-8A4FA60D6C90}"/>
              </a:ext>
            </a:extLst>
          </p:cNvPr>
          <p:cNvCxnSpPr>
            <a:cxnSpLocks/>
          </p:cNvCxnSpPr>
          <p:nvPr/>
        </p:nvCxnSpPr>
        <p:spPr>
          <a:xfrm>
            <a:off x="697590" y="568325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F6387783-F476-0DCD-2142-BD2403502D2E}"/>
              </a:ext>
            </a:extLst>
          </p:cNvPr>
          <p:cNvCxnSpPr>
            <a:cxnSpLocks/>
          </p:cNvCxnSpPr>
          <p:nvPr/>
        </p:nvCxnSpPr>
        <p:spPr>
          <a:xfrm>
            <a:off x="697590" y="593407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1F10D3A3-922F-E14F-6254-E5FCFB0BCBA4}"/>
              </a:ext>
            </a:extLst>
          </p:cNvPr>
          <p:cNvCxnSpPr>
            <a:cxnSpLocks/>
          </p:cNvCxnSpPr>
          <p:nvPr/>
        </p:nvCxnSpPr>
        <p:spPr>
          <a:xfrm>
            <a:off x="697590" y="618490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F59FA1FA-16DD-8204-2EBF-D392372A2713}"/>
              </a:ext>
            </a:extLst>
          </p:cNvPr>
          <p:cNvCxnSpPr>
            <a:cxnSpLocks/>
          </p:cNvCxnSpPr>
          <p:nvPr/>
        </p:nvCxnSpPr>
        <p:spPr>
          <a:xfrm>
            <a:off x="697590" y="64357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71337D9-C4D1-076B-230A-2A26D01FA413}"/>
              </a:ext>
            </a:extLst>
          </p:cNvPr>
          <p:cNvCxnSpPr>
            <a:cxnSpLocks/>
          </p:cNvCxnSpPr>
          <p:nvPr/>
        </p:nvCxnSpPr>
        <p:spPr>
          <a:xfrm>
            <a:off x="697590" y="668655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66FF24C-BDC8-BA63-5492-C9B435478890}"/>
              </a:ext>
            </a:extLst>
          </p:cNvPr>
          <p:cNvCxnSpPr>
            <a:cxnSpLocks/>
          </p:cNvCxnSpPr>
          <p:nvPr/>
        </p:nvCxnSpPr>
        <p:spPr>
          <a:xfrm>
            <a:off x="697590" y="693737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0BC0F442-F1F0-69AA-ACAD-6A024B606427}"/>
              </a:ext>
            </a:extLst>
          </p:cNvPr>
          <p:cNvCxnSpPr>
            <a:cxnSpLocks/>
          </p:cNvCxnSpPr>
          <p:nvPr/>
        </p:nvCxnSpPr>
        <p:spPr>
          <a:xfrm>
            <a:off x="697590" y="7188200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F93A7114-F958-E67C-D666-C47D50100B47}"/>
              </a:ext>
            </a:extLst>
          </p:cNvPr>
          <p:cNvCxnSpPr>
            <a:cxnSpLocks/>
          </p:cNvCxnSpPr>
          <p:nvPr/>
        </p:nvCxnSpPr>
        <p:spPr>
          <a:xfrm>
            <a:off x="697590" y="74390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07CFCF5-45B3-1F9C-E2ED-03D0A8569473}"/>
              </a:ext>
            </a:extLst>
          </p:cNvPr>
          <p:cNvCxnSpPr>
            <a:cxnSpLocks/>
          </p:cNvCxnSpPr>
          <p:nvPr/>
        </p:nvCxnSpPr>
        <p:spPr>
          <a:xfrm>
            <a:off x="697590" y="1419225"/>
            <a:ext cx="4724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228ED6F-5C20-9745-2268-EC884C7DB6F1}"/>
              </a:ext>
            </a:extLst>
          </p:cNvPr>
          <p:cNvSpPr txBox="1"/>
          <p:nvPr/>
        </p:nvSpPr>
        <p:spPr>
          <a:xfrm>
            <a:off x="697590" y="1173004"/>
            <a:ext cx="42511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NanumGothic" panose="020D0604000000000000" pitchFamily="34" charset="-127"/>
                <a:ea typeface="NanumGothic" panose="020D0604000000000000" pitchFamily="34" charset="-127"/>
              </a:rPr>
              <a:t>준비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F553AF89-B1B3-D00D-38D9-5A57D9A6005B}"/>
              </a:ext>
            </a:extLst>
          </p:cNvPr>
          <p:cNvCxnSpPr>
            <a:cxnSpLocks/>
          </p:cNvCxnSpPr>
          <p:nvPr/>
        </p:nvCxnSpPr>
        <p:spPr>
          <a:xfrm>
            <a:off x="697590" y="166793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296CBC6-7DDC-6EC4-7789-5C600A59D902}"/>
              </a:ext>
            </a:extLst>
          </p:cNvPr>
          <p:cNvCxnSpPr>
            <a:cxnSpLocks/>
          </p:cNvCxnSpPr>
          <p:nvPr/>
        </p:nvCxnSpPr>
        <p:spPr>
          <a:xfrm>
            <a:off x="697590" y="191664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602C5C7D-7855-2039-0C43-5D8E0E8F8515}"/>
              </a:ext>
            </a:extLst>
          </p:cNvPr>
          <p:cNvCxnSpPr>
            <a:cxnSpLocks/>
          </p:cNvCxnSpPr>
          <p:nvPr/>
        </p:nvCxnSpPr>
        <p:spPr>
          <a:xfrm>
            <a:off x="697590" y="216534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315F59D7-5218-01BA-4FD7-CEEFFACE578D}"/>
              </a:ext>
            </a:extLst>
          </p:cNvPr>
          <p:cNvCxnSpPr>
            <a:cxnSpLocks/>
          </p:cNvCxnSpPr>
          <p:nvPr/>
        </p:nvCxnSpPr>
        <p:spPr>
          <a:xfrm>
            <a:off x="697590" y="241405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1577DFA6-2F39-DF49-4C08-834CE2E38F3F}"/>
              </a:ext>
            </a:extLst>
          </p:cNvPr>
          <p:cNvCxnSpPr>
            <a:cxnSpLocks/>
          </p:cNvCxnSpPr>
          <p:nvPr/>
        </p:nvCxnSpPr>
        <p:spPr>
          <a:xfrm>
            <a:off x="697590" y="266276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98772235-70C9-7C6F-A3B7-4723ACCAC027}"/>
              </a:ext>
            </a:extLst>
          </p:cNvPr>
          <p:cNvCxnSpPr>
            <a:cxnSpLocks/>
          </p:cNvCxnSpPr>
          <p:nvPr/>
        </p:nvCxnSpPr>
        <p:spPr>
          <a:xfrm>
            <a:off x="697590" y="291147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A816E1C5-3FB5-121F-FFCE-8DAD98135F7A}"/>
              </a:ext>
            </a:extLst>
          </p:cNvPr>
          <p:cNvCxnSpPr>
            <a:cxnSpLocks/>
          </p:cNvCxnSpPr>
          <p:nvPr/>
        </p:nvCxnSpPr>
        <p:spPr>
          <a:xfrm>
            <a:off x="697590" y="3160181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3330ADB1-CAC6-1F56-35E5-FF3EAD24ED9B}"/>
              </a:ext>
            </a:extLst>
          </p:cNvPr>
          <p:cNvCxnSpPr>
            <a:cxnSpLocks/>
          </p:cNvCxnSpPr>
          <p:nvPr/>
        </p:nvCxnSpPr>
        <p:spPr>
          <a:xfrm>
            <a:off x="697590" y="3408889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2801780F-EABF-C612-F661-B53E0F7BE8EF}"/>
              </a:ext>
            </a:extLst>
          </p:cNvPr>
          <p:cNvCxnSpPr>
            <a:cxnSpLocks/>
          </p:cNvCxnSpPr>
          <p:nvPr/>
        </p:nvCxnSpPr>
        <p:spPr>
          <a:xfrm>
            <a:off x="697590" y="3657597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1E1D8DEF-8DBD-9892-424E-336D2954CE05}"/>
              </a:ext>
            </a:extLst>
          </p:cNvPr>
          <p:cNvCxnSpPr>
            <a:cxnSpLocks/>
          </p:cNvCxnSpPr>
          <p:nvPr/>
        </p:nvCxnSpPr>
        <p:spPr>
          <a:xfrm>
            <a:off x="697590" y="390630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361E9E4F-7670-4AB2-1FFF-9400C4D49C6B}"/>
              </a:ext>
            </a:extLst>
          </p:cNvPr>
          <p:cNvCxnSpPr>
            <a:cxnSpLocks/>
          </p:cNvCxnSpPr>
          <p:nvPr/>
        </p:nvCxnSpPr>
        <p:spPr>
          <a:xfrm>
            <a:off x="697590" y="4155013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63C6610C-B540-66D8-C61B-36438371D92C}"/>
              </a:ext>
            </a:extLst>
          </p:cNvPr>
          <p:cNvCxnSpPr>
            <a:cxnSpLocks/>
          </p:cNvCxnSpPr>
          <p:nvPr/>
        </p:nvCxnSpPr>
        <p:spPr>
          <a:xfrm>
            <a:off x="697590" y="4403725"/>
            <a:ext cx="472440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사각형: 둥근 위쪽 모서리 6">
            <a:hlinkClick r:id="rId2" action="ppaction://hlinksldjump"/>
            <a:extLst>
              <a:ext uri="{FF2B5EF4-FFF2-40B4-BE49-F238E27FC236}">
                <a16:creationId xmlns:a16="http://schemas.microsoft.com/office/drawing/2014/main" id="{6FC77671-181F-0825-A25D-52FA9F4739F4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B9AB238B-92F3-03B8-8511-DF9E0C1B38A6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31" name="평행 사변형 30">
            <a:hlinkClick r:id="rId3" action="ppaction://hlinksldjump"/>
            <a:extLst>
              <a:ext uri="{FF2B5EF4-FFF2-40B4-BE49-F238E27FC236}">
                <a16:creationId xmlns:a16="http://schemas.microsoft.com/office/drawing/2014/main" id="{A5B4E185-5EAE-0190-2BE7-AA25D4C969FE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평행 사변형 31">
            <a:hlinkClick r:id="rId4" action="ppaction://hlinksldjump"/>
            <a:extLst>
              <a:ext uri="{FF2B5EF4-FFF2-40B4-BE49-F238E27FC236}">
                <a16:creationId xmlns:a16="http://schemas.microsoft.com/office/drawing/2014/main" id="{6D4B33AA-1004-2D07-C80C-FC00F5AA2329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평행 사변형 32">
            <a:hlinkClick r:id="rId5" action="ppaction://hlinksldjump"/>
            <a:extLst>
              <a:ext uri="{FF2B5EF4-FFF2-40B4-BE49-F238E27FC236}">
                <a16:creationId xmlns:a16="http://schemas.microsoft.com/office/drawing/2014/main" id="{7AC26101-CD7F-68B1-B9BD-B867ADD9A89B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평행 사변형 33">
            <a:hlinkClick r:id="rId6" action="ppaction://hlinksldjump"/>
            <a:extLst>
              <a:ext uri="{FF2B5EF4-FFF2-40B4-BE49-F238E27FC236}">
                <a16:creationId xmlns:a16="http://schemas.microsoft.com/office/drawing/2014/main" id="{504C6859-A848-49D5-9576-A5611B00358D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평행 사변형 34">
            <a:hlinkClick r:id="rId7" action="ppaction://hlinksldjump"/>
            <a:extLst>
              <a:ext uri="{FF2B5EF4-FFF2-40B4-BE49-F238E27FC236}">
                <a16:creationId xmlns:a16="http://schemas.microsoft.com/office/drawing/2014/main" id="{5F463037-AA55-B449-0552-724756EA8E86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185">
            <a:hlinkClick r:id="rId8"/>
            <a:extLst>
              <a:ext uri="{FF2B5EF4-FFF2-40B4-BE49-F238E27FC236}">
                <a16:creationId xmlns:a16="http://schemas.microsoft.com/office/drawing/2014/main" id="{DDD18BB2-51A1-3D6B-7F28-26726791C725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7" name="TextBox 186">
            <a:hlinkClick r:id="rId9"/>
            <a:extLst>
              <a:ext uri="{FF2B5EF4-FFF2-40B4-BE49-F238E27FC236}">
                <a16:creationId xmlns:a16="http://schemas.microsoft.com/office/drawing/2014/main" id="{1911EA14-C449-B6EE-1E9C-C939EDB512AF}"/>
              </a:ext>
            </a:extLst>
          </p:cNvPr>
          <p:cNvSpPr txBox="1"/>
          <p:nvPr/>
        </p:nvSpPr>
        <p:spPr>
          <a:xfrm>
            <a:off x="2736149" y="7555443"/>
            <a:ext cx="6046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8" name="TextBox 184">
            <a:hlinkClick r:id="rId10"/>
            <a:extLst>
              <a:ext uri="{FF2B5EF4-FFF2-40B4-BE49-F238E27FC236}">
                <a16:creationId xmlns:a16="http://schemas.microsoft.com/office/drawing/2014/main" id="{2532A6B0-8BC4-5CD0-EE93-E9034C00D638}"/>
              </a:ext>
            </a:extLst>
          </p:cNvPr>
          <p:cNvSpPr txBox="1"/>
          <p:nvPr/>
        </p:nvSpPr>
        <p:spPr>
          <a:xfrm>
            <a:off x="312196" y="7553348"/>
            <a:ext cx="7136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Ten: One</a:t>
            </a:r>
            <a:r>
              <a:rPr lang="ko-KR" altLang="en-US" dirty="0"/>
              <a:t>™</a:t>
            </a:r>
          </a:p>
        </p:txBody>
      </p:sp>
    </p:spTree>
    <p:extLst>
      <p:ext uri="{BB962C8B-B14F-4D97-AF65-F5344CB8AC3E}">
        <p14:creationId xmlns:p14="http://schemas.microsoft.com/office/powerpoint/2010/main" val="26144626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사각형: 둥근 위쪽 모서리 29">
            <a:hlinkClick r:id="rId2" action="ppaction://hlinksldjump"/>
            <a:extLst>
              <a:ext uri="{FF2B5EF4-FFF2-40B4-BE49-F238E27FC236}">
                <a16:creationId xmlns:a16="http://schemas.microsoft.com/office/drawing/2014/main" id="{18F6345E-917C-36C3-4994-59E30FA9A85D}"/>
              </a:ext>
            </a:extLst>
          </p:cNvPr>
          <p:cNvSpPr/>
          <p:nvPr/>
        </p:nvSpPr>
        <p:spPr>
          <a:xfrm rot="5400000">
            <a:off x="2781710" y="71134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FFC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사각형: 둥근 위쪽 모서리 30">
            <a:hlinkClick r:id="rId3" action="ppaction://hlinksldjump"/>
            <a:extLst>
              <a:ext uri="{FF2B5EF4-FFF2-40B4-BE49-F238E27FC236}">
                <a16:creationId xmlns:a16="http://schemas.microsoft.com/office/drawing/2014/main" id="{43373E1B-7920-DBDE-AAD8-4D4B1F7D6A66}"/>
              </a:ext>
            </a:extLst>
          </p:cNvPr>
          <p:cNvSpPr/>
          <p:nvPr/>
        </p:nvSpPr>
        <p:spPr>
          <a:xfrm rot="5400000">
            <a:off x="2781710" y="751136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F5AC8C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사각형: 둥근 위쪽 모서리 31">
            <a:hlinkClick r:id="rId4" action="ppaction://hlinksldjump"/>
            <a:extLst>
              <a:ext uri="{FF2B5EF4-FFF2-40B4-BE49-F238E27FC236}">
                <a16:creationId xmlns:a16="http://schemas.microsoft.com/office/drawing/2014/main" id="{2411964C-165C-0491-FE6E-D53604636AB7}"/>
              </a:ext>
            </a:extLst>
          </p:cNvPr>
          <p:cNvSpPr/>
          <p:nvPr/>
        </p:nvSpPr>
        <p:spPr>
          <a:xfrm rot="5400000">
            <a:off x="2781710" y="1431011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80C461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사각형: 둥근 위쪽 모서리 32">
            <a:hlinkClick r:id="rId5" action="ppaction://hlinksldjump"/>
            <a:extLst>
              <a:ext uri="{FF2B5EF4-FFF2-40B4-BE49-F238E27FC236}">
                <a16:creationId xmlns:a16="http://schemas.microsoft.com/office/drawing/2014/main" id="{25730561-8B9F-FE60-1A01-F42104E804F1}"/>
              </a:ext>
            </a:extLst>
          </p:cNvPr>
          <p:cNvSpPr/>
          <p:nvPr/>
        </p:nvSpPr>
        <p:spPr>
          <a:xfrm rot="5400000">
            <a:off x="2781710" y="2102027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A7E2FF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사각형: 둥근 위쪽 모서리 33">
            <a:hlinkClick r:id="rId6" action="ppaction://hlinksldjump"/>
            <a:extLst>
              <a:ext uri="{FF2B5EF4-FFF2-40B4-BE49-F238E27FC236}">
                <a16:creationId xmlns:a16="http://schemas.microsoft.com/office/drawing/2014/main" id="{C0BEDEF0-94F0-9218-A0A3-D208904EDB4F}"/>
              </a:ext>
            </a:extLst>
          </p:cNvPr>
          <p:cNvSpPr/>
          <p:nvPr/>
        </p:nvSpPr>
        <p:spPr>
          <a:xfrm rot="5400000">
            <a:off x="2781712" y="2794662"/>
            <a:ext cx="521572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2">
              <a:lumMod val="75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D2CEF25-3D81-3DAA-4451-1EBC1F2FE429}"/>
              </a:ext>
            </a:extLst>
          </p:cNvPr>
          <p:cNvSpPr txBox="1"/>
          <p:nvPr/>
        </p:nvSpPr>
        <p:spPr>
          <a:xfrm>
            <a:off x="2073308" y="430028"/>
            <a:ext cx="19303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800" spc="600" dirty="0">
                <a:latin typeface="NanumSquare_ac ExtraBold" panose="020B0600000101010101" pitchFamily="34" charset="-127"/>
                <a:ea typeface="NanumSquare_ac ExtraBold" panose="020B0600000101010101" pitchFamily="34" charset="-127"/>
              </a:rPr>
              <a:t>Scene#</a:t>
            </a:r>
            <a:endParaRPr lang="ko-KR" altLang="en-US" sz="2800" spc="600" dirty="0">
              <a:latin typeface="NanumSquare_ac ExtraBold" panose="020B0600000101010101" pitchFamily="34" charset="-127"/>
              <a:ea typeface="NanumSquare_ac ExtraBold" panose="020B0600000101010101" pitchFamily="34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63A1399A-6464-5F33-1EE9-391A7AEC2B9B}"/>
              </a:ext>
            </a:extLst>
          </p:cNvPr>
          <p:cNvCxnSpPr>
            <a:cxnSpLocks/>
          </p:cNvCxnSpPr>
          <p:nvPr/>
        </p:nvCxnSpPr>
        <p:spPr>
          <a:xfrm>
            <a:off x="2009774" y="962773"/>
            <a:ext cx="2057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평행 사변형 2">
            <a:hlinkClick r:id="rId2" action="ppaction://hlinksldjump"/>
            <a:extLst>
              <a:ext uri="{FF2B5EF4-FFF2-40B4-BE49-F238E27FC236}">
                <a16:creationId xmlns:a16="http://schemas.microsoft.com/office/drawing/2014/main" id="{57CD2B49-9CEF-3951-D387-318AC71ABABD}"/>
              </a:ext>
            </a:extLst>
          </p:cNvPr>
          <p:cNvSpPr/>
          <p:nvPr/>
        </p:nvSpPr>
        <p:spPr>
          <a:xfrm>
            <a:off x="631190" y="2054225"/>
            <a:ext cx="598594" cy="521573"/>
          </a:xfrm>
          <a:prstGeom prst="parallelogram">
            <a:avLst>
              <a:gd name="adj" fmla="val 32086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평행 사변형 12">
            <a:extLst>
              <a:ext uri="{FF2B5EF4-FFF2-40B4-BE49-F238E27FC236}">
                <a16:creationId xmlns:a16="http://schemas.microsoft.com/office/drawing/2014/main" id="{E43E5641-D9A6-6DF4-270C-D26FCDEC5D6D}"/>
              </a:ext>
            </a:extLst>
          </p:cNvPr>
          <p:cNvSpPr/>
          <p:nvPr/>
        </p:nvSpPr>
        <p:spPr>
          <a:xfrm>
            <a:off x="1482151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평행 사변형 13">
            <a:extLst>
              <a:ext uri="{FF2B5EF4-FFF2-40B4-BE49-F238E27FC236}">
                <a16:creationId xmlns:a16="http://schemas.microsoft.com/office/drawing/2014/main" id="{0C91E63D-D899-B76A-A393-1C4261A0831F}"/>
              </a:ext>
            </a:extLst>
          </p:cNvPr>
          <p:cNvSpPr/>
          <p:nvPr/>
        </p:nvSpPr>
        <p:spPr>
          <a:xfrm>
            <a:off x="2029793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평행 사변형 14">
            <a:extLst>
              <a:ext uri="{FF2B5EF4-FFF2-40B4-BE49-F238E27FC236}">
                <a16:creationId xmlns:a16="http://schemas.microsoft.com/office/drawing/2014/main" id="{557CC4E6-F18F-FCAA-A524-96E19D311A31}"/>
              </a:ext>
            </a:extLst>
          </p:cNvPr>
          <p:cNvSpPr/>
          <p:nvPr/>
        </p:nvSpPr>
        <p:spPr>
          <a:xfrm>
            <a:off x="2577435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평행 사변형 15">
            <a:extLst>
              <a:ext uri="{FF2B5EF4-FFF2-40B4-BE49-F238E27FC236}">
                <a16:creationId xmlns:a16="http://schemas.microsoft.com/office/drawing/2014/main" id="{BAEDA36E-7B38-2477-1916-E04B4B89CC71}"/>
              </a:ext>
            </a:extLst>
          </p:cNvPr>
          <p:cNvSpPr/>
          <p:nvPr/>
        </p:nvSpPr>
        <p:spPr>
          <a:xfrm>
            <a:off x="3125077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평행 사변형 16">
            <a:extLst>
              <a:ext uri="{FF2B5EF4-FFF2-40B4-BE49-F238E27FC236}">
                <a16:creationId xmlns:a16="http://schemas.microsoft.com/office/drawing/2014/main" id="{AC6AA852-C680-E9FF-C7B5-8C61CCB5CC71}"/>
              </a:ext>
            </a:extLst>
          </p:cNvPr>
          <p:cNvSpPr/>
          <p:nvPr/>
        </p:nvSpPr>
        <p:spPr>
          <a:xfrm>
            <a:off x="3672719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평행 사변형 17">
            <a:extLst>
              <a:ext uri="{FF2B5EF4-FFF2-40B4-BE49-F238E27FC236}">
                <a16:creationId xmlns:a16="http://schemas.microsoft.com/office/drawing/2014/main" id="{90CE5DBE-FE3E-2DBD-018D-3895AA0721E2}"/>
              </a:ext>
            </a:extLst>
          </p:cNvPr>
          <p:cNvSpPr/>
          <p:nvPr/>
        </p:nvSpPr>
        <p:spPr>
          <a:xfrm>
            <a:off x="4220361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평행 사변형 18">
            <a:extLst>
              <a:ext uri="{FF2B5EF4-FFF2-40B4-BE49-F238E27FC236}">
                <a16:creationId xmlns:a16="http://schemas.microsoft.com/office/drawing/2014/main" id="{84D2307E-9A97-DC8D-5696-75DFA9735F0E}"/>
              </a:ext>
            </a:extLst>
          </p:cNvPr>
          <p:cNvSpPr/>
          <p:nvPr/>
        </p:nvSpPr>
        <p:spPr>
          <a:xfrm>
            <a:off x="4768002" y="2054225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평행 사변형 20">
            <a:hlinkClick r:id="rId3" action="ppaction://hlinksldjump"/>
            <a:extLst>
              <a:ext uri="{FF2B5EF4-FFF2-40B4-BE49-F238E27FC236}">
                <a16:creationId xmlns:a16="http://schemas.microsoft.com/office/drawing/2014/main" id="{2B338784-E4CF-E5FE-A828-F2D2EB76558B}"/>
              </a:ext>
            </a:extLst>
          </p:cNvPr>
          <p:cNvSpPr/>
          <p:nvPr/>
        </p:nvSpPr>
        <p:spPr>
          <a:xfrm>
            <a:off x="631190" y="2734227"/>
            <a:ext cx="598594" cy="521573"/>
          </a:xfrm>
          <a:prstGeom prst="parallelogram">
            <a:avLst>
              <a:gd name="adj" fmla="val 32086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평행 사변형 22">
            <a:extLst>
              <a:ext uri="{FF2B5EF4-FFF2-40B4-BE49-F238E27FC236}">
                <a16:creationId xmlns:a16="http://schemas.microsoft.com/office/drawing/2014/main" id="{2E7582DD-1B49-AEBE-22C7-82E46F622452}"/>
              </a:ext>
            </a:extLst>
          </p:cNvPr>
          <p:cNvSpPr/>
          <p:nvPr/>
        </p:nvSpPr>
        <p:spPr>
          <a:xfrm>
            <a:off x="1482151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평행 사변형 23">
            <a:extLst>
              <a:ext uri="{FF2B5EF4-FFF2-40B4-BE49-F238E27FC236}">
                <a16:creationId xmlns:a16="http://schemas.microsoft.com/office/drawing/2014/main" id="{5466776A-0183-513F-64FD-B5E5991DF91C}"/>
              </a:ext>
            </a:extLst>
          </p:cNvPr>
          <p:cNvSpPr/>
          <p:nvPr/>
        </p:nvSpPr>
        <p:spPr>
          <a:xfrm>
            <a:off x="2029793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평행 사변형 24">
            <a:extLst>
              <a:ext uri="{FF2B5EF4-FFF2-40B4-BE49-F238E27FC236}">
                <a16:creationId xmlns:a16="http://schemas.microsoft.com/office/drawing/2014/main" id="{33CE9B3D-0016-0115-EBC2-C4D662B4EA5E}"/>
              </a:ext>
            </a:extLst>
          </p:cNvPr>
          <p:cNvSpPr/>
          <p:nvPr/>
        </p:nvSpPr>
        <p:spPr>
          <a:xfrm>
            <a:off x="2577435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평행 사변형 25">
            <a:extLst>
              <a:ext uri="{FF2B5EF4-FFF2-40B4-BE49-F238E27FC236}">
                <a16:creationId xmlns:a16="http://schemas.microsoft.com/office/drawing/2014/main" id="{E4C4EC30-82E0-85BE-FF94-DE5E2BBAD916}"/>
              </a:ext>
            </a:extLst>
          </p:cNvPr>
          <p:cNvSpPr/>
          <p:nvPr/>
        </p:nvSpPr>
        <p:spPr>
          <a:xfrm>
            <a:off x="3125077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평행 사변형 26">
            <a:extLst>
              <a:ext uri="{FF2B5EF4-FFF2-40B4-BE49-F238E27FC236}">
                <a16:creationId xmlns:a16="http://schemas.microsoft.com/office/drawing/2014/main" id="{47E0CFB3-C9DB-53A9-D005-F15C7E9E93D2}"/>
              </a:ext>
            </a:extLst>
          </p:cNvPr>
          <p:cNvSpPr/>
          <p:nvPr/>
        </p:nvSpPr>
        <p:spPr>
          <a:xfrm>
            <a:off x="3672719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평행 사변형 27">
            <a:extLst>
              <a:ext uri="{FF2B5EF4-FFF2-40B4-BE49-F238E27FC236}">
                <a16:creationId xmlns:a16="http://schemas.microsoft.com/office/drawing/2014/main" id="{34489595-BFD8-00A7-BA84-9A11F47036D1}"/>
              </a:ext>
            </a:extLst>
          </p:cNvPr>
          <p:cNvSpPr/>
          <p:nvPr/>
        </p:nvSpPr>
        <p:spPr>
          <a:xfrm>
            <a:off x="4220361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평행 사변형 28">
            <a:extLst>
              <a:ext uri="{FF2B5EF4-FFF2-40B4-BE49-F238E27FC236}">
                <a16:creationId xmlns:a16="http://schemas.microsoft.com/office/drawing/2014/main" id="{17ADB21C-AEDE-9C78-77F9-71653ECDB1FE}"/>
              </a:ext>
            </a:extLst>
          </p:cNvPr>
          <p:cNvSpPr/>
          <p:nvPr/>
        </p:nvSpPr>
        <p:spPr>
          <a:xfrm>
            <a:off x="4768002" y="2734227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사각형: 둥근 위쪽 모서리 35">
            <a:hlinkClick r:id="rId4" action="ppaction://hlinksldjump"/>
            <a:extLst>
              <a:ext uri="{FF2B5EF4-FFF2-40B4-BE49-F238E27FC236}">
                <a16:creationId xmlns:a16="http://schemas.microsoft.com/office/drawing/2014/main" id="{54C38511-952C-C65B-B11B-044E7BBB454A}"/>
              </a:ext>
            </a:extLst>
          </p:cNvPr>
          <p:cNvSpPr/>
          <p:nvPr/>
        </p:nvSpPr>
        <p:spPr>
          <a:xfrm rot="5400000">
            <a:off x="2781710" y="1431011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F5AC8C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평행 사변형 36">
            <a:hlinkClick r:id="rId4" action="ppaction://hlinksldjump"/>
            <a:extLst>
              <a:ext uri="{FF2B5EF4-FFF2-40B4-BE49-F238E27FC236}">
                <a16:creationId xmlns:a16="http://schemas.microsoft.com/office/drawing/2014/main" id="{ED0D678C-9113-DBEA-F908-6FD6CDD4B658}"/>
              </a:ext>
            </a:extLst>
          </p:cNvPr>
          <p:cNvSpPr/>
          <p:nvPr/>
        </p:nvSpPr>
        <p:spPr>
          <a:xfrm>
            <a:off x="631190" y="3414101"/>
            <a:ext cx="598594" cy="521573"/>
          </a:xfrm>
          <a:prstGeom prst="parallelogram">
            <a:avLst>
              <a:gd name="adj" fmla="val 32086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평행 사변형 40">
            <a:extLst>
              <a:ext uri="{FF2B5EF4-FFF2-40B4-BE49-F238E27FC236}">
                <a16:creationId xmlns:a16="http://schemas.microsoft.com/office/drawing/2014/main" id="{735D5796-242E-BC75-4FA7-4D6A3672B7FC}"/>
              </a:ext>
            </a:extLst>
          </p:cNvPr>
          <p:cNvSpPr/>
          <p:nvPr/>
        </p:nvSpPr>
        <p:spPr>
          <a:xfrm>
            <a:off x="1482151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평행 사변형 42">
            <a:extLst>
              <a:ext uri="{FF2B5EF4-FFF2-40B4-BE49-F238E27FC236}">
                <a16:creationId xmlns:a16="http://schemas.microsoft.com/office/drawing/2014/main" id="{660851F1-1571-A228-5F0A-F2DD3DA81105}"/>
              </a:ext>
            </a:extLst>
          </p:cNvPr>
          <p:cNvSpPr/>
          <p:nvPr/>
        </p:nvSpPr>
        <p:spPr>
          <a:xfrm>
            <a:off x="2029793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평행 사변형 43">
            <a:extLst>
              <a:ext uri="{FF2B5EF4-FFF2-40B4-BE49-F238E27FC236}">
                <a16:creationId xmlns:a16="http://schemas.microsoft.com/office/drawing/2014/main" id="{22100187-1D4B-B784-454C-9FDD7E206509}"/>
              </a:ext>
            </a:extLst>
          </p:cNvPr>
          <p:cNvSpPr/>
          <p:nvPr/>
        </p:nvSpPr>
        <p:spPr>
          <a:xfrm>
            <a:off x="2577435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평행 사변형 44">
            <a:extLst>
              <a:ext uri="{FF2B5EF4-FFF2-40B4-BE49-F238E27FC236}">
                <a16:creationId xmlns:a16="http://schemas.microsoft.com/office/drawing/2014/main" id="{4F52BF28-F13B-B35C-75C5-E240AA671CBE}"/>
              </a:ext>
            </a:extLst>
          </p:cNvPr>
          <p:cNvSpPr/>
          <p:nvPr/>
        </p:nvSpPr>
        <p:spPr>
          <a:xfrm>
            <a:off x="3125077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평행 사변형 45">
            <a:extLst>
              <a:ext uri="{FF2B5EF4-FFF2-40B4-BE49-F238E27FC236}">
                <a16:creationId xmlns:a16="http://schemas.microsoft.com/office/drawing/2014/main" id="{36674A99-DC44-02FA-B28D-5D07EC47F0DB}"/>
              </a:ext>
            </a:extLst>
          </p:cNvPr>
          <p:cNvSpPr/>
          <p:nvPr/>
        </p:nvSpPr>
        <p:spPr>
          <a:xfrm>
            <a:off x="3672719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평행 사변형 46">
            <a:extLst>
              <a:ext uri="{FF2B5EF4-FFF2-40B4-BE49-F238E27FC236}">
                <a16:creationId xmlns:a16="http://schemas.microsoft.com/office/drawing/2014/main" id="{89C50913-9AE5-9290-4BE6-10062768F6A2}"/>
              </a:ext>
            </a:extLst>
          </p:cNvPr>
          <p:cNvSpPr/>
          <p:nvPr/>
        </p:nvSpPr>
        <p:spPr>
          <a:xfrm>
            <a:off x="4220361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평행 사변형 47">
            <a:extLst>
              <a:ext uri="{FF2B5EF4-FFF2-40B4-BE49-F238E27FC236}">
                <a16:creationId xmlns:a16="http://schemas.microsoft.com/office/drawing/2014/main" id="{8351F7E2-35DE-F02C-CB51-42BAFD5DD560}"/>
              </a:ext>
            </a:extLst>
          </p:cNvPr>
          <p:cNvSpPr/>
          <p:nvPr/>
        </p:nvSpPr>
        <p:spPr>
          <a:xfrm>
            <a:off x="4768002" y="3414101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사각형: 둥근 위쪽 모서리 48">
            <a:hlinkClick r:id="rId5" action="ppaction://hlinksldjump"/>
            <a:extLst>
              <a:ext uri="{FF2B5EF4-FFF2-40B4-BE49-F238E27FC236}">
                <a16:creationId xmlns:a16="http://schemas.microsoft.com/office/drawing/2014/main" id="{FDB67D19-02E5-8E88-C1CA-3CB0CCCC58C5}"/>
              </a:ext>
            </a:extLst>
          </p:cNvPr>
          <p:cNvSpPr/>
          <p:nvPr/>
        </p:nvSpPr>
        <p:spPr>
          <a:xfrm rot="5400000">
            <a:off x="2781710" y="2102027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F5AC8C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평행 사변형 49">
            <a:hlinkClick r:id="rId5" action="ppaction://hlinksldjump"/>
            <a:extLst>
              <a:ext uri="{FF2B5EF4-FFF2-40B4-BE49-F238E27FC236}">
                <a16:creationId xmlns:a16="http://schemas.microsoft.com/office/drawing/2014/main" id="{43707E12-6AD7-E19E-A6C2-5321C0B23290}"/>
              </a:ext>
            </a:extLst>
          </p:cNvPr>
          <p:cNvSpPr/>
          <p:nvPr/>
        </p:nvSpPr>
        <p:spPr>
          <a:xfrm>
            <a:off x="631190" y="4085118"/>
            <a:ext cx="598594" cy="521573"/>
          </a:xfrm>
          <a:prstGeom prst="parallelogram">
            <a:avLst>
              <a:gd name="adj" fmla="val 32086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평행 사변형 50">
            <a:extLst>
              <a:ext uri="{FF2B5EF4-FFF2-40B4-BE49-F238E27FC236}">
                <a16:creationId xmlns:a16="http://schemas.microsoft.com/office/drawing/2014/main" id="{AAC39A5F-C422-8849-54D4-F4B0C12A912C}"/>
              </a:ext>
            </a:extLst>
          </p:cNvPr>
          <p:cNvSpPr/>
          <p:nvPr/>
        </p:nvSpPr>
        <p:spPr>
          <a:xfrm>
            <a:off x="1482151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평행 사변형 51">
            <a:extLst>
              <a:ext uri="{FF2B5EF4-FFF2-40B4-BE49-F238E27FC236}">
                <a16:creationId xmlns:a16="http://schemas.microsoft.com/office/drawing/2014/main" id="{E76284A7-2500-208D-2CFE-406552FFE0ED}"/>
              </a:ext>
            </a:extLst>
          </p:cNvPr>
          <p:cNvSpPr/>
          <p:nvPr/>
        </p:nvSpPr>
        <p:spPr>
          <a:xfrm>
            <a:off x="2029793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평행 사변형 52">
            <a:extLst>
              <a:ext uri="{FF2B5EF4-FFF2-40B4-BE49-F238E27FC236}">
                <a16:creationId xmlns:a16="http://schemas.microsoft.com/office/drawing/2014/main" id="{AA419250-760B-5B32-2AC2-40788F45A290}"/>
              </a:ext>
            </a:extLst>
          </p:cNvPr>
          <p:cNvSpPr/>
          <p:nvPr/>
        </p:nvSpPr>
        <p:spPr>
          <a:xfrm>
            <a:off x="2577435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평행 사변형 53">
            <a:extLst>
              <a:ext uri="{FF2B5EF4-FFF2-40B4-BE49-F238E27FC236}">
                <a16:creationId xmlns:a16="http://schemas.microsoft.com/office/drawing/2014/main" id="{D4115A5F-D47B-084C-E8FE-13F58A4CB984}"/>
              </a:ext>
            </a:extLst>
          </p:cNvPr>
          <p:cNvSpPr/>
          <p:nvPr/>
        </p:nvSpPr>
        <p:spPr>
          <a:xfrm>
            <a:off x="3125077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평행 사변형 54">
            <a:extLst>
              <a:ext uri="{FF2B5EF4-FFF2-40B4-BE49-F238E27FC236}">
                <a16:creationId xmlns:a16="http://schemas.microsoft.com/office/drawing/2014/main" id="{72470700-5048-3972-1A3B-2675EA4B6F6D}"/>
              </a:ext>
            </a:extLst>
          </p:cNvPr>
          <p:cNvSpPr/>
          <p:nvPr/>
        </p:nvSpPr>
        <p:spPr>
          <a:xfrm>
            <a:off x="3672719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평행 사변형 55">
            <a:extLst>
              <a:ext uri="{FF2B5EF4-FFF2-40B4-BE49-F238E27FC236}">
                <a16:creationId xmlns:a16="http://schemas.microsoft.com/office/drawing/2014/main" id="{C2C330F1-D9EA-A546-2722-DF4536C3FA91}"/>
              </a:ext>
            </a:extLst>
          </p:cNvPr>
          <p:cNvSpPr/>
          <p:nvPr/>
        </p:nvSpPr>
        <p:spPr>
          <a:xfrm>
            <a:off x="4220361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평행 사변형 56">
            <a:extLst>
              <a:ext uri="{FF2B5EF4-FFF2-40B4-BE49-F238E27FC236}">
                <a16:creationId xmlns:a16="http://schemas.microsoft.com/office/drawing/2014/main" id="{6B6E19A7-07DB-A1AB-0B84-F20BD282D7A3}"/>
              </a:ext>
            </a:extLst>
          </p:cNvPr>
          <p:cNvSpPr/>
          <p:nvPr/>
        </p:nvSpPr>
        <p:spPr>
          <a:xfrm>
            <a:off x="4768002" y="4085118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사각형: 둥근 위쪽 모서리 57">
            <a:hlinkClick r:id="rId6" action="ppaction://hlinksldjump"/>
            <a:extLst>
              <a:ext uri="{FF2B5EF4-FFF2-40B4-BE49-F238E27FC236}">
                <a16:creationId xmlns:a16="http://schemas.microsoft.com/office/drawing/2014/main" id="{4D5032D5-2927-16F1-BDF9-3D7CE94A3545}"/>
              </a:ext>
            </a:extLst>
          </p:cNvPr>
          <p:cNvSpPr/>
          <p:nvPr/>
        </p:nvSpPr>
        <p:spPr>
          <a:xfrm rot="5400000">
            <a:off x="2781710" y="2794662"/>
            <a:ext cx="521573" cy="448775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F5AC8C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평행 사변형 58">
            <a:hlinkClick r:id="rId6" action="ppaction://hlinksldjump"/>
            <a:extLst>
              <a:ext uri="{FF2B5EF4-FFF2-40B4-BE49-F238E27FC236}">
                <a16:creationId xmlns:a16="http://schemas.microsoft.com/office/drawing/2014/main" id="{E9AA204E-3210-C658-79FF-34E945956DB0}"/>
              </a:ext>
            </a:extLst>
          </p:cNvPr>
          <p:cNvSpPr/>
          <p:nvPr/>
        </p:nvSpPr>
        <p:spPr>
          <a:xfrm>
            <a:off x="631190" y="4777753"/>
            <a:ext cx="598594" cy="521573"/>
          </a:xfrm>
          <a:prstGeom prst="parallelogram">
            <a:avLst>
              <a:gd name="adj" fmla="val 32086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평행 사변형 59">
            <a:extLst>
              <a:ext uri="{FF2B5EF4-FFF2-40B4-BE49-F238E27FC236}">
                <a16:creationId xmlns:a16="http://schemas.microsoft.com/office/drawing/2014/main" id="{512356CC-CD0C-2573-C0D8-D64806A15DCE}"/>
              </a:ext>
            </a:extLst>
          </p:cNvPr>
          <p:cNvSpPr/>
          <p:nvPr/>
        </p:nvSpPr>
        <p:spPr>
          <a:xfrm>
            <a:off x="1482151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평행 사변형 60">
            <a:extLst>
              <a:ext uri="{FF2B5EF4-FFF2-40B4-BE49-F238E27FC236}">
                <a16:creationId xmlns:a16="http://schemas.microsoft.com/office/drawing/2014/main" id="{8813010E-31A7-6EDB-FF36-011C872D3F85}"/>
              </a:ext>
            </a:extLst>
          </p:cNvPr>
          <p:cNvSpPr/>
          <p:nvPr/>
        </p:nvSpPr>
        <p:spPr>
          <a:xfrm>
            <a:off x="2029793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평행 사변형 61">
            <a:extLst>
              <a:ext uri="{FF2B5EF4-FFF2-40B4-BE49-F238E27FC236}">
                <a16:creationId xmlns:a16="http://schemas.microsoft.com/office/drawing/2014/main" id="{632823ED-A873-04F6-E8C4-53AE836758C0}"/>
              </a:ext>
            </a:extLst>
          </p:cNvPr>
          <p:cNvSpPr/>
          <p:nvPr/>
        </p:nvSpPr>
        <p:spPr>
          <a:xfrm>
            <a:off x="2577435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평행 사변형 62">
            <a:extLst>
              <a:ext uri="{FF2B5EF4-FFF2-40B4-BE49-F238E27FC236}">
                <a16:creationId xmlns:a16="http://schemas.microsoft.com/office/drawing/2014/main" id="{88AD8EDB-2CD9-6063-D937-0FB2BEF7E3B7}"/>
              </a:ext>
            </a:extLst>
          </p:cNvPr>
          <p:cNvSpPr/>
          <p:nvPr/>
        </p:nvSpPr>
        <p:spPr>
          <a:xfrm>
            <a:off x="3125077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평행 사변형 63">
            <a:extLst>
              <a:ext uri="{FF2B5EF4-FFF2-40B4-BE49-F238E27FC236}">
                <a16:creationId xmlns:a16="http://schemas.microsoft.com/office/drawing/2014/main" id="{B7E8139B-CC80-295C-F67E-D0BE06CD33B6}"/>
              </a:ext>
            </a:extLst>
          </p:cNvPr>
          <p:cNvSpPr/>
          <p:nvPr/>
        </p:nvSpPr>
        <p:spPr>
          <a:xfrm>
            <a:off x="3672719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평행 사변형 64">
            <a:extLst>
              <a:ext uri="{FF2B5EF4-FFF2-40B4-BE49-F238E27FC236}">
                <a16:creationId xmlns:a16="http://schemas.microsoft.com/office/drawing/2014/main" id="{5E1A7791-5C23-D563-5CDD-D34B89153403}"/>
              </a:ext>
            </a:extLst>
          </p:cNvPr>
          <p:cNvSpPr/>
          <p:nvPr/>
        </p:nvSpPr>
        <p:spPr>
          <a:xfrm>
            <a:off x="4220361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평행 사변형 65">
            <a:extLst>
              <a:ext uri="{FF2B5EF4-FFF2-40B4-BE49-F238E27FC236}">
                <a16:creationId xmlns:a16="http://schemas.microsoft.com/office/drawing/2014/main" id="{3F8BCDBA-4883-F499-9F6E-9D15D5FEBE8E}"/>
              </a:ext>
            </a:extLst>
          </p:cNvPr>
          <p:cNvSpPr/>
          <p:nvPr/>
        </p:nvSpPr>
        <p:spPr>
          <a:xfrm>
            <a:off x="4768002" y="4777753"/>
            <a:ext cx="295275" cy="521573"/>
          </a:xfrm>
          <a:prstGeom prst="parallelogram">
            <a:avLst>
              <a:gd name="adj" fmla="val 55645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자유형: 도형 70">
            <a:extLst>
              <a:ext uri="{FF2B5EF4-FFF2-40B4-BE49-F238E27FC236}">
                <a16:creationId xmlns:a16="http://schemas.microsoft.com/office/drawing/2014/main" id="{695C8D8A-E174-DBD2-AA25-3FF985E37EE1}"/>
              </a:ext>
            </a:extLst>
          </p:cNvPr>
          <p:cNvSpPr/>
          <p:nvPr/>
        </p:nvSpPr>
        <p:spPr>
          <a:xfrm rot="17100000">
            <a:off x="816079" y="2081742"/>
            <a:ext cx="112733" cy="124079"/>
          </a:xfrm>
          <a:custGeom>
            <a:avLst/>
            <a:gdLst>
              <a:gd name="connsiteX0" fmla="*/ 227384 w 401734"/>
              <a:gd name="connsiteY0" fmla="*/ 186526 h 442168"/>
              <a:gd name="connsiteX1" fmla="*/ 155830 w 401734"/>
              <a:gd name="connsiteY1" fmla="*/ 186526 h 442168"/>
              <a:gd name="connsiteX2" fmla="*/ 174350 w 401734"/>
              <a:gd name="connsiteY2" fmla="*/ 255642 h 442168"/>
              <a:gd name="connsiteX3" fmla="*/ 245904 w 401734"/>
              <a:gd name="connsiteY3" fmla="*/ 255642 h 442168"/>
              <a:gd name="connsiteX4" fmla="*/ 401734 w 401734"/>
              <a:gd name="connsiteY4" fmla="*/ 116528 h 442168"/>
              <a:gd name="connsiteX5" fmla="*/ 401734 w 401734"/>
              <a:gd name="connsiteY5" fmla="*/ 186526 h 442168"/>
              <a:gd name="connsiteX6" fmla="*/ 299852 w 401734"/>
              <a:gd name="connsiteY6" fmla="*/ 186526 h 442168"/>
              <a:gd name="connsiteX7" fmla="*/ 318371 w 401734"/>
              <a:gd name="connsiteY7" fmla="*/ 255642 h 442168"/>
              <a:gd name="connsiteX8" fmla="*/ 401734 w 401734"/>
              <a:gd name="connsiteY8" fmla="*/ 255642 h 442168"/>
              <a:gd name="connsiteX9" fmla="*/ 401734 w 401734"/>
              <a:gd name="connsiteY9" fmla="*/ 325640 h 442168"/>
              <a:gd name="connsiteX10" fmla="*/ 337127 w 401734"/>
              <a:gd name="connsiteY10" fmla="*/ 325640 h 442168"/>
              <a:gd name="connsiteX11" fmla="*/ 353848 w 401734"/>
              <a:gd name="connsiteY11" fmla="*/ 388045 h 442168"/>
              <a:gd name="connsiteX12" fmla="*/ 286236 w 401734"/>
              <a:gd name="connsiteY12" fmla="*/ 406162 h 442168"/>
              <a:gd name="connsiteX13" fmla="*/ 264660 w 401734"/>
              <a:gd name="connsiteY13" fmla="*/ 325640 h 442168"/>
              <a:gd name="connsiteX14" fmla="*/ 193106 w 401734"/>
              <a:gd name="connsiteY14" fmla="*/ 325640 h 442168"/>
              <a:gd name="connsiteX15" fmla="*/ 219475 w 401734"/>
              <a:gd name="connsiteY15" fmla="*/ 424051 h 442168"/>
              <a:gd name="connsiteX16" fmla="*/ 151862 w 401734"/>
              <a:gd name="connsiteY16" fmla="*/ 442168 h 442168"/>
              <a:gd name="connsiteX17" fmla="*/ 120638 w 401734"/>
              <a:gd name="connsiteY17" fmla="*/ 325640 h 442168"/>
              <a:gd name="connsiteX18" fmla="*/ 0 w 401734"/>
              <a:gd name="connsiteY18" fmla="*/ 325640 h 442168"/>
              <a:gd name="connsiteX19" fmla="*/ 0 w 401734"/>
              <a:gd name="connsiteY19" fmla="*/ 255642 h 442168"/>
              <a:gd name="connsiteX20" fmla="*/ 101883 w 401734"/>
              <a:gd name="connsiteY20" fmla="*/ 255642 h 442168"/>
              <a:gd name="connsiteX21" fmla="*/ 83363 w 401734"/>
              <a:gd name="connsiteY21" fmla="*/ 186526 h 442168"/>
              <a:gd name="connsiteX22" fmla="*/ 0 w 401734"/>
              <a:gd name="connsiteY22" fmla="*/ 186526 h 442168"/>
              <a:gd name="connsiteX23" fmla="*/ 0 w 401734"/>
              <a:gd name="connsiteY23" fmla="*/ 116528 h 442168"/>
              <a:gd name="connsiteX24" fmla="*/ 64607 w 401734"/>
              <a:gd name="connsiteY24" fmla="*/ 116528 h 442168"/>
              <a:gd name="connsiteX25" fmla="*/ 47886 w 401734"/>
              <a:gd name="connsiteY25" fmla="*/ 54123 h 442168"/>
              <a:gd name="connsiteX26" fmla="*/ 115498 w 401734"/>
              <a:gd name="connsiteY26" fmla="*/ 36006 h 442168"/>
              <a:gd name="connsiteX27" fmla="*/ 137074 w 401734"/>
              <a:gd name="connsiteY27" fmla="*/ 116528 h 442168"/>
              <a:gd name="connsiteX28" fmla="*/ 208628 w 401734"/>
              <a:gd name="connsiteY28" fmla="*/ 116528 h 442168"/>
              <a:gd name="connsiteX29" fmla="*/ 182259 w 401734"/>
              <a:gd name="connsiteY29" fmla="*/ 18117 h 442168"/>
              <a:gd name="connsiteX30" fmla="*/ 249872 w 401734"/>
              <a:gd name="connsiteY30" fmla="*/ 0 h 442168"/>
              <a:gd name="connsiteX31" fmla="*/ 281096 w 401734"/>
              <a:gd name="connsiteY31" fmla="*/ 116528 h 44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1734" h="442168">
                <a:moveTo>
                  <a:pt x="227384" y="186526"/>
                </a:moveTo>
                <a:lnTo>
                  <a:pt x="155830" y="186526"/>
                </a:lnTo>
                <a:lnTo>
                  <a:pt x="174350" y="255642"/>
                </a:lnTo>
                <a:lnTo>
                  <a:pt x="245904" y="255642"/>
                </a:lnTo>
                <a:close/>
                <a:moveTo>
                  <a:pt x="401734" y="116528"/>
                </a:moveTo>
                <a:lnTo>
                  <a:pt x="401734" y="186526"/>
                </a:lnTo>
                <a:lnTo>
                  <a:pt x="299852" y="186526"/>
                </a:lnTo>
                <a:lnTo>
                  <a:pt x="318371" y="255642"/>
                </a:lnTo>
                <a:lnTo>
                  <a:pt x="401734" y="255642"/>
                </a:lnTo>
                <a:lnTo>
                  <a:pt x="401734" y="325640"/>
                </a:lnTo>
                <a:lnTo>
                  <a:pt x="337127" y="325640"/>
                </a:lnTo>
                <a:lnTo>
                  <a:pt x="353848" y="388045"/>
                </a:lnTo>
                <a:lnTo>
                  <a:pt x="286236" y="406162"/>
                </a:lnTo>
                <a:lnTo>
                  <a:pt x="264660" y="325640"/>
                </a:lnTo>
                <a:lnTo>
                  <a:pt x="193106" y="325640"/>
                </a:lnTo>
                <a:lnTo>
                  <a:pt x="219475" y="424051"/>
                </a:lnTo>
                <a:lnTo>
                  <a:pt x="151862" y="442168"/>
                </a:lnTo>
                <a:lnTo>
                  <a:pt x="120638" y="325640"/>
                </a:lnTo>
                <a:lnTo>
                  <a:pt x="0" y="325640"/>
                </a:lnTo>
                <a:lnTo>
                  <a:pt x="0" y="255642"/>
                </a:lnTo>
                <a:lnTo>
                  <a:pt x="101883" y="255642"/>
                </a:lnTo>
                <a:lnTo>
                  <a:pt x="83363" y="186526"/>
                </a:lnTo>
                <a:lnTo>
                  <a:pt x="0" y="186526"/>
                </a:lnTo>
                <a:lnTo>
                  <a:pt x="0" y="116528"/>
                </a:lnTo>
                <a:lnTo>
                  <a:pt x="64607" y="116528"/>
                </a:lnTo>
                <a:lnTo>
                  <a:pt x="47886" y="54123"/>
                </a:lnTo>
                <a:lnTo>
                  <a:pt x="115498" y="36006"/>
                </a:lnTo>
                <a:lnTo>
                  <a:pt x="137074" y="116528"/>
                </a:lnTo>
                <a:lnTo>
                  <a:pt x="208628" y="116528"/>
                </a:lnTo>
                <a:lnTo>
                  <a:pt x="182259" y="18117"/>
                </a:lnTo>
                <a:lnTo>
                  <a:pt x="249872" y="0"/>
                </a:lnTo>
                <a:lnTo>
                  <a:pt x="281096" y="1165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자유형: 도형 71">
            <a:extLst>
              <a:ext uri="{FF2B5EF4-FFF2-40B4-BE49-F238E27FC236}">
                <a16:creationId xmlns:a16="http://schemas.microsoft.com/office/drawing/2014/main" id="{C43F1D5A-EC93-08C9-E7E8-2EC1F7554E79}"/>
              </a:ext>
            </a:extLst>
          </p:cNvPr>
          <p:cNvSpPr/>
          <p:nvPr/>
        </p:nvSpPr>
        <p:spPr>
          <a:xfrm rot="17100000">
            <a:off x="816079" y="2761744"/>
            <a:ext cx="112733" cy="124079"/>
          </a:xfrm>
          <a:custGeom>
            <a:avLst/>
            <a:gdLst>
              <a:gd name="connsiteX0" fmla="*/ 227384 w 401734"/>
              <a:gd name="connsiteY0" fmla="*/ 186526 h 442168"/>
              <a:gd name="connsiteX1" fmla="*/ 155830 w 401734"/>
              <a:gd name="connsiteY1" fmla="*/ 186526 h 442168"/>
              <a:gd name="connsiteX2" fmla="*/ 174350 w 401734"/>
              <a:gd name="connsiteY2" fmla="*/ 255642 h 442168"/>
              <a:gd name="connsiteX3" fmla="*/ 245904 w 401734"/>
              <a:gd name="connsiteY3" fmla="*/ 255642 h 442168"/>
              <a:gd name="connsiteX4" fmla="*/ 401734 w 401734"/>
              <a:gd name="connsiteY4" fmla="*/ 116528 h 442168"/>
              <a:gd name="connsiteX5" fmla="*/ 401734 w 401734"/>
              <a:gd name="connsiteY5" fmla="*/ 186526 h 442168"/>
              <a:gd name="connsiteX6" fmla="*/ 299852 w 401734"/>
              <a:gd name="connsiteY6" fmla="*/ 186526 h 442168"/>
              <a:gd name="connsiteX7" fmla="*/ 318371 w 401734"/>
              <a:gd name="connsiteY7" fmla="*/ 255642 h 442168"/>
              <a:gd name="connsiteX8" fmla="*/ 401734 w 401734"/>
              <a:gd name="connsiteY8" fmla="*/ 255642 h 442168"/>
              <a:gd name="connsiteX9" fmla="*/ 401734 w 401734"/>
              <a:gd name="connsiteY9" fmla="*/ 325640 h 442168"/>
              <a:gd name="connsiteX10" fmla="*/ 337127 w 401734"/>
              <a:gd name="connsiteY10" fmla="*/ 325640 h 442168"/>
              <a:gd name="connsiteX11" fmla="*/ 353848 w 401734"/>
              <a:gd name="connsiteY11" fmla="*/ 388045 h 442168"/>
              <a:gd name="connsiteX12" fmla="*/ 286236 w 401734"/>
              <a:gd name="connsiteY12" fmla="*/ 406162 h 442168"/>
              <a:gd name="connsiteX13" fmla="*/ 264660 w 401734"/>
              <a:gd name="connsiteY13" fmla="*/ 325640 h 442168"/>
              <a:gd name="connsiteX14" fmla="*/ 193106 w 401734"/>
              <a:gd name="connsiteY14" fmla="*/ 325640 h 442168"/>
              <a:gd name="connsiteX15" fmla="*/ 219475 w 401734"/>
              <a:gd name="connsiteY15" fmla="*/ 424051 h 442168"/>
              <a:gd name="connsiteX16" fmla="*/ 151862 w 401734"/>
              <a:gd name="connsiteY16" fmla="*/ 442168 h 442168"/>
              <a:gd name="connsiteX17" fmla="*/ 120638 w 401734"/>
              <a:gd name="connsiteY17" fmla="*/ 325640 h 442168"/>
              <a:gd name="connsiteX18" fmla="*/ 0 w 401734"/>
              <a:gd name="connsiteY18" fmla="*/ 325640 h 442168"/>
              <a:gd name="connsiteX19" fmla="*/ 0 w 401734"/>
              <a:gd name="connsiteY19" fmla="*/ 255642 h 442168"/>
              <a:gd name="connsiteX20" fmla="*/ 101883 w 401734"/>
              <a:gd name="connsiteY20" fmla="*/ 255642 h 442168"/>
              <a:gd name="connsiteX21" fmla="*/ 83363 w 401734"/>
              <a:gd name="connsiteY21" fmla="*/ 186526 h 442168"/>
              <a:gd name="connsiteX22" fmla="*/ 0 w 401734"/>
              <a:gd name="connsiteY22" fmla="*/ 186526 h 442168"/>
              <a:gd name="connsiteX23" fmla="*/ 0 w 401734"/>
              <a:gd name="connsiteY23" fmla="*/ 116528 h 442168"/>
              <a:gd name="connsiteX24" fmla="*/ 64607 w 401734"/>
              <a:gd name="connsiteY24" fmla="*/ 116528 h 442168"/>
              <a:gd name="connsiteX25" fmla="*/ 47886 w 401734"/>
              <a:gd name="connsiteY25" fmla="*/ 54123 h 442168"/>
              <a:gd name="connsiteX26" fmla="*/ 115498 w 401734"/>
              <a:gd name="connsiteY26" fmla="*/ 36006 h 442168"/>
              <a:gd name="connsiteX27" fmla="*/ 137074 w 401734"/>
              <a:gd name="connsiteY27" fmla="*/ 116528 h 442168"/>
              <a:gd name="connsiteX28" fmla="*/ 208628 w 401734"/>
              <a:gd name="connsiteY28" fmla="*/ 116528 h 442168"/>
              <a:gd name="connsiteX29" fmla="*/ 182259 w 401734"/>
              <a:gd name="connsiteY29" fmla="*/ 18117 h 442168"/>
              <a:gd name="connsiteX30" fmla="*/ 249872 w 401734"/>
              <a:gd name="connsiteY30" fmla="*/ 0 h 442168"/>
              <a:gd name="connsiteX31" fmla="*/ 281096 w 401734"/>
              <a:gd name="connsiteY31" fmla="*/ 116528 h 44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1734" h="442168">
                <a:moveTo>
                  <a:pt x="227384" y="186526"/>
                </a:moveTo>
                <a:lnTo>
                  <a:pt x="155830" y="186526"/>
                </a:lnTo>
                <a:lnTo>
                  <a:pt x="174350" y="255642"/>
                </a:lnTo>
                <a:lnTo>
                  <a:pt x="245904" y="255642"/>
                </a:lnTo>
                <a:close/>
                <a:moveTo>
                  <a:pt x="401734" y="116528"/>
                </a:moveTo>
                <a:lnTo>
                  <a:pt x="401734" y="186526"/>
                </a:lnTo>
                <a:lnTo>
                  <a:pt x="299852" y="186526"/>
                </a:lnTo>
                <a:lnTo>
                  <a:pt x="318371" y="255642"/>
                </a:lnTo>
                <a:lnTo>
                  <a:pt x="401734" y="255642"/>
                </a:lnTo>
                <a:lnTo>
                  <a:pt x="401734" y="325640"/>
                </a:lnTo>
                <a:lnTo>
                  <a:pt x="337127" y="325640"/>
                </a:lnTo>
                <a:lnTo>
                  <a:pt x="353848" y="388045"/>
                </a:lnTo>
                <a:lnTo>
                  <a:pt x="286236" y="406162"/>
                </a:lnTo>
                <a:lnTo>
                  <a:pt x="264660" y="325640"/>
                </a:lnTo>
                <a:lnTo>
                  <a:pt x="193106" y="325640"/>
                </a:lnTo>
                <a:lnTo>
                  <a:pt x="219475" y="424051"/>
                </a:lnTo>
                <a:lnTo>
                  <a:pt x="151862" y="442168"/>
                </a:lnTo>
                <a:lnTo>
                  <a:pt x="120638" y="325640"/>
                </a:lnTo>
                <a:lnTo>
                  <a:pt x="0" y="325640"/>
                </a:lnTo>
                <a:lnTo>
                  <a:pt x="0" y="255642"/>
                </a:lnTo>
                <a:lnTo>
                  <a:pt x="101883" y="255642"/>
                </a:lnTo>
                <a:lnTo>
                  <a:pt x="83363" y="186526"/>
                </a:lnTo>
                <a:lnTo>
                  <a:pt x="0" y="186526"/>
                </a:lnTo>
                <a:lnTo>
                  <a:pt x="0" y="116528"/>
                </a:lnTo>
                <a:lnTo>
                  <a:pt x="64607" y="116528"/>
                </a:lnTo>
                <a:lnTo>
                  <a:pt x="47886" y="54123"/>
                </a:lnTo>
                <a:lnTo>
                  <a:pt x="115498" y="36006"/>
                </a:lnTo>
                <a:lnTo>
                  <a:pt x="137074" y="116528"/>
                </a:lnTo>
                <a:lnTo>
                  <a:pt x="208628" y="116528"/>
                </a:lnTo>
                <a:lnTo>
                  <a:pt x="182259" y="18117"/>
                </a:lnTo>
                <a:lnTo>
                  <a:pt x="249872" y="0"/>
                </a:lnTo>
                <a:lnTo>
                  <a:pt x="281096" y="1165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자유형: 도형 72">
            <a:extLst>
              <a:ext uri="{FF2B5EF4-FFF2-40B4-BE49-F238E27FC236}">
                <a16:creationId xmlns:a16="http://schemas.microsoft.com/office/drawing/2014/main" id="{B728A0C4-32F7-2269-A3FD-7679388DA410}"/>
              </a:ext>
            </a:extLst>
          </p:cNvPr>
          <p:cNvSpPr/>
          <p:nvPr/>
        </p:nvSpPr>
        <p:spPr>
          <a:xfrm rot="17100000">
            <a:off x="816079" y="3441618"/>
            <a:ext cx="112733" cy="124079"/>
          </a:xfrm>
          <a:custGeom>
            <a:avLst/>
            <a:gdLst>
              <a:gd name="connsiteX0" fmla="*/ 227384 w 401734"/>
              <a:gd name="connsiteY0" fmla="*/ 186526 h 442168"/>
              <a:gd name="connsiteX1" fmla="*/ 155830 w 401734"/>
              <a:gd name="connsiteY1" fmla="*/ 186526 h 442168"/>
              <a:gd name="connsiteX2" fmla="*/ 174350 w 401734"/>
              <a:gd name="connsiteY2" fmla="*/ 255642 h 442168"/>
              <a:gd name="connsiteX3" fmla="*/ 245904 w 401734"/>
              <a:gd name="connsiteY3" fmla="*/ 255642 h 442168"/>
              <a:gd name="connsiteX4" fmla="*/ 401734 w 401734"/>
              <a:gd name="connsiteY4" fmla="*/ 116528 h 442168"/>
              <a:gd name="connsiteX5" fmla="*/ 401734 w 401734"/>
              <a:gd name="connsiteY5" fmla="*/ 186526 h 442168"/>
              <a:gd name="connsiteX6" fmla="*/ 299852 w 401734"/>
              <a:gd name="connsiteY6" fmla="*/ 186526 h 442168"/>
              <a:gd name="connsiteX7" fmla="*/ 318371 w 401734"/>
              <a:gd name="connsiteY7" fmla="*/ 255642 h 442168"/>
              <a:gd name="connsiteX8" fmla="*/ 401734 w 401734"/>
              <a:gd name="connsiteY8" fmla="*/ 255642 h 442168"/>
              <a:gd name="connsiteX9" fmla="*/ 401734 w 401734"/>
              <a:gd name="connsiteY9" fmla="*/ 325640 h 442168"/>
              <a:gd name="connsiteX10" fmla="*/ 337127 w 401734"/>
              <a:gd name="connsiteY10" fmla="*/ 325640 h 442168"/>
              <a:gd name="connsiteX11" fmla="*/ 353848 w 401734"/>
              <a:gd name="connsiteY11" fmla="*/ 388045 h 442168"/>
              <a:gd name="connsiteX12" fmla="*/ 286236 w 401734"/>
              <a:gd name="connsiteY12" fmla="*/ 406162 h 442168"/>
              <a:gd name="connsiteX13" fmla="*/ 264660 w 401734"/>
              <a:gd name="connsiteY13" fmla="*/ 325640 h 442168"/>
              <a:gd name="connsiteX14" fmla="*/ 193106 w 401734"/>
              <a:gd name="connsiteY14" fmla="*/ 325640 h 442168"/>
              <a:gd name="connsiteX15" fmla="*/ 219475 w 401734"/>
              <a:gd name="connsiteY15" fmla="*/ 424051 h 442168"/>
              <a:gd name="connsiteX16" fmla="*/ 151862 w 401734"/>
              <a:gd name="connsiteY16" fmla="*/ 442168 h 442168"/>
              <a:gd name="connsiteX17" fmla="*/ 120638 w 401734"/>
              <a:gd name="connsiteY17" fmla="*/ 325640 h 442168"/>
              <a:gd name="connsiteX18" fmla="*/ 0 w 401734"/>
              <a:gd name="connsiteY18" fmla="*/ 325640 h 442168"/>
              <a:gd name="connsiteX19" fmla="*/ 0 w 401734"/>
              <a:gd name="connsiteY19" fmla="*/ 255642 h 442168"/>
              <a:gd name="connsiteX20" fmla="*/ 101883 w 401734"/>
              <a:gd name="connsiteY20" fmla="*/ 255642 h 442168"/>
              <a:gd name="connsiteX21" fmla="*/ 83363 w 401734"/>
              <a:gd name="connsiteY21" fmla="*/ 186526 h 442168"/>
              <a:gd name="connsiteX22" fmla="*/ 0 w 401734"/>
              <a:gd name="connsiteY22" fmla="*/ 186526 h 442168"/>
              <a:gd name="connsiteX23" fmla="*/ 0 w 401734"/>
              <a:gd name="connsiteY23" fmla="*/ 116528 h 442168"/>
              <a:gd name="connsiteX24" fmla="*/ 64607 w 401734"/>
              <a:gd name="connsiteY24" fmla="*/ 116528 h 442168"/>
              <a:gd name="connsiteX25" fmla="*/ 47886 w 401734"/>
              <a:gd name="connsiteY25" fmla="*/ 54123 h 442168"/>
              <a:gd name="connsiteX26" fmla="*/ 115498 w 401734"/>
              <a:gd name="connsiteY26" fmla="*/ 36006 h 442168"/>
              <a:gd name="connsiteX27" fmla="*/ 137074 w 401734"/>
              <a:gd name="connsiteY27" fmla="*/ 116528 h 442168"/>
              <a:gd name="connsiteX28" fmla="*/ 208628 w 401734"/>
              <a:gd name="connsiteY28" fmla="*/ 116528 h 442168"/>
              <a:gd name="connsiteX29" fmla="*/ 182259 w 401734"/>
              <a:gd name="connsiteY29" fmla="*/ 18117 h 442168"/>
              <a:gd name="connsiteX30" fmla="*/ 249872 w 401734"/>
              <a:gd name="connsiteY30" fmla="*/ 0 h 442168"/>
              <a:gd name="connsiteX31" fmla="*/ 281096 w 401734"/>
              <a:gd name="connsiteY31" fmla="*/ 116528 h 44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1734" h="442168">
                <a:moveTo>
                  <a:pt x="227384" y="186526"/>
                </a:moveTo>
                <a:lnTo>
                  <a:pt x="155830" y="186526"/>
                </a:lnTo>
                <a:lnTo>
                  <a:pt x="174350" y="255642"/>
                </a:lnTo>
                <a:lnTo>
                  <a:pt x="245904" y="255642"/>
                </a:lnTo>
                <a:close/>
                <a:moveTo>
                  <a:pt x="401734" y="116528"/>
                </a:moveTo>
                <a:lnTo>
                  <a:pt x="401734" y="186526"/>
                </a:lnTo>
                <a:lnTo>
                  <a:pt x="299852" y="186526"/>
                </a:lnTo>
                <a:lnTo>
                  <a:pt x="318371" y="255642"/>
                </a:lnTo>
                <a:lnTo>
                  <a:pt x="401734" y="255642"/>
                </a:lnTo>
                <a:lnTo>
                  <a:pt x="401734" y="325640"/>
                </a:lnTo>
                <a:lnTo>
                  <a:pt x="337127" y="325640"/>
                </a:lnTo>
                <a:lnTo>
                  <a:pt x="353848" y="388045"/>
                </a:lnTo>
                <a:lnTo>
                  <a:pt x="286236" y="406162"/>
                </a:lnTo>
                <a:lnTo>
                  <a:pt x="264660" y="325640"/>
                </a:lnTo>
                <a:lnTo>
                  <a:pt x="193106" y="325640"/>
                </a:lnTo>
                <a:lnTo>
                  <a:pt x="219475" y="424051"/>
                </a:lnTo>
                <a:lnTo>
                  <a:pt x="151862" y="442168"/>
                </a:lnTo>
                <a:lnTo>
                  <a:pt x="120638" y="325640"/>
                </a:lnTo>
                <a:lnTo>
                  <a:pt x="0" y="325640"/>
                </a:lnTo>
                <a:lnTo>
                  <a:pt x="0" y="255642"/>
                </a:lnTo>
                <a:lnTo>
                  <a:pt x="101883" y="255642"/>
                </a:lnTo>
                <a:lnTo>
                  <a:pt x="83363" y="186526"/>
                </a:lnTo>
                <a:lnTo>
                  <a:pt x="0" y="186526"/>
                </a:lnTo>
                <a:lnTo>
                  <a:pt x="0" y="116528"/>
                </a:lnTo>
                <a:lnTo>
                  <a:pt x="64607" y="116528"/>
                </a:lnTo>
                <a:lnTo>
                  <a:pt x="47886" y="54123"/>
                </a:lnTo>
                <a:lnTo>
                  <a:pt x="115498" y="36006"/>
                </a:lnTo>
                <a:lnTo>
                  <a:pt x="137074" y="116528"/>
                </a:lnTo>
                <a:lnTo>
                  <a:pt x="208628" y="116528"/>
                </a:lnTo>
                <a:lnTo>
                  <a:pt x="182259" y="18117"/>
                </a:lnTo>
                <a:lnTo>
                  <a:pt x="249872" y="0"/>
                </a:lnTo>
                <a:lnTo>
                  <a:pt x="281096" y="1165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자유형: 도형 73">
            <a:extLst>
              <a:ext uri="{FF2B5EF4-FFF2-40B4-BE49-F238E27FC236}">
                <a16:creationId xmlns:a16="http://schemas.microsoft.com/office/drawing/2014/main" id="{3AE35FEE-1B2B-AFF5-F39B-6AB3EF228CC0}"/>
              </a:ext>
            </a:extLst>
          </p:cNvPr>
          <p:cNvSpPr/>
          <p:nvPr/>
        </p:nvSpPr>
        <p:spPr>
          <a:xfrm rot="17100000">
            <a:off x="816079" y="4112635"/>
            <a:ext cx="112733" cy="124079"/>
          </a:xfrm>
          <a:custGeom>
            <a:avLst/>
            <a:gdLst>
              <a:gd name="connsiteX0" fmla="*/ 227384 w 401734"/>
              <a:gd name="connsiteY0" fmla="*/ 186526 h 442168"/>
              <a:gd name="connsiteX1" fmla="*/ 155830 w 401734"/>
              <a:gd name="connsiteY1" fmla="*/ 186526 h 442168"/>
              <a:gd name="connsiteX2" fmla="*/ 174350 w 401734"/>
              <a:gd name="connsiteY2" fmla="*/ 255642 h 442168"/>
              <a:gd name="connsiteX3" fmla="*/ 245904 w 401734"/>
              <a:gd name="connsiteY3" fmla="*/ 255642 h 442168"/>
              <a:gd name="connsiteX4" fmla="*/ 401734 w 401734"/>
              <a:gd name="connsiteY4" fmla="*/ 116528 h 442168"/>
              <a:gd name="connsiteX5" fmla="*/ 401734 w 401734"/>
              <a:gd name="connsiteY5" fmla="*/ 186526 h 442168"/>
              <a:gd name="connsiteX6" fmla="*/ 299852 w 401734"/>
              <a:gd name="connsiteY6" fmla="*/ 186526 h 442168"/>
              <a:gd name="connsiteX7" fmla="*/ 318371 w 401734"/>
              <a:gd name="connsiteY7" fmla="*/ 255642 h 442168"/>
              <a:gd name="connsiteX8" fmla="*/ 401734 w 401734"/>
              <a:gd name="connsiteY8" fmla="*/ 255642 h 442168"/>
              <a:gd name="connsiteX9" fmla="*/ 401734 w 401734"/>
              <a:gd name="connsiteY9" fmla="*/ 325640 h 442168"/>
              <a:gd name="connsiteX10" fmla="*/ 337127 w 401734"/>
              <a:gd name="connsiteY10" fmla="*/ 325640 h 442168"/>
              <a:gd name="connsiteX11" fmla="*/ 353848 w 401734"/>
              <a:gd name="connsiteY11" fmla="*/ 388045 h 442168"/>
              <a:gd name="connsiteX12" fmla="*/ 286236 w 401734"/>
              <a:gd name="connsiteY12" fmla="*/ 406162 h 442168"/>
              <a:gd name="connsiteX13" fmla="*/ 264660 w 401734"/>
              <a:gd name="connsiteY13" fmla="*/ 325640 h 442168"/>
              <a:gd name="connsiteX14" fmla="*/ 193106 w 401734"/>
              <a:gd name="connsiteY14" fmla="*/ 325640 h 442168"/>
              <a:gd name="connsiteX15" fmla="*/ 219475 w 401734"/>
              <a:gd name="connsiteY15" fmla="*/ 424051 h 442168"/>
              <a:gd name="connsiteX16" fmla="*/ 151862 w 401734"/>
              <a:gd name="connsiteY16" fmla="*/ 442168 h 442168"/>
              <a:gd name="connsiteX17" fmla="*/ 120638 w 401734"/>
              <a:gd name="connsiteY17" fmla="*/ 325640 h 442168"/>
              <a:gd name="connsiteX18" fmla="*/ 0 w 401734"/>
              <a:gd name="connsiteY18" fmla="*/ 325640 h 442168"/>
              <a:gd name="connsiteX19" fmla="*/ 0 w 401734"/>
              <a:gd name="connsiteY19" fmla="*/ 255642 h 442168"/>
              <a:gd name="connsiteX20" fmla="*/ 101883 w 401734"/>
              <a:gd name="connsiteY20" fmla="*/ 255642 h 442168"/>
              <a:gd name="connsiteX21" fmla="*/ 83363 w 401734"/>
              <a:gd name="connsiteY21" fmla="*/ 186526 h 442168"/>
              <a:gd name="connsiteX22" fmla="*/ 0 w 401734"/>
              <a:gd name="connsiteY22" fmla="*/ 186526 h 442168"/>
              <a:gd name="connsiteX23" fmla="*/ 0 w 401734"/>
              <a:gd name="connsiteY23" fmla="*/ 116528 h 442168"/>
              <a:gd name="connsiteX24" fmla="*/ 64607 w 401734"/>
              <a:gd name="connsiteY24" fmla="*/ 116528 h 442168"/>
              <a:gd name="connsiteX25" fmla="*/ 47886 w 401734"/>
              <a:gd name="connsiteY25" fmla="*/ 54123 h 442168"/>
              <a:gd name="connsiteX26" fmla="*/ 115498 w 401734"/>
              <a:gd name="connsiteY26" fmla="*/ 36006 h 442168"/>
              <a:gd name="connsiteX27" fmla="*/ 137074 w 401734"/>
              <a:gd name="connsiteY27" fmla="*/ 116528 h 442168"/>
              <a:gd name="connsiteX28" fmla="*/ 208628 w 401734"/>
              <a:gd name="connsiteY28" fmla="*/ 116528 h 442168"/>
              <a:gd name="connsiteX29" fmla="*/ 182259 w 401734"/>
              <a:gd name="connsiteY29" fmla="*/ 18117 h 442168"/>
              <a:gd name="connsiteX30" fmla="*/ 249872 w 401734"/>
              <a:gd name="connsiteY30" fmla="*/ 0 h 442168"/>
              <a:gd name="connsiteX31" fmla="*/ 281096 w 401734"/>
              <a:gd name="connsiteY31" fmla="*/ 116528 h 44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1734" h="442168">
                <a:moveTo>
                  <a:pt x="227384" y="186526"/>
                </a:moveTo>
                <a:lnTo>
                  <a:pt x="155830" y="186526"/>
                </a:lnTo>
                <a:lnTo>
                  <a:pt x="174350" y="255642"/>
                </a:lnTo>
                <a:lnTo>
                  <a:pt x="245904" y="255642"/>
                </a:lnTo>
                <a:close/>
                <a:moveTo>
                  <a:pt x="401734" y="116528"/>
                </a:moveTo>
                <a:lnTo>
                  <a:pt x="401734" y="186526"/>
                </a:lnTo>
                <a:lnTo>
                  <a:pt x="299852" y="186526"/>
                </a:lnTo>
                <a:lnTo>
                  <a:pt x="318371" y="255642"/>
                </a:lnTo>
                <a:lnTo>
                  <a:pt x="401734" y="255642"/>
                </a:lnTo>
                <a:lnTo>
                  <a:pt x="401734" y="325640"/>
                </a:lnTo>
                <a:lnTo>
                  <a:pt x="337127" y="325640"/>
                </a:lnTo>
                <a:lnTo>
                  <a:pt x="353848" y="388045"/>
                </a:lnTo>
                <a:lnTo>
                  <a:pt x="286236" y="406162"/>
                </a:lnTo>
                <a:lnTo>
                  <a:pt x="264660" y="325640"/>
                </a:lnTo>
                <a:lnTo>
                  <a:pt x="193106" y="325640"/>
                </a:lnTo>
                <a:lnTo>
                  <a:pt x="219475" y="424051"/>
                </a:lnTo>
                <a:lnTo>
                  <a:pt x="151862" y="442168"/>
                </a:lnTo>
                <a:lnTo>
                  <a:pt x="120638" y="325640"/>
                </a:lnTo>
                <a:lnTo>
                  <a:pt x="0" y="325640"/>
                </a:lnTo>
                <a:lnTo>
                  <a:pt x="0" y="255642"/>
                </a:lnTo>
                <a:lnTo>
                  <a:pt x="101883" y="255642"/>
                </a:lnTo>
                <a:lnTo>
                  <a:pt x="83363" y="186526"/>
                </a:lnTo>
                <a:lnTo>
                  <a:pt x="0" y="186526"/>
                </a:lnTo>
                <a:lnTo>
                  <a:pt x="0" y="116528"/>
                </a:lnTo>
                <a:lnTo>
                  <a:pt x="64607" y="116528"/>
                </a:lnTo>
                <a:lnTo>
                  <a:pt x="47886" y="54123"/>
                </a:lnTo>
                <a:lnTo>
                  <a:pt x="115498" y="36006"/>
                </a:lnTo>
                <a:lnTo>
                  <a:pt x="137074" y="116528"/>
                </a:lnTo>
                <a:lnTo>
                  <a:pt x="208628" y="116528"/>
                </a:lnTo>
                <a:lnTo>
                  <a:pt x="182259" y="18117"/>
                </a:lnTo>
                <a:lnTo>
                  <a:pt x="249872" y="0"/>
                </a:lnTo>
                <a:lnTo>
                  <a:pt x="281096" y="1165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id="{659344F4-C619-C88E-BC5C-42001C58178F}"/>
              </a:ext>
            </a:extLst>
          </p:cNvPr>
          <p:cNvSpPr/>
          <p:nvPr/>
        </p:nvSpPr>
        <p:spPr>
          <a:xfrm rot="17100000">
            <a:off x="816079" y="4805270"/>
            <a:ext cx="112733" cy="124079"/>
          </a:xfrm>
          <a:custGeom>
            <a:avLst/>
            <a:gdLst>
              <a:gd name="connsiteX0" fmla="*/ 227384 w 401734"/>
              <a:gd name="connsiteY0" fmla="*/ 186526 h 442168"/>
              <a:gd name="connsiteX1" fmla="*/ 155830 w 401734"/>
              <a:gd name="connsiteY1" fmla="*/ 186526 h 442168"/>
              <a:gd name="connsiteX2" fmla="*/ 174350 w 401734"/>
              <a:gd name="connsiteY2" fmla="*/ 255642 h 442168"/>
              <a:gd name="connsiteX3" fmla="*/ 245904 w 401734"/>
              <a:gd name="connsiteY3" fmla="*/ 255642 h 442168"/>
              <a:gd name="connsiteX4" fmla="*/ 401734 w 401734"/>
              <a:gd name="connsiteY4" fmla="*/ 116528 h 442168"/>
              <a:gd name="connsiteX5" fmla="*/ 401734 w 401734"/>
              <a:gd name="connsiteY5" fmla="*/ 186526 h 442168"/>
              <a:gd name="connsiteX6" fmla="*/ 299852 w 401734"/>
              <a:gd name="connsiteY6" fmla="*/ 186526 h 442168"/>
              <a:gd name="connsiteX7" fmla="*/ 318371 w 401734"/>
              <a:gd name="connsiteY7" fmla="*/ 255642 h 442168"/>
              <a:gd name="connsiteX8" fmla="*/ 401734 w 401734"/>
              <a:gd name="connsiteY8" fmla="*/ 255642 h 442168"/>
              <a:gd name="connsiteX9" fmla="*/ 401734 w 401734"/>
              <a:gd name="connsiteY9" fmla="*/ 325640 h 442168"/>
              <a:gd name="connsiteX10" fmla="*/ 337127 w 401734"/>
              <a:gd name="connsiteY10" fmla="*/ 325640 h 442168"/>
              <a:gd name="connsiteX11" fmla="*/ 353848 w 401734"/>
              <a:gd name="connsiteY11" fmla="*/ 388045 h 442168"/>
              <a:gd name="connsiteX12" fmla="*/ 286236 w 401734"/>
              <a:gd name="connsiteY12" fmla="*/ 406162 h 442168"/>
              <a:gd name="connsiteX13" fmla="*/ 264660 w 401734"/>
              <a:gd name="connsiteY13" fmla="*/ 325640 h 442168"/>
              <a:gd name="connsiteX14" fmla="*/ 193106 w 401734"/>
              <a:gd name="connsiteY14" fmla="*/ 325640 h 442168"/>
              <a:gd name="connsiteX15" fmla="*/ 219475 w 401734"/>
              <a:gd name="connsiteY15" fmla="*/ 424051 h 442168"/>
              <a:gd name="connsiteX16" fmla="*/ 151862 w 401734"/>
              <a:gd name="connsiteY16" fmla="*/ 442168 h 442168"/>
              <a:gd name="connsiteX17" fmla="*/ 120638 w 401734"/>
              <a:gd name="connsiteY17" fmla="*/ 325640 h 442168"/>
              <a:gd name="connsiteX18" fmla="*/ 0 w 401734"/>
              <a:gd name="connsiteY18" fmla="*/ 325640 h 442168"/>
              <a:gd name="connsiteX19" fmla="*/ 0 w 401734"/>
              <a:gd name="connsiteY19" fmla="*/ 255642 h 442168"/>
              <a:gd name="connsiteX20" fmla="*/ 101883 w 401734"/>
              <a:gd name="connsiteY20" fmla="*/ 255642 h 442168"/>
              <a:gd name="connsiteX21" fmla="*/ 83363 w 401734"/>
              <a:gd name="connsiteY21" fmla="*/ 186526 h 442168"/>
              <a:gd name="connsiteX22" fmla="*/ 0 w 401734"/>
              <a:gd name="connsiteY22" fmla="*/ 186526 h 442168"/>
              <a:gd name="connsiteX23" fmla="*/ 0 w 401734"/>
              <a:gd name="connsiteY23" fmla="*/ 116528 h 442168"/>
              <a:gd name="connsiteX24" fmla="*/ 64607 w 401734"/>
              <a:gd name="connsiteY24" fmla="*/ 116528 h 442168"/>
              <a:gd name="connsiteX25" fmla="*/ 47886 w 401734"/>
              <a:gd name="connsiteY25" fmla="*/ 54123 h 442168"/>
              <a:gd name="connsiteX26" fmla="*/ 115498 w 401734"/>
              <a:gd name="connsiteY26" fmla="*/ 36006 h 442168"/>
              <a:gd name="connsiteX27" fmla="*/ 137074 w 401734"/>
              <a:gd name="connsiteY27" fmla="*/ 116528 h 442168"/>
              <a:gd name="connsiteX28" fmla="*/ 208628 w 401734"/>
              <a:gd name="connsiteY28" fmla="*/ 116528 h 442168"/>
              <a:gd name="connsiteX29" fmla="*/ 182259 w 401734"/>
              <a:gd name="connsiteY29" fmla="*/ 18117 h 442168"/>
              <a:gd name="connsiteX30" fmla="*/ 249872 w 401734"/>
              <a:gd name="connsiteY30" fmla="*/ 0 h 442168"/>
              <a:gd name="connsiteX31" fmla="*/ 281096 w 401734"/>
              <a:gd name="connsiteY31" fmla="*/ 116528 h 44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1734" h="442168">
                <a:moveTo>
                  <a:pt x="227384" y="186526"/>
                </a:moveTo>
                <a:lnTo>
                  <a:pt x="155830" y="186526"/>
                </a:lnTo>
                <a:lnTo>
                  <a:pt x="174350" y="255642"/>
                </a:lnTo>
                <a:lnTo>
                  <a:pt x="245904" y="255642"/>
                </a:lnTo>
                <a:close/>
                <a:moveTo>
                  <a:pt x="401734" y="116528"/>
                </a:moveTo>
                <a:lnTo>
                  <a:pt x="401734" y="186526"/>
                </a:lnTo>
                <a:lnTo>
                  <a:pt x="299852" y="186526"/>
                </a:lnTo>
                <a:lnTo>
                  <a:pt x="318371" y="255642"/>
                </a:lnTo>
                <a:lnTo>
                  <a:pt x="401734" y="255642"/>
                </a:lnTo>
                <a:lnTo>
                  <a:pt x="401734" y="325640"/>
                </a:lnTo>
                <a:lnTo>
                  <a:pt x="337127" y="325640"/>
                </a:lnTo>
                <a:lnTo>
                  <a:pt x="353848" y="388045"/>
                </a:lnTo>
                <a:lnTo>
                  <a:pt x="286236" y="406162"/>
                </a:lnTo>
                <a:lnTo>
                  <a:pt x="264660" y="325640"/>
                </a:lnTo>
                <a:lnTo>
                  <a:pt x="193106" y="325640"/>
                </a:lnTo>
                <a:lnTo>
                  <a:pt x="219475" y="424051"/>
                </a:lnTo>
                <a:lnTo>
                  <a:pt x="151862" y="442168"/>
                </a:lnTo>
                <a:lnTo>
                  <a:pt x="120638" y="325640"/>
                </a:lnTo>
                <a:lnTo>
                  <a:pt x="0" y="325640"/>
                </a:lnTo>
                <a:lnTo>
                  <a:pt x="0" y="255642"/>
                </a:lnTo>
                <a:lnTo>
                  <a:pt x="101883" y="255642"/>
                </a:lnTo>
                <a:lnTo>
                  <a:pt x="83363" y="186526"/>
                </a:lnTo>
                <a:lnTo>
                  <a:pt x="0" y="186526"/>
                </a:lnTo>
                <a:lnTo>
                  <a:pt x="0" y="116528"/>
                </a:lnTo>
                <a:lnTo>
                  <a:pt x="64607" y="116528"/>
                </a:lnTo>
                <a:lnTo>
                  <a:pt x="47886" y="54123"/>
                </a:lnTo>
                <a:lnTo>
                  <a:pt x="115498" y="36006"/>
                </a:lnTo>
                <a:lnTo>
                  <a:pt x="137074" y="116528"/>
                </a:lnTo>
                <a:lnTo>
                  <a:pt x="208628" y="116528"/>
                </a:lnTo>
                <a:lnTo>
                  <a:pt x="182259" y="18117"/>
                </a:lnTo>
                <a:lnTo>
                  <a:pt x="249872" y="0"/>
                </a:lnTo>
                <a:lnTo>
                  <a:pt x="281096" y="11652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8" name="TextBox 185">
            <a:hlinkClick r:id="rId7"/>
            <a:extLst>
              <a:ext uri="{FF2B5EF4-FFF2-40B4-BE49-F238E27FC236}">
                <a16:creationId xmlns:a16="http://schemas.microsoft.com/office/drawing/2014/main" id="{05471340-EF94-72D5-E743-E90EC371399D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TextBox 186">
            <a:hlinkClick r:id="rId8"/>
            <a:extLst>
              <a:ext uri="{FF2B5EF4-FFF2-40B4-BE49-F238E27FC236}">
                <a16:creationId xmlns:a16="http://schemas.microsoft.com/office/drawing/2014/main" id="{DF8FA06E-5599-D098-DB60-8CCF6D042D7B}"/>
              </a:ext>
            </a:extLst>
          </p:cNvPr>
          <p:cNvSpPr txBox="1"/>
          <p:nvPr/>
        </p:nvSpPr>
        <p:spPr>
          <a:xfrm>
            <a:off x="2736149" y="7555443"/>
            <a:ext cx="6046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Planner’s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90" name="TextBox 184">
            <a:hlinkClick r:id="rId9"/>
            <a:extLst>
              <a:ext uri="{FF2B5EF4-FFF2-40B4-BE49-F238E27FC236}">
                <a16:creationId xmlns:a16="http://schemas.microsoft.com/office/drawing/2014/main" id="{E4DD9AF5-1D1A-3DD1-C24E-BFAC2B4B0ECF}"/>
              </a:ext>
            </a:extLst>
          </p:cNvPr>
          <p:cNvSpPr txBox="1"/>
          <p:nvPr/>
        </p:nvSpPr>
        <p:spPr>
          <a:xfrm>
            <a:off x="312196" y="7553348"/>
            <a:ext cx="7136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Ten: One</a:t>
            </a:r>
            <a:r>
              <a:rPr lang="ko-KR" altLang="en-US" dirty="0"/>
              <a:t>™</a:t>
            </a:r>
          </a:p>
        </p:txBody>
      </p:sp>
    </p:spTree>
    <p:extLst>
      <p:ext uri="{BB962C8B-B14F-4D97-AF65-F5344CB8AC3E}">
        <p14:creationId xmlns:p14="http://schemas.microsoft.com/office/powerpoint/2010/main" val="2592766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9576E8F3-9F0F-8A64-74A1-593468D5EF15}"/>
              </a:ext>
            </a:extLst>
          </p:cNvPr>
          <p:cNvSpPr/>
          <p:nvPr/>
        </p:nvSpPr>
        <p:spPr>
          <a:xfrm>
            <a:off x="0" y="-53336"/>
            <a:ext cx="6076950" cy="7826623"/>
          </a:xfrm>
          <a:custGeom>
            <a:avLst/>
            <a:gdLst>
              <a:gd name="connsiteX0" fmla="*/ 0 w 6076950"/>
              <a:gd name="connsiteY0" fmla="*/ 0 h 7244403"/>
              <a:gd name="connsiteX1" fmla="*/ 6076950 w 6076950"/>
              <a:gd name="connsiteY1" fmla="*/ 0 h 7244403"/>
              <a:gd name="connsiteX2" fmla="*/ 6076950 w 6076950"/>
              <a:gd name="connsiteY2" fmla="*/ 5951245 h 7244403"/>
              <a:gd name="connsiteX3" fmla="*/ 5019298 w 6076950"/>
              <a:gd name="connsiteY3" fmla="*/ 7244403 h 7244403"/>
              <a:gd name="connsiteX4" fmla="*/ 0 w 6076950"/>
              <a:gd name="connsiteY4" fmla="*/ 7244403 h 724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76950" h="7244403">
                <a:moveTo>
                  <a:pt x="0" y="0"/>
                </a:moveTo>
                <a:lnTo>
                  <a:pt x="6076950" y="0"/>
                </a:lnTo>
                <a:lnTo>
                  <a:pt x="6076950" y="5951245"/>
                </a:lnTo>
                <a:lnTo>
                  <a:pt x="5019298" y="7244403"/>
                </a:lnTo>
                <a:lnTo>
                  <a:pt x="0" y="7244403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64EED-4ED5-AEB6-191E-F73B983317BE}"/>
              </a:ext>
            </a:extLst>
          </p:cNvPr>
          <p:cNvSpPr/>
          <p:nvPr/>
        </p:nvSpPr>
        <p:spPr>
          <a:xfrm rot="901557">
            <a:off x="4744604" y="6191431"/>
            <a:ext cx="1163923" cy="1650554"/>
          </a:xfrm>
          <a:custGeom>
            <a:avLst/>
            <a:gdLst>
              <a:gd name="connsiteX0" fmla="*/ 1163923 w 1163923"/>
              <a:gd name="connsiteY0" fmla="*/ 0 h 1206490"/>
              <a:gd name="connsiteX1" fmla="*/ 464698 w 1163923"/>
              <a:gd name="connsiteY1" fmla="*/ 1206490 h 1206490"/>
              <a:gd name="connsiteX2" fmla="*/ 461561 w 1163923"/>
              <a:gd name="connsiteY2" fmla="*/ 1187427 h 1206490"/>
              <a:gd name="connsiteX3" fmla="*/ 470052 w 1163923"/>
              <a:gd name="connsiteY3" fmla="*/ 1137051 h 1206490"/>
              <a:gd name="connsiteX4" fmla="*/ 359981 w 1163923"/>
              <a:gd name="connsiteY4" fmla="*/ 732886 h 1206490"/>
              <a:gd name="connsiteX5" fmla="*/ 39811 w 1163923"/>
              <a:gd name="connsiteY5" fmla="*/ 387034 h 1206490"/>
              <a:gd name="connsiteX6" fmla="*/ 764 w 1163923"/>
              <a:gd name="connsiteY6" fmla="*/ 380490 h 1206490"/>
              <a:gd name="connsiteX7" fmla="*/ 0 w 1163923"/>
              <a:gd name="connsiteY7" fmla="*/ 378981 h 1206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3923" h="1206490">
                <a:moveTo>
                  <a:pt x="1163923" y="0"/>
                </a:moveTo>
                <a:lnTo>
                  <a:pt x="464698" y="1206490"/>
                </a:lnTo>
                <a:lnTo>
                  <a:pt x="461561" y="1187427"/>
                </a:lnTo>
                <a:lnTo>
                  <a:pt x="470052" y="1137051"/>
                </a:lnTo>
                <a:cubicBezTo>
                  <a:pt x="476838" y="1033471"/>
                  <a:pt x="438792" y="883911"/>
                  <a:pt x="359981" y="732886"/>
                </a:cubicBezTo>
                <a:cubicBezTo>
                  <a:pt x="265407" y="551655"/>
                  <a:pt x="138992" y="419785"/>
                  <a:pt x="39811" y="387034"/>
                </a:cubicBezTo>
                <a:lnTo>
                  <a:pt x="764" y="380490"/>
                </a:lnTo>
                <a:lnTo>
                  <a:pt x="0" y="37898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8E30AD9-B2EA-F286-38ED-A2ABF3B5F5A2}"/>
              </a:ext>
            </a:extLst>
          </p:cNvPr>
          <p:cNvCxnSpPr>
            <a:cxnSpLocks/>
          </p:cNvCxnSpPr>
          <p:nvPr/>
        </p:nvCxnSpPr>
        <p:spPr>
          <a:xfrm>
            <a:off x="1311275" y="2172393"/>
            <a:ext cx="34544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사각형: 둥근 위쪽 모서리 31">
            <a:hlinkClick r:id="rId2" action="ppaction://hlinksldjump"/>
            <a:extLst>
              <a:ext uri="{FF2B5EF4-FFF2-40B4-BE49-F238E27FC236}">
                <a16:creationId xmlns:a16="http://schemas.microsoft.com/office/drawing/2014/main" id="{0763A131-CAC5-1463-153D-E371A8C26D8E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C4C56B97-5272-5593-4A2E-F88B30C7A1FF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34" name="평행 사변형 33">
            <a:hlinkClick r:id="rId3" action="ppaction://hlinksldjump"/>
            <a:extLst>
              <a:ext uri="{FF2B5EF4-FFF2-40B4-BE49-F238E27FC236}">
                <a16:creationId xmlns:a16="http://schemas.microsoft.com/office/drawing/2014/main" id="{16F1C4CB-23AD-5707-4116-B50EB42A9AC5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평행 사변형 34">
            <a:hlinkClick r:id="rId4" action="ppaction://hlinksldjump"/>
            <a:extLst>
              <a:ext uri="{FF2B5EF4-FFF2-40B4-BE49-F238E27FC236}">
                <a16:creationId xmlns:a16="http://schemas.microsoft.com/office/drawing/2014/main" id="{2E49D1C1-1A7C-9343-3C2B-78AFD0A749A3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평행 사변형 35">
            <a:hlinkClick r:id="rId5" action="ppaction://hlinksldjump"/>
            <a:extLst>
              <a:ext uri="{FF2B5EF4-FFF2-40B4-BE49-F238E27FC236}">
                <a16:creationId xmlns:a16="http://schemas.microsoft.com/office/drawing/2014/main" id="{9407C1A4-B445-6244-FAD5-EC72CBE5F4E2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평행 사변형 36">
            <a:hlinkClick r:id="rId6" action="ppaction://hlinksldjump"/>
            <a:extLst>
              <a:ext uri="{FF2B5EF4-FFF2-40B4-BE49-F238E27FC236}">
                <a16:creationId xmlns:a16="http://schemas.microsoft.com/office/drawing/2014/main" id="{4C86E1B4-7FEC-77AB-D56F-BBCCB9BF5DAE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평행 사변형 37">
            <a:hlinkClick r:id="rId7" action="ppaction://hlinksldjump"/>
            <a:extLst>
              <a:ext uri="{FF2B5EF4-FFF2-40B4-BE49-F238E27FC236}">
                <a16:creationId xmlns:a16="http://schemas.microsoft.com/office/drawing/2014/main" id="{969CEB27-838A-2416-D8B0-AE38E1964579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TextBox 185">
            <a:hlinkClick r:id="rId8"/>
            <a:extLst>
              <a:ext uri="{FF2B5EF4-FFF2-40B4-BE49-F238E27FC236}">
                <a16:creationId xmlns:a16="http://schemas.microsoft.com/office/drawing/2014/main" id="{B3162BAB-B6DF-012A-3B2B-401E25B359B8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0152483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01925084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7689593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78060117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433652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60132076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398361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8425060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57399444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588583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7812007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10246448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0242199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0084275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76331736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16384962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6862843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7705694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6170214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463438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73449249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7763887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56281440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9083876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901976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4163011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6244367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4079598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7073777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0864718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108727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630323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419222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1683661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001147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037201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6540718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558225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60370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3596838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사각형: 둥근 위쪽 모서리 294">
            <a:hlinkClick r:id="rId2" action="ppaction://hlinksldjump"/>
            <a:extLst>
              <a:ext uri="{FF2B5EF4-FFF2-40B4-BE49-F238E27FC236}">
                <a16:creationId xmlns:a16="http://schemas.microsoft.com/office/drawing/2014/main" id="{D6B3C0CE-2C0C-888C-3CF5-ED2640C37D8A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5055D1B6-6707-0D6B-D734-8BA044F8E63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97" name="평행 사변형 296">
            <a:hlinkClick r:id="rId3" action="ppaction://hlinksldjump"/>
            <a:extLst>
              <a:ext uri="{FF2B5EF4-FFF2-40B4-BE49-F238E27FC236}">
                <a16:creationId xmlns:a16="http://schemas.microsoft.com/office/drawing/2014/main" id="{0CDEDE5F-EB9D-8555-0715-7129EFA1FBCF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평행 사변형 297">
            <a:hlinkClick r:id="rId4" action="ppaction://hlinksldjump"/>
            <a:extLst>
              <a:ext uri="{FF2B5EF4-FFF2-40B4-BE49-F238E27FC236}">
                <a16:creationId xmlns:a16="http://schemas.microsoft.com/office/drawing/2014/main" id="{4355ABE4-2C6D-8CA6-1C3D-BCFF66721130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9" name="평행 사변형 298">
            <a:hlinkClick r:id="rId5" action="ppaction://hlinksldjump"/>
            <a:extLst>
              <a:ext uri="{FF2B5EF4-FFF2-40B4-BE49-F238E27FC236}">
                <a16:creationId xmlns:a16="http://schemas.microsoft.com/office/drawing/2014/main" id="{37275AD6-CC46-8DF7-23E3-EC755246170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평행 사변형 299">
            <a:hlinkClick r:id="rId6" action="ppaction://hlinksldjump"/>
            <a:extLst>
              <a:ext uri="{FF2B5EF4-FFF2-40B4-BE49-F238E27FC236}">
                <a16:creationId xmlns:a16="http://schemas.microsoft.com/office/drawing/2014/main" id="{AC389763-6AC5-911D-23E5-82FF5335E819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1" name="평행 사변형 300">
            <a:hlinkClick r:id="rId7" action="ppaction://hlinksldjump"/>
            <a:extLst>
              <a:ext uri="{FF2B5EF4-FFF2-40B4-BE49-F238E27FC236}">
                <a16:creationId xmlns:a16="http://schemas.microsoft.com/office/drawing/2014/main" id="{F37B5F3B-A215-F34F-3146-CBE751BA914C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8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9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10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203342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9576E8F3-9F0F-8A64-74A1-593468D5EF15}"/>
              </a:ext>
            </a:extLst>
          </p:cNvPr>
          <p:cNvSpPr/>
          <p:nvPr/>
        </p:nvSpPr>
        <p:spPr>
          <a:xfrm>
            <a:off x="0" y="-53336"/>
            <a:ext cx="6076950" cy="7826623"/>
          </a:xfrm>
          <a:custGeom>
            <a:avLst/>
            <a:gdLst>
              <a:gd name="connsiteX0" fmla="*/ 0 w 6076950"/>
              <a:gd name="connsiteY0" fmla="*/ 0 h 7244403"/>
              <a:gd name="connsiteX1" fmla="*/ 6076950 w 6076950"/>
              <a:gd name="connsiteY1" fmla="*/ 0 h 7244403"/>
              <a:gd name="connsiteX2" fmla="*/ 6076950 w 6076950"/>
              <a:gd name="connsiteY2" fmla="*/ 5951245 h 7244403"/>
              <a:gd name="connsiteX3" fmla="*/ 5019298 w 6076950"/>
              <a:gd name="connsiteY3" fmla="*/ 7244403 h 7244403"/>
              <a:gd name="connsiteX4" fmla="*/ 0 w 6076950"/>
              <a:gd name="connsiteY4" fmla="*/ 7244403 h 724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76950" h="7244403">
                <a:moveTo>
                  <a:pt x="0" y="0"/>
                </a:moveTo>
                <a:lnTo>
                  <a:pt x="6076950" y="0"/>
                </a:lnTo>
                <a:lnTo>
                  <a:pt x="6076950" y="5951245"/>
                </a:lnTo>
                <a:lnTo>
                  <a:pt x="5019298" y="7244403"/>
                </a:lnTo>
                <a:lnTo>
                  <a:pt x="0" y="7244403"/>
                </a:lnTo>
                <a:close/>
              </a:path>
            </a:pathLst>
          </a:cu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64EED-4ED5-AEB6-191E-F73B983317BE}"/>
              </a:ext>
            </a:extLst>
          </p:cNvPr>
          <p:cNvSpPr/>
          <p:nvPr/>
        </p:nvSpPr>
        <p:spPr>
          <a:xfrm rot="901557">
            <a:off x="4744604" y="6191431"/>
            <a:ext cx="1163923" cy="1650554"/>
          </a:xfrm>
          <a:custGeom>
            <a:avLst/>
            <a:gdLst>
              <a:gd name="connsiteX0" fmla="*/ 1163923 w 1163923"/>
              <a:gd name="connsiteY0" fmla="*/ 0 h 1206490"/>
              <a:gd name="connsiteX1" fmla="*/ 464698 w 1163923"/>
              <a:gd name="connsiteY1" fmla="*/ 1206490 h 1206490"/>
              <a:gd name="connsiteX2" fmla="*/ 461561 w 1163923"/>
              <a:gd name="connsiteY2" fmla="*/ 1187427 h 1206490"/>
              <a:gd name="connsiteX3" fmla="*/ 470052 w 1163923"/>
              <a:gd name="connsiteY3" fmla="*/ 1137051 h 1206490"/>
              <a:gd name="connsiteX4" fmla="*/ 359981 w 1163923"/>
              <a:gd name="connsiteY4" fmla="*/ 732886 h 1206490"/>
              <a:gd name="connsiteX5" fmla="*/ 39811 w 1163923"/>
              <a:gd name="connsiteY5" fmla="*/ 387034 h 1206490"/>
              <a:gd name="connsiteX6" fmla="*/ 764 w 1163923"/>
              <a:gd name="connsiteY6" fmla="*/ 380490 h 1206490"/>
              <a:gd name="connsiteX7" fmla="*/ 0 w 1163923"/>
              <a:gd name="connsiteY7" fmla="*/ 378981 h 1206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3923" h="1206490">
                <a:moveTo>
                  <a:pt x="1163923" y="0"/>
                </a:moveTo>
                <a:lnTo>
                  <a:pt x="464698" y="1206490"/>
                </a:lnTo>
                <a:lnTo>
                  <a:pt x="461561" y="1187427"/>
                </a:lnTo>
                <a:lnTo>
                  <a:pt x="470052" y="1137051"/>
                </a:lnTo>
                <a:cubicBezTo>
                  <a:pt x="476838" y="1033471"/>
                  <a:pt x="438792" y="883911"/>
                  <a:pt x="359981" y="732886"/>
                </a:cubicBezTo>
                <a:cubicBezTo>
                  <a:pt x="265407" y="551655"/>
                  <a:pt x="138992" y="419785"/>
                  <a:pt x="39811" y="387034"/>
                </a:cubicBezTo>
                <a:lnTo>
                  <a:pt x="764" y="380490"/>
                </a:lnTo>
                <a:lnTo>
                  <a:pt x="0" y="37898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8E30AD9-B2EA-F286-38ED-A2ABF3B5F5A2}"/>
              </a:ext>
            </a:extLst>
          </p:cNvPr>
          <p:cNvCxnSpPr>
            <a:cxnSpLocks/>
          </p:cNvCxnSpPr>
          <p:nvPr/>
        </p:nvCxnSpPr>
        <p:spPr>
          <a:xfrm>
            <a:off x="1311275" y="2172393"/>
            <a:ext cx="34544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사각형: 둥근 위쪽 모서리 18">
            <a:hlinkClick r:id="rId2" action="ppaction://hlinksldjump"/>
            <a:extLst>
              <a:ext uri="{FF2B5EF4-FFF2-40B4-BE49-F238E27FC236}">
                <a16:creationId xmlns:a16="http://schemas.microsoft.com/office/drawing/2014/main" id="{3B6451B0-F472-5746-834A-8E9C054178D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5EAAE0C-2DC5-7AE0-3DE3-63627A71A5D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1" name="평행 사변형 20">
            <a:hlinkClick r:id="rId3" action="ppaction://hlinksldjump"/>
            <a:extLst>
              <a:ext uri="{FF2B5EF4-FFF2-40B4-BE49-F238E27FC236}">
                <a16:creationId xmlns:a16="http://schemas.microsoft.com/office/drawing/2014/main" id="{A5B0195E-F204-DB87-9894-6E2FAF023F2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평행 사변형 21">
            <a:hlinkClick r:id="rId4" action="ppaction://hlinksldjump"/>
            <a:extLst>
              <a:ext uri="{FF2B5EF4-FFF2-40B4-BE49-F238E27FC236}">
                <a16:creationId xmlns:a16="http://schemas.microsoft.com/office/drawing/2014/main" id="{3DAD9138-4FBA-0F05-81F7-B8A2A4C4032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평행 사변형 22">
            <a:hlinkClick r:id="rId5" action="ppaction://hlinksldjump"/>
            <a:extLst>
              <a:ext uri="{FF2B5EF4-FFF2-40B4-BE49-F238E27FC236}">
                <a16:creationId xmlns:a16="http://schemas.microsoft.com/office/drawing/2014/main" id="{F1B2D0CB-EB4C-CAB0-E79A-342A559BF402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평행 사변형 23">
            <a:hlinkClick r:id="rId6" action="ppaction://hlinksldjump"/>
            <a:extLst>
              <a:ext uri="{FF2B5EF4-FFF2-40B4-BE49-F238E27FC236}">
                <a16:creationId xmlns:a16="http://schemas.microsoft.com/office/drawing/2014/main" id="{55DD9970-6C40-335F-11E4-C916705DD781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평행 사변형 24">
            <a:hlinkClick r:id="rId7" action="ppaction://hlinksldjump"/>
            <a:extLst>
              <a:ext uri="{FF2B5EF4-FFF2-40B4-BE49-F238E27FC236}">
                <a16:creationId xmlns:a16="http://schemas.microsoft.com/office/drawing/2014/main" id="{0B386347-C14D-3968-C1CD-33B0E3CF17F4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185">
            <a:hlinkClick r:id="rId8"/>
            <a:extLst>
              <a:ext uri="{FF2B5EF4-FFF2-40B4-BE49-F238E27FC236}">
                <a16:creationId xmlns:a16="http://schemas.microsoft.com/office/drawing/2014/main" id="{E24BEE91-9706-C8E2-35F1-5A84072B03D3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8563250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403884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300800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29204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651913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144057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6438762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250011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972137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121325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479065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8487390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503095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9677983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58285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00317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597890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410901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305097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213302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28741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27437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30147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887626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067155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652447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18929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67014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409269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405764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117343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16711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21028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769217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862433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094107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230218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0290672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436148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5210331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059007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509296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910231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193459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91967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150219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095386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227365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417357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408C0A57-830E-A7ED-B4CD-EC63986F31E7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4511CE48-E304-4D1E-8955-AAD8E4427E6A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81EF33A7-1E25-3844-6880-8AC6129C93FC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C49558B0-056F-ABDE-79D9-5896502EA860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27360FF5-1014-79E6-601A-992FE41CAA2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532563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9576E8F3-9F0F-8A64-74A1-593468D5EF15}"/>
              </a:ext>
            </a:extLst>
          </p:cNvPr>
          <p:cNvSpPr/>
          <p:nvPr/>
        </p:nvSpPr>
        <p:spPr>
          <a:xfrm>
            <a:off x="0" y="-53336"/>
            <a:ext cx="6076950" cy="7826623"/>
          </a:xfrm>
          <a:custGeom>
            <a:avLst/>
            <a:gdLst>
              <a:gd name="connsiteX0" fmla="*/ 0 w 6076950"/>
              <a:gd name="connsiteY0" fmla="*/ 0 h 7244403"/>
              <a:gd name="connsiteX1" fmla="*/ 6076950 w 6076950"/>
              <a:gd name="connsiteY1" fmla="*/ 0 h 7244403"/>
              <a:gd name="connsiteX2" fmla="*/ 6076950 w 6076950"/>
              <a:gd name="connsiteY2" fmla="*/ 5951245 h 7244403"/>
              <a:gd name="connsiteX3" fmla="*/ 5019298 w 6076950"/>
              <a:gd name="connsiteY3" fmla="*/ 7244403 h 7244403"/>
              <a:gd name="connsiteX4" fmla="*/ 0 w 6076950"/>
              <a:gd name="connsiteY4" fmla="*/ 7244403 h 724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76950" h="7244403">
                <a:moveTo>
                  <a:pt x="0" y="0"/>
                </a:moveTo>
                <a:lnTo>
                  <a:pt x="6076950" y="0"/>
                </a:lnTo>
                <a:lnTo>
                  <a:pt x="6076950" y="5951245"/>
                </a:lnTo>
                <a:lnTo>
                  <a:pt x="5019298" y="7244403"/>
                </a:lnTo>
                <a:lnTo>
                  <a:pt x="0" y="7244403"/>
                </a:lnTo>
                <a:close/>
              </a:path>
            </a:pathLst>
          </a:cu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64EED-4ED5-AEB6-191E-F73B983317BE}"/>
              </a:ext>
            </a:extLst>
          </p:cNvPr>
          <p:cNvSpPr/>
          <p:nvPr/>
        </p:nvSpPr>
        <p:spPr>
          <a:xfrm rot="901557">
            <a:off x="4744604" y="6191431"/>
            <a:ext cx="1163923" cy="1650554"/>
          </a:xfrm>
          <a:custGeom>
            <a:avLst/>
            <a:gdLst>
              <a:gd name="connsiteX0" fmla="*/ 1163923 w 1163923"/>
              <a:gd name="connsiteY0" fmla="*/ 0 h 1206490"/>
              <a:gd name="connsiteX1" fmla="*/ 464698 w 1163923"/>
              <a:gd name="connsiteY1" fmla="*/ 1206490 h 1206490"/>
              <a:gd name="connsiteX2" fmla="*/ 461561 w 1163923"/>
              <a:gd name="connsiteY2" fmla="*/ 1187427 h 1206490"/>
              <a:gd name="connsiteX3" fmla="*/ 470052 w 1163923"/>
              <a:gd name="connsiteY3" fmla="*/ 1137051 h 1206490"/>
              <a:gd name="connsiteX4" fmla="*/ 359981 w 1163923"/>
              <a:gd name="connsiteY4" fmla="*/ 732886 h 1206490"/>
              <a:gd name="connsiteX5" fmla="*/ 39811 w 1163923"/>
              <a:gd name="connsiteY5" fmla="*/ 387034 h 1206490"/>
              <a:gd name="connsiteX6" fmla="*/ 764 w 1163923"/>
              <a:gd name="connsiteY6" fmla="*/ 380490 h 1206490"/>
              <a:gd name="connsiteX7" fmla="*/ 0 w 1163923"/>
              <a:gd name="connsiteY7" fmla="*/ 378981 h 1206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3923" h="1206490">
                <a:moveTo>
                  <a:pt x="1163923" y="0"/>
                </a:moveTo>
                <a:lnTo>
                  <a:pt x="464698" y="1206490"/>
                </a:lnTo>
                <a:lnTo>
                  <a:pt x="461561" y="1187427"/>
                </a:lnTo>
                <a:lnTo>
                  <a:pt x="470052" y="1137051"/>
                </a:lnTo>
                <a:cubicBezTo>
                  <a:pt x="476838" y="1033471"/>
                  <a:pt x="438792" y="883911"/>
                  <a:pt x="359981" y="732886"/>
                </a:cubicBezTo>
                <a:cubicBezTo>
                  <a:pt x="265407" y="551655"/>
                  <a:pt x="138992" y="419785"/>
                  <a:pt x="39811" y="387034"/>
                </a:cubicBezTo>
                <a:lnTo>
                  <a:pt x="764" y="380490"/>
                </a:lnTo>
                <a:lnTo>
                  <a:pt x="0" y="37898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8E30AD9-B2EA-F286-38ED-A2ABF3B5F5A2}"/>
              </a:ext>
            </a:extLst>
          </p:cNvPr>
          <p:cNvCxnSpPr>
            <a:cxnSpLocks/>
          </p:cNvCxnSpPr>
          <p:nvPr/>
        </p:nvCxnSpPr>
        <p:spPr>
          <a:xfrm>
            <a:off x="1311275" y="2172393"/>
            <a:ext cx="34544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사각형: 둥근 위쪽 모서리 18">
            <a:hlinkClick r:id="rId2" action="ppaction://hlinksldjump"/>
            <a:extLst>
              <a:ext uri="{FF2B5EF4-FFF2-40B4-BE49-F238E27FC236}">
                <a16:creationId xmlns:a16="http://schemas.microsoft.com/office/drawing/2014/main" id="{9C13DF57-B5CA-D44E-8E5F-60647450EC69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3E6DC89-F253-394D-06D0-40669C713D9B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1" name="평행 사변형 20">
            <a:hlinkClick r:id="rId3" action="ppaction://hlinksldjump"/>
            <a:extLst>
              <a:ext uri="{FF2B5EF4-FFF2-40B4-BE49-F238E27FC236}">
                <a16:creationId xmlns:a16="http://schemas.microsoft.com/office/drawing/2014/main" id="{B1CBBA3E-4D61-C544-98B5-0A52CC68F4A1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평행 사변형 21">
            <a:hlinkClick r:id="rId4" action="ppaction://hlinksldjump"/>
            <a:extLst>
              <a:ext uri="{FF2B5EF4-FFF2-40B4-BE49-F238E27FC236}">
                <a16:creationId xmlns:a16="http://schemas.microsoft.com/office/drawing/2014/main" id="{B59B5B94-F485-B236-8E80-9C344D565638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평행 사변형 22">
            <a:hlinkClick r:id="rId5" action="ppaction://hlinksldjump"/>
            <a:extLst>
              <a:ext uri="{FF2B5EF4-FFF2-40B4-BE49-F238E27FC236}">
                <a16:creationId xmlns:a16="http://schemas.microsoft.com/office/drawing/2014/main" id="{7F3F34C5-FAB4-6CB9-19D4-C6643B1F9FA5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평행 사변형 23">
            <a:hlinkClick r:id="rId6" action="ppaction://hlinksldjump"/>
            <a:extLst>
              <a:ext uri="{FF2B5EF4-FFF2-40B4-BE49-F238E27FC236}">
                <a16:creationId xmlns:a16="http://schemas.microsoft.com/office/drawing/2014/main" id="{BE877233-AF68-902E-A8BC-B9176BAC77EF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평행 사변형 24">
            <a:hlinkClick r:id="rId7" action="ppaction://hlinksldjump"/>
            <a:extLst>
              <a:ext uri="{FF2B5EF4-FFF2-40B4-BE49-F238E27FC236}">
                <a16:creationId xmlns:a16="http://schemas.microsoft.com/office/drawing/2014/main" id="{CF8FFA27-C3CE-6207-7666-578A271BBDD4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185">
            <a:hlinkClick r:id="rId8"/>
            <a:extLst>
              <a:ext uri="{FF2B5EF4-FFF2-40B4-BE49-F238E27FC236}">
                <a16:creationId xmlns:a16="http://schemas.microsoft.com/office/drawing/2014/main" id="{046E5A6E-6597-7FF9-9351-A9D7ECED04C3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4634231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8767266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743377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07430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223583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2583210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9945576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886775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6126493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6688495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865083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2650429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3468739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1385781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7728547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1856085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427428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367656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417841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6515324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0035551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9034527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877717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826002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40522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0903254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473704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7177718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837759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009706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164323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702321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504593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1935664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1438263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077703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293481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98315194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379888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65551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36608157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8448034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3627261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17738343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9098150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336708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893965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1875602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590806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9436889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112599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5A04467E-37CB-E153-AA6A-245556E83950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E84347FB-CA02-C0AE-A121-A6AB7F7B967F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58D11956-FBE6-650C-A6FD-B7CC3D2E423A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89B29661-D595-F578-45AB-856C55B194F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70C86A10-0FBF-9188-45AC-B251903E457F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2072733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9576E8F3-9F0F-8A64-74A1-593468D5EF15}"/>
              </a:ext>
            </a:extLst>
          </p:cNvPr>
          <p:cNvSpPr/>
          <p:nvPr/>
        </p:nvSpPr>
        <p:spPr>
          <a:xfrm>
            <a:off x="0" y="-53336"/>
            <a:ext cx="6076950" cy="7826623"/>
          </a:xfrm>
          <a:custGeom>
            <a:avLst/>
            <a:gdLst>
              <a:gd name="connsiteX0" fmla="*/ 0 w 6076950"/>
              <a:gd name="connsiteY0" fmla="*/ 0 h 7244403"/>
              <a:gd name="connsiteX1" fmla="*/ 6076950 w 6076950"/>
              <a:gd name="connsiteY1" fmla="*/ 0 h 7244403"/>
              <a:gd name="connsiteX2" fmla="*/ 6076950 w 6076950"/>
              <a:gd name="connsiteY2" fmla="*/ 5951245 h 7244403"/>
              <a:gd name="connsiteX3" fmla="*/ 5019298 w 6076950"/>
              <a:gd name="connsiteY3" fmla="*/ 7244403 h 7244403"/>
              <a:gd name="connsiteX4" fmla="*/ 0 w 6076950"/>
              <a:gd name="connsiteY4" fmla="*/ 7244403 h 724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76950" h="7244403">
                <a:moveTo>
                  <a:pt x="0" y="0"/>
                </a:moveTo>
                <a:lnTo>
                  <a:pt x="6076950" y="0"/>
                </a:lnTo>
                <a:lnTo>
                  <a:pt x="6076950" y="5951245"/>
                </a:lnTo>
                <a:lnTo>
                  <a:pt x="5019298" y="7244403"/>
                </a:lnTo>
                <a:lnTo>
                  <a:pt x="0" y="7244403"/>
                </a:lnTo>
                <a:close/>
              </a:path>
            </a:pathLst>
          </a:cu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64EED-4ED5-AEB6-191E-F73B983317BE}"/>
              </a:ext>
            </a:extLst>
          </p:cNvPr>
          <p:cNvSpPr/>
          <p:nvPr/>
        </p:nvSpPr>
        <p:spPr>
          <a:xfrm rot="901557">
            <a:off x="4744604" y="6191431"/>
            <a:ext cx="1163923" cy="1650554"/>
          </a:xfrm>
          <a:custGeom>
            <a:avLst/>
            <a:gdLst>
              <a:gd name="connsiteX0" fmla="*/ 1163923 w 1163923"/>
              <a:gd name="connsiteY0" fmla="*/ 0 h 1206490"/>
              <a:gd name="connsiteX1" fmla="*/ 464698 w 1163923"/>
              <a:gd name="connsiteY1" fmla="*/ 1206490 h 1206490"/>
              <a:gd name="connsiteX2" fmla="*/ 461561 w 1163923"/>
              <a:gd name="connsiteY2" fmla="*/ 1187427 h 1206490"/>
              <a:gd name="connsiteX3" fmla="*/ 470052 w 1163923"/>
              <a:gd name="connsiteY3" fmla="*/ 1137051 h 1206490"/>
              <a:gd name="connsiteX4" fmla="*/ 359981 w 1163923"/>
              <a:gd name="connsiteY4" fmla="*/ 732886 h 1206490"/>
              <a:gd name="connsiteX5" fmla="*/ 39811 w 1163923"/>
              <a:gd name="connsiteY5" fmla="*/ 387034 h 1206490"/>
              <a:gd name="connsiteX6" fmla="*/ 764 w 1163923"/>
              <a:gd name="connsiteY6" fmla="*/ 380490 h 1206490"/>
              <a:gd name="connsiteX7" fmla="*/ 0 w 1163923"/>
              <a:gd name="connsiteY7" fmla="*/ 378981 h 1206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3923" h="1206490">
                <a:moveTo>
                  <a:pt x="1163923" y="0"/>
                </a:moveTo>
                <a:lnTo>
                  <a:pt x="464698" y="1206490"/>
                </a:lnTo>
                <a:lnTo>
                  <a:pt x="461561" y="1187427"/>
                </a:lnTo>
                <a:lnTo>
                  <a:pt x="470052" y="1137051"/>
                </a:lnTo>
                <a:cubicBezTo>
                  <a:pt x="476838" y="1033471"/>
                  <a:pt x="438792" y="883911"/>
                  <a:pt x="359981" y="732886"/>
                </a:cubicBezTo>
                <a:cubicBezTo>
                  <a:pt x="265407" y="551655"/>
                  <a:pt x="138992" y="419785"/>
                  <a:pt x="39811" y="387034"/>
                </a:cubicBezTo>
                <a:lnTo>
                  <a:pt x="764" y="380490"/>
                </a:lnTo>
                <a:lnTo>
                  <a:pt x="0" y="37898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8E30AD9-B2EA-F286-38ED-A2ABF3B5F5A2}"/>
              </a:ext>
            </a:extLst>
          </p:cNvPr>
          <p:cNvCxnSpPr>
            <a:cxnSpLocks/>
          </p:cNvCxnSpPr>
          <p:nvPr/>
        </p:nvCxnSpPr>
        <p:spPr>
          <a:xfrm>
            <a:off x="1311275" y="2172393"/>
            <a:ext cx="34544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사각형: 둥근 위쪽 모서리 18">
            <a:hlinkClick r:id="rId2" action="ppaction://hlinksldjump"/>
            <a:extLst>
              <a:ext uri="{FF2B5EF4-FFF2-40B4-BE49-F238E27FC236}">
                <a16:creationId xmlns:a16="http://schemas.microsoft.com/office/drawing/2014/main" id="{09DB2768-AC85-B712-3F18-FF09079FC049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84951EE-1046-5C5E-6410-9DAAF2AC7311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1" name="평행 사변형 20">
            <a:hlinkClick r:id="rId3" action="ppaction://hlinksldjump"/>
            <a:extLst>
              <a:ext uri="{FF2B5EF4-FFF2-40B4-BE49-F238E27FC236}">
                <a16:creationId xmlns:a16="http://schemas.microsoft.com/office/drawing/2014/main" id="{9623B35C-EFDB-8967-EAD9-56D31124AC3D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평행 사변형 21">
            <a:hlinkClick r:id="rId4" action="ppaction://hlinksldjump"/>
            <a:extLst>
              <a:ext uri="{FF2B5EF4-FFF2-40B4-BE49-F238E27FC236}">
                <a16:creationId xmlns:a16="http://schemas.microsoft.com/office/drawing/2014/main" id="{D141AFAA-6C93-C5B4-1B43-2DE4E476A85B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평행 사변형 22">
            <a:hlinkClick r:id="rId5" action="ppaction://hlinksldjump"/>
            <a:extLst>
              <a:ext uri="{FF2B5EF4-FFF2-40B4-BE49-F238E27FC236}">
                <a16:creationId xmlns:a16="http://schemas.microsoft.com/office/drawing/2014/main" id="{D2336369-0B14-46D9-AA40-972A821788B2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평행 사변형 23">
            <a:hlinkClick r:id="rId6" action="ppaction://hlinksldjump"/>
            <a:extLst>
              <a:ext uri="{FF2B5EF4-FFF2-40B4-BE49-F238E27FC236}">
                <a16:creationId xmlns:a16="http://schemas.microsoft.com/office/drawing/2014/main" id="{C5EB515E-FC4F-211A-5AB6-B9E57F4CD3EB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평행 사변형 24">
            <a:hlinkClick r:id="rId7" action="ppaction://hlinksldjump"/>
            <a:extLst>
              <a:ext uri="{FF2B5EF4-FFF2-40B4-BE49-F238E27FC236}">
                <a16:creationId xmlns:a16="http://schemas.microsoft.com/office/drawing/2014/main" id="{D86B4680-A849-0251-9B36-82AC33DDC2B2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185">
            <a:hlinkClick r:id="rId8"/>
            <a:extLst>
              <a:ext uri="{FF2B5EF4-FFF2-40B4-BE49-F238E27FC236}">
                <a16:creationId xmlns:a16="http://schemas.microsoft.com/office/drawing/2014/main" id="{E6E0568B-EB39-6E4C-9E4E-33A7B9C992D6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50667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8573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686606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087209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7078511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006546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61209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41190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6989495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2959229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355527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086750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014641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945413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5317984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493608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7316802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8750959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43461173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1579336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3686096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04966713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8983202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865920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5552161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4064047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640579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3663444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6297996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5505201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3" name="평행 사변형 142">
            <a:hlinkClick r:id="rId6" action="ppaction://hlinksldjump"/>
            <a:extLst>
              <a:ext uri="{FF2B5EF4-FFF2-40B4-BE49-F238E27FC236}">
                <a16:creationId xmlns:a16="http://schemas.microsoft.com/office/drawing/2014/main" id="{1C43E9FC-99EC-4321-6757-5AE213EB9062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평행 사변형 143">
            <a:hlinkClick r:id="rId7" action="ppaction://hlinksldjump"/>
            <a:extLst>
              <a:ext uri="{FF2B5EF4-FFF2-40B4-BE49-F238E27FC236}">
                <a16:creationId xmlns:a16="http://schemas.microsoft.com/office/drawing/2014/main" id="{EB9A127F-F94C-4E74-6158-2BA1EB40C877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평행 사변형 144">
            <a:hlinkClick r:id="rId8" action="ppaction://hlinksldjump"/>
            <a:extLst>
              <a:ext uri="{FF2B5EF4-FFF2-40B4-BE49-F238E27FC236}">
                <a16:creationId xmlns:a16="http://schemas.microsoft.com/office/drawing/2014/main" id="{26BD9204-CDF6-4B49-D762-D04B7AA89F03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평행 사변형 145">
            <a:hlinkClick r:id="rId9" action="ppaction://hlinksldjump"/>
            <a:extLst>
              <a:ext uri="{FF2B5EF4-FFF2-40B4-BE49-F238E27FC236}">
                <a16:creationId xmlns:a16="http://schemas.microsoft.com/office/drawing/2014/main" id="{DAE5B6D6-7DD8-F86A-0E3F-B414D48DBB65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평행 사변형 146">
            <a:hlinkClick r:id="rId10" action="ppaction://hlinksldjump"/>
            <a:extLst>
              <a:ext uri="{FF2B5EF4-FFF2-40B4-BE49-F238E27FC236}">
                <a16:creationId xmlns:a16="http://schemas.microsoft.com/office/drawing/2014/main" id="{9FCF122B-1A3D-1B3F-EA01-E1F04F032D7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27883475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9576E8F3-9F0F-8A64-74A1-593468D5EF15}"/>
              </a:ext>
            </a:extLst>
          </p:cNvPr>
          <p:cNvSpPr/>
          <p:nvPr/>
        </p:nvSpPr>
        <p:spPr>
          <a:xfrm>
            <a:off x="0" y="-53336"/>
            <a:ext cx="6076950" cy="7826623"/>
          </a:xfrm>
          <a:custGeom>
            <a:avLst/>
            <a:gdLst>
              <a:gd name="connsiteX0" fmla="*/ 0 w 6076950"/>
              <a:gd name="connsiteY0" fmla="*/ 0 h 7244403"/>
              <a:gd name="connsiteX1" fmla="*/ 6076950 w 6076950"/>
              <a:gd name="connsiteY1" fmla="*/ 0 h 7244403"/>
              <a:gd name="connsiteX2" fmla="*/ 6076950 w 6076950"/>
              <a:gd name="connsiteY2" fmla="*/ 5951245 h 7244403"/>
              <a:gd name="connsiteX3" fmla="*/ 5019298 w 6076950"/>
              <a:gd name="connsiteY3" fmla="*/ 7244403 h 7244403"/>
              <a:gd name="connsiteX4" fmla="*/ 0 w 6076950"/>
              <a:gd name="connsiteY4" fmla="*/ 7244403 h 724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76950" h="7244403">
                <a:moveTo>
                  <a:pt x="0" y="0"/>
                </a:moveTo>
                <a:lnTo>
                  <a:pt x="6076950" y="0"/>
                </a:lnTo>
                <a:lnTo>
                  <a:pt x="6076950" y="5951245"/>
                </a:lnTo>
                <a:lnTo>
                  <a:pt x="5019298" y="7244403"/>
                </a:lnTo>
                <a:lnTo>
                  <a:pt x="0" y="7244403"/>
                </a:lnTo>
                <a:close/>
              </a:path>
            </a:pathLst>
          </a:custGeom>
          <a:solidFill>
            <a:srgbClr val="C55A1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64EED-4ED5-AEB6-191E-F73B983317BE}"/>
              </a:ext>
            </a:extLst>
          </p:cNvPr>
          <p:cNvSpPr/>
          <p:nvPr/>
        </p:nvSpPr>
        <p:spPr>
          <a:xfrm rot="901557">
            <a:off x="4744604" y="6191431"/>
            <a:ext cx="1163923" cy="1650554"/>
          </a:xfrm>
          <a:custGeom>
            <a:avLst/>
            <a:gdLst>
              <a:gd name="connsiteX0" fmla="*/ 1163923 w 1163923"/>
              <a:gd name="connsiteY0" fmla="*/ 0 h 1206490"/>
              <a:gd name="connsiteX1" fmla="*/ 464698 w 1163923"/>
              <a:gd name="connsiteY1" fmla="*/ 1206490 h 1206490"/>
              <a:gd name="connsiteX2" fmla="*/ 461561 w 1163923"/>
              <a:gd name="connsiteY2" fmla="*/ 1187427 h 1206490"/>
              <a:gd name="connsiteX3" fmla="*/ 470052 w 1163923"/>
              <a:gd name="connsiteY3" fmla="*/ 1137051 h 1206490"/>
              <a:gd name="connsiteX4" fmla="*/ 359981 w 1163923"/>
              <a:gd name="connsiteY4" fmla="*/ 732886 h 1206490"/>
              <a:gd name="connsiteX5" fmla="*/ 39811 w 1163923"/>
              <a:gd name="connsiteY5" fmla="*/ 387034 h 1206490"/>
              <a:gd name="connsiteX6" fmla="*/ 764 w 1163923"/>
              <a:gd name="connsiteY6" fmla="*/ 380490 h 1206490"/>
              <a:gd name="connsiteX7" fmla="*/ 0 w 1163923"/>
              <a:gd name="connsiteY7" fmla="*/ 378981 h 1206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3923" h="1206490">
                <a:moveTo>
                  <a:pt x="1163923" y="0"/>
                </a:moveTo>
                <a:lnTo>
                  <a:pt x="464698" y="1206490"/>
                </a:lnTo>
                <a:lnTo>
                  <a:pt x="461561" y="1187427"/>
                </a:lnTo>
                <a:lnTo>
                  <a:pt x="470052" y="1137051"/>
                </a:lnTo>
                <a:cubicBezTo>
                  <a:pt x="476838" y="1033471"/>
                  <a:pt x="438792" y="883911"/>
                  <a:pt x="359981" y="732886"/>
                </a:cubicBezTo>
                <a:cubicBezTo>
                  <a:pt x="265407" y="551655"/>
                  <a:pt x="138992" y="419785"/>
                  <a:pt x="39811" y="387034"/>
                </a:cubicBezTo>
                <a:lnTo>
                  <a:pt x="764" y="380490"/>
                </a:lnTo>
                <a:lnTo>
                  <a:pt x="0" y="37898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8E30AD9-B2EA-F286-38ED-A2ABF3B5F5A2}"/>
              </a:ext>
            </a:extLst>
          </p:cNvPr>
          <p:cNvCxnSpPr>
            <a:cxnSpLocks/>
          </p:cNvCxnSpPr>
          <p:nvPr/>
        </p:nvCxnSpPr>
        <p:spPr>
          <a:xfrm>
            <a:off x="1311275" y="2172393"/>
            <a:ext cx="34544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사각형: 둥근 위쪽 모서리 18">
            <a:hlinkClick r:id="rId2" action="ppaction://hlinksldjump"/>
            <a:extLst>
              <a:ext uri="{FF2B5EF4-FFF2-40B4-BE49-F238E27FC236}">
                <a16:creationId xmlns:a16="http://schemas.microsoft.com/office/drawing/2014/main" id="{76DE761E-2DE4-AA86-70C7-7708C39644BD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6003918-0645-14BC-A19C-1E67F31A67DF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21" name="평행 사변형 20">
            <a:hlinkClick r:id="rId3" action="ppaction://hlinksldjump"/>
            <a:extLst>
              <a:ext uri="{FF2B5EF4-FFF2-40B4-BE49-F238E27FC236}">
                <a16:creationId xmlns:a16="http://schemas.microsoft.com/office/drawing/2014/main" id="{23A81F61-5B3E-E8F7-2700-0B9F317DC8FE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평행 사변형 21">
            <a:hlinkClick r:id="rId4" action="ppaction://hlinksldjump"/>
            <a:extLst>
              <a:ext uri="{FF2B5EF4-FFF2-40B4-BE49-F238E27FC236}">
                <a16:creationId xmlns:a16="http://schemas.microsoft.com/office/drawing/2014/main" id="{D271CC13-6238-A5A5-A801-BC5BF24E4448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평행 사변형 22">
            <a:hlinkClick r:id="rId5" action="ppaction://hlinksldjump"/>
            <a:extLst>
              <a:ext uri="{FF2B5EF4-FFF2-40B4-BE49-F238E27FC236}">
                <a16:creationId xmlns:a16="http://schemas.microsoft.com/office/drawing/2014/main" id="{BD52D0CC-9978-3412-C36C-8FD7CDDDCA57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평행 사변형 23">
            <a:hlinkClick r:id="rId6" action="ppaction://hlinksldjump"/>
            <a:extLst>
              <a:ext uri="{FF2B5EF4-FFF2-40B4-BE49-F238E27FC236}">
                <a16:creationId xmlns:a16="http://schemas.microsoft.com/office/drawing/2014/main" id="{4D351D0E-799F-3A08-B019-141EBE1FDD1D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평행 사변형 24">
            <a:hlinkClick r:id="rId7" action="ppaction://hlinksldjump"/>
            <a:extLst>
              <a:ext uri="{FF2B5EF4-FFF2-40B4-BE49-F238E27FC236}">
                <a16:creationId xmlns:a16="http://schemas.microsoft.com/office/drawing/2014/main" id="{FCCD2EEF-859F-F4F2-3EA3-A8C9294B5251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185">
            <a:hlinkClick r:id="rId8"/>
            <a:extLst>
              <a:ext uri="{FF2B5EF4-FFF2-40B4-BE49-F238E27FC236}">
                <a16:creationId xmlns:a16="http://schemas.microsoft.com/office/drawing/2014/main" id="{EEA02D72-4C2D-E957-CFD2-1674EC9C5E3B}"/>
              </a:ext>
            </a:extLst>
          </p:cNvPr>
          <p:cNvSpPr txBox="1"/>
          <p:nvPr/>
        </p:nvSpPr>
        <p:spPr>
          <a:xfrm>
            <a:off x="5233839" y="7555443"/>
            <a:ext cx="5309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_</a:t>
            </a:r>
            <a:r>
              <a:rPr lang="en-US" altLang="ko-KR" sz="800" dirty="0" err="1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Badak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0407238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282966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0726468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116756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37287454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914059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7250283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024766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935958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1789016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2608344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7164170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920746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7155163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8556600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5823838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0714401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2549722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6399852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5336461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84567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1585460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9008711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0940732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2770817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9477890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74417270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1391106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1968643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8984445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B9EE24D9-5677-D3AB-B5D4-156675C2E089}"/>
              </a:ext>
            </a:extLst>
          </p:cNvPr>
          <p:cNvGrpSpPr/>
          <p:nvPr/>
        </p:nvGrpSpPr>
        <p:grpSpPr>
          <a:xfrm>
            <a:off x="137207" y="462531"/>
            <a:ext cx="5637324" cy="7308356"/>
            <a:chOff x="137207" y="462531"/>
            <a:chExt cx="5637324" cy="7308356"/>
          </a:xfrm>
        </p:grpSpPr>
        <p:sp>
          <p:nvSpPr>
            <p:cNvPr id="2" name="TextBox 185">
              <a:hlinkClick r:id="rId2"/>
              <a:extLst>
                <a:ext uri="{FF2B5EF4-FFF2-40B4-BE49-F238E27FC236}">
                  <a16:creationId xmlns:a16="http://schemas.microsoft.com/office/drawing/2014/main" id="{CC8D53E3-C8A2-9C7D-9EEE-5C2DF948AB91}"/>
                </a:ext>
              </a:extLst>
            </p:cNvPr>
            <p:cNvSpPr txBox="1"/>
            <p:nvPr/>
          </p:nvSpPr>
          <p:spPr>
            <a:xfrm>
              <a:off x="5233839" y="7555443"/>
              <a:ext cx="53091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_</a:t>
              </a:r>
              <a:r>
                <a:rPr lang="en-US" altLang="ko-KR" sz="800" dirty="0" err="1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Badak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" name="TextBox 186">
              <a:hlinkClick r:id="rId3"/>
              <a:extLst>
                <a:ext uri="{FF2B5EF4-FFF2-40B4-BE49-F238E27FC236}">
                  <a16:creationId xmlns:a16="http://schemas.microsoft.com/office/drawing/2014/main" id="{14CA6905-5E48-09FF-C45C-559CBE19FB97}"/>
                </a:ext>
              </a:extLst>
            </p:cNvPr>
            <p:cNvSpPr txBox="1"/>
            <p:nvPr/>
          </p:nvSpPr>
          <p:spPr>
            <a:xfrm>
              <a:off x="2736149" y="7555443"/>
              <a:ext cx="60465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Planner’s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" name="TextBox 184">
              <a:hlinkClick r:id="rId4"/>
              <a:extLst>
                <a:ext uri="{FF2B5EF4-FFF2-40B4-BE49-F238E27FC236}">
                  <a16:creationId xmlns:a16="http://schemas.microsoft.com/office/drawing/2014/main" id="{F3499519-AC5C-3699-6B61-9112BA13349B}"/>
                </a:ext>
              </a:extLst>
            </p:cNvPr>
            <p:cNvSpPr txBox="1"/>
            <p:nvPr/>
          </p:nvSpPr>
          <p:spPr>
            <a:xfrm>
              <a:off x="312196" y="7553348"/>
              <a:ext cx="7136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>
                      <a:lumMod val="65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Ten: One</a:t>
              </a:r>
              <a:r>
                <a:rPr lang="ko-KR" altLang="en-US" dirty="0"/>
                <a:t>™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570291D-5EC8-367E-B975-528DB850EA1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33992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72108FB-7231-34D3-5C58-41FFF66FCFE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506909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5AFE8FE-3D41-AD60-32D4-E05B4E5154A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78231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81090219-5A65-B007-54D1-08358E53A4E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152728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49F4DC-FE8F-A14C-091B-31232208D0F8}"/>
                </a:ext>
              </a:extLst>
            </p:cNvPr>
            <p:cNvCxnSpPr/>
            <p:nvPr/>
          </p:nvCxnSpPr>
          <p:spPr>
            <a:xfrm>
              <a:off x="3706971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2418D7D-E00A-B7BB-9538-631AC2AD2F8F}"/>
                </a:ext>
              </a:extLst>
            </p:cNvPr>
            <p:cNvCxnSpPr/>
            <p:nvPr/>
          </p:nvCxnSpPr>
          <p:spPr>
            <a:xfrm>
              <a:off x="302419" y="462531"/>
              <a:ext cx="206756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F59B451-3E11-B912-3147-7750EEF4FC1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33992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501EE00-7717-D026-A002-4986FD53015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506909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906F0D1-B594-2549-6AB5-2067063F20CE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02393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884912-4367-2D29-4680-8705976FC70C}"/>
                </a:ext>
              </a:extLst>
            </p:cNvPr>
            <p:cNvSpPr txBox="1"/>
            <p:nvPr/>
          </p:nvSpPr>
          <p:spPr>
            <a:xfrm>
              <a:off x="137207" y="525749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CCB5F00-F381-D350-EEB2-35FC1A3C097D}"/>
                </a:ext>
              </a:extLst>
            </p:cNvPr>
            <p:cNvSpPr txBox="1"/>
            <p:nvPr/>
          </p:nvSpPr>
          <p:spPr>
            <a:xfrm>
              <a:off x="137207" y="1280503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C7CADAA-763F-56E4-2767-637CCF11C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127896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FBC43D-1539-E2E6-346A-71FEF877EAD8}"/>
                </a:ext>
              </a:extLst>
            </p:cNvPr>
            <p:cNvSpPr txBox="1"/>
            <p:nvPr/>
          </p:nvSpPr>
          <p:spPr>
            <a:xfrm>
              <a:off x="137207" y="2026027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FEA16EE-B39D-015D-A932-3D981F7BAD93}"/>
                </a:ext>
              </a:extLst>
            </p:cNvPr>
            <p:cNvSpPr txBox="1"/>
            <p:nvPr/>
          </p:nvSpPr>
          <p:spPr>
            <a:xfrm>
              <a:off x="4030314" y="525749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145A7E-2273-7126-F693-513808C40A3C}"/>
                </a:ext>
              </a:extLst>
            </p:cNvPr>
            <p:cNvSpPr txBox="1"/>
            <p:nvPr/>
          </p:nvSpPr>
          <p:spPr>
            <a:xfrm>
              <a:off x="4030314" y="1529386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4D6B795-1E1F-44BC-1402-442B81DC6365}"/>
                </a:ext>
              </a:extLst>
            </p:cNvPr>
            <p:cNvSpPr txBox="1"/>
            <p:nvPr/>
          </p:nvSpPr>
          <p:spPr>
            <a:xfrm>
              <a:off x="137207" y="7256185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A9B27-6727-AB07-ACBD-CFA55E299B8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28598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3100D95F-C227-93B9-1D7E-B1228AA8E8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2524367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A4958299-9737-04E5-E626-A9E1165A50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326933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7F8CE2B-1794-8378-64D7-7C2E7EF145F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228598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29632C29-D7BC-EAC1-4293-FC2D1BF1E83A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76598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F0565C-76E7-F743-2FF3-4F3351B8062B}"/>
                </a:ext>
              </a:extLst>
            </p:cNvPr>
            <p:cNvSpPr txBox="1"/>
            <p:nvPr/>
          </p:nvSpPr>
          <p:spPr>
            <a:xfrm>
              <a:off x="137207" y="2267801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10D5179-566E-FA3F-D4F9-AD64C7DEB0A4}"/>
                </a:ext>
              </a:extLst>
            </p:cNvPr>
            <p:cNvSpPr txBox="1"/>
            <p:nvPr/>
          </p:nvSpPr>
          <p:spPr>
            <a:xfrm>
              <a:off x="137207" y="3022555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85CA56-E94B-9767-BEB9-2359C6BDD11D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3021013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E3E2AE-953F-88F3-EF90-0CA9A48B6321}"/>
                </a:ext>
              </a:extLst>
            </p:cNvPr>
            <p:cNvSpPr txBox="1"/>
            <p:nvPr/>
          </p:nvSpPr>
          <p:spPr>
            <a:xfrm>
              <a:off x="137207" y="3768079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B35BCEC-39EC-8876-BD1D-12021D691BE8}"/>
                </a:ext>
              </a:extLst>
            </p:cNvPr>
            <p:cNvSpPr txBox="1"/>
            <p:nvPr/>
          </p:nvSpPr>
          <p:spPr>
            <a:xfrm>
              <a:off x="4030314" y="2267801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80986-17FC-7D2F-1399-8BE3D58847D5}"/>
                </a:ext>
              </a:extLst>
            </p:cNvPr>
            <p:cNvSpPr txBox="1"/>
            <p:nvPr/>
          </p:nvSpPr>
          <p:spPr>
            <a:xfrm>
              <a:off x="4030314" y="3271438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6301CD7-CC84-7B2C-491E-6DD120318D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025620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D3B52892-7901-C21C-D42F-49BC6A845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4264004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5BC3507A-4C73-0F1C-BC19-BD5873A965D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008973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57DCE7D0-A6BA-DC8A-4A79-4FC78F07864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025620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73B65E95-C822-C689-B1A9-B6E34910C4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505619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98CAAA-2B4C-D268-A410-F55217CFF88A}"/>
                </a:ext>
              </a:extLst>
            </p:cNvPr>
            <p:cNvSpPr txBox="1"/>
            <p:nvPr/>
          </p:nvSpPr>
          <p:spPr>
            <a:xfrm>
              <a:off x="137207" y="4007438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57E3BD6-1C2F-A5FC-5754-08969374C85E}"/>
                </a:ext>
              </a:extLst>
            </p:cNvPr>
            <p:cNvSpPr txBox="1"/>
            <p:nvPr/>
          </p:nvSpPr>
          <p:spPr>
            <a:xfrm>
              <a:off x="137207" y="4762192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DC1E5207-F4DB-57B4-5F61-F843767F3508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4760650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E90175F-77CB-6565-6FB4-59F4E2227CF0}"/>
                </a:ext>
              </a:extLst>
            </p:cNvPr>
            <p:cNvSpPr txBox="1"/>
            <p:nvPr/>
          </p:nvSpPr>
          <p:spPr>
            <a:xfrm>
              <a:off x="137207" y="5507716"/>
              <a:ext cx="4491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time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B6614A-02CD-9873-6796-FB501934D07D}"/>
                </a:ext>
              </a:extLst>
            </p:cNvPr>
            <p:cNvSpPr txBox="1"/>
            <p:nvPr/>
          </p:nvSpPr>
          <p:spPr>
            <a:xfrm>
              <a:off x="4030314" y="4007438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97072E1-EAEF-FB70-E3DB-458EFECB533A}"/>
                </a:ext>
              </a:extLst>
            </p:cNvPr>
            <p:cNvSpPr txBox="1"/>
            <p:nvPr/>
          </p:nvSpPr>
          <p:spPr>
            <a:xfrm>
              <a:off x="4030314" y="5011075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516FFB3E-1C02-4410-E815-A800A7EB025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5761863"/>
              <a:ext cx="168201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CC3A628-EAFC-1DED-7020-7E1A34BBC23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010186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6F62A114-933E-CE32-B815-29E6F3579EA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982" y="6755155"/>
              <a:ext cx="1682017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64C47BC9-DF4E-52D7-FCAE-2C9333DDD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5761863"/>
              <a:ext cx="1045912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90226243-B101-1920-76D3-ACDBEA374F82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7251801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86E896F-4CFF-5CD7-52C1-C6BDA5942102}"/>
                </a:ext>
              </a:extLst>
            </p:cNvPr>
            <p:cNvSpPr txBox="1"/>
            <p:nvPr/>
          </p:nvSpPr>
          <p:spPr>
            <a:xfrm>
              <a:off x="137207" y="5753620"/>
              <a:ext cx="6222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camera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792339E-26B3-D5A0-67DA-37B16EFC225B}"/>
                </a:ext>
              </a:extLst>
            </p:cNvPr>
            <p:cNvSpPr txBox="1"/>
            <p:nvPr/>
          </p:nvSpPr>
          <p:spPr>
            <a:xfrm>
              <a:off x="137207" y="6508374"/>
              <a:ext cx="5469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sound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645986C-3B46-A73C-BD30-0996EFCBDB10}"/>
                </a:ext>
              </a:extLst>
            </p:cNvPr>
            <p:cNvCxnSpPr>
              <a:cxnSpLocks/>
            </p:cNvCxnSpPr>
            <p:nvPr/>
          </p:nvCxnSpPr>
          <p:spPr>
            <a:xfrm>
              <a:off x="218661" y="6506832"/>
              <a:ext cx="104591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C629D1-93C6-AB68-5F73-DAF670212C30}"/>
                </a:ext>
              </a:extLst>
            </p:cNvPr>
            <p:cNvSpPr txBox="1"/>
            <p:nvPr/>
          </p:nvSpPr>
          <p:spPr>
            <a:xfrm>
              <a:off x="4030314" y="5753620"/>
              <a:ext cx="115127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Describe / effect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564F12C-1CDA-FA1A-056F-C3D836037FDA}"/>
                </a:ext>
              </a:extLst>
            </p:cNvPr>
            <p:cNvSpPr txBox="1"/>
            <p:nvPr/>
          </p:nvSpPr>
          <p:spPr>
            <a:xfrm>
              <a:off x="4030314" y="6757257"/>
              <a:ext cx="44755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anumGothic" panose="020D0604000000000000" pitchFamily="34" charset="-127"/>
                  <a:ea typeface="NanumGothic" panose="020D0604000000000000" pitchFamily="34" charset="-127"/>
                </a:rPr>
                <a:t>lines</a:t>
              </a:r>
              <a:endPara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5EA853DA-4F98-142B-2D9B-C42BEBB590BD}"/>
                </a:ext>
              </a:extLst>
            </p:cNvPr>
            <p:cNvSpPr/>
            <p:nvPr/>
          </p:nvSpPr>
          <p:spPr>
            <a:xfrm>
              <a:off x="1338192" y="643895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3F9F122C-9FD6-7D73-2486-A6E2E67E13E6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7800D10-6CC5-0B3E-2BD1-D00F1968B8B8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1BB0F5F-8E40-07FF-3E30-0AF4B61D3953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2B0EB43-CC02-26CE-2116-AB101463FA26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5FD3BDAA-995B-B598-7C87-59A41B9D5FA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A647E5C-39C3-53F0-46BA-AC46A397FE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3DFEDB76-C432-E1A0-54A1-E824DFCBA5ED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5EB6664B-36EE-E63B-5C77-D11F8EC404C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7098123-35A8-3F40-19D3-7FF92D6B3F61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F2CE9572-9A77-9BB7-C937-B06AFAF3E18B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AD9F53F6-00A3-557E-DFA1-53154DB985D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5648BEA9-E946-5309-DE33-EF47E3203C4F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1401076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ACFD7428-E824-911B-9FAB-2971EB7F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287EB27A-02B3-5B48-F0CD-A2195A5F426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F2E17EBE-6294-9FE4-41A0-D174050E1F34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1CDF6AA-9291-1913-4D6D-DEA10AD7C963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0BF90357-2D7C-BA18-3C78-128EA597D304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AB2C901-B4CB-6EA5-125C-D864AB4325E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643895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11CA98C6-F977-D8D4-B00D-6C8326CC0CC5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B573CD1B-9ED4-517C-3D36-6577B6F6ADF6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142482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EF1D4C31-4A94-7799-256F-0F56A8FB87B5}"/>
                </a:ext>
              </a:extLst>
            </p:cNvPr>
            <p:cNvSpPr/>
            <p:nvPr/>
          </p:nvSpPr>
          <p:spPr>
            <a:xfrm>
              <a:off x="1338192" y="2372223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BAA5275-9ADB-5EA9-CDFC-BE4C6C1EE6B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418BB1AA-8A76-74FE-291B-FD96F4AD60B3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B11A190-EA2D-D2C9-F52F-E75E2CB6CFCD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C0EAAB8E-47A1-6451-C3C7-BFF15A7405E0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B0A3EE8D-39FF-8CC8-DF73-365C9381067B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B82DAC11-BF70-457D-B6A4-CCA209A8318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F8B1C27F-81EE-F91A-7BF7-F9637DD6E2CB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926DB41C-45D0-CB3E-BF0E-2E4D35DCCF11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8B844ABD-EF2D-E346-327F-FC7E708A3303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AA3EE122-95A3-57BC-5D70-7BDF1D08F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E291DF31-B9E3-DBD4-EC72-CB6AEB77D5EB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5415D9CD-B961-8EF3-1DC2-64665162CE58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3129404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5ED2BC7-25A4-DE0D-6347-1B7CB9359A3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B318156B-196C-3898-ACA7-9AB278CB65BD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BF8A9A79-CEFD-AF24-9D17-7713F1CD4EA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88315C2A-2B1D-F16A-4154-2323EF0DCA6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301">
              <a:extLst>
                <a:ext uri="{FF2B5EF4-FFF2-40B4-BE49-F238E27FC236}">
                  <a16:creationId xmlns:a16="http://schemas.microsoft.com/office/drawing/2014/main" id="{B66345B9-D476-F5BD-D093-8B95F8FA3735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35617694-258F-2E7F-5CC5-04E443B53231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2372223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303">
              <a:extLst>
                <a:ext uri="{FF2B5EF4-FFF2-40B4-BE49-F238E27FC236}">
                  <a16:creationId xmlns:a16="http://schemas.microsoft.com/office/drawing/2014/main" id="{F46CA099-3CF4-228F-399C-9F47E969D4D4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00B5C1D7-E514-EC65-D966-D34390A95317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3870810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EE5A2AAE-9A1E-CC9C-AF09-20B4D7CB9397}"/>
                </a:ext>
              </a:extLst>
            </p:cNvPr>
            <p:cNvSpPr/>
            <p:nvPr/>
          </p:nvSpPr>
          <p:spPr>
            <a:xfrm>
              <a:off x="1338192" y="4100551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7" name="직선 연결선 306">
              <a:extLst>
                <a:ext uri="{FF2B5EF4-FFF2-40B4-BE49-F238E27FC236}">
                  <a16:creationId xmlns:a16="http://schemas.microsoft.com/office/drawing/2014/main" id="{C99EA116-8A54-1729-22A1-E6D96E991D2E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3DB77E95-435D-B074-9595-90F8B620B159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308">
              <a:extLst>
                <a:ext uri="{FF2B5EF4-FFF2-40B4-BE49-F238E27FC236}">
                  <a16:creationId xmlns:a16="http://schemas.microsoft.com/office/drawing/2014/main" id="{AC4E2249-F7A9-5552-2CFB-4A2C65014E89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A8A52F9-0026-1862-4A91-01A8C21E4F45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310">
              <a:extLst>
                <a:ext uri="{FF2B5EF4-FFF2-40B4-BE49-F238E27FC236}">
                  <a16:creationId xmlns:a16="http://schemas.microsoft.com/office/drawing/2014/main" id="{C822D745-EB6A-61FA-6C72-2FACBA6790E7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직선 연결선 311">
              <a:extLst>
                <a:ext uri="{FF2B5EF4-FFF2-40B4-BE49-F238E27FC236}">
                  <a16:creationId xmlns:a16="http://schemas.microsoft.com/office/drawing/2014/main" id="{A7A4C39D-CE1D-9DC3-AB89-526D59EBA708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0BEE46A5-D253-40E5-B693-14DBF15BB75F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E3B98D8C-7BC7-0992-6415-56E429FC2E5F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B8F51CF4-5B0B-1030-329C-E3131FA004F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 315">
              <a:extLst>
                <a:ext uri="{FF2B5EF4-FFF2-40B4-BE49-F238E27FC236}">
                  <a16:creationId xmlns:a16="http://schemas.microsoft.com/office/drawing/2014/main" id="{176B6922-E207-CB0D-BE74-21C9F77CC3F2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 316">
              <a:extLst>
                <a:ext uri="{FF2B5EF4-FFF2-40B4-BE49-F238E27FC236}">
                  <a16:creationId xmlns:a16="http://schemas.microsoft.com/office/drawing/2014/main" id="{E0DF6ED7-DDB6-FAEE-6C0A-CBDED24D7031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BA345A5-3551-1BF2-56B6-C5EF10258A9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4857732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67A13620-3B74-637A-1ECF-184D2059E30E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1DC32333-F838-1B35-7741-02DC4CB100E1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6655559F-9EC9-693E-731A-D6128EDA2708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20AA22A6-8976-7C7E-72FD-CB7A8B4873C0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직선 연결선 322">
              <a:extLst>
                <a:ext uri="{FF2B5EF4-FFF2-40B4-BE49-F238E27FC236}">
                  <a16:creationId xmlns:a16="http://schemas.microsoft.com/office/drawing/2014/main" id="{06765EC1-3FC3-F1BE-1D47-667E948C0BC9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직선 연결선 323">
              <a:extLst>
                <a:ext uri="{FF2B5EF4-FFF2-40B4-BE49-F238E27FC236}">
                  <a16:creationId xmlns:a16="http://schemas.microsoft.com/office/drawing/2014/main" id="{EF9A995B-6596-14AD-4F87-7CC2AC87109D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4100551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직선 연결선 324">
              <a:extLst>
                <a:ext uri="{FF2B5EF4-FFF2-40B4-BE49-F238E27FC236}">
                  <a16:creationId xmlns:a16="http://schemas.microsoft.com/office/drawing/2014/main" id="{7ABE3D72-42AB-9BE6-DBE7-CCB3190189CF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3A325B72-F3B7-7D28-1BFF-D9502B1E0689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599138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F4DABC17-2DDF-585D-E2F6-2886FD045A8A}"/>
                </a:ext>
              </a:extLst>
            </p:cNvPr>
            <p:cNvSpPr/>
            <p:nvPr/>
          </p:nvSpPr>
          <p:spPr>
            <a:xfrm>
              <a:off x="1338192" y="5828879"/>
              <a:ext cx="2690180" cy="1514362"/>
            </a:xfrm>
            <a:prstGeom prst="roundRect">
              <a:avLst>
                <a:gd name="adj" fmla="val 0"/>
              </a:avLst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28" name="직선 연결선 327">
              <a:extLst>
                <a:ext uri="{FF2B5EF4-FFF2-40B4-BE49-F238E27FC236}">
                  <a16:creationId xmlns:a16="http://schemas.microsoft.com/office/drawing/2014/main" id="{0878CD62-059D-A79B-56B9-A8F7587EBEAB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직선 연결선 328">
              <a:extLst>
                <a:ext uri="{FF2B5EF4-FFF2-40B4-BE49-F238E27FC236}">
                  <a16:creationId xmlns:a16="http://schemas.microsoft.com/office/drawing/2014/main" id="{F69BEAA2-AA9E-2302-6C47-96685CE21364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직선 연결선 329">
              <a:extLst>
                <a:ext uri="{FF2B5EF4-FFF2-40B4-BE49-F238E27FC236}">
                  <a16:creationId xmlns:a16="http://schemas.microsoft.com/office/drawing/2014/main" id="{5AB592AB-60DC-4647-957C-AE1BB017BFD8}"/>
                </a:ext>
              </a:extLst>
            </p:cNvPr>
            <p:cNvCxnSpPr>
              <a:cxnSpLocks/>
            </p:cNvCxnSpPr>
            <p:nvPr/>
          </p:nvCxnSpPr>
          <p:spPr>
            <a:xfrm>
              <a:off x="1929534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9D5BC8AB-46F6-A452-00C5-2F38F627C3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389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89042263-41EE-D6A2-623F-DAD20378299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직선 연결선 332">
              <a:extLst>
                <a:ext uri="{FF2B5EF4-FFF2-40B4-BE49-F238E27FC236}">
                  <a16:creationId xmlns:a16="http://schemas.microsoft.com/office/drawing/2014/main" id="{45AB4D94-9E4B-C354-B759-349E854F8A6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4D329215-B579-1A5B-377C-4F4E61FDFC9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782739EF-6F09-5978-6E27-FD3F51678654}"/>
                </a:ext>
              </a:extLst>
            </p:cNvPr>
            <p:cNvCxnSpPr>
              <a:cxnSpLocks/>
            </p:cNvCxnSpPr>
            <p:nvPr/>
          </p:nvCxnSpPr>
          <p:spPr>
            <a:xfrm>
              <a:off x="3698218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A64C9DB6-8A08-866B-4F5E-5053A63FF934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01AE3DCE-887D-5FE3-846B-005E27C90605}"/>
                </a:ext>
              </a:extLst>
            </p:cNvPr>
            <p:cNvCxnSpPr>
              <a:cxnSpLocks/>
            </p:cNvCxnSpPr>
            <p:nvPr/>
          </p:nvCxnSpPr>
          <p:spPr>
            <a:xfrm>
              <a:off x="2686716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A2AAF63E-4B48-D54A-9EEB-AF4294557D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8192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5666CBEB-976D-04B2-E934-CE6BD28F0090}"/>
                </a:ext>
              </a:extLst>
            </p:cNvPr>
            <p:cNvCxnSpPr>
              <a:cxnSpLocks/>
            </p:cNvCxnSpPr>
            <p:nvPr/>
          </p:nvCxnSpPr>
          <p:spPr>
            <a:xfrm>
              <a:off x="4012597" y="6586060"/>
              <a:ext cx="15775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BE8E02BC-7E29-5FB5-9AAD-5269276345E1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직선 연결선 340">
              <a:extLst>
                <a:ext uri="{FF2B5EF4-FFF2-40B4-BE49-F238E27FC236}">
                  <a16:creationId xmlns:a16="http://schemas.microsoft.com/office/drawing/2014/main" id="{03C948FE-FCF0-399B-4C28-A947E0F750B9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직선 연결선 341">
              <a:extLst>
                <a:ext uri="{FF2B5EF4-FFF2-40B4-BE49-F238E27FC236}">
                  <a16:creationId xmlns:a16="http://schemas.microsoft.com/office/drawing/2014/main" id="{3486D58D-A6B0-628D-2758-540B01B557A0}"/>
                </a:ext>
              </a:extLst>
            </p:cNvPr>
            <p:cNvCxnSpPr>
              <a:cxnSpLocks/>
            </p:cNvCxnSpPr>
            <p:nvPr/>
          </p:nvCxnSpPr>
          <p:spPr>
            <a:xfrm>
              <a:off x="3112310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직선 연결선 342">
              <a:extLst>
                <a:ext uri="{FF2B5EF4-FFF2-40B4-BE49-F238E27FC236}">
                  <a16:creationId xmlns:a16="http://schemas.microsoft.com/office/drawing/2014/main" id="{4E2A84EB-36B4-CE26-D3C2-E5765210FF6C}"/>
                </a:ext>
              </a:extLst>
            </p:cNvPr>
            <p:cNvCxnSpPr>
              <a:cxnSpLocks/>
            </p:cNvCxnSpPr>
            <p:nvPr/>
          </p:nvCxnSpPr>
          <p:spPr>
            <a:xfrm>
              <a:off x="2261121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직선 연결선 343">
              <a:extLst>
                <a:ext uri="{FF2B5EF4-FFF2-40B4-BE49-F238E27FC236}">
                  <a16:creationId xmlns:a16="http://schemas.microsoft.com/office/drawing/2014/main" id="{1373EC32-5520-E0DA-D551-9398F5324461}"/>
                </a:ext>
              </a:extLst>
            </p:cNvPr>
            <p:cNvCxnSpPr>
              <a:cxnSpLocks/>
            </p:cNvCxnSpPr>
            <p:nvPr/>
          </p:nvCxnSpPr>
          <p:spPr>
            <a:xfrm>
              <a:off x="1808772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3E824DB2-CA28-8ADF-74CC-7162EA82017F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5828879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EDC34454-9192-F3BE-F591-BD567DF1D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51797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62F46427-26E7-71D6-2D5E-693476CC19EE}"/>
                </a:ext>
              </a:extLst>
            </p:cNvPr>
            <p:cNvCxnSpPr>
              <a:cxnSpLocks/>
            </p:cNvCxnSpPr>
            <p:nvPr/>
          </p:nvCxnSpPr>
          <p:spPr>
            <a:xfrm>
              <a:off x="3821635" y="7327466"/>
              <a:ext cx="0" cy="15775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C62B0213-5A31-5038-B4B7-0B01CE12FD1F}"/>
                </a:ext>
              </a:extLst>
            </p:cNvPr>
            <p:cNvGrpSpPr/>
            <p:nvPr/>
          </p:nvGrpSpPr>
          <p:grpSpPr>
            <a:xfrm>
              <a:off x="1338192" y="826289"/>
              <a:ext cx="2690180" cy="1149575"/>
              <a:chOff x="1338192" y="826289"/>
              <a:chExt cx="2690180" cy="1149575"/>
            </a:xfrm>
          </p:grpSpPr>
          <p:cxnSp>
            <p:nvCxnSpPr>
              <p:cNvPr id="349" name="직선 연결선 348">
                <a:extLst>
                  <a:ext uri="{FF2B5EF4-FFF2-40B4-BE49-F238E27FC236}">
                    <a16:creationId xmlns:a16="http://schemas.microsoft.com/office/drawing/2014/main" id="{DF7A077E-FF25-34D4-F8DF-0684DB4CB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직선 연결선 349">
                <a:extLst>
                  <a:ext uri="{FF2B5EF4-FFF2-40B4-BE49-F238E27FC236}">
                    <a16:creationId xmlns:a16="http://schemas.microsoft.com/office/drawing/2014/main" id="{AEDC8298-E30D-BCA9-830D-D91EF8F4D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직선 연결선 350">
                <a:extLst>
                  <a:ext uri="{FF2B5EF4-FFF2-40B4-BE49-F238E27FC236}">
                    <a16:creationId xmlns:a16="http://schemas.microsoft.com/office/drawing/2014/main" id="{E5F30B51-7118-C119-EEC7-A164844A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직선 연결선 351">
                <a:extLst>
                  <a:ext uri="{FF2B5EF4-FFF2-40B4-BE49-F238E27FC236}">
                    <a16:creationId xmlns:a16="http://schemas.microsoft.com/office/drawing/2014/main" id="{72FB1B44-F770-81FE-A1C9-2D310C9CB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BC6CDC2-A2C2-A7DF-6675-01B1AF97C9C3}"/>
                </a:ext>
              </a:extLst>
            </p:cNvPr>
            <p:cNvGrpSpPr/>
            <p:nvPr/>
          </p:nvGrpSpPr>
          <p:grpSpPr>
            <a:xfrm>
              <a:off x="1338192" y="2554617"/>
              <a:ext cx="2690180" cy="1149575"/>
              <a:chOff x="1338192" y="826289"/>
              <a:chExt cx="2690180" cy="1149575"/>
            </a:xfrm>
          </p:grpSpPr>
          <p:cxnSp>
            <p:nvCxnSpPr>
              <p:cNvPr id="354" name="직선 연결선 353">
                <a:extLst>
                  <a:ext uri="{FF2B5EF4-FFF2-40B4-BE49-F238E27FC236}">
                    <a16:creationId xmlns:a16="http://schemas.microsoft.com/office/drawing/2014/main" id="{882FFBBE-6B1B-9D62-B791-33CB06085C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직선 연결선 354">
                <a:extLst>
                  <a:ext uri="{FF2B5EF4-FFF2-40B4-BE49-F238E27FC236}">
                    <a16:creationId xmlns:a16="http://schemas.microsoft.com/office/drawing/2014/main" id="{777CCB68-7912-ADFA-1B19-6119FFAF79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직선 연결선 355">
                <a:extLst>
                  <a:ext uri="{FF2B5EF4-FFF2-40B4-BE49-F238E27FC236}">
                    <a16:creationId xmlns:a16="http://schemas.microsoft.com/office/drawing/2014/main" id="{6B348C48-810A-E3A4-0B54-38B10F23C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05CB1E8E-47EC-CFBA-AE6D-8D405D7C9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161EA0D0-FB3C-764F-F951-E56740D55FF4}"/>
                </a:ext>
              </a:extLst>
            </p:cNvPr>
            <p:cNvGrpSpPr/>
            <p:nvPr/>
          </p:nvGrpSpPr>
          <p:grpSpPr>
            <a:xfrm>
              <a:off x="1338192" y="4282945"/>
              <a:ext cx="2690180" cy="1149575"/>
              <a:chOff x="1338192" y="826289"/>
              <a:chExt cx="2690180" cy="1149575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8E4BA35F-BA00-B6B4-DD6A-ECA5AD642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D5C5F1F3-2D7F-5473-CE5C-695CDB3BC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FC04ADB5-B892-2BAE-384B-EE1ABFB60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18B33E82-3323-AC6C-A60C-DFE15DE034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08278E6F-CD3B-9C9F-0061-01690295AD73}"/>
                </a:ext>
              </a:extLst>
            </p:cNvPr>
            <p:cNvGrpSpPr/>
            <p:nvPr/>
          </p:nvGrpSpPr>
          <p:grpSpPr>
            <a:xfrm>
              <a:off x="1338192" y="6011273"/>
              <a:ext cx="2690180" cy="1149575"/>
              <a:chOff x="1338192" y="826289"/>
              <a:chExt cx="2690180" cy="1149575"/>
            </a:xfrm>
          </p:grpSpPr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566EA14-CEC2-909E-BBFC-0C18D41C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A950D348-4C76-E4B8-7E12-44BDAB182C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38192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>
                <a:extLst>
                  <a:ext uri="{FF2B5EF4-FFF2-40B4-BE49-F238E27FC236}">
                    <a16:creationId xmlns:a16="http://schemas.microsoft.com/office/drawing/2014/main" id="{DF48D904-A291-AE5B-B0B2-5E1C97A9F7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1975864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직선 연결선 366">
                <a:extLst>
                  <a:ext uri="{FF2B5EF4-FFF2-40B4-BE49-F238E27FC236}">
                    <a16:creationId xmlns:a16="http://schemas.microsoft.com/office/drawing/2014/main" id="{2B9626AF-B3A8-121E-5A7E-F898898E7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2597" y="826289"/>
                <a:ext cx="15775" cy="0"/>
              </a:xfrm>
              <a:prstGeom prst="line">
                <a:avLst/>
              </a:prstGeom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사각형: 둥근 위쪽 모서리 140">
            <a:hlinkClick r:id="rId5" action="ppaction://hlinksldjump"/>
            <a:extLst>
              <a:ext uri="{FF2B5EF4-FFF2-40B4-BE49-F238E27FC236}">
                <a16:creationId xmlns:a16="http://schemas.microsoft.com/office/drawing/2014/main" id="{11554E11-811F-FB57-5DDF-EA6EC66409B5}"/>
              </a:ext>
            </a:extLst>
          </p:cNvPr>
          <p:cNvSpPr/>
          <p:nvPr/>
        </p:nvSpPr>
        <p:spPr>
          <a:xfrm rot="5400000">
            <a:off x="5824386" y="642586"/>
            <a:ext cx="216000" cy="21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CF641DA1-8258-3BE7-6B92-6C2009125862}"/>
              </a:ext>
            </a:extLst>
          </p:cNvPr>
          <p:cNvSpPr/>
          <p:nvPr/>
        </p:nvSpPr>
        <p:spPr>
          <a:xfrm>
            <a:off x="5824386" y="642586"/>
            <a:ext cx="216000" cy="2160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#</a:t>
            </a:r>
            <a:endParaRPr lang="ko-KR" altLang="en-US" dirty="0"/>
          </a:p>
        </p:txBody>
      </p:sp>
      <p:sp>
        <p:nvSpPr>
          <p:cNvPr id="148" name="평행 사변형 147">
            <a:hlinkClick r:id="rId6" action="ppaction://hlinksldjump"/>
            <a:extLst>
              <a:ext uri="{FF2B5EF4-FFF2-40B4-BE49-F238E27FC236}">
                <a16:creationId xmlns:a16="http://schemas.microsoft.com/office/drawing/2014/main" id="{DAC495B3-412F-FAB6-A0AC-39DE9AF8584B}"/>
              </a:ext>
            </a:extLst>
          </p:cNvPr>
          <p:cNvSpPr/>
          <p:nvPr/>
        </p:nvSpPr>
        <p:spPr>
          <a:xfrm>
            <a:off x="5824386" y="990362"/>
            <a:ext cx="671663" cy="677135"/>
          </a:xfrm>
          <a:prstGeom prst="parallelogram">
            <a:avLst>
              <a:gd name="adj" fmla="val 14123"/>
            </a:avLst>
          </a:prstGeom>
          <a:solidFill>
            <a:srgbClr val="FFC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평행 사변형 148">
            <a:hlinkClick r:id="rId7" action="ppaction://hlinksldjump"/>
            <a:extLst>
              <a:ext uri="{FF2B5EF4-FFF2-40B4-BE49-F238E27FC236}">
                <a16:creationId xmlns:a16="http://schemas.microsoft.com/office/drawing/2014/main" id="{65087AE9-EF08-5ADF-4105-FD11780A6BE2}"/>
              </a:ext>
            </a:extLst>
          </p:cNvPr>
          <p:cNvSpPr/>
          <p:nvPr/>
        </p:nvSpPr>
        <p:spPr>
          <a:xfrm>
            <a:off x="5824386" y="1680769"/>
            <a:ext cx="671663" cy="677135"/>
          </a:xfrm>
          <a:prstGeom prst="parallelogram">
            <a:avLst>
              <a:gd name="adj" fmla="val 16959"/>
            </a:avLst>
          </a:prstGeom>
          <a:solidFill>
            <a:srgbClr val="F5AC8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평행 사변형 149">
            <a:hlinkClick r:id="rId8" action="ppaction://hlinksldjump"/>
            <a:extLst>
              <a:ext uri="{FF2B5EF4-FFF2-40B4-BE49-F238E27FC236}">
                <a16:creationId xmlns:a16="http://schemas.microsoft.com/office/drawing/2014/main" id="{D6124637-D348-01FA-854E-4E09B84C499D}"/>
              </a:ext>
            </a:extLst>
          </p:cNvPr>
          <p:cNvSpPr/>
          <p:nvPr/>
        </p:nvSpPr>
        <p:spPr>
          <a:xfrm>
            <a:off x="5824386" y="2371176"/>
            <a:ext cx="671663" cy="677135"/>
          </a:xfrm>
          <a:prstGeom prst="parallelogram">
            <a:avLst>
              <a:gd name="adj" fmla="val 13178"/>
            </a:avLst>
          </a:prstGeom>
          <a:solidFill>
            <a:srgbClr val="80C461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평행 사변형 150">
            <a:hlinkClick r:id="rId9" action="ppaction://hlinksldjump"/>
            <a:extLst>
              <a:ext uri="{FF2B5EF4-FFF2-40B4-BE49-F238E27FC236}">
                <a16:creationId xmlns:a16="http://schemas.microsoft.com/office/drawing/2014/main" id="{67F2A23E-3101-5C33-E748-54BFFA3238B8}"/>
              </a:ext>
            </a:extLst>
          </p:cNvPr>
          <p:cNvSpPr/>
          <p:nvPr/>
        </p:nvSpPr>
        <p:spPr>
          <a:xfrm>
            <a:off x="5824386" y="3061583"/>
            <a:ext cx="671663" cy="677135"/>
          </a:xfrm>
          <a:prstGeom prst="parallelogram">
            <a:avLst>
              <a:gd name="adj" fmla="val 15069"/>
            </a:avLst>
          </a:prstGeom>
          <a:solidFill>
            <a:srgbClr val="A7E2F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평행 사변형 151">
            <a:hlinkClick r:id="rId10" action="ppaction://hlinksldjump"/>
            <a:extLst>
              <a:ext uri="{FF2B5EF4-FFF2-40B4-BE49-F238E27FC236}">
                <a16:creationId xmlns:a16="http://schemas.microsoft.com/office/drawing/2014/main" id="{D08F6297-3FC2-9D5F-9AF6-9A297B854B0E}"/>
              </a:ext>
            </a:extLst>
          </p:cNvPr>
          <p:cNvSpPr/>
          <p:nvPr/>
        </p:nvSpPr>
        <p:spPr>
          <a:xfrm>
            <a:off x="5824386" y="3751990"/>
            <a:ext cx="671663" cy="677135"/>
          </a:xfrm>
          <a:prstGeom prst="parallelogram">
            <a:avLst>
              <a:gd name="adj" fmla="val 1412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5850376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315</TotalTime>
  <Words>7275</Words>
  <Application>Microsoft Office PowerPoint</Application>
  <PresentationFormat>사용자 지정</PresentationFormat>
  <Paragraphs>4840</Paragraphs>
  <Slides>210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210</vt:i4>
      </vt:variant>
    </vt:vector>
  </HeadingPairs>
  <TitlesOfParts>
    <vt:vector size="217" baseType="lpstr">
      <vt:lpstr>NanumBarunpen Bold</vt:lpstr>
      <vt:lpstr>NanumGothic</vt:lpstr>
      <vt:lpstr>NanumSquare_ac ExtraBold</vt:lpstr>
      <vt:lpstr>Arial</vt:lpstr>
      <vt:lpstr>Calibri</vt:lpstr>
      <vt:lpstr>Calibri Light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JeonCheonil</dc:creator>
  <cp:lastModifiedBy>JeonCheonil</cp:lastModifiedBy>
  <cp:revision>16</cp:revision>
  <dcterms:created xsi:type="dcterms:W3CDTF">2021-10-29T04:43:38Z</dcterms:created>
  <dcterms:modified xsi:type="dcterms:W3CDTF">2022-11-14T06:44:24Z</dcterms:modified>
</cp:coreProperties>
</file>
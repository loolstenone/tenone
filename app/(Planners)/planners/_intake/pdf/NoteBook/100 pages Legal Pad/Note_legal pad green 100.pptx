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88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1FC7354-7C41-204D-5437-8B37100D6916}"/>
              </a:ext>
            </a:extLst>
          </p:cNvPr>
          <p:cNvGrpSpPr/>
          <p:nvPr/>
        </p:nvGrpSpPr>
        <p:grpSpPr>
          <a:xfrm>
            <a:off x="0" y="533994"/>
            <a:ext cx="6076950" cy="7307991"/>
            <a:chOff x="0" y="533994"/>
            <a:chExt cx="6076950" cy="7307991"/>
          </a:xfrm>
        </p:grpSpPr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FCB5062D-8891-5B3A-0EAB-21F1153A84BB}"/>
                </a:ext>
              </a:extLst>
            </p:cNvPr>
            <p:cNvSpPr/>
            <p:nvPr/>
          </p:nvSpPr>
          <p:spPr>
            <a:xfrm>
              <a:off x="0" y="533994"/>
              <a:ext cx="6076950" cy="7244403"/>
            </a:xfrm>
            <a:custGeom>
              <a:avLst/>
              <a:gdLst>
                <a:gd name="connsiteX0" fmla="*/ 0 w 6076950"/>
                <a:gd name="connsiteY0" fmla="*/ 0 h 7244403"/>
                <a:gd name="connsiteX1" fmla="*/ 6076950 w 6076950"/>
                <a:gd name="connsiteY1" fmla="*/ 0 h 7244403"/>
                <a:gd name="connsiteX2" fmla="*/ 6076950 w 6076950"/>
                <a:gd name="connsiteY2" fmla="*/ 5951245 h 7244403"/>
                <a:gd name="connsiteX3" fmla="*/ 5019298 w 6076950"/>
                <a:gd name="connsiteY3" fmla="*/ 7244403 h 7244403"/>
                <a:gd name="connsiteX4" fmla="*/ 0 w 6076950"/>
                <a:gd name="connsiteY4" fmla="*/ 7244403 h 724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6950" h="7244403">
                  <a:moveTo>
                    <a:pt x="0" y="0"/>
                  </a:moveTo>
                  <a:lnTo>
                    <a:pt x="6076950" y="0"/>
                  </a:lnTo>
                  <a:lnTo>
                    <a:pt x="6076950" y="5951245"/>
                  </a:lnTo>
                  <a:lnTo>
                    <a:pt x="5019298" y="7244403"/>
                  </a:lnTo>
                  <a:lnTo>
                    <a:pt x="0" y="724440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AA4C9236-1B8A-D2C6-A46D-BE55DAE470EE}"/>
                </a:ext>
              </a:extLst>
            </p:cNvPr>
            <p:cNvSpPr/>
            <p:nvPr/>
          </p:nvSpPr>
          <p:spPr>
            <a:xfrm rot="901557">
              <a:off x="4744604" y="6314215"/>
              <a:ext cx="1163923" cy="1527770"/>
            </a:xfrm>
            <a:custGeom>
              <a:avLst/>
              <a:gdLst>
                <a:gd name="connsiteX0" fmla="*/ 1163923 w 1163923"/>
                <a:gd name="connsiteY0" fmla="*/ 0 h 1206490"/>
                <a:gd name="connsiteX1" fmla="*/ 464698 w 1163923"/>
                <a:gd name="connsiteY1" fmla="*/ 1206490 h 1206490"/>
                <a:gd name="connsiteX2" fmla="*/ 461561 w 1163923"/>
                <a:gd name="connsiteY2" fmla="*/ 1187427 h 1206490"/>
                <a:gd name="connsiteX3" fmla="*/ 470052 w 1163923"/>
                <a:gd name="connsiteY3" fmla="*/ 1137051 h 1206490"/>
                <a:gd name="connsiteX4" fmla="*/ 359981 w 1163923"/>
                <a:gd name="connsiteY4" fmla="*/ 732886 h 1206490"/>
                <a:gd name="connsiteX5" fmla="*/ 39811 w 1163923"/>
                <a:gd name="connsiteY5" fmla="*/ 387034 h 1206490"/>
                <a:gd name="connsiteX6" fmla="*/ 764 w 1163923"/>
                <a:gd name="connsiteY6" fmla="*/ 380490 h 1206490"/>
                <a:gd name="connsiteX7" fmla="*/ 0 w 1163923"/>
                <a:gd name="connsiteY7" fmla="*/ 378981 h 120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3923" h="1206490">
                  <a:moveTo>
                    <a:pt x="1163923" y="0"/>
                  </a:moveTo>
                  <a:lnTo>
                    <a:pt x="464698" y="1206490"/>
                  </a:lnTo>
                  <a:lnTo>
                    <a:pt x="461561" y="1187427"/>
                  </a:lnTo>
                  <a:lnTo>
                    <a:pt x="470052" y="1137051"/>
                  </a:lnTo>
                  <a:cubicBezTo>
                    <a:pt x="476838" y="1033471"/>
                    <a:pt x="438792" y="883911"/>
                    <a:pt x="359981" y="732886"/>
                  </a:cubicBezTo>
                  <a:cubicBezTo>
                    <a:pt x="265407" y="551655"/>
                    <a:pt x="138992" y="419785"/>
                    <a:pt x="39811" y="387034"/>
                  </a:cubicBezTo>
                  <a:lnTo>
                    <a:pt x="764" y="380490"/>
                  </a:lnTo>
                  <a:lnTo>
                    <a:pt x="0" y="37898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67D69212-3D71-C09D-80B6-06DD041DAD1D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" y="2594152"/>
              <a:ext cx="3454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29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76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52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94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45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55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09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20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85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87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922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51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023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786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998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681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390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485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236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138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632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163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490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423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214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539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896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367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130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265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13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379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914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24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518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318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964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523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912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203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6229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917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9511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069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5658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8995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5623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68077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8520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9467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08832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4008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8188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2203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899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4798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20046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29876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75941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6335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9032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7968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3602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0206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1638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71446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7361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1480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7823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5817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8276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3017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7293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2079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913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4934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7889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73345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6992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4717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42480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9857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3707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7232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24535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31290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4427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9209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9258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86558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3371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1078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54636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55628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89408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3211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37372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720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10191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94DFFF41-BB4F-4A3B-9E68-1A8DEC098C50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CEB2A449-78B6-4F32-AE85-226448576634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0192366-F3F6-4DC2-B2AB-133C31D25BB9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623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707</Words>
  <Application>Microsoft Office PowerPoint</Application>
  <PresentationFormat>사용자 지정</PresentationFormat>
  <Paragraphs>404</Paragraphs>
  <Slides>101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101</vt:i4>
      </vt:variant>
    </vt:vector>
  </HeadingPairs>
  <TitlesOfParts>
    <vt:vector size="106" baseType="lpstr">
      <vt:lpstr>NanumGothic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12</cp:revision>
  <dcterms:created xsi:type="dcterms:W3CDTF">2021-10-29T04:43:38Z</dcterms:created>
  <dcterms:modified xsi:type="dcterms:W3CDTF">2022-10-08T06:22:16Z</dcterms:modified>
</cp:coreProperties>
</file>
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880" y="7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Pad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domo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ABC3EEF-252B-829D-F94C-8463F36EED58}"/>
              </a:ext>
            </a:extLst>
          </p:cNvPr>
          <p:cNvGrpSpPr/>
          <p:nvPr/>
        </p:nvGrpSpPr>
        <p:grpSpPr>
          <a:xfrm>
            <a:off x="0" y="533994"/>
            <a:ext cx="6076950" cy="7307991"/>
            <a:chOff x="0" y="533994"/>
            <a:chExt cx="6076950" cy="7307991"/>
          </a:xfrm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5608EA47-4E08-9710-79A2-F50160301866}"/>
                </a:ext>
              </a:extLst>
            </p:cNvPr>
            <p:cNvSpPr/>
            <p:nvPr/>
          </p:nvSpPr>
          <p:spPr>
            <a:xfrm>
              <a:off x="0" y="533994"/>
              <a:ext cx="6076950" cy="7244403"/>
            </a:xfrm>
            <a:custGeom>
              <a:avLst/>
              <a:gdLst>
                <a:gd name="connsiteX0" fmla="*/ 0 w 6076950"/>
                <a:gd name="connsiteY0" fmla="*/ 0 h 7244403"/>
                <a:gd name="connsiteX1" fmla="*/ 6076950 w 6076950"/>
                <a:gd name="connsiteY1" fmla="*/ 0 h 7244403"/>
                <a:gd name="connsiteX2" fmla="*/ 6076950 w 6076950"/>
                <a:gd name="connsiteY2" fmla="*/ 5951245 h 7244403"/>
                <a:gd name="connsiteX3" fmla="*/ 5019298 w 6076950"/>
                <a:gd name="connsiteY3" fmla="*/ 7244403 h 7244403"/>
                <a:gd name="connsiteX4" fmla="*/ 0 w 6076950"/>
                <a:gd name="connsiteY4" fmla="*/ 7244403 h 724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6950" h="7244403">
                  <a:moveTo>
                    <a:pt x="0" y="0"/>
                  </a:moveTo>
                  <a:lnTo>
                    <a:pt x="6076950" y="0"/>
                  </a:lnTo>
                  <a:lnTo>
                    <a:pt x="6076950" y="5951245"/>
                  </a:lnTo>
                  <a:lnTo>
                    <a:pt x="5019298" y="7244403"/>
                  </a:lnTo>
                  <a:lnTo>
                    <a:pt x="0" y="724440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615E62A4-278B-233B-64A8-7B5FF03DC0CD}"/>
                </a:ext>
              </a:extLst>
            </p:cNvPr>
            <p:cNvSpPr/>
            <p:nvPr/>
          </p:nvSpPr>
          <p:spPr>
            <a:xfrm rot="901557">
              <a:off x="4744604" y="6314215"/>
              <a:ext cx="1163923" cy="1527770"/>
            </a:xfrm>
            <a:custGeom>
              <a:avLst/>
              <a:gdLst>
                <a:gd name="connsiteX0" fmla="*/ 1163923 w 1163923"/>
                <a:gd name="connsiteY0" fmla="*/ 0 h 1206490"/>
                <a:gd name="connsiteX1" fmla="*/ 464698 w 1163923"/>
                <a:gd name="connsiteY1" fmla="*/ 1206490 h 1206490"/>
                <a:gd name="connsiteX2" fmla="*/ 461561 w 1163923"/>
                <a:gd name="connsiteY2" fmla="*/ 1187427 h 1206490"/>
                <a:gd name="connsiteX3" fmla="*/ 470052 w 1163923"/>
                <a:gd name="connsiteY3" fmla="*/ 1137051 h 1206490"/>
                <a:gd name="connsiteX4" fmla="*/ 359981 w 1163923"/>
                <a:gd name="connsiteY4" fmla="*/ 732886 h 1206490"/>
                <a:gd name="connsiteX5" fmla="*/ 39811 w 1163923"/>
                <a:gd name="connsiteY5" fmla="*/ 387034 h 1206490"/>
                <a:gd name="connsiteX6" fmla="*/ 764 w 1163923"/>
                <a:gd name="connsiteY6" fmla="*/ 380490 h 1206490"/>
                <a:gd name="connsiteX7" fmla="*/ 0 w 1163923"/>
                <a:gd name="connsiteY7" fmla="*/ 378981 h 120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3923" h="1206490">
                  <a:moveTo>
                    <a:pt x="1163923" y="0"/>
                  </a:moveTo>
                  <a:lnTo>
                    <a:pt x="464698" y="1206490"/>
                  </a:lnTo>
                  <a:lnTo>
                    <a:pt x="461561" y="1187427"/>
                  </a:lnTo>
                  <a:lnTo>
                    <a:pt x="470052" y="1137051"/>
                  </a:lnTo>
                  <a:cubicBezTo>
                    <a:pt x="476838" y="1033471"/>
                    <a:pt x="438792" y="883911"/>
                    <a:pt x="359981" y="732886"/>
                  </a:cubicBezTo>
                  <a:cubicBezTo>
                    <a:pt x="265407" y="551655"/>
                    <a:pt x="138992" y="419785"/>
                    <a:pt x="39811" y="387034"/>
                  </a:cubicBezTo>
                  <a:lnTo>
                    <a:pt x="764" y="380490"/>
                  </a:lnTo>
                  <a:lnTo>
                    <a:pt x="0" y="378981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5BA5DFB7-EBB7-4F9F-1695-EB7BB5763B32}"/>
                </a:ext>
              </a:extLst>
            </p:cNvPr>
            <p:cNvCxnSpPr>
              <a:cxnSpLocks/>
            </p:cNvCxnSpPr>
            <p:nvPr/>
          </p:nvCxnSpPr>
          <p:spPr>
            <a:xfrm>
              <a:off x="1311275" y="2594152"/>
              <a:ext cx="34544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3170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094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030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6013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3244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4147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86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187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1320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7653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6597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930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1795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2916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129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5481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161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296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7267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0684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6358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940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773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05455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6952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8646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1275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9770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66198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17827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53401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44027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2191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21862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91665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0118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3575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2283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34506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846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0223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64628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8481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89751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32322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53640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75521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60221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43267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8460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99671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3108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393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82926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4090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37722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49521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7501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9948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25897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41188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51937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90089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50030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03542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1191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76474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46354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50694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167235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0584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78809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457602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09404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127383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58940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631790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188416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70214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34535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46247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93700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67773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75430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6344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67215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106810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413555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30897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942053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602258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077718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70603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53304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661032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310682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076079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381092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963245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468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</TotalTime>
  <Words>707</Words>
  <Application>Microsoft Office PowerPoint</Application>
  <PresentationFormat>사용자 지정</PresentationFormat>
  <Paragraphs>404</Paragraphs>
  <Slides>101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101</vt:i4>
      </vt:variant>
    </vt:vector>
  </HeadingPairs>
  <TitlesOfParts>
    <vt:vector size="106" baseType="lpstr">
      <vt:lpstr>NanumGothic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12</cp:revision>
  <dcterms:created xsi:type="dcterms:W3CDTF">2021-10-29T04:43:38Z</dcterms:created>
  <dcterms:modified xsi:type="dcterms:W3CDTF">2022-10-08T06:23:31Z</dcterms:modified>
</cp:coreProperties>
</file>
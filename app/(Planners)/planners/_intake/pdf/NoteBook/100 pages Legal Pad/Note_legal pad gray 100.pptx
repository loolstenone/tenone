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2880" y="78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Pad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domo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F8314CD-2D77-B8C1-F8D9-F28759521F32}"/>
              </a:ext>
            </a:extLst>
          </p:cNvPr>
          <p:cNvGrpSpPr/>
          <p:nvPr/>
        </p:nvGrpSpPr>
        <p:grpSpPr>
          <a:xfrm>
            <a:off x="0" y="533994"/>
            <a:ext cx="6076950" cy="7307991"/>
            <a:chOff x="0" y="533994"/>
            <a:chExt cx="6076950" cy="7307991"/>
          </a:xfrm>
        </p:grpSpPr>
        <p:sp>
          <p:nvSpPr>
            <p:cNvPr id="39" name="자유형: 도형 38">
              <a:extLst>
                <a:ext uri="{FF2B5EF4-FFF2-40B4-BE49-F238E27FC236}">
                  <a16:creationId xmlns:a16="http://schemas.microsoft.com/office/drawing/2014/main" id="{6E529FB2-FF61-292D-89C9-E3711EF61E8C}"/>
                </a:ext>
              </a:extLst>
            </p:cNvPr>
            <p:cNvSpPr/>
            <p:nvPr/>
          </p:nvSpPr>
          <p:spPr>
            <a:xfrm>
              <a:off x="0" y="533994"/>
              <a:ext cx="6076950" cy="7244403"/>
            </a:xfrm>
            <a:custGeom>
              <a:avLst/>
              <a:gdLst>
                <a:gd name="connsiteX0" fmla="*/ 0 w 6076950"/>
                <a:gd name="connsiteY0" fmla="*/ 0 h 7244403"/>
                <a:gd name="connsiteX1" fmla="*/ 6076950 w 6076950"/>
                <a:gd name="connsiteY1" fmla="*/ 0 h 7244403"/>
                <a:gd name="connsiteX2" fmla="*/ 6076950 w 6076950"/>
                <a:gd name="connsiteY2" fmla="*/ 5951245 h 7244403"/>
                <a:gd name="connsiteX3" fmla="*/ 5019298 w 6076950"/>
                <a:gd name="connsiteY3" fmla="*/ 7244403 h 7244403"/>
                <a:gd name="connsiteX4" fmla="*/ 0 w 6076950"/>
                <a:gd name="connsiteY4" fmla="*/ 7244403 h 7244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76950" h="7244403">
                  <a:moveTo>
                    <a:pt x="0" y="0"/>
                  </a:moveTo>
                  <a:lnTo>
                    <a:pt x="6076950" y="0"/>
                  </a:lnTo>
                  <a:lnTo>
                    <a:pt x="6076950" y="5951245"/>
                  </a:lnTo>
                  <a:lnTo>
                    <a:pt x="5019298" y="7244403"/>
                  </a:lnTo>
                  <a:lnTo>
                    <a:pt x="0" y="724440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3" name="자유형: 도형 42">
              <a:extLst>
                <a:ext uri="{FF2B5EF4-FFF2-40B4-BE49-F238E27FC236}">
                  <a16:creationId xmlns:a16="http://schemas.microsoft.com/office/drawing/2014/main" id="{CCA6C365-3F84-DDDC-C572-4FD2051435C4}"/>
                </a:ext>
              </a:extLst>
            </p:cNvPr>
            <p:cNvSpPr/>
            <p:nvPr/>
          </p:nvSpPr>
          <p:spPr>
            <a:xfrm rot="901557">
              <a:off x="4744604" y="6314215"/>
              <a:ext cx="1163923" cy="1527770"/>
            </a:xfrm>
            <a:custGeom>
              <a:avLst/>
              <a:gdLst>
                <a:gd name="connsiteX0" fmla="*/ 1163923 w 1163923"/>
                <a:gd name="connsiteY0" fmla="*/ 0 h 1206490"/>
                <a:gd name="connsiteX1" fmla="*/ 464698 w 1163923"/>
                <a:gd name="connsiteY1" fmla="*/ 1206490 h 1206490"/>
                <a:gd name="connsiteX2" fmla="*/ 461561 w 1163923"/>
                <a:gd name="connsiteY2" fmla="*/ 1187427 h 1206490"/>
                <a:gd name="connsiteX3" fmla="*/ 470052 w 1163923"/>
                <a:gd name="connsiteY3" fmla="*/ 1137051 h 1206490"/>
                <a:gd name="connsiteX4" fmla="*/ 359981 w 1163923"/>
                <a:gd name="connsiteY4" fmla="*/ 732886 h 1206490"/>
                <a:gd name="connsiteX5" fmla="*/ 39811 w 1163923"/>
                <a:gd name="connsiteY5" fmla="*/ 387034 h 1206490"/>
                <a:gd name="connsiteX6" fmla="*/ 764 w 1163923"/>
                <a:gd name="connsiteY6" fmla="*/ 380490 h 1206490"/>
                <a:gd name="connsiteX7" fmla="*/ 0 w 1163923"/>
                <a:gd name="connsiteY7" fmla="*/ 378981 h 1206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3923" h="1206490">
                  <a:moveTo>
                    <a:pt x="1163923" y="0"/>
                  </a:moveTo>
                  <a:lnTo>
                    <a:pt x="464698" y="1206490"/>
                  </a:lnTo>
                  <a:lnTo>
                    <a:pt x="461561" y="1187427"/>
                  </a:lnTo>
                  <a:lnTo>
                    <a:pt x="470052" y="1137051"/>
                  </a:lnTo>
                  <a:cubicBezTo>
                    <a:pt x="476838" y="1033471"/>
                    <a:pt x="438792" y="883911"/>
                    <a:pt x="359981" y="732886"/>
                  </a:cubicBezTo>
                  <a:cubicBezTo>
                    <a:pt x="265407" y="551655"/>
                    <a:pt x="138992" y="419785"/>
                    <a:pt x="39811" y="387034"/>
                  </a:cubicBezTo>
                  <a:lnTo>
                    <a:pt x="764" y="380490"/>
                  </a:lnTo>
                  <a:lnTo>
                    <a:pt x="0" y="378981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0366FD14-BDAC-299E-8B8A-2D99F46C801A}"/>
                </a:ext>
              </a:extLst>
            </p:cNvPr>
            <p:cNvCxnSpPr>
              <a:cxnSpLocks/>
            </p:cNvCxnSpPr>
            <p:nvPr/>
          </p:nvCxnSpPr>
          <p:spPr>
            <a:xfrm>
              <a:off x="1311275" y="2594152"/>
              <a:ext cx="34544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1406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9398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6034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9617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4055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7012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2765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4559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0536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9813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7189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6906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6575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6708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8567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9068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114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9019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5217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32384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59085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0101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08792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91923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61464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47523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57203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71335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79230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83489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77216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49550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33422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85403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32695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89695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83035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93461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07883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83469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11668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62649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91817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8408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54829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63511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03196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79866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1940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25235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22773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2168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70011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64989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93669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8025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30106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60186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42474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40969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042482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34481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38223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826311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677542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80442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080786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247339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335993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986787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485767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426869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447167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262052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972527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140155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136748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780006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658331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950543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808374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691368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398464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253626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015590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07321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168035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078266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471764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899587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444892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83749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937592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513025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886952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36873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886875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449737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642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0387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</TotalTime>
  <Words>707</Words>
  <Application>Microsoft Office PowerPoint</Application>
  <PresentationFormat>사용자 지정</PresentationFormat>
  <Paragraphs>404</Paragraphs>
  <Slides>101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101</vt:i4>
      </vt:variant>
    </vt:vector>
  </HeadingPairs>
  <TitlesOfParts>
    <vt:vector size="106" baseType="lpstr">
      <vt:lpstr>NanumGothic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11</cp:revision>
  <dcterms:created xsi:type="dcterms:W3CDTF">2021-10-29T04:43:38Z</dcterms:created>
  <dcterms:modified xsi:type="dcterms:W3CDTF">2022-10-08T06:20:51Z</dcterms:modified>
</cp:coreProperties>
</file>
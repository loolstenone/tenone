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998" y="10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badak.biz/" TargetMode="External"/><Relationship Id="rId2" Type="http://schemas.openxmlformats.org/officeDocument/2006/relationships/hyperlink" Target="https://domo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nners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Pad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domo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6D4710E7-0E8C-A91E-4BA0-B65D652F2642}"/>
              </a:ext>
            </a:extLst>
          </p:cNvPr>
          <p:cNvGrpSpPr/>
          <p:nvPr/>
        </p:nvGrpSpPr>
        <p:grpSpPr>
          <a:xfrm>
            <a:off x="0" y="533994"/>
            <a:ext cx="6076950" cy="7307991"/>
            <a:chOff x="0" y="533994"/>
            <a:chExt cx="6076950" cy="7307991"/>
          </a:xfrm>
        </p:grpSpPr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BFC4AEFE-D9B0-07C7-D156-18B842DDF3DB}"/>
                </a:ext>
              </a:extLst>
            </p:cNvPr>
            <p:cNvSpPr/>
            <p:nvPr/>
          </p:nvSpPr>
          <p:spPr>
            <a:xfrm>
              <a:off x="0" y="533994"/>
              <a:ext cx="6076950" cy="7244403"/>
            </a:xfrm>
            <a:custGeom>
              <a:avLst/>
              <a:gdLst>
                <a:gd name="connsiteX0" fmla="*/ 0 w 6076950"/>
                <a:gd name="connsiteY0" fmla="*/ 0 h 7244403"/>
                <a:gd name="connsiteX1" fmla="*/ 6076950 w 6076950"/>
                <a:gd name="connsiteY1" fmla="*/ 0 h 7244403"/>
                <a:gd name="connsiteX2" fmla="*/ 6076950 w 6076950"/>
                <a:gd name="connsiteY2" fmla="*/ 5951245 h 7244403"/>
                <a:gd name="connsiteX3" fmla="*/ 5019298 w 6076950"/>
                <a:gd name="connsiteY3" fmla="*/ 7244403 h 7244403"/>
                <a:gd name="connsiteX4" fmla="*/ 0 w 6076950"/>
                <a:gd name="connsiteY4" fmla="*/ 7244403 h 724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76950" h="7244403">
                  <a:moveTo>
                    <a:pt x="0" y="0"/>
                  </a:moveTo>
                  <a:lnTo>
                    <a:pt x="6076950" y="0"/>
                  </a:lnTo>
                  <a:lnTo>
                    <a:pt x="6076950" y="5951245"/>
                  </a:lnTo>
                  <a:lnTo>
                    <a:pt x="5019298" y="7244403"/>
                  </a:lnTo>
                  <a:lnTo>
                    <a:pt x="0" y="724440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382AB02D-28BE-7547-3C18-3D93C8A6A0E9}"/>
                </a:ext>
              </a:extLst>
            </p:cNvPr>
            <p:cNvSpPr/>
            <p:nvPr/>
          </p:nvSpPr>
          <p:spPr>
            <a:xfrm rot="901557">
              <a:off x="4744604" y="6314215"/>
              <a:ext cx="1163923" cy="1527770"/>
            </a:xfrm>
            <a:custGeom>
              <a:avLst/>
              <a:gdLst>
                <a:gd name="connsiteX0" fmla="*/ 1163923 w 1163923"/>
                <a:gd name="connsiteY0" fmla="*/ 0 h 1206490"/>
                <a:gd name="connsiteX1" fmla="*/ 464698 w 1163923"/>
                <a:gd name="connsiteY1" fmla="*/ 1206490 h 1206490"/>
                <a:gd name="connsiteX2" fmla="*/ 461561 w 1163923"/>
                <a:gd name="connsiteY2" fmla="*/ 1187427 h 1206490"/>
                <a:gd name="connsiteX3" fmla="*/ 470052 w 1163923"/>
                <a:gd name="connsiteY3" fmla="*/ 1137051 h 1206490"/>
                <a:gd name="connsiteX4" fmla="*/ 359981 w 1163923"/>
                <a:gd name="connsiteY4" fmla="*/ 732886 h 1206490"/>
                <a:gd name="connsiteX5" fmla="*/ 39811 w 1163923"/>
                <a:gd name="connsiteY5" fmla="*/ 387034 h 1206490"/>
                <a:gd name="connsiteX6" fmla="*/ 764 w 1163923"/>
                <a:gd name="connsiteY6" fmla="*/ 380490 h 1206490"/>
                <a:gd name="connsiteX7" fmla="*/ 0 w 1163923"/>
                <a:gd name="connsiteY7" fmla="*/ 378981 h 1206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3923" h="1206490">
                  <a:moveTo>
                    <a:pt x="1163923" y="0"/>
                  </a:moveTo>
                  <a:lnTo>
                    <a:pt x="464698" y="1206490"/>
                  </a:lnTo>
                  <a:lnTo>
                    <a:pt x="461561" y="1187427"/>
                  </a:lnTo>
                  <a:lnTo>
                    <a:pt x="470052" y="1137051"/>
                  </a:lnTo>
                  <a:cubicBezTo>
                    <a:pt x="476838" y="1033471"/>
                    <a:pt x="438792" y="883911"/>
                    <a:pt x="359981" y="732886"/>
                  </a:cubicBezTo>
                  <a:cubicBezTo>
                    <a:pt x="265407" y="551655"/>
                    <a:pt x="138992" y="419785"/>
                    <a:pt x="39811" y="387034"/>
                  </a:cubicBezTo>
                  <a:lnTo>
                    <a:pt x="764" y="380490"/>
                  </a:lnTo>
                  <a:lnTo>
                    <a:pt x="0" y="378981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9D36C409-2A94-343F-B149-3B352579F7BE}"/>
                </a:ext>
              </a:extLst>
            </p:cNvPr>
            <p:cNvCxnSpPr>
              <a:cxnSpLocks/>
            </p:cNvCxnSpPr>
            <p:nvPr/>
          </p:nvCxnSpPr>
          <p:spPr>
            <a:xfrm>
              <a:off x="1311275" y="2594152"/>
              <a:ext cx="34544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4439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5627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9693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059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66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835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2951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846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783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813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2369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694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4782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1014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2891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0656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5038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0970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7714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662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6675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6315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889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064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77906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8349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996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535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65822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1021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0912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0789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11277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117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292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8299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81575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41799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67985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87024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4784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69142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95641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8109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7847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09908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79741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3020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37068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44964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113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46098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75865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01195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40094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1237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16140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82339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35444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8207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15733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47114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5390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</a:t>
            </a:r>
            <a:r>
              <a:rPr lang="ko-KR" alt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Pad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domo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38249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3429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69201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5466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01063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52746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3639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86640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28583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11991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8318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78755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10033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56328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922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52249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430741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133699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76488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089525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198226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28882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11417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298411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029386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378163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63417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729007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956682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56870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650736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921637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091182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47418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559765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09958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FEED0D0-CDC5-4A0A-B8BF-31A7A0E0AA5D}"/>
              </a:ext>
            </a:extLst>
          </p:cNvPr>
          <p:cNvSpPr/>
          <p:nvPr/>
        </p:nvSpPr>
        <p:spPr>
          <a:xfrm>
            <a:off x="0" y="-53336"/>
            <a:ext cx="6076949" cy="7825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824200D-2F17-4EFD-883D-DC25CF7A8C77}"/>
              </a:ext>
            </a:extLst>
          </p:cNvPr>
          <p:cNvGrpSpPr/>
          <p:nvPr/>
        </p:nvGrpSpPr>
        <p:grpSpPr>
          <a:xfrm>
            <a:off x="1163932" y="-60960"/>
            <a:ext cx="24868" cy="7833043"/>
            <a:chOff x="1163135" y="533400"/>
            <a:chExt cx="1398" cy="7091578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277964B-A939-4775-B48B-909DC027D3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135" y="533400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ED7E627-1EE6-4B83-9233-A62DAD88D8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4533" y="533992"/>
              <a:ext cx="0" cy="7090986"/>
            </a:xfrm>
            <a:prstGeom prst="line">
              <a:avLst/>
            </a:prstGeom>
            <a:ln w="3175">
              <a:solidFill>
                <a:srgbClr val="FF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9D84CAC-304C-4534-B57E-158EA7348B6E}"/>
              </a:ext>
            </a:extLst>
          </p:cNvPr>
          <p:cNvGrpSpPr/>
          <p:nvPr/>
        </p:nvGrpSpPr>
        <p:grpSpPr>
          <a:xfrm>
            <a:off x="0" y="791512"/>
            <a:ext cx="6076950" cy="6695519"/>
            <a:chOff x="229705" y="791512"/>
            <a:chExt cx="5465064" cy="6695519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5D9B486-5829-45FA-850D-D3CE1B5670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B62DAC00-A95C-4F03-A6B3-5B6B66FC07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ABA53D4-EDDD-4890-A5B6-068647E6099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886EFA5-5060-4618-BB12-8F539E1A1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7C327F3-AFAD-4B7D-B0DA-DFA8061D987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0A450DC-00A7-4AAC-8305-5DA82FCC4BB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1C5520E-4809-405A-956A-C6EACF197AF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21B77E-D705-4B02-B602-C6477F2963E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6FD6879C-E98D-43F0-9187-305084641FF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623991C-886C-4E7B-91D4-0646D5628D3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C95FA66D-A02A-494F-BD04-4CF5D58DA3C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CD4D35D-7214-4E9C-927B-EB31BDC40B9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8DECD84-3602-47F0-8C3E-6624B449D6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191D1F4-211C-45BE-A24E-4685372B5F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9050025-4856-4A45-BCA0-F43826E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A2D3043C-22AB-40A4-91A5-68EE3188471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2E4248F-5AED-49E9-A05F-E4C52CC5527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FB874DE-E062-4AD2-BFFA-6DD754FD6AC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D5C0B7A9-778A-4CA1-A88C-8700B1F85E8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90D3DD0F-701E-4D02-8BCE-D73255C7AB8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BFB6D881-D47B-4C04-B513-63F02437A3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D692F1BF-4FEB-4D30-ABE9-9D7C097463C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55ADCCF-2463-4BB7-B3D2-702E66958B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F22ED08E-DE16-48AF-A7E9-07D991DD9C2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309F7A0D-B68E-4775-A340-8907397D9D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9B0FB9C1-9876-4747-872B-A018B890F4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28E33072-DC42-4456-BD1B-31FE3E0ACE7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rgbClr val="7EA5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957F225-1D96-4719-AC0D-4B0FEF67D36B}"/>
              </a:ext>
            </a:extLst>
          </p:cNvPr>
          <p:cNvSpPr/>
          <p:nvPr/>
        </p:nvSpPr>
        <p:spPr>
          <a:xfrm>
            <a:off x="1" y="-61614"/>
            <a:ext cx="6076950" cy="595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EBE6816-18C5-4571-98BC-F64ACC5000BB}"/>
              </a:ext>
            </a:extLst>
          </p:cNvPr>
          <p:cNvSpPr/>
          <p:nvPr/>
        </p:nvSpPr>
        <p:spPr>
          <a:xfrm>
            <a:off x="0" y="-53992"/>
            <a:ext cx="6076949" cy="24621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F0E95F7-1DE1-4226-8FD1-F96C6E001D49}"/>
              </a:ext>
            </a:extLst>
          </p:cNvPr>
          <p:cNvSpPr txBox="1"/>
          <p:nvPr/>
        </p:nvSpPr>
        <p:spPr>
          <a:xfrm>
            <a:off x="2555811" y="225735"/>
            <a:ext cx="9653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Pad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0" name="TextBox 39">
            <a:hlinkClick r:id="rId2"/>
            <a:extLst>
              <a:ext uri="{FF2B5EF4-FFF2-40B4-BE49-F238E27FC236}">
                <a16:creationId xmlns:a16="http://schemas.microsoft.com/office/drawing/2014/main" id="{2F473FB2-E6B8-43B2-BDB0-26532442516C}"/>
              </a:ext>
            </a:extLst>
          </p:cNvPr>
          <p:cNvSpPr txBox="1"/>
          <p:nvPr/>
        </p:nvSpPr>
        <p:spPr>
          <a:xfrm>
            <a:off x="329451" y="7526907"/>
            <a:ext cx="4651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domo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1" name="TextBox 40">
            <a:hlinkClick r:id="rId3"/>
            <a:extLst>
              <a:ext uri="{FF2B5EF4-FFF2-40B4-BE49-F238E27FC236}">
                <a16:creationId xmlns:a16="http://schemas.microsoft.com/office/drawing/2014/main" id="{0FADD4B2-F47C-4D55-893D-43AA449036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_</a:t>
            </a:r>
            <a:r>
              <a:rPr kumimoji="0" lang="en-US" altLang="ko-KR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Badak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2" name="TextBox 41">
            <a:hlinkClick r:id="rId4"/>
            <a:extLst>
              <a:ext uri="{FF2B5EF4-FFF2-40B4-BE49-F238E27FC236}">
                <a16:creationId xmlns:a16="http://schemas.microsoft.com/office/drawing/2014/main" id="{AB4AC255-45E2-425F-8AE3-4B42439C4EFE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Planner’s Planner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6791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</TotalTime>
  <Words>707</Words>
  <Application>Microsoft Office PowerPoint</Application>
  <PresentationFormat>사용자 지정</PresentationFormat>
  <Paragraphs>404</Paragraphs>
  <Slides>101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101</vt:i4>
      </vt:variant>
    </vt:vector>
  </HeadingPairs>
  <TitlesOfParts>
    <vt:vector size="106" baseType="lpstr">
      <vt:lpstr>NanumGothic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12</cp:revision>
  <dcterms:created xsi:type="dcterms:W3CDTF">2021-10-29T04:43:38Z</dcterms:created>
  <dcterms:modified xsi:type="dcterms:W3CDTF">2022-10-08T06:17:47Z</dcterms:modified>
</cp:coreProperties>
</file>
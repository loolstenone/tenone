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2718" y="10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67712A-6F52-FB9D-B660-570FCE536D71}"/>
              </a:ext>
            </a:extLst>
          </p:cNvPr>
          <p:cNvGrpSpPr/>
          <p:nvPr/>
        </p:nvGrpSpPr>
        <p:grpSpPr>
          <a:xfrm>
            <a:off x="0" y="533994"/>
            <a:ext cx="6076950" cy="7307991"/>
            <a:chOff x="0" y="533994"/>
            <a:chExt cx="6076950" cy="7307991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F0F982D-449B-2997-1BE8-0412B2E8C2A8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622A22E2-082B-EB0F-D20E-1C363C9D334F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DAD847A-8756-9375-A350-C96E7B91D413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97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08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985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93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53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89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692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19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11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40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128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636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007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663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300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837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5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23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398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511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093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137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371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941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559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320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211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902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930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1364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788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633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00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835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49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4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274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219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9974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6339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372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379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6564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9774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7745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705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2310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013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7842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6782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24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84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790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0771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557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2025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4170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3040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019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5752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0788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7681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4530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1015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7423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968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3884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3244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3152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2274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3152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7006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5706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4736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2281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7549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9192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4210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38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2062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7343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9720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6756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3348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5830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0305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76377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1646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7177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9497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2261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184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5095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3397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618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46017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1102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0590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9931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23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707</Words>
  <Application>Microsoft Office PowerPoint</Application>
  <PresentationFormat>사용자 지정</PresentationFormat>
  <Paragraphs>404</Paragraphs>
  <Slides>101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101</vt:i4>
      </vt:variant>
    </vt:vector>
  </HeadingPairs>
  <TitlesOfParts>
    <vt:vector size="106" baseType="lpstr"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</cp:revision>
  <dcterms:created xsi:type="dcterms:W3CDTF">2021-10-29T04:43:38Z</dcterms:created>
  <dcterms:modified xsi:type="dcterms:W3CDTF">2022-10-08T06:19:16Z</dcterms:modified>
</cp:coreProperties>
</file>